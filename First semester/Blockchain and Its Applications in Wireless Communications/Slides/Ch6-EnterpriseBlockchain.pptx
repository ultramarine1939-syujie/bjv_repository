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2" r:id="rId3"/>
    <p:sldMasterId id="2147483674" r:id="rId4"/>
    <p:sldMasterId id="2147483687" r:id="rId5"/>
  </p:sldMasterIdLst>
  <p:notesMasterIdLst>
    <p:notesMasterId r:id="rId15"/>
  </p:notesMasterIdLst>
  <p:handoutMasterIdLst>
    <p:handoutMasterId r:id="rId44"/>
  </p:handoutMasterIdLst>
  <p:sldIdLst>
    <p:sldId id="976" r:id="rId6"/>
    <p:sldId id="977" r:id="rId7"/>
    <p:sldId id="1009" r:id="rId8"/>
    <p:sldId id="1010" r:id="rId9"/>
    <p:sldId id="1011" r:id="rId10"/>
    <p:sldId id="1012" r:id="rId11"/>
    <p:sldId id="1052" r:id="rId12"/>
    <p:sldId id="1144" r:id="rId13"/>
    <p:sldId id="1116" r:id="rId14"/>
    <p:sldId id="1058" r:id="rId16"/>
    <p:sldId id="1015" r:id="rId17"/>
    <p:sldId id="1016" r:id="rId18"/>
    <p:sldId id="1017" r:id="rId19"/>
    <p:sldId id="1059" r:id="rId20"/>
    <p:sldId id="1076" r:id="rId21"/>
    <p:sldId id="1145" r:id="rId22"/>
    <p:sldId id="1146" r:id="rId23"/>
    <p:sldId id="1065" r:id="rId24"/>
    <p:sldId id="1066" r:id="rId25"/>
    <p:sldId id="1067" r:id="rId26"/>
    <p:sldId id="1068" r:id="rId27"/>
    <p:sldId id="1069" r:id="rId28"/>
    <p:sldId id="1130" r:id="rId29"/>
    <p:sldId id="1131" r:id="rId30"/>
    <p:sldId id="1132" r:id="rId31"/>
    <p:sldId id="1135" r:id="rId32"/>
    <p:sldId id="1136" r:id="rId33"/>
    <p:sldId id="1137" r:id="rId34"/>
    <p:sldId id="1138" r:id="rId35"/>
    <p:sldId id="1139" r:id="rId36"/>
    <p:sldId id="1140" r:id="rId37"/>
    <p:sldId id="1141" r:id="rId38"/>
    <p:sldId id="1142" r:id="rId39"/>
    <p:sldId id="1070" r:id="rId40"/>
    <p:sldId id="1173" r:id="rId41"/>
    <p:sldId id="1075" r:id="rId42"/>
    <p:sldId id="1051" r:id="rId43"/>
  </p:sldIdLst>
  <p:sldSz cx="9144000" cy="6858000" type="screen4x3"/>
  <p:notesSz cx="9144000" cy="6858000"/>
  <p:embeddedFontLst/>
  <p:custDataLst>
    <p:tags r:id="rId48"/>
  </p:custDataLst>
  <p:defaultTextStyle>
    <a:defPPr>
      <a:defRPr lang="zh-CN"/>
    </a:defPPr>
    <a:lvl1pPr algn="ctr" rtl="0" fontAlgn="base">
      <a:spcBef>
        <a:spcPct val="0"/>
      </a:spcBef>
      <a:spcAft>
        <a:spcPct val="0"/>
      </a:spcAft>
      <a:defRPr sz="2400" kern="1200">
        <a:solidFill>
          <a:schemeClr val="tx1"/>
        </a:solidFill>
        <a:latin typeface="Arial" panose="020B0604020202090204" pitchFamily="34" charset="0"/>
        <a:ea typeface="黑体" panose="02010609060101010101" pitchFamily="2" charset="-122"/>
        <a:cs typeface="+mn-cs"/>
      </a:defRPr>
    </a:lvl1pPr>
    <a:lvl2pPr marL="457200" algn="ctr" rtl="0" fontAlgn="base">
      <a:spcBef>
        <a:spcPct val="0"/>
      </a:spcBef>
      <a:spcAft>
        <a:spcPct val="0"/>
      </a:spcAft>
      <a:defRPr sz="2400" kern="1200">
        <a:solidFill>
          <a:schemeClr val="tx1"/>
        </a:solidFill>
        <a:latin typeface="Arial" panose="020B0604020202090204" pitchFamily="34" charset="0"/>
        <a:ea typeface="黑体" panose="02010609060101010101" pitchFamily="2" charset="-122"/>
        <a:cs typeface="+mn-cs"/>
      </a:defRPr>
    </a:lvl2pPr>
    <a:lvl3pPr marL="914400" algn="ctr" rtl="0" fontAlgn="base">
      <a:spcBef>
        <a:spcPct val="0"/>
      </a:spcBef>
      <a:spcAft>
        <a:spcPct val="0"/>
      </a:spcAft>
      <a:defRPr sz="2400" kern="1200">
        <a:solidFill>
          <a:schemeClr val="tx1"/>
        </a:solidFill>
        <a:latin typeface="Arial" panose="020B0604020202090204" pitchFamily="34" charset="0"/>
        <a:ea typeface="黑体" panose="02010609060101010101" pitchFamily="2" charset="-122"/>
        <a:cs typeface="+mn-cs"/>
      </a:defRPr>
    </a:lvl3pPr>
    <a:lvl4pPr marL="1371600" algn="ctr" rtl="0" fontAlgn="base">
      <a:spcBef>
        <a:spcPct val="0"/>
      </a:spcBef>
      <a:spcAft>
        <a:spcPct val="0"/>
      </a:spcAft>
      <a:defRPr sz="2400" kern="1200">
        <a:solidFill>
          <a:schemeClr val="tx1"/>
        </a:solidFill>
        <a:latin typeface="Arial" panose="020B0604020202090204" pitchFamily="34" charset="0"/>
        <a:ea typeface="黑体" panose="02010609060101010101" pitchFamily="2" charset="-122"/>
        <a:cs typeface="+mn-cs"/>
      </a:defRPr>
    </a:lvl4pPr>
    <a:lvl5pPr marL="1828800" algn="ctr" rtl="0" fontAlgn="base">
      <a:spcBef>
        <a:spcPct val="0"/>
      </a:spcBef>
      <a:spcAft>
        <a:spcPct val="0"/>
      </a:spcAft>
      <a:defRPr sz="2400" kern="1200">
        <a:solidFill>
          <a:schemeClr val="tx1"/>
        </a:solidFill>
        <a:latin typeface="Arial" panose="020B0604020202090204" pitchFamily="34" charset="0"/>
        <a:ea typeface="黑体" panose="02010609060101010101" pitchFamily="2" charset="-122"/>
        <a:cs typeface="+mn-cs"/>
      </a:defRPr>
    </a:lvl5pPr>
    <a:lvl6pPr marL="2286000" algn="l" defTabSz="914400" rtl="0" eaLnBrk="1" latinLnBrk="0" hangingPunct="1">
      <a:defRPr sz="2400" kern="1200">
        <a:solidFill>
          <a:schemeClr val="tx1"/>
        </a:solidFill>
        <a:latin typeface="Arial" panose="020B0604020202090204" pitchFamily="34" charset="0"/>
        <a:ea typeface="黑体" panose="02010609060101010101" pitchFamily="2" charset="-122"/>
        <a:cs typeface="+mn-cs"/>
      </a:defRPr>
    </a:lvl6pPr>
    <a:lvl7pPr marL="2743200" algn="l" defTabSz="914400" rtl="0" eaLnBrk="1" latinLnBrk="0" hangingPunct="1">
      <a:defRPr sz="2400" kern="1200">
        <a:solidFill>
          <a:schemeClr val="tx1"/>
        </a:solidFill>
        <a:latin typeface="Arial" panose="020B0604020202090204" pitchFamily="34" charset="0"/>
        <a:ea typeface="黑体" panose="02010609060101010101" pitchFamily="2" charset="-122"/>
        <a:cs typeface="+mn-cs"/>
      </a:defRPr>
    </a:lvl7pPr>
    <a:lvl8pPr marL="3200400" algn="l" defTabSz="914400" rtl="0" eaLnBrk="1" latinLnBrk="0" hangingPunct="1">
      <a:defRPr sz="2400" kern="1200">
        <a:solidFill>
          <a:schemeClr val="tx1"/>
        </a:solidFill>
        <a:latin typeface="Arial" panose="020B0604020202090204" pitchFamily="34" charset="0"/>
        <a:ea typeface="黑体" panose="02010609060101010101" pitchFamily="2" charset="-122"/>
        <a:cs typeface="+mn-cs"/>
      </a:defRPr>
    </a:lvl8pPr>
    <a:lvl9pPr marL="3657600" algn="l" defTabSz="914400" rtl="0" eaLnBrk="1" latinLnBrk="0" hangingPunct="1">
      <a:defRPr sz="2400" kern="1200">
        <a:solidFill>
          <a:schemeClr val="tx1"/>
        </a:solidFill>
        <a:latin typeface="Arial" panose="020B0604020202090204" pitchFamily="34" charset="0"/>
        <a:ea typeface="黑体" panose="02010609060101010101" pitchFamily="2" charset="-122"/>
        <a:cs typeface="+mn-cs"/>
      </a:defRPr>
    </a:lvl9pPr>
  </p:defaultTextStyle>
  <p:extLst>
    <p:ext uri="{EFAFB233-063F-42B5-8137-9DF3F51BA10A}">
      <p15:sldGuideLst xmlns:p15="http://schemas.microsoft.com/office/powerpoint/2012/main">
        <p15:guide id="1" orient="horz" pos="2156" userDrawn="1">
          <p15:clr>
            <a:srgbClr val="A4A3A4"/>
          </p15:clr>
        </p15:guide>
        <p15:guide id="2" pos="28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357C"/>
    <a:srgbClr val="00FF00"/>
    <a:srgbClr val="CAE4EE"/>
    <a:srgbClr val="C1C1C1"/>
    <a:srgbClr val="FFFF00"/>
    <a:srgbClr val="DDDDDD"/>
    <a:srgbClr val="132584"/>
    <a:srgbClr val="133984"/>
    <a:srgbClr val="93052E"/>
    <a:srgbClr val="9227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77" autoAdjust="0"/>
    <p:restoredTop sz="95593" autoAdjust="0"/>
  </p:normalViewPr>
  <p:slideViewPr>
    <p:cSldViewPr snapToObjects="1" showGuides="1">
      <p:cViewPr varScale="1">
        <p:scale>
          <a:sx n="102" d="100"/>
          <a:sy n="102" d="100"/>
        </p:scale>
        <p:origin x="2008" y="192"/>
      </p:cViewPr>
      <p:guideLst>
        <p:guide orient="horz" pos="2156"/>
        <p:guide pos="2870"/>
      </p:guideLst>
    </p:cSldViewPr>
  </p:slideViewPr>
  <p:notesTextViewPr>
    <p:cViewPr>
      <p:scale>
        <a:sx n="100" d="100"/>
        <a:sy n="100" d="100"/>
      </p:scale>
      <p:origin x="0" y="0"/>
    </p:cViewPr>
  </p:notesTextViewPr>
  <p:sorterViewPr>
    <p:cViewPr>
      <p:scale>
        <a:sx n="66" d="100"/>
        <a:sy n="66" d="100"/>
      </p:scale>
      <p:origin x="0" y="0"/>
    </p:cViewPr>
  </p:sorterViewPr>
  <p:notesViewPr>
    <p:cSldViewPr snapToObject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 Type="http://schemas.openxmlformats.org/officeDocument/2006/relationships/slideMaster" Target="slideMasters/slideMaster4.xml"/><Relationship Id="rId48" Type="http://schemas.openxmlformats.org/officeDocument/2006/relationships/tags" Target="tags/tag1.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handoutMaster" Target="handoutMasters/handoutMaster1.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notesMaster" Target="notesMasters/notesMaster1.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3962400" cy="342900"/>
          </a:xfrm>
          <a:prstGeom prst="rect">
            <a:avLst/>
          </a:prstGeom>
          <a:noFill/>
          <a:ln w="9525">
            <a:noFill/>
            <a:miter lim="800000"/>
          </a:ln>
          <a:effectLst/>
        </p:spPr>
        <p:txBody>
          <a:bodyPr vert="horz" wrap="square" lIns="91440" tIns="45720" rIns="91440" bIns="45720" numCol="1" anchor="t" anchorCtr="0" compatLnSpc="1"/>
          <a:lstStyle>
            <a:lvl1pPr algn="l">
              <a:defRPr sz="1200">
                <a:ea typeface="宋体" pitchFamily="2" charset="-122"/>
              </a:defRPr>
            </a:lvl1pPr>
          </a:lstStyle>
          <a:p>
            <a:pPr>
              <a:defRPr/>
            </a:pPr>
            <a:endParaRPr lang="en-US" altLang="zh-CN"/>
          </a:p>
        </p:txBody>
      </p:sp>
      <p:sp>
        <p:nvSpPr>
          <p:cNvPr id="75779" name="Rectangle 3"/>
          <p:cNvSpPr>
            <a:spLocks noGrp="1" noChangeArrowheads="1"/>
          </p:cNvSpPr>
          <p:nvPr>
            <p:ph type="dt" sz="quarter" idx="1"/>
          </p:nvPr>
        </p:nvSpPr>
        <p:spPr bwMode="auto">
          <a:xfrm>
            <a:off x="5180013" y="0"/>
            <a:ext cx="3962400" cy="342900"/>
          </a:xfrm>
          <a:prstGeom prst="rect">
            <a:avLst/>
          </a:prstGeom>
          <a:noFill/>
          <a:ln w="9525">
            <a:noFill/>
            <a:miter lim="800000"/>
          </a:ln>
          <a:effectLst/>
        </p:spPr>
        <p:txBody>
          <a:bodyPr vert="horz" wrap="square" lIns="91440" tIns="45720" rIns="91440" bIns="45720" numCol="1" anchor="t" anchorCtr="0" compatLnSpc="1"/>
          <a:lstStyle>
            <a:lvl1pPr algn="r">
              <a:defRPr sz="1200">
                <a:ea typeface="宋体" pitchFamily="2" charset="-122"/>
              </a:defRPr>
            </a:lvl1pPr>
          </a:lstStyle>
          <a:p>
            <a:pPr>
              <a:defRPr/>
            </a:pPr>
            <a:endParaRPr lang="en-US" altLang="zh-CN"/>
          </a:p>
        </p:txBody>
      </p:sp>
      <p:sp>
        <p:nvSpPr>
          <p:cNvPr id="75780" name="Rectangle 4"/>
          <p:cNvSpPr>
            <a:spLocks noGrp="1" noChangeArrowheads="1"/>
          </p:cNvSpPr>
          <p:nvPr>
            <p:ph type="ftr" sz="quarter" idx="2"/>
          </p:nvPr>
        </p:nvSpPr>
        <p:spPr bwMode="auto">
          <a:xfrm>
            <a:off x="0" y="6513513"/>
            <a:ext cx="3962400" cy="342900"/>
          </a:xfrm>
          <a:prstGeom prst="rect">
            <a:avLst/>
          </a:prstGeom>
          <a:noFill/>
          <a:ln w="9525">
            <a:noFill/>
            <a:miter lim="800000"/>
          </a:ln>
          <a:effectLst/>
        </p:spPr>
        <p:txBody>
          <a:bodyPr vert="horz" wrap="square" lIns="91440" tIns="45720" rIns="91440" bIns="45720" numCol="1" anchor="b" anchorCtr="0" compatLnSpc="1"/>
          <a:lstStyle>
            <a:lvl1pPr algn="l">
              <a:defRPr sz="1200">
                <a:ea typeface="宋体" pitchFamily="2" charset="-122"/>
              </a:defRPr>
            </a:lvl1pPr>
          </a:lstStyle>
          <a:p>
            <a:pPr>
              <a:defRPr/>
            </a:pPr>
            <a:endParaRPr lang="en-US" altLang="zh-CN"/>
          </a:p>
        </p:txBody>
      </p:sp>
      <p:sp>
        <p:nvSpPr>
          <p:cNvPr id="75781" name="Rectangle 5"/>
          <p:cNvSpPr>
            <a:spLocks noGrp="1" noChangeArrowheads="1"/>
          </p:cNvSpPr>
          <p:nvPr>
            <p:ph type="sldNum" sz="quarter" idx="3"/>
          </p:nvPr>
        </p:nvSpPr>
        <p:spPr bwMode="auto">
          <a:xfrm>
            <a:off x="5180013" y="6513513"/>
            <a:ext cx="3962400" cy="342900"/>
          </a:xfrm>
          <a:prstGeom prst="rect">
            <a:avLst/>
          </a:prstGeom>
          <a:noFill/>
          <a:ln w="9525">
            <a:noFill/>
            <a:miter lim="800000"/>
          </a:ln>
          <a:effectLst/>
        </p:spPr>
        <p:txBody>
          <a:bodyPr vert="horz" wrap="square" lIns="91440" tIns="45720" rIns="91440" bIns="45720" numCol="1" anchor="b" anchorCtr="0" compatLnSpc="1"/>
          <a:lstStyle>
            <a:lvl1pPr algn="r">
              <a:defRPr sz="1200">
                <a:ea typeface="宋体" pitchFamily="2" charset="-122"/>
              </a:defRPr>
            </a:lvl1pPr>
          </a:lstStyle>
          <a:p>
            <a:pPr>
              <a:defRPr/>
            </a:pPr>
            <a:fld id="{366EFF66-4E65-4DAB-AC51-EE230C782E96}"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962400" cy="342900"/>
          </a:xfrm>
          <a:prstGeom prst="rect">
            <a:avLst/>
          </a:prstGeom>
          <a:noFill/>
          <a:ln w="9525">
            <a:noFill/>
            <a:miter lim="800000"/>
          </a:ln>
          <a:effectLst/>
        </p:spPr>
        <p:txBody>
          <a:bodyPr vert="horz" wrap="square" lIns="91440" tIns="45720" rIns="91440" bIns="45720" numCol="1" anchor="t" anchorCtr="0" compatLnSpc="1"/>
          <a:lstStyle>
            <a:lvl1pPr algn="l">
              <a:defRPr sz="1200">
                <a:ea typeface="宋体" pitchFamily="2" charset="-122"/>
              </a:defRPr>
            </a:lvl1pPr>
          </a:lstStyle>
          <a:p>
            <a:pPr>
              <a:defRPr/>
            </a:pPr>
            <a:endParaRPr lang="en-US" altLang="zh-CN"/>
          </a:p>
        </p:txBody>
      </p:sp>
      <p:sp>
        <p:nvSpPr>
          <p:cNvPr id="5123" name="Rectangle 3"/>
          <p:cNvSpPr>
            <a:spLocks noGrp="1" noChangeArrowheads="1"/>
          </p:cNvSpPr>
          <p:nvPr>
            <p:ph type="dt" idx="1"/>
          </p:nvPr>
        </p:nvSpPr>
        <p:spPr bwMode="auto">
          <a:xfrm>
            <a:off x="5180013" y="0"/>
            <a:ext cx="3962400" cy="342900"/>
          </a:xfrm>
          <a:prstGeom prst="rect">
            <a:avLst/>
          </a:prstGeom>
          <a:noFill/>
          <a:ln w="9525">
            <a:noFill/>
            <a:miter lim="800000"/>
          </a:ln>
          <a:effectLst/>
        </p:spPr>
        <p:txBody>
          <a:bodyPr vert="horz" wrap="square" lIns="91440" tIns="45720" rIns="91440" bIns="45720" numCol="1" anchor="t" anchorCtr="0" compatLnSpc="1"/>
          <a:lstStyle>
            <a:lvl1pPr algn="r">
              <a:defRPr sz="1200">
                <a:ea typeface="宋体" pitchFamily="2" charset="-122"/>
              </a:defRPr>
            </a:lvl1pPr>
          </a:lstStyle>
          <a:p>
            <a:pPr>
              <a:defRPr/>
            </a:pPr>
            <a:endParaRPr lang="en-US" altLang="zh-CN"/>
          </a:p>
        </p:txBody>
      </p:sp>
      <p:sp>
        <p:nvSpPr>
          <p:cNvPr id="8196"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ln>
        </p:spPr>
      </p:sp>
      <p:sp>
        <p:nvSpPr>
          <p:cNvPr id="5125" name="Rectangle 5"/>
          <p:cNvSpPr>
            <a:spLocks noGrp="1" noChangeArrowheads="1"/>
          </p:cNvSpPr>
          <p:nvPr>
            <p:ph type="body" sz="quarter" idx="3"/>
          </p:nvPr>
        </p:nvSpPr>
        <p:spPr bwMode="auto">
          <a:xfrm>
            <a:off x="914400" y="3257550"/>
            <a:ext cx="7315200" cy="30861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126" name="Rectangle 6"/>
          <p:cNvSpPr>
            <a:spLocks noGrp="1" noChangeArrowheads="1"/>
          </p:cNvSpPr>
          <p:nvPr>
            <p:ph type="ftr" sz="quarter" idx="4"/>
          </p:nvPr>
        </p:nvSpPr>
        <p:spPr bwMode="auto">
          <a:xfrm>
            <a:off x="0" y="6513513"/>
            <a:ext cx="3962400" cy="342900"/>
          </a:xfrm>
          <a:prstGeom prst="rect">
            <a:avLst/>
          </a:prstGeom>
          <a:noFill/>
          <a:ln w="9525">
            <a:noFill/>
            <a:miter lim="800000"/>
          </a:ln>
          <a:effectLst/>
        </p:spPr>
        <p:txBody>
          <a:bodyPr vert="horz" wrap="square" lIns="91440" tIns="45720" rIns="91440" bIns="45720" numCol="1" anchor="b" anchorCtr="0" compatLnSpc="1"/>
          <a:lstStyle>
            <a:lvl1pPr algn="l">
              <a:defRPr sz="1200">
                <a:ea typeface="宋体" pitchFamily="2" charset="-122"/>
              </a:defRPr>
            </a:lvl1pPr>
          </a:lstStyle>
          <a:p>
            <a:pPr>
              <a:defRPr/>
            </a:pPr>
            <a:endParaRPr lang="en-US" altLang="zh-CN"/>
          </a:p>
        </p:txBody>
      </p:sp>
      <p:sp>
        <p:nvSpPr>
          <p:cNvPr id="5127" name="Rectangle 7"/>
          <p:cNvSpPr>
            <a:spLocks noGrp="1" noChangeArrowheads="1"/>
          </p:cNvSpPr>
          <p:nvPr>
            <p:ph type="sldNum" sz="quarter" idx="5"/>
          </p:nvPr>
        </p:nvSpPr>
        <p:spPr bwMode="auto">
          <a:xfrm>
            <a:off x="5180013" y="6513513"/>
            <a:ext cx="3962400" cy="342900"/>
          </a:xfrm>
          <a:prstGeom prst="rect">
            <a:avLst/>
          </a:prstGeom>
          <a:noFill/>
          <a:ln w="9525">
            <a:noFill/>
            <a:miter lim="800000"/>
          </a:ln>
          <a:effectLst/>
        </p:spPr>
        <p:txBody>
          <a:bodyPr vert="horz" wrap="square" lIns="91440" tIns="45720" rIns="91440" bIns="45720" numCol="1" anchor="b" anchorCtr="0" compatLnSpc="1"/>
          <a:lstStyle>
            <a:lvl1pPr algn="r">
              <a:defRPr sz="1200">
                <a:ea typeface="宋体" pitchFamily="2" charset="-122"/>
              </a:defRPr>
            </a:lvl1pPr>
          </a:lstStyle>
          <a:p>
            <a:pPr>
              <a:defRPr/>
            </a:pPr>
            <a:fld id="{8BB15CC3-8F84-424B-B1A2-61CA84319689}"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g456fba4324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56fba4324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 name="Google Shape;103;g456fba4324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9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g456fba4324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56fba4324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 name="Google Shape;103;g456fba4324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90204"/>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g456fba4324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56fba4324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 name="Google Shape;103;g456fba4324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90204"/>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g456fba4324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56fba4324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 name="Google Shape;103;g456fba4324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90204"/>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g456fba4324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56fba4324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 name="Google Shape;103;g456fba4324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90204"/>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g456fba4324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56fba4324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 name="Google Shape;103;g456fba4324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90204"/>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g456fba4324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56fba4324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 name="Google Shape;103;g456fba4324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90204"/>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g456fba4324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56fba4324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 name="Google Shape;103;g456fba4324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90204"/>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g456fba4324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56fba4324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 name="Google Shape;103;g456fba4324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90204"/>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g456fba4324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56fba4324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 name="Google Shape;103;g456fba4324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90204"/>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g456fba4324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56fba4324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 name="Google Shape;103;g456fba4324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90204"/>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g456fba4324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56fba4324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 name="Google Shape;103;g456fba4324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90204"/>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g456fba4324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56fba4324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 name="Google Shape;103;g456fba4324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90204"/>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g456fba4324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456fba4324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 name="Google Shape;103;g456fba4324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9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jpe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7.jpe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8" Type="http://schemas.openxmlformats.org/officeDocument/2006/relationships/image" Target="../media/image7.jpe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15" descr="10"/>
          <p:cNvPicPr>
            <a:picLocks noChangeAspect="1" noChangeArrowheads="1"/>
          </p:cNvPicPr>
          <p:nvPr/>
        </p:nvPicPr>
        <p:blipFill>
          <a:blip r:embed="rId2"/>
          <a:srcRect/>
          <a:stretch>
            <a:fillRect/>
          </a:stretch>
        </p:blipFill>
        <p:spPr bwMode="auto">
          <a:xfrm>
            <a:off x="6229350" y="3979863"/>
            <a:ext cx="2914650" cy="2878137"/>
          </a:xfrm>
          <a:prstGeom prst="rect">
            <a:avLst/>
          </a:prstGeom>
          <a:noFill/>
          <a:ln w="9525">
            <a:noFill/>
            <a:miter lim="800000"/>
            <a:headEnd/>
            <a:tailEnd/>
          </a:ln>
        </p:spPr>
      </p:pic>
      <p:pic>
        <p:nvPicPr>
          <p:cNvPr id="5" name="Picture 27" descr="北方交通大学—世纪钟（校钟）"/>
          <p:cNvPicPr>
            <a:picLocks noChangeAspect="1" noChangeArrowheads="1"/>
          </p:cNvPicPr>
          <p:nvPr/>
        </p:nvPicPr>
        <p:blipFill>
          <a:blip r:embed="rId3" cstate="print"/>
          <a:srcRect/>
          <a:stretch>
            <a:fillRect/>
          </a:stretch>
        </p:blipFill>
        <p:spPr bwMode="auto">
          <a:xfrm>
            <a:off x="5748338" y="179388"/>
            <a:ext cx="842962" cy="568325"/>
          </a:xfrm>
          <a:prstGeom prst="rect">
            <a:avLst/>
          </a:prstGeom>
          <a:noFill/>
          <a:ln w="9525">
            <a:noFill/>
            <a:miter lim="800000"/>
            <a:headEnd/>
            <a:tailEnd/>
          </a:ln>
        </p:spPr>
      </p:pic>
      <p:pic>
        <p:nvPicPr>
          <p:cNvPr id="6" name="Picture 28" descr="北方交通大学—思源楼"/>
          <p:cNvPicPr>
            <a:picLocks noChangeAspect="1" noChangeArrowheads="1"/>
          </p:cNvPicPr>
          <p:nvPr/>
        </p:nvPicPr>
        <p:blipFill>
          <a:blip r:embed="rId4"/>
          <a:srcRect/>
          <a:stretch>
            <a:fillRect/>
          </a:stretch>
        </p:blipFill>
        <p:spPr bwMode="auto">
          <a:xfrm>
            <a:off x="7429500" y="184150"/>
            <a:ext cx="952500" cy="563563"/>
          </a:xfrm>
          <a:prstGeom prst="rect">
            <a:avLst/>
          </a:prstGeom>
          <a:noFill/>
          <a:ln w="9525">
            <a:noFill/>
            <a:miter lim="800000"/>
            <a:headEnd/>
            <a:tailEnd/>
          </a:ln>
        </p:spPr>
      </p:pic>
      <p:pic>
        <p:nvPicPr>
          <p:cNvPr id="7" name="Picture 29" descr="09525834336"/>
          <p:cNvPicPr>
            <a:picLocks noChangeAspect="1" noChangeArrowheads="1"/>
          </p:cNvPicPr>
          <p:nvPr/>
        </p:nvPicPr>
        <p:blipFill>
          <a:blip r:embed="rId5" cstate="print"/>
          <a:srcRect/>
          <a:stretch>
            <a:fillRect/>
          </a:stretch>
        </p:blipFill>
        <p:spPr bwMode="auto">
          <a:xfrm>
            <a:off x="6591300" y="179388"/>
            <a:ext cx="838200" cy="568325"/>
          </a:xfrm>
          <a:prstGeom prst="rect">
            <a:avLst/>
          </a:prstGeom>
          <a:noFill/>
          <a:ln w="9525">
            <a:noFill/>
            <a:miter lim="800000"/>
            <a:headEnd/>
            <a:tailEnd/>
          </a:ln>
        </p:spPr>
      </p:pic>
      <p:pic>
        <p:nvPicPr>
          <p:cNvPr id="8" name="Picture 31" descr="19楼"/>
          <p:cNvPicPr>
            <a:picLocks noChangeAspect="1" noChangeArrowheads="1"/>
          </p:cNvPicPr>
          <p:nvPr/>
        </p:nvPicPr>
        <p:blipFill>
          <a:blip r:embed="rId6"/>
          <a:srcRect/>
          <a:stretch>
            <a:fillRect/>
          </a:stretch>
        </p:blipFill>
        <p:spPr bwMode="auto">
          <a:xfrm>
            <a:off x="8382000" y="184150"/>
            <a:ext cx="762000" cy="563563"/>
          </a:xfrm>
          <a:prstGeom prst="rect">
            <a:avLst/>
          </a:prstGeom>
          <a:noFill/>
          <a:ln w="9525">
            <a:noFill/>
            <a:miter lim="800000"/>
            <a:headEnd/>
            <a:tailEnd/>
          </a:ln>
        </p:spPr>
      </p:pic>
      <p:pic>
        <p:nvPicPr>
          <p:cNvPr id="9" name="Picture 32" descr="20055131012136649"/>
          <p:cNvPicPr>
            <a:picLocks noChangeAspect="1" noChangeArrowheads="1"/>
          </p:cNvPicPr>
          <p:nvPr/>
        </p:nvPicPr>
        <p:blipFill>
          <a:blip r:embed="rId7"/>
          <a:srcRect/>
          <a:stretch>
            <a:fillRect/>
          </a:stretch>
        </p:blipFill>
        <p:spPr bwMode="auto">
          <a:xfrm>
            <a:off x="4867275" y="184150"/>
            <a:ext cx="881063" cy="563563"/>
          </a:xfrm>
          <a:prstGeom prst="rect">
            <a:avLst/>
          </a:prstGeom>
          <a:noFill/>
          <a:ln w="9525">
            <a:noFill/>
            <a:miter lim="800000"/>
            <a:headEnd/>
            <a:tailEnd/>
          </a:ln>
        </p:spPr>
      </p:pic>
      <p:pic>
        <p:nvPicPr>
          <p:cNvPr id="10" name="Picture 10" descr="C:\Documents and Settings\Liujiayu\桌面\校徽.jpg"/>
          <p:cNvPicPr>
            <a:picLocks noChangeAspect="1" noChangeArrowheads="1"/>
          </p:cNvPicPr>
          <p:nvPr/>
        </p:nvPicPr>
        <p:blipFill>
          <a:blip r:embed="rId8"/>
          <a:srcRect/>
          <a:stretch>
            <a:fillRect/>
          </a:stretch>
        </p:blipFill>
        <p:spPr bwMode="auto">
          <a:xfrm>
            <a:off x="53975" y="7938"/>
            <a:ext cx="1011238" cy="1011237"/>
          </a:xfrm>
          <a:prstGeom prst="rect">
            <a:avLst/>
          </a:prstGeom>
          <a:noFill/>
          <a:ln w="9525">
            <a:noFill/>
            <a:miter lim="800000"/>
            <a:headEnd/>
            <a:tailEnd/>
          </a:ln>
        </p:spPr>
      </p:pic>
      <p:sp>
        <p:nvSpPr>
          <p:cNvPr id="57353" name="Rectangle 9"/>
          <p:cNvSpPr>
            <a:spLocks noGrp="1" noChangeArrowheads="1"/>
          </p:cNvSpPr>
          <p:nvPr>
            <p:ph type="ctrTitle"/>
          </p:nvPr>
        </p:nvSpPr>
        <p:spPr>
          <a:xfrm>
            <a:off x="685800" y="1798640"/>
            <a:ext cx="7772400" cy="1470025"/>
          </a:xfrm>
        </p:spPr>
        <p:txBody>
          <a:bodyPr tIns="45720" anchor="ctr"/>
          <a:lstStyle>
            <a:lvl1pPr>
              <a:defRPr sz="4400">
                <a:solidFill>
                  <a:schemeClr val="tx1"/>
                </a:solidFill>
              </a:defRPr>
            </a:lvl1pPr>
          </a:lstStyle>
          <a:p>
            <a:r>
              <a:rPr lang="zh-CN" altLang="en-US"/>
              <a:t>单击此处编辑母版标题样式</a:t>
            </a:r>
            <a:endParaRPr lang="zh-CN" altLang="en-US" dirty="0"/>
          </a:p>
        </p:txBody>
      </p:sp>
      <p:sp>
        <p:nvSpPr>
          <p:cNvPr id="57354" name="Rectangle 10"/>
          <p:cNvSpPr>
            <a:spLocks noGrp="1" noChangeArrowheads="1"/>
          </p:cNvSpPr>
          <p:nvPr>
            <p:ph type="subTitle" idx="1"/>
          </p:nvPr>
        </p:nvSpPr>
        <p:spPr>
          <a:xfrm>
            <a:off x="1371600" y="3957639"/>
            <a:ext cx="6400800" cy="1079500"/>
          </a:xfrm>
        </p:spPr>
        <p:txBody>
          <a:bodyPr anchor="ctr" anchorCtr="1"/>
          <a:lstStyle>
            <a:lvl1pPr marL="0" indent="0" algn="ctr">
              <a:buFontTx/>
              <a:buNone/>
              <a:defRPr sz="2400">
                <a:solidFill>
                  <a:schemeClr val="tx1"/>
                </a:solidFill>
              </a:defRPr>
            </a:lvl1pPr>
          </a:lstStyle>
          <a:p>
            <a:r>
              <a:rPr lang="zh-CN" altLang="en-US"/>
              <a:t>单击此处编辑母版副标题样式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15" descr="10"/>
          <p:cNvPicPr>
            <a:picLocks noChangeAspect="1" noChangeArrowheads="1"/>
          </p:cNvPicPr>
          <p:nvPr/>
        </p:nvPicPr>
        <p:blipFill>
          <a:blip r:embed="rId2"/>
          <a:srcRect/>
          <a:stretch>
            <a:fillRect/>
          </a:stretch>
        </p:blipFill>
        <p:spPr bwMode="auto">
          <a:xfrm>
            <a:off x="6229350" y="3979863"/>
            <a:ext cx="2914650" cy="2878137"/>
          </a:xfrm>
          <a:prstGeom prst="rect">
            <a:avLst/>
          </a:prstGeom>
          <a:noFill/>
          <a:ln w="9525">
            <a:noFill/>
            <a:miter lim="800000"/>
            <a:headEnd/>
            <a:tailEnd/>
          </a:ln>
        </p:spPr>
      </p:pic>
      <p:sp>
        <p:nvSpPr>
          <p:cNvPr id="2" name="标题 1"/>
          <p:cNvSpPr>
            <a:spLocks noGrp="1"/>
          </p:cNvSpPr>
          <p:nvPr>
            <p:ph type="title"/>
          </p:nvPr>
        </p:nvSpPr>
        <p:spPr>
          <a:xfrm>
            <a:off x="107950" y="27305"/>
            <a:ext cx="6705600" cy="999490"/>
          </a:xfrm>
          <a:solidFill>
            <a:schemeClr val="bg1"/>
          </a:solidFill>
        </p:spPr>
        <p:txBody>
          <a:bodyPr anchor="ctr" anchorCtr="0"/>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4" name="Picture 15" descr="10"/>
          <p:cNvPicPr>
            <a:picLocks noChangeAspect="1" noChangeArrowheads="1"/>
          </p:cNvPicPr>
          <p:nvPr/>
        </p:nvPicPr>
        <p:blipFill>
          <a:blip r:embed="rId2"/>
          <a:srcRect/>
          <a:stretch>
            <a:fillRect/>
          </a:stretch>
        </p:blipFill>
        <p:spPr bwMode="auto">
          <a:xfrm>
            <a:off x="6229350" y="3979863"/>
            <a:ext cx="2914650" cy="2878137"/>
          </a:xfrm>
          <a:prstGeom prst="rect">
            <a:avLst/>
          </a:prstGeom>
          <a:noFill/>
          <a:ln w="9525">
            <a:noFill/>
            <a:miter lim="800000"/>
            <a:headEnd/>
            <a:tailEnd/>
          </a:ln>
        </p:spPr>
      </p:pic>
      <p:sp>
        <p:nvSpPr>
          <p:cNvPr id="2" name="标题 1"/>
          <p:cNvSpPr>
            <a:spLocks noGrp="1"/>
          </p:cNvSpPr>
          <p:nvPr>
            <p:ph type="title"/>
          </p:nvPr>
        </p:nvSpPr>
        <p:spPr>
          <a:xfrm>
            <a:off x="722313" y="4406901"/>
            <a:ext cx="7772400" cy="1362075"/>
          </a:xfrm>
        </p:spPr>
        <p:txBody>
          <a:bodyPr/>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90538" y="1268413"/>
            <a:ext cx="40386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内容占位符 3"/>
          <p:cNvSpPr>
            <a:spLocks noGrp="1"/>
          </p:cNvSpPr>
          <p:nvPr>
            <p:ph sz="half" idx="2"/>
          </p:nvPr>
        </p:nvSpPr>
        <p:spPr>
          <a:xfrm>
            <a:off x="4681538" y="1268413"/>
            <a:ext cx="40386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07950" y="70485"/>
            <a:ext cx="6705600" cy="883920"/>
          </a:xfrm>
          <a:solidFill>
            <a:schemeClr val="bg1"/>
          </a:solidFill>
        </p:spPr>
        <p:txBody>
          <a:bodyPr anchor="ctr" anchorCtr="0"/>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49"/>
            <a:ext cx="3008313" cy="1162051"/>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9"/>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81827" y="152400"/>
            <a:ext cx="2162175" cy="6181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90540" y="152400"/>
            <a:ext cx="6338887" cy="6181725"/>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rain&amp;AssesMaterial">
  <p:cSld name="Train&amp;AssesMaterial">
    <p:spTree>
      <p:nvGrpSpPr>
        <p:cNvPr id="1" name="Shape 40"/>
        <p:cNvGrpSpPr/>
        <p:nvPr/>
      </p:nvGrpSpPr>
      <p:grpSpPr>
        <a:xfrm>
          <a:off x="0" y="0"/>
          <a:ext cx="0" cy="0"/>
          <a:chOff x="0" y="0"/>
          <a:chExt cx="0" cy="0"/>
        </a:xfrm>
      </p:grpSpPr>
      <p:sp>
        <p:nvSpPr>
          <p:cNvPr id="41" name="Google Shape;41;p3"/>
          <p:cNvSpPr txBox="1"/>
          <p:nvPr/>
        </p:nvSpPr>
        <p:spPr>
          <a:xfrm>
            <a:off x="416025" y="397800"/>
            <a:ext cx="7261425" cy="1129500"/>
          </a:xfrm>
          <a:prstGeom prst="rect">
            <a:avLst/>
          </a:prstGeom>
          <a:noFill/>
          <a:ln>
            <a:noFill/>
          </a:ln>
        </p:spPr>
        <p:txBody>
          <a:bodyPr spcFirstLastPara="1" wrap="square" lIns="68569" tIns="68569" rIns="68569" bIns="68569" anchor="t" anchorCtr="0">
            <a:noAutofit/>
          </a:bodyPr>
          <a:lstStyle/>
          <a:p>
            <a:pPr marL="0" lvl="0" indent="0" algn="l" rtl="0">
              <a:spcBef>
                <a:spcPts val="0"/>
              </a:spcBef>
              <a:spcAft>
                <a:spcPts val="0"/>
              </a:spcAft>
              <a:buNone/>
            </a:pPr>
            <a:endParaRPr sz="1800"/>
          </a:p>
        </p:txBody>
      </p:sp>
      <p:sp>
        <p:nvSpPr>
          <p:cNvPr id="42" name="Google Shape;42;p3"/>
          <p:cNvSpPr txBox="1"/>
          <p:nvPr/>
        </p:nvSpPr>
        <p:spPr>
          <a:xfrm>
            <a:off x="416025" y="1961050"/>
            <a:ext cx="7261425" cy="3916500"/>
          </a:xfrm>
          <a:prstGeom prst="rect">
            <a:avLst/>
          </a:prstGeom>
          <a:noFill/>
          <a:ln>
            <a:noFill/>
          </a:ln>
        </p:spPr>
        <p:txBody>
          <a:bodyPr spcFirstLastPara="1" wrap="square" lIns="68569" tIns="68569" rIns="68569" bIns="68569" anchor="t" anchorCtr="0">
            <a:noAutofit/>
          </a:bodyPr>
          <a:lstStyle/>
          <a:p>
            <a:pPr marL="0" lvl="0" indent="0" algn="l" rtl="0">
              <a:spcBef>
                <a:spcPts val="0"/>
              </a:spcBef>
              <a:spcAft>
                <a:spcPts val="0"/>
              </a:spcAft>
              <a:buNone/>
            </a:pPr>
            <a:endParaRPr sz="1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标题文本"/>
          <p:cNvSpPr txBox="1">
            <a:spLocks noGrp="1"/>
          </p:cNvSpPr>
          <p:nvPr>
            <p:ph type="title"/>
          </p:nvPr>
        </p:nvSpPr>
        <p:spPr>
          <a:prstGeom prst="rect">
            <a:avLst/>
          </a:prstGeom>
        </p:spPr>
        <p:txBody>
          <a:bodyPr/>
          <a:lstStyle>
            <a:lvl1pPr>
              <a:defRPr sz="4780">
                <a:latin typeface="华文楷体" panose="02010600040101010101" charset="-122"/>
                <a:ea typeface="华文楷体" panose="02010600040101010101" charset="-122"/>
                <a:cs typeface="华文楷体" panose="02010600040101010101" charset="-122"/>
                <a:sym typeface="华文楷体" panose="02010600040101010101" charset="-122"/>
              </a:defRPr>
            </a:lvl1pPr>
          </a:lstStyle>
          <a:p>
            <a:r>
              <a:rPr lang="zh-CN" altLang="en-US"/>
              <a:t>单击此处编辑母版标题样式</a:t>
            </a:r>
            <a:endParaRPr lang="zh-CN" altLang="en-US"/>
          </a:p>
        </p:txBody>
      </p:sp>
      <p:sp>
        <p:nvSpPr>
          <p:cNvPr id="57" name="正文级别 1…"/>
          <p:cNvSpPr txBox="1">
            <a:spLocks noGrp="1"/>
          </p:cNvSpPr>
          <p:nvPr>
            <p:ph type="body" idx="1"/>
          </p:nvPr>
        </p:nvSpPr>
        <p:spPr>
          <a:prstGeom prst="rect">
            <a:avLst/>
          </a:prstGeom>
        </p:spPr>
        <p:txBody>
          <a:bodyPr/>
          <a:lstStyle>
            <a:lvl1pPr marL="321310" indent="-321310">
              <a:defRPr sz="2530">
                <a:latin typeface="华文楷体" panose="02010600040101010101" charset="-122"/>
                <a:ea typeface="华文楷体" panose="02010600040101010101" charset="-122"/>
                <a:cs typeface="华文楷体" panose="02010600040101010101" charset="-122"/>
                <a:sym typeface="华文楷体" panose="02010600040101010101" charset="-122"/>
              </a:defRPr>
            </a:lvl1pPr>
            <a:lvl2pPr>
              <a:defRPr sz="2250">
                <a:latin typeface="华文楷体" panose="02010600040101010101" charset="-122"/>
                <a:ea typeface="华文楷体" panose="02010600040101010101" charset="-122"/>
                <a:cs typeface="华文楷体" panose="02010600040101010101" charset="-122"/>
                <a:sym typeface="华文楷体" panose="02010600040101010101" charset="-122"/>
              </a:defRPr>
            </a:lvl2pPr>
            <a:lvl3pPr>
              <a:defRPr sz="1970">
                <a:latin typeface="华文楷体" panose="02010600040101010101" charset="-122"/>
                <a:ea typeface="华文楷体" panose="02010600040101010101" charset="-122"/>
                <a:cs typeface="华文楷体" panose="02010600040101010101" charset="-122"/>
                <a:sym typeface="华文楷体" panose="02010600040101010101" charset="-122"/>
              </a:defRPr>
            </a:lvl3pPr>
            <a:lvl4pPr>
              <a:defRPr sz="1685">
                <a:latin typeface="华文楷体" panose="02010600040101010101" charset="-122"/>
                <a:ea typeface="华文楷体" panose="02010600040101010101" charset="-122"/>
                <a:cs typeface="华文楷体" panose="02010600040101010101" charset="-122"/>
                <a:sym typeface="华文楷体" panose="02010600040101010101" charset="-122"/>
              </a:defRPr>
            </a:lvl4pPr>
            <a:lvl5pPr>
              <a:defRPr sz="1405">
                <a:latin typeface="华文楷体" panose="02010600040101010101" charset="-122"/>
                <a:ea typeface="华文楷体" panose="02010600040101010101" charset="-122"/>
                <a:cs typeface="华文楷体" panose="02010600040101010101" charset="-122"/>
                <a:sym typeface="华文楷体" panose="02010600040101010101" charset="-122"/>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8" name="幻灯片编号"/>
          <p:cNvSpPr txBox="1">
            <a:spLocks noGrp="1"/>
          </p:cNvSpPr>
          <p:nvPr>
            <p:ph type="sldNum" sz="quarter" idx="2"/>
          </p:nvPr>
        </p:nvSpPr>
        <p:spPr>
          <a:xfrm>
            <a:off x="4437983" y="6500812"/>
            <a:ext cx="259104" cy="267891"/>
          </a:xfrm>
          <a:prstGeom prst="rect">
            <a:avLst/>
          </a:prstGeom>
        </p:spPr>
        <p:txBody>
          <a:bodyPr anchor="t"/>
          <a:lstStyle/>
          <a:p>
            <a:fld id="{86CB4B4D-7CA3-9044-876B-883B54F8677D}" type="slidenum">
              <a:rPr/>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15" descr="10"/>
          <p:cNvPicPr>
            <a:picLocks noChangeAspect="1" noChangeArrowheads="1"/>
          </p:cNvPicPr>
          <p:nvPr/>
        </p:nvPicPr>
        <p:blipFill>
          <a:blip r:embed="rId2"/>
          <a:srcRect/>
          <a:stretch>
            <a:fillRect/>
          </a:stretch>
        </p:blipFill>
        <p:spPr bwMode="auto">
          <a:xfrm>
            <a:off x="6229350" y="3979863"/>
            <a:ext cx="2914650" cy="2878137"/>
          </a:xfrm>
          <a:prstGeom prst="rect">
            <a:avLst/>
          </a:prstGeom>
          <a:noFill/>
          <a:ln w="9525">
            <a:noFill/>
            <a:miter lim="800000"/>
            <a:headEnd/>
            <a:tailEnd/>
          </a:ln>
        </p:spPr>
      </p:pic>
      <p:pic>
        <p:nvPicPr>
          <p:cNvPr id="5" name="Picture 27" descr="北方交通大学—世纪钟（校钟）"/>
          <p:cNvPicPr>
            <a:picLocks noChangeAspect="1" noChangeArrowheads="1"/>
          </p:cNvPicPr>
          <p:nvPr/>
        </p:nvPicPr>
        <p:blipFill>
          <a:blip r:embed="rId3" cstate="print"/>
          <a:srcRect/>
          <a:stretch>
            <a:fillRect/>
          </a:stretch>
        </p:blipFill>
        <p:spPr bwMode="auto">
          <a:xfrm>
            <a:off x="5748338" y="179388"/>
            <a:ext cx="842962" cy="568325"/>
          </a:xfrm>
          <a:prstGeom prst="rect">
            <a:avLst/>
          </a:prstGeom>
          <a:noFill/>
          <a:ln w="9525">
            <a:noFill/>
            <a:miter lim="800000"/>
            <a:headEnd/>
            <a:tailEnd/>
          </a:ln>
        </p:spPr>
      </p:pic>
      <p:pic>
        <p:nvPicPr>
          <p:cNvPr id="6" name="Picture 28" descr="北方交通大学—思源楼"/>
          <p:cNvPicPr>
            <a:picLocks noChangeAspect="1" noChangeArrowheads="1"/>
          </p:cNvPicPr>
          <p:nvPr/>
        </p:nvPicPr>
        <p:blipFill>
          <a:blip r:embed="rId4"/>
          <a:srcRect/>
          <a:stretch>
            <a:fillRect/>
          </a:stretch>
        </p:blipFill>
        <p:spPr bwMode="auto">
          <a:xfrm>
            <a:off x="7429500" y="184150"/>
            <a:ext cx="952500" cy="563563"/>
          </a:xfrm>
          <a:prstGeom prst="rect">
            <a:avLst/>
          </a:prstGeom>
          <a:noFill/>
          <a:ln w="9525">
            <a:noFill/>
            <a:miter lim="800000"/>
            <a:headEnd/>
            <a:tailEnd/>
          </a:ln>
        </p:spPr>
      </p:pic>
      <p:pic>
        <p:nvPicPr>
          <p:cNvPr id="7" name="Picture 29" descr="09525834336"/>
          <p:cNvPicPr>
            <a:picLocks noChangeAspect="1" noChangeArrowheads="1"/>
          </p:cNvPicPr>
          <p:nvPr/>
        </p:nvPicPr>
        <p:blipFill>
          <a:blip r:embed="rId5" cstate="print"/>
          <a:srcRect/>
          <a:stretch>
            <a:fillRect/>
          </a:stretch>
        </p:blipFill>
        <p:spPr bwMode="auto">
          <a:xfrm>
            <a:off x="6591300" y="179388"/>
            <a:ext cx="838200" cy="568325"/>
          </a:xfrm>
          <a:prstGeom prst="rect">
            <a:avLst/>
          </a:prstGeom>
          <a:noFill/>
          <a:ln w="9525">
            <a:noFill/>
            <a:miter lim="800000"/>
            <a:headEnd/>
            <a:tailEnd/>
          </a:ln>
        </p:spPr>
      </p:pic>
      <p:pic>
        <p:nvPicPr>
          <p:cNvPr id="8" name="Picture 31" descr="19楼"/>
          <p:cNvPicPr>
            <a:picLocks noChangeAspect="1" noChangeArrowheads="1"/>
          </p:cNvPicPr>
          <p:nvPr/>
        </p:nvPicPr>
        <p:blipFill>
          <a:blip r:embed="rId6"/>
          <a:srcRect/>
          <a:stretch>
            <a:fillRect/>
          </a:stretch>
        </p:blipFill>
        <p:spPr bwMode="auto">
          <a:xfrm>
            <a:off x="8382000" y="184150"/>
            <a:ext cx="762000" cy="563563"/>
          </a:xfrm>
          <a:prstGeom prst="rect">
            <a:avLst/>
          </a:prstGeom>
          <a:noFill/>
          <a:ln w="9525">
            <a:noFill/>
            <a:miter lim="800000"/>
            <a:headEnd/>
            <a:tailEnd/>
          </a:ln>
        </p:spPr>
      </p:pic>
      <p:pic>
        <p:nvPicPr>
          <p:cNvPr id="9" name="Picture 32" descr="20055131012136649"/>
          <p:cNvPicPr>
            <a:picLocks noChangeAspect="1" noChangeArrowheads="1"/>
          </p:cNvPicPr>
          <p:nvPr/>
        </p:nvPicPr>
        <p:blipFill>
          <a:blip r:embed="rId7"/>
          <a:srcRect/>
          <a:stretch>
            <a:fillRect/>
          </a:stretch>
        </p:blipFill>
        <p:spPr bwMode="auto">
          <a:xfrm>
            <a:off x="4867275" y="184150"/>
            <a:ext cx="881063" cy="563563"/>
          </a:xfrm>
          <a:prstGeom prst="rect">
            <a:avLst/>
          </a:prstGeom>
          <a:noFill/>
          <a:ln w="9525">
            <a:noFill/>
            <a:miter lim="800000"/>
            <a:headEnd/>
            <a:tailEnd/>
          </a:ln>
        </p:spPr>
      </p:pic>
      <p:pic>
        <p:nvPicPr>
          <p:cNvPr id="10" name="Picture 10" descr="C:\Documents and Settings\Liujiayu\桌面\校徽.jpg"/>
          <p:cNvPicPr>
            <a:picLocks noChangeAspect="1" noChangeArrowheads="1"/>
          </p:cNvPicPr>
          <p:nvPr/>
        </p:nvPicPr>
        <p:blipFill>
          <a:blip r:embed="rId8"/>
          <a:srcRect/>
          <a:stretch>
            <a:fillRect/>
          </a:stretch>
        </p:blipFill>
        <p:spPr bwMode="auto">
          <a:xfrm>
            <a:off x="53975" y="7938"/>
            <a:ext cx="1011238" cy="1011237"/>
          </a:xfrm>
          <a:prstGeom prst="rect">
            <a:avLst/>
          </a:prstGeom>
          <a:noFill/>
          <a:ln w="9525">
            <a:noFill/>
            <a:miter lim="800000"/>
            <a:headEnd/>
            <a:tailEnd/>
          </a:ln>
        </p:spPr>
      </p:pic>
      <p:sp>
        <p:nvSpPr>
          <p:cNvPr id="57353" name="Rectangle 9"/>
          <p:cNvSpPr>
            <a:spLocks noGrp="1" noChangeArrowheads="1"/>
          </p:cNvSpPr>
          <p:nvPr>
            <p:ph type="ctrTitle"/>
          </p:nvPr>
        </p:nvSpPr>
        <p:spPr>
          <a:xfrm>
            <a:off x="685800" y="1798640"/>
            <a:ext cx="7772400" cy="1470025"/>
          </a:xfrm>
        </p:spPr>
        <p:txBody>
          <a:bodyPr tIns="45720" anchor="ctr"/>
          <a:lstStyle>
            <a:lvl1pPr>
              <a:defRPr sz="4400">
                <a:solidFill>
                  <a:schemeClr val="tx1"/>
                </a:solidFill>
              </a:defRPr>
            </a:lvl1pPr>
          </a:lstStyle>
          <a:p>
            <a:r>
              <a:rPr lang="zh-CN" altLang="en-US" dirty="0"/>
              <a:t>单击此处编辑母版标题样式</a:t>
            </a:r>
            <a:endParaRPr lang="zh-CN" altLang="en-US" dirty="0"/>
          </a:p>
        </p:txBody>
      </p:sp>
      <p:sp>
        <p:nvSpPr>
          <p:cNvPr id="57354" name="Rectangle 10"/>
          <p:cNvSpPr>
            <a:spLocks noGrp="1" noChangeArrowheads="1"/>
          </p:cNvSpPr>
          <p:nvPr>
            <p:ph type="subTitle" idx="1"/>
          </p:nvPr>
        </p:nvSpPr>
        <p:spPr>
          <a:xfrm>
            <a:off x="1371600" y="3957639"/>
            <a:ext cx="6400800" cy="1079500"/>
          </a:xfrm>
        </p:spPr>
        <p:txBody>
          <a:bodyPr anchor="ctr" anchorCtr="1"/>
          <a:lstStyle>
            <a:lvl1pPr marL="0" indent="0" algn="ctr">
              <a:buFontTx/>
              <a:buNone/>
              <a:defRPr sz="2400">
                <a:solidFill>
                  <a:schemeClr val="tx1"/>
                </a:solidFill>
              </a:defRPr>
            </a:lvl1pPr>
          </a:lstStyle>
          <a:p>
            <a:r>
              <a:rPr lang="zh-CN" altLang="en-US" dirty="0"/>
              <a:t>单击此处编辑母版副标题样式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15" descr="10"/>
          <p:cNvPicPr>
            <a:picLocks noChangeAspect="1" noChangeArrowheads="1"/>
          </p:cNvPicPr>
          <p:nvPr/>
        </p:nvPicPr>
        <p:blipFill>
          <a:blip r:embed="rId2"/>
          <a:srcRect/>
          <a:stretch>
            <a:fillRect/>
          </a:stretch>
        </p:blipFill>
        <p:spPr bwMode="auto">
          <a:xfrm>
            <a:off x="6229350" y="3979863"/>
            <a:ext cx="2914650" cy="2878137"/>
          </a:xfrm>
          <a:prstGeom prst="rect">
            <a:avLst/>
          </a:prstGeom>
          <a:noFill/>
          <a:ln w="9525">
            <a:noFill/>
            <a:miter lim="800000"/>
            <a:headEnd/>
            <a:tailEnd/>
          </a:ln>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4" name="Picture 15" descr="10"/>
          <p:cNvPicPr>
            <a:picLocks noChangeAspect="1" noChangeArrowheads="1"/>
          </p:cNvPicPr>
          <p:nvPr/>
        </p:nvPicPr>
        <p:blipFill>
          <a:blip r:embed="rId2"/>
          <a:srcRect/>
          <a:stretch>
            <a:fillRect/>
          </a:stretch>
        </p:blipFill>
        <p:spPr bwMode="auto">
          <a:xfrm>
            <a:off x="6229350" y="3979863"/>
            <a:ext cx="2914650" cy="2878137"/>
          </a:xfrm>
          <a:prstGeom prst="rect">
            <a:avLst/>
          </a:prstGeom>
          <a:noFill/>
          <a:ln w="9525">
            <a:noFill/>
            <a:miter lim="800000"/>
            <a:headEnd/>
            <a:tailEnd/>
          </a:ln>
        </p:spPr>
      </p:pic>
      <p:sp>
        <p:nvSpPr>
          <p:cNvPr id="2" name="标题 1"/>
          <p:cNvSpPr>
            <a:spLocks noGrp="1"/>
          </p:cNvSpPr>
          <p:nvPr>
            <p:ph type="title"/>
          </p:nvPr>
        </p:nvSpPr>
        <p:spPr>
          <a:xfrm>
            <a:off x="722313" y="4406901"/>
            <a:ext cx="7772400" cy="1362075"/>
          </a:xfrm>
        </p:spPr>
        <p:txBody>
          <a:bodyPr/>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90538" y="1268413"/>
            <a:ext cx="40386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4681538" y="1268413"/>
            <a:ext cx="40386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49"/>
            <a:ext cx="3008313" cy="1162051"/>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9"/>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81827" y="152400"/>
            <a:ext cx="2162175" cy="6181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90540" y="152400"/>
            <a:ext cx="6338887" cy="61817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15" descr="10"/>
          <p:cNvPicPr>
            <a:picLocks noChangeAspect="1" noChangeArrowheads="1"/>
          </p:cNvPicPr>
          <p:nvPr/>
        </p:nvPicPr>
        <p:blipFill>
          <a:blip r:embed="rId2"/>
          <a:srcRect/>
          <a:stretch>
            <a:fillRect/>
          </a:stretch>
        </p:blipFill>
        <p:spPr bwMode="auto">
          <a:xfrm>
            <a:off x="6229350" y="3979863"/>
            <a:ext cx="2914650" cy="2878137"/>
          </a:xfrm>
          <a:prstGeom prst="rect">
            <a:avLst/>
          </a:prstGeom>
          <a:noFill/>
          <a:ln w="9525">
            <a:noFill/>
            <a:miter lim="800000"/>
            <a:headEnd/>
            <a:tailEnd/>
          </a:ln>
        </p:spPr>
      </p:pic>
      <p:pic>
        <p:nvPicPr>
          <p:cNvPr id="5" name="Picture 27" descr="北方交通大学—世纪钟（校钟）"/>
          <p:cNvPicPr>
            <a:picLocks noChangeAspect="1" noChangeArrowheads="1"/>
          </p:cNvPicPr>
          <p:nvPr/>
        </p:nvPicPr>
        <p:blipFill>
          <a:blip r:embed="rId3" cstate="print"/>
          <a:srcRect/>
          <a:stretch>
            <a:fillRect/>
          </a:stretch>
        </p:blipFill>
        <p:spPr bwMode="auto">
          <a:xfrm>
            <a:off x="5748338" y="179388"/>
            <a:ext cx="842962" cy="568325"/>
          </a:xfrm>
          <a:prstGeom prst="rect">
            <a:avLst/>
          </a:prstGeom>
          <a:noFill/>
          <a:ln w="9525">
            <a:noFill/>
            <a:miter lim="800000"/>
            <a:headEnd/>
            <a:tailEnd/>
          </a:ln>
        </p:spPr>
      </p:pic>
      <p:pic>
        <p:nvPicPr>
          <p:cNvPr id="6" name="Picture 28" descr="北方交通大学—思源楼"/>
          <p:cNvPicPr>
            <a:picLocks noChangeAspect="1" noChangeArrowheads="1"/>
          </p:cNvPicPr>
          <p:nvPr/>
        </p:nvPicPr>
        <p:blipFill>
          <a:blip r:embed="rId4"/>
          <a:srcRect/>
          <a:stretch>
            <a:fillRect/>
          </a:stretch>
        </p:blipFill>
        <p:spPr bwMode="auto">
          <a:xfrm>
            <a:off x="7429500" y="184150"/>
            <a:ext cx="952500" cy="563563"/>
          </a:xfrm>
          <a:prstGeom prst="rect">
            <a:avLst/>
          </a:prstGeom>
          <a:noFill/>
          <a:ln w="9525">
            <a:noFill/>
            <a:miter lim="800000"/>
            <a:headEnd/>
            <a:tailEnd/>
          </a:ln>
        </p:spPr>
      </p:pic>
      <p:pic>
        <p:nvPicPr>
          <p:cNvPr id="7" name="Picture 29" descr="09525834336"/>
          <p:cNvPicPr>
            <a:picLocks noChangeAspect="1" noChangeArrowheads="1"/>
          </p:cNvPicPr>
          <p:nvPr/>
        </p:nvPicPr>
        <p:blipFill>
          <a:blip r:embed="rId5" cstate="print"/>
          <a:srcRect/>
          <a:stretch>
            <a:fillRect/>
          </a:stretch>
        </p:blipFill>
        <p:spPr bwMode="auto">
          <a:xfrm>
            <a:off x="6591300" y="179388"/>
            <a:ext cx="838200" cy="568325"/>
          </a:xfrm>
          <a:prstGeom prst="rect">
            <a:avLst/>
          </a:prstGeom>
          <a:noFill/>
          <a:ln w="9525">
            <a:noFill/>
            <a:miter lim="800000"/>
            <a:headEnd/>
            <a:tailEnd/>
          </a:ln>
        </p:spPr>
      </p:pic>
      <p:pic>
        <p:nvPicPr>
          <p:cNvPr id="8" name="Picture 31" descr="19楼"/>
          <p:cNvPicPr>
            <a:picLocks noChangeAspect="1" noChangeArrowheads="1"/>
          </p:cNvPicPr>
          <p:nvPr/>
        </p:nvPicPr>
        <p:blipFill>
          <a:blip r:embed="rId6"/>
          <a:srcRect/>
          <a:stretch>
            <a:fillRect/>
          </a:stretch>
        </p:blipFill>
        <p:spPr bwMode="auto">
          <a:xfrm>
            <a:off x="8382000" y="184150"/>
            <a:ext cx="762000" cy="563563"/>
          </a:xfrm>
          <a:prstGeom prst="rect">
            <a:avLst/>
          </a:prstGeom>
          <a:noFill/>
          <a:ln w="9525">
            <a:noFill/>
            <a:miter lim="800000"/>
            <a:headEnd/>
            <a:tailEnd/>
          </a:ln>
        </p:spPr>
      </p:pic>
      <p:pic>
        <p:nvPicPr>
          <p:cNvPr id="9" name="Picture 32" descr="20055131012136649"/>
          <p:cNvPicPr>
            <a:picLocks noChangeAspect="1" noChangeArrowheads="1"/>
          </p:cNvPicPr>
          <p:nvPr/>
        </p:nvPicPr>
        <p:blipFill>
          <a:blip r:embed="rId7"/>
          <a:srcRect/>
          <a:stretch>
            <a:fillRect/>
          </a:stretch>
        </p:blipFill>
        <p:spPr bwMode="auto">
          <a:xfrm>
            <a:off x="4867275" y="184150"/>
            <a:ext cx="881063" cy="563563"/>
          </a:xfrm>
          <a:prstGeom prst="rect">
            <a:avLst/>
          </a:prstGeom>
          <a:noFill/>
          <a:ln w="9525">
            <a:noFill/>
            <a:miter lim="800000"/>
            <a:headEnd/>
            <a:tailEnd/>
          </a:ln>
        </p:spPr>
      </p:pic>
      <p:pic>
        <p:nvPicPr>
          <p:cNvPr id="10" name="Picture 10" descr="C:\Documents and Settings\Liujiayu\桌面\校徽.jpg"/>
          <p:cNvPicPr>
            <a:picLocks noChangeAspect="1" noChangeArrowheads="1"/>
          </p:cNvPicPr>
          <p:nvPr/>
        </p:nvPicPr>
        <p:blipFill>
          <a:blip r:embed="rId8"/>
          <a:srcRect/>
          <a:stretch>
            <a:fillRect/>
          </a:stretch>
        </p:blipFill>
        <p:spPr bwMode="auto">
          <a:xfrm>
            <a:off x="53975" y="7938"/>
            <a:ext cx="1011238" cy="1011237"/>
          </a:xfrm>
          <a:prstGeom prst="rect">
            <a:avLst/>
          </a:prstGeom>
          <a:noFill/>
          <a:ln w="9525">
            <a:noFill/>
            <a:miter lim="800000"/>
            <a:headEnd/>
            <a:tailEnd/>
          </a:ln>
        </p:spPr>
      </p:pic>
      <p:sp>
        <p:nvSpPr>
          <p:cNvPr id="57353" name="Rectangle 9"/>
          <p:cNvSpPr>
            <a:spLocks noGrp="1" noChangeArrowheads="1"/>
          </p:cNvSpPr>
          <p:nvPr>
            <p:ph type="ctrTitle"/>
          </p:nvPr>
        </p:nvSpPr>
        <p:spPr>
          <a:xfrm>
            <a:off x="685800" y="1798640"/>
            <a:ext cx="7772400" cy="1470025"/>
          </a:xfrm>
        </p:spPr>
        <p:txBody>
          <a:bodyPr tIns="45720" anchor="ctr"/>
          <a:lstStyle>
            <a:lvl1pPr>
              <a:defRPr sz="4400">
                <a:solidFill>
                  <a:schemeClr val="tx1"/>
                </a:solidFill>
              </a:defRPr>
            </a:lvl1pPr>
          </a:lstStyle>
          <a:p>
            <a:r>
              <a:rPr lang="zh-CN" altLang="en-US"/>
              <a:t>单击此处编辑母版标题样式</a:t>
            </a:r>
            <a:endParaRPr lang="zh-CN" altLang="en-US" dirty="0"/>
          </a:p>
        </p:txBody>
      </p:sp>
      <p:sp>
        <p:nvSpPr>
          <p:cNvPr id="57354" name="Rectangle 10"/>
          <p:cNvSpPr>
            <a:spLocks noGrp="1" noChangeArrowheads="1"/>
          </p:cNvSpPr>
          <p:nvPr>
            <p:ph type="subTitle" idx="1"/>
          </p:nvPr>
        </p:nvSpPr>
        <p:spPr>
          <a:xfrm>
            <a:off x="1371600" y="3957639"/>
            <a:ext cx="6400800" cy="1079500"/>
          </a:xfrm>
        </p:spPr>
        <p:txBody>
          <a:bodyPr anchor="ctr" anchorCtr="1"/>
          <a:lstStyle>
            <a:lvl1pPr marL="0" indent="0" algn="ctr">
              <a:buFontTx/>
              <a:buNone/>
              <a:defRPr sz="2400">
                <a:solidFill>
                  <a:schemeClr val="tx1"/>
                </a:solidFill>
              </a:defRPr>
            </a:lvl1pPr>
          </a:lstStyle>
          <a:p>
            <a:r>
              <a:rPr lang="zh-CN" altLang="en-US"/>
              <a:t>单击此处编辑母版副标题样式</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15" descr="10"/>
          <p:cNvPicPr>
            <a:picLocks noChangeAspect="1" noChangeArrowheads="1"/>
          </p:cNvPicPr>
          <p:nvPr/>
        </p:nvPicPr>
        <p:blipFill>
          <a:blip r:embed="rId2"/>
          <a:srcRect/>
          <a:stretch>
            <a:fillRect/>
          </a:stretch>
        </p:blipFill>
        <p:spPr bwMode="auto">
          <a:xfrm>
            <a:off x="6229350" y="3979863"/>
            <a:ext cx="2914650" cy="2878137"/>
          </a:xfrm>
          <a:prstGeom prst="rect">
            <a:avLst/>
          </a:prstGeom>
          <a:noFill/>
          <a:ln w="9525">
            <a:noFill/>
            <a:miter lim="800000"/>
            <a:headEnd/>
            <a:tailEnd/>
          </a:ln>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4" name="Picture 15" descr="10"/>
          <p:cNvPicPr>
            <a:picLocks noChangeAspect="1" noChangeArrowheads="1"/>
          </p:cNvPicPr>
          <p:nvPr/>
        </p:nvPicPr>
        <p:blipFill>
          <a:blip r:embed="rId2"/>
          <a:srcRect/>
          <a:stretch>
            <a:fillRect/>
          </a:stretch>
        </p:blipFill>
        <p:spPr bwMode="auto">
          <a:xfrm>
            <a:off x="6229350" y="3979863"/>
            <a:ext cx="2914650" cy="2878137"/>
          </a:xfrm>
          <a:prstGeom prst="rect">
            <a:avLst/>
          </a:prstGeom>
          <a:noFill/>
          <a:ln w="9525">
            <a:noFill/>
            <a:miter lim="800000"/>
            <a:headEnd/>
            <a:tailEnd/>
          </a:ln>
        </p:spPr>
      </p:pic>
      <p:sp>
        <p:nvSpPr>
          <p:cNvPr id="2" name="标题 1"/>
          <p:cNvSpPr>
            <a:spLocks noGrp="1"/>
          </p:cNvSpPr>
          <p:nvPr>
            <p:ph type="title"/>
          </p:nvPr>
        </p:nvSpPr>
        <p:spPr>
          <a:xfrm>
            <a:off x="722313" y="4406901"/>
            <a:ext cx="7772400" cy="1362075"/>
          </a:xfrm>
        </p:spPr>
        <p:txBody>
          <a:bodyPr/>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90538" y="1268413"/>
            <a:ext cx="40386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内容占位符 3"/>
          <p:cNvSpPr>
            <a:spLocks noGrp="1"/>
          </p:cNvSpPr>
          <p:nvPr>
            <p:ph sz="half" idx="2"/>
          </p:nvPr>
        </p:nvSpPr>
        <p:spPr>
          <a:xfrm>
            <a:off x="4681538" y="1268413"/>
            <a:ext cx="40386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49"/>
            <a:ext cx="3008313" cy="1162051"/>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9"/>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81827" y="152400"/>
            <a:ext cx="2162175" cy="6181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90540" y="152400"/>
            <a:ext cx="6338887" cy="6181725"/>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rain&amp;AssesMaterial">
  <p:cSld name="Train&amp;AssesMaterial">
    <p:spTree>
      <p:nvGrpSpPr>
        <p:cNvPr id="1" name="Shape 40"/>
        <p:cNvGrpSpPr/>
        <p:nvPr/>
      </p:nvGrpSpPr>
      <p:grpSpPr>
        <a:xfrm>
          <a:off x="0" y="0"/>
          <a:ext cx="0" cy="0"/>
          <a:chOff x="0" y="0"/>
          <a:chExt cx="0" cy="0"/>
        </a:xfrm>
      </p:grpSpPr>
      <p:sp>
        <p:nvSpPr>
          <p:cNvPr id="41" name="Google Shape;41;p3"/>
          <p:cNvSpPr txBox="1"/>
          <p:nvPr/>
        </p:nvSpPr>
        <p:spPr>
          <a:xfrm>
            <a:off x="416025" y="397800"/>
            <a:ext cx="7261425" cy="1129500"/>
          </a:xfrm>
          <a:prstGeom prst="rect">
            <a:avLst/>
          </a:prstGeom>
          <a:noFill/>
          <a:ln>
            <a:noFill/>
          </a:ln>
        </p:spPr>
        <p:txBody>
          <a:bodyPr spcFirstLastPara="1" wrap="square" lIns="68569" tIns="68569" rIns="68569" bIns="68569" anchor="t" anchorCtr="0">
            <a:noAutofit/>
          </a:bodyPr>
          <a:lstStyle/>
          <a:p>
            <a:pPr marL="0" lvl="0" indent="0" algn="l" rtl="0">
              <a:spcBef>
                <a:spcPts val="0"/>
              </a:spcBef>
              <a:spcAft>
                <a:spcPts val="0"/>
              </a:spcAft>
              <a:buNone/>
            </a:pPr>
            <a:endParaRPr sz="1800"/>
          </a:p>
        </p:txBody>
      </p:sp>
      <p:sp>
        <p:nvSpPr>
          <p:cNvPr id="42" name="Google Shape;42;p3"/>
          <p:cNvSpPr txBox="1"/>
          <p:nvPr/>
        </p:nvSpPr>
        <p:spPr>
          <a:xfrm>
            <a:off x="416025" y="1961050"/>
            <a:ext cx="7261425" cy="3916500"/>
          </a:xfrm>
          <a:prstGeom prst="rect">
            <a:avLst/>
          </a:prstGeom>
          <a:noFill/>
          <a:ln>
            <a:noFill/>
          </a:ln>
        </p:spPr>
        <p:txBody>
          <a:bodyPr spcFirstLastPara="1" wrap="square" lIns="68569" tIns="68569" rIns="68569" bIns="68569" anchor="t" anchorCtr="0">
            <a:noAutofit/>
          </a:bodyPr>
          <a:lstStyle/>
          <a:p>
            <a:pPr marL="0" lvl="0" indent="0" algn="l" rtl="0">
              <a:spcBef>
                <a:spcPts val="0"/>
              </a:spcBef>
              <a:spcAft>
                <a:spcPts val="0"/>
              </a:spcAft>
              <a:buNone/>
            </a:pPr>
            <a:endParaRPr sz="180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15" descr="10"/>
          <p:cNvPicPr>
            <a:picLocks noChangeAspect="1" noChangeArrowheads="1"/>
          </p:cNvPicPr>
          <p:nvPr/>
        </p:nvPicPr>
        <p:blipFill>
          <a:blip r:embed="rId2"/>
          <a:srcRect/>
          <a:stretch>
            <a:fillRect/>
          </a:stretch>
        </p:blipFill>
        <p:spPr bwMode="auto">
          <a:xfrm>
            <a:off x="6229350" y="3979863"/>
            <a:ext cx="2914650" cy="2878137"/>
          </a:xfrm>
          <a:prstGeom prst="rect">
            <a:avLst/>
          </a:prstGeom>
          <a:noFill/>
          <a:ln w="9525">
            <a:noFill/>
            <a:miter lim="800000"/>
            <a:headEnd/>
            <a:tailEnd/>
          </a:ln>
        </p:spPr>
      </p:pic>
      <p:pic>
        <p:nvPicPr>
          <p:cNvPr id="5" name="Picture 27" descr="北方交通大学—世纪钟（校钟）"/>
          <p:cNvPicPr>
            <a:picLocks noChangeAspect="1" noChangeArrowheads="1"/>
          </p:cNvPicPr>
          <p:nvPr/>
        </p:nvPicPr>
        <p:blipFill>
          <a:blip r:embed="rId3" cstate="print"/>
          <a:srcRect/>
          <a:stretch>
            <a:fillRect/>
          </a:stretch>
        </p:blipFill>
        <p:spPr bwMode="auto">
          <a:xfrm>
            <a:off x="5748338" y="179388"/>
            <a:ext cx="842962" cy="568325"/>
          </a:xfrm>
          <a:prstGeom prst="rect">
            <a:avLst/>
          </a:prstGeom>
          <a:noFill/>
          <a:ln w="9525">
            <a:noFill/>
            <a:miter lim="800000"/>
            <a:headEnd/>
            <a:tailEnd/>
          </a:ln>
        </p:spPr>
      </p:pic>
      <p:pic>
        <p:nvPicPr>
          <p:cNvPr id="6" name="Picture 28" descr="北方交通大学—思源楼"/>
          <p:cNvPicPr>
            <a:picLocks noChangeAspect="1" noChangeArrowheads="1"/>
          </p:cNvPicPr>
          <p:nvPr/>
        </p:nvPicPr>
        <p:blipFill>
          <a:blip r:embed="rId4"/>
          <a:srcRect/>
          <a:stretch>
            <a:fillRect/>
          </a:stretch>
        </p:blipFill>
        <p:spPr bwMode="auto">
          <a:xfrm>
            <a:off x="7429500" y="184150"/>
            <a:ext cx="952500" cy="563563"/>
          </a:xfrm>
          <a:prstGeom prst="rect">
            <a:avLst/>
          </a:prstGeom>
          <a:noFill/>
          <a:ln w="9525">
            <a:noFill/>
            <a:miter lim="800000"/>
            <a:headEnd/>
            <a:tailEnd/>
          </a:ln>
        </p:spPr>
      </p:pic>
      <p:pic>
        <p:nvPicPr>
          <p:cNvPr id="7" name="Picture 29" descr="09525834336"/>
          <p:cNvPicPr>
            <a:picLocks noChangeAspect="1" noChangeArrowheads="1"/>
          </p:cNvPicPr>
          <p:nvPr/>
        </p:nvPicPr>
        <p:blipFill>
          <a:blip r:embed="rId5" cstate="print"/>
          <a:srcRect/>
          <a:stretch>
            <a:fillRect/>
          </a:stretch>
        </p:blipFill>
        <p:spPr bwMode="auto">
          <a:xfrm>
            <a:off x="6591300" y="179388"/>
            <a:ext cx="838200" cy="568325"/>
          </a:xfrm>
          <a:prstGeom prst="rect">
            <a:avLst/>
          </a:prstGeom>
          <a:noFill/>
          <a:ln w="9525">
            <a:noFill/>
            <a:miter lim="800000"/>
            <a:headEnd/>
            <a:tailEnd/>
          </a:ln>
        </p:spPr>
      </p:pic>
      <p:pic>
        <p:nvPicPr>
          <p:cNvPr id="8" name="Picture 31" descr="19楼"/>
          <p:cNvPicPr>
            <a:picLocks noChangeAspect="1" noChangeArrowheads="1"/>
          </p:cNvPicPr>
          <p:nvPr/>
        </p:nvPicPr>
        <p:blipFill>
          <a:blip r:embed="rId6"/>
          <a:srcRect/>
          <a:stretch>
            <a:fillRect/>
          </a:stretch>
        </p:blipFill>
        <p:spPr bwMode="auto">
          <a:xfrm>
            <a:off x="8382000" y="184150"/>
            <a:ext cx="762000" cy="563563"/>
          </a:xfrm>
          <a:prstGeom prst="rect">
            <a:avLst/>
          </a:prstGeom>
          <a:noFill/>
          <a:ln w="9525">
            <a:noFill/>
            <a:miter lim="800000"/>
            <a:headEnd/>
            <a:tailEnd/>
          </a:ln>
        </p:spPr>
      </p:pic>
      <p:pic>
        <p:nvPicPr>
          <p:cNvPr id="9" name="Picture 32" descr="20055131012136649"/>
          <p:cNvPicPr>
            <a:picLocks noChangeAspect="1" noChangeArrowheads="1"/>
          </p:cNvPicPr>
          <p:nvPr/>
        </p:nvPicPr>
        <p:blipFill>
          <a:blip r:embed="rId7"/>
          <a:srcRect/>
          <a:stretch>
            <a:fillRect/>
          </a:stretch>
        </p:blipFill>
        <p:spPr bwMode="auto">
          <a:xfrm>
            <a:off x="4867275" y="184150"/>
            <a:ext cx="881063" cy="563563"/>
          </a:xfrm>
          <a:prstGeom prst="rect">
            <a:avLst/>
          </a:prstGeom>
          <a:noFill/>
          <a:ln w="9525">
            <a:noFill/>
            <a:miter lim="800000"/>
            <a:headEnd/>
            <a:tailEnd/>
          </a:ln>
        </p:spPr>
      </p:pic>
      <p:pic>
        <p:nvPicPr>
          <p:cNvPr id="10" name="Picture 10" descr="C:\Documents and Settings\Liujiayu\桌面\校徽.jpg"/>
          <p:cNvPicPr>
            <a:picLocks noChangeAspect="1" noChangeArrowheads="1"/>
          </p:cNvPicPr>
          <p:nvPr/>
        </p:nvPicPr>
        <p:blipFill>
          <a:blip r:embed="rId8"/>
          <a:srcRect/>
          <a:stretch>
            <a:fillRect/>
          </a:stretch>
        </p:blipFill>
        <p:spPr bwMode="auto">
          <a:xfrm>
            <a:off x="53975" y="7938"/>
            <a:ext cx="1011238" cy="1011237"/>
          </a:xfrm>
          <a:prstGeom prst="rect">
            <a:avLst/>
          </a:prstGeom>
          <a:noFill/>
          <a:ln w="9525">
            <a:noFill/>
            <a:miter lim="800000"/>
            <a:headEnd/>
            <a:tailEnd/>
          </a:ln>
        </p:spPr>
      </p:pic>
      <p:sp>
        <p:nvSpPr>
          <p:cNvPr id="57353" name="Rectangle 9"/>
          <p:cNvSpPr>
            <a:spLocks noGrp="1" noChangeArrowheads="1"/>
          </p:cNvSpPr>
          <p:nvPr>
            <p:ph type="ctrTitle"/>
          </p:nvPr>
        </p:nvSpPr>
        <p:spPr>
          <a:xfrm>
            <a:off x="685800" y="1798640"/>
            <a:ext cx="7772400" cy="1470025"/>
          </a:xfrm>
        </p:spPr>
        <p:txBody>
          <a:bodyPr tIns="45720" anchor="ctr"/>
          <a:lstStyle>
            <a:lvl1pPr>
              <a:defRPr sz="4400">
                <a:solidFill>
                  <a:schemeClr val="tx1"/>
                </a:solidFill>
              </a:defRPr>
            </a:lvl1pPr>
          </a:lstStyle>
          <a:p>
            <a:r>
              <a:rPr lang="zh-CN" altLang="en-US"/>
              <a:t>单击此处编辑母版标题样式</a:t>
            </a:r>
            <a:endParaRPr lang="zh-CN" altLang="en-US" dirty="0"/>
          </a:p>
        </p:txBody>
      </p:sp>
      <p:sp>
        <p:nvSpPr>
          <p:cNvPr id="57354" name="Rectangle 10"/>
          <p:cNvSpPr>
            <a:spLocks noGrp="1" noChangeArrowheads="1"/>
          </p:cNvSpPr>
          <p:nvPr>
            <p:ph type="subTitle" idx="1"/>
          </p:nvPr>
        </p:nvSpPr>
        <p:spPr>
          <a:xfrm>
            <a:off x="1371600" y="3957639"/>
            <a:ext cx="6400800" cy="1079500"/>
          </a:xfrm>
        </p:spPr>
        <p:txBody>
          <a:bodyPr anchor="ctr" anchorCtr="1"/>
          <a:lstStyle>
            <a:lvl1pPr marL="0" indent="0" algn="ctr">
              <a:buFontTx/>
              <a:buNone/>
              <a:defRPr sz="2400">
                <a:solidFill>
                  <a:schemeClr val="tx1"/>
                </a:solidFill>
              </a:defRPr>
            </a:lvl1pPr>
          </a:lstStyle>
          <a:p>
            <a:r>
              <a:rPr lang="zh-CN" altLang="en-US"/>
              <a:t>单击此处编辑母版副标题样式</a:t>
            </a:r>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15" descr="10"/>
          <p:cNvPicPr>
            <a:picLocks noChangeAspect="1" noChangeArrowheads="1"/>
          </p:cNvPicPr>
          <p:nvPr/>
        </p:nvPicPr>
        <p:blipFill>
          <a:blip r:embed="rId2"/>
          <a:srcRect/>
          <a:stretch>
            <a:fillRect/>
          </a:stretch>
        </p:blipFill>
        <p:spPr bwMode="auto">
          <a:xfrm>
            <a:off x="6229350" y="3979863"/>
            <a:ext cx="2914650" cy="2878137"/>
          </a:xfrm>
          <a:prstGeom prst="rect">
            <a:avLst/>
          </a:prstGeom>
          <a:noFill/>
          <a:ln w="9525">
            <a:noFill/>
            <a:miter lim="800000"/>
            <a:headEnd/>
            <a:tailEnd/>
          </a:ln>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4" name="Picture 15" descr="10"/>
          <p:cNvPicPr>
            <a:picLocks noChangeAspect="1" noChangeArrowheads="1"/>
          </p:cNvPicPr>
          <p:nvPr/>
        </p:nvPicPr>
        <p:blipFill>
          <a:blip r:embed="rId2"/>
          <a:srcRect/>
          <a:stretch>
            <a:fillRect/>
          </a:stretch>
        </p:blipFill>
        <p:spPr bwMode="auto">
          <a:xfrm>
            <a:off x="6229350" y="3979863"/>
            <a:ext cx="2914650" cy="2878137"/>
          </a:xfrm>
          <a:prstGeom prst="rect">
            <a:avLst/>
          </a:prstGeom>
          <a:noFill/>
          <a:ln w="9525">
            <a:noFill/>
            <a:miter lim="800000"/>
            <a:headEnd/>
            <a:tailEnd/>
          </a:ln>
        </p:spPr>
      </p:pic>
      <p:sp>
        <p:nvSpPr>
          <p:cNvPr id="2" name="标题 1"/>
          <p:cNvSpPr>
            <a:spLocks noGrp="1"/>
          </p:cNvSpPr>
          <p:nvPr>
            <p:ph type="title"/>
          </p:nvPr>
        </p:nvSpPr>
        <p:spPr>
          <a:xfrm>
            <a:off x="722313" y="4406901"/>
            <a:ext cx="7772400" cy="1362075"/>
          </a:xfrm>
        </p:spPr>
        <p:txBody>
          <a:bodyPr/>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90538" y="1268413"/>
            <a:ext cx="40386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内容占位符 3"/>
          <p:cNvSpPr>
            <a:spLocks noGrp="1"/>
          </p:cNvSpPr>
          <p:nvPr>
            <p:ph sz="half" idx="2"/>
          </p:nvPr>
        </p:nvSpPr>
        <p:spPr>
          <a:xfrm>
            <a:off x="4681538" y="1268413"/>
            <a:ext cx="40386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49"/>
            <a:ext cx="3008313" cy="1162051"/>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9"/>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81827" y="152400"/>
            <a:ext cx="2162175" cy="6181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90540" y="152400"/>
            <a:ext cx="6338887" cy="6181725"/>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rain&amp;AssesMaterial">
  <p:cSld name="Train&amp;AssesMaterial">
    <p:spTree>
      <p:nvGrpSpPr>
        <p:cNvPr id="1" name="Shape 40"/>
        <p:cNvGrpSpPr/>
        <p:nvPr/>
      </p:nvGrpSpPr>
      <p:grpSpPr>
        <a:xfrm>
          <a:off x="0" y="0"/>
          <a:ext cx="0" cy="0"/>
          <a:chOff x="0" y="0"/>
          <a:chExt cx="0" cy="0"/>
        </a:xfrm>
      </p:grpSpPr>
      <p:sp>
        <p:nvSpPr>
          <p:cNvPr id="41" name="Google Shape;41;p3"/>
          <p:cNvSpPr txBox="1"/>
          <p:nvPr/>
        </p:nvSpPr>
        <p:spPr>
          <a:xfrm>
            <a:off x="416025" y="397800"/>
            <a:ext cx="7261425" cy="1129500"/>
          </a:xfrm>
          <a:prstGeom prst="rect">
            <a:avLst/>
          </a:prstGeom>
          <a:noFill/>
          <a:ln>
            <a:noFill/>
          </a:ln>
        </p:spPr>
        <p:txBody>
          <a:bodyPr spcFirstLastPara="1" wrap="square" lIns="68569" tIns="68569" rIns="68569" bIns="68569" anchor="t" anchorCtr="0">
            <a:noAutofit/>
          </a:bodyPr>
          <a:lstStyle/>
          <a:p>
            <a:pPr marL="0" lvl="0" indent="0" algn="l" rtl="0">
              <a:spcBef>
                <a:spcPts val="0"/>
              </a:spcBef>
              <a:spcAft>
                <a:spcPts val="0"/>
              </a:spcAft>
              <a:buNone/>
            </a:pPr>
            <a:endParaRPr sz="1800"/>
          </a:p>
        </p:txBody>
      </p:sp>
      <p:sp>
        <p:nvSpPr>
          <p:cNvPr id="42" name="Google Shape;42;p3"/>
          <p:cNvSpPr txBox="1"/>
          <p:nvPr/>
        </p:nvSpPr>
        <p:spPr>
          <a:xfrm>
            <a:off x="416025" y="1961050"/>
            <a:ext cx="7261425" cy="3916500"/>
          </a:xfrm>
          <a:prstGeom prst="rect">
            <a:avLst/>
          </a:prstGeom>
          <a:noFill/>
          <a:ln>
            <a:noFill/>
          </a:ln>
        </p:spPr>
        <p:txBody>
          <a:bodyPr spcFirstLastPara="1" wrap="square" lIns="68569" tIns="68569" rIns="68569" bIns="68569" anchor="t" anchorCtr="0">
            <a:noAutofit/>
          </a:bodyPr>
          <a:lstStyle/>
          <a:p>
            <a:pPr marL="0" lvl="0" indent="0" algn="l" rtl="0">
              <a:spcBef>
                <a:spcPts val="0"/>
              </a:spcBef>
              <a:spcAft>
                <a:spcPts val="0"/>
              </a:spcAft>
              <a:buNone/>
            </a:pPr>
            <a:endParaRPr sz="180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9.png"/><Relationship Id="rId16" Type="http://schemas.openxmlformats.org/officeDocument/2006/relationships/image" Target="../media/image7.jpeg"/><Relationship Id="rId15" Type="http://schemas.openxmlformats.org/officeDocument/2006/relationships/image" Target="../media/image1.jpeg"/><Relationship Id="rId14" Type="http://schemas.openxmlformats.org/officeDocument/2006/relationships/image" Target="../media/image8.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6" Type="http://schemas.openxmlformats.org/officeDocument/2006/relationships/theme" Target="../theme/theme2.xml"/><Relationship Id="rId15" Type="http://schemas.openxmlformats.org/officeDocument/2006/relationships/image" Target="../media/image9.png"/><Relationship Id="rId14" Type="http://schemas.openxmlformats.org/officeDocument/2006/relationships/image" Target="../media/image7.jpeg"/><Relationship Id="rId13" Type="http://schemas.openxmlformats.org/officeDocument/2006/relationships/image" Target="../media/image1.jpeg"/><Relationship Id="rId12" Type="http://schemas.openxmlformats.org/officeDocument/2006/relationships/image" Target="../media/image8.jpeg"/><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7" Type="http://schemas.openxmlformats.org/officeDocument/2006/relationships/theme" Target="../theme/theme3.xml"/><Relationship Id="rId16" Type="http://schemas.openxmlformats.org/officeDocument/2006/relationships/image" Target="../media/image9.png"/><Relationship Id="rId15" Type="http://schemas.openxmlformats.org/officeDocument/2006/relationships/image" Target="../media/image7.jpeg"/><Relationship Id="rId14" Type="http://schemas.openxmlformats.org/officeDocument/2006/relationships/image" Target="../media/image1.jpeg"/><Relationship Id="rId13" Type="http://schemas.openxmlformats.org/officeDocument/2006/relationships/image" Target="../media/image8.jpeg"/><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7" Type="http://schemas.openxmlformats.org/officeDocument/2006/relationships/theme" Target="../theme/theme4.xml"/><Relationship Id="rId16" Type="http://schemas.openxmlformats.org/officeDocument/2006/relationships/image" Target="../media/image9.png"/><Relationship Id="rId15" Type="http://schemas.openxmlformats.org/officeDocument/2006/relationships/image" Target="../media/image7.jpeg"/><Relationship Id="rId14" Type="http://schemas.openxmlformats.org/officeDocument/2006/relationships/image" Target="../media/image1.jpeg"/><Relationship Id="rId13" Type="http://schemas.openxmlformats.org/officeDocument/2006/relationships/image" Target="../media/image8.jpeg"/><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pic>
        <p:nvPicPr>
          <p:cNvPr id="1026" name="Picture 15" descr="10"/>
          <p:cNvPicPr>
            <a:picLocks noChangeAspect="1" noChangeArrowheads="1"/>
          </p:cNvPicPr>
          <p:nvPr/>
        </p:nvPicPr>
        <p:blipFill>
          <a:blip r:embed="rId15"/>
          <a:srcRect/>
          <a:stretch>
            <a:fillRect/>
          </a:stretch>
        </p:blipFill>
        <p:spPr bwMode="auto">
          <a:xfrm>
            <a:off x="6229350" y="3979863"/>
            <a:ext cx="2914650" cy="2878137"/>
          </a:xfrm>
          <a:prstGeom prst="rect">
            <a:avLst/>
          </a:prstGeom>
          <a:noFill/>
          <a:ln w="9525">
            <a:noFill/>
            <a:miter lim="800000"/>
            <a:headEnd/>
            <a:tailEnd/>
          </a:ln>
        </p:spPr>
      </p:pic>
      <p:sp>
        <p:nvSpPr>
          <p:cNvPr id="1027" name="Rectangle 2"/>
          <p:cNvSpPr>
            <a:spLocks noChangeArrowheads="1"/>
          </p:cNvSpPr>
          <p:nvPr/>
        </p:nvSpPr>
        <p:spPr bwMode="auto">
          <a:xfrm>
            <a:off x="287338" y="990600"/>
            <a:ext cx="4318000" cy="28575"/>
          </a:xfrm>
          <a:prstGeom prst="rect">
            <a:avLst/>
          </a:prstGeom>
          <a:gradFill rotWithShape="1">
            <a:gsLst>
              <a:gs pos="0">
                <a:srgbClr val="FFFFFF"/>
              </a:gs>
              <a:gs pos="100000">
                <a:srgbClr val="133984"/>
              </a:gs>
            </a:gsLst>
            <a:lin ang="0" scaled="1"/>
          </a:gradFill>
          <a:ln w="19050" algn="ctr">
            <a:noFill/>
            <a:miter lim="800000"/>
          </a:ln>
        </p:spPr>
        <p:txBody>
          <a:bodyPr wrap="none" anchor="ctr"/>
          <a:lstStyle/>
          <a:p>
            <a:endParaRPr lang="zh-CN" altLang="en-US"/>
          </a:p>
        </p:txBody>
      </p:sp>
      <p:sp>
        <p:nvSpPr>
          <p:cNvPr id="1028" name="Rectangle 3"/>
          <p:cNvSpPr>
            <a:spLocks noChangeArrowheads="1"/>
          </p:cNvSpPr>
          <p:nvPr/>
        </p:nvSpPr>
        <p:spPr bwMode="auto">
          <a:xfrm>
            <a:off x="4826000" y="6477000"/>
            <a:ext cx="4318000" cy="28575"/>
          </a:xfrm>
          <a:prstGeom prst="rect">
            <a:avLst/>
          </a:prstGeom>
          <a:gradFill rotWithShape="1">
            <a:gsLst>
              <a:gs pos="0">
                <a:srgbClr val="FFFFFF"/>
              </a:gs>
              <a:gs pos="100000">
                <a:srgbClr val="133984"/>
              </a:gs>
            </a:gsLst>
            <a:lin ang="0" scaled="1"/>
          </a:gradFill>
          <a:ln w="19050" algn="ctr">
            <a:noFill/>
            <a:miter lim="800000"/>
          </a:ln>
        </p:spPr>
        <p:txBody>
          <a:bodyPr wrap="none" anchor="ctr"/>
          <a:lstStyle/>
          <a:p>
            <a:endParaRPr lang="zh-CN" altLang="en-US"/>
          </a:p>
        </p:txBody>
      </p:sp>
      <p:sp>
        <p:nvSpPr>
          <p:cNvPr id="1029" name="Rectangle 4"/>
          <p:cNvSpPr>
            <a:spLocks noGrp="1" noChangeArrowheads="1"/>
          </p:cNvSpPr>
          <p:nvPr>
            <p:ph type="title"/>
          </p:nvPr>
        </p:nvSpPr>
        <p:spPr bwMode="auto">
          <a:xfrm>
            <a:off x="2438400" y="152400"/>
            <a:ext cx="6705600" cy="838200"/>
          </a:xfrm>
          <a:prstGeom prst="rect">
            <a:avLst/>
          </a:prstGeom>
          <a:noFill/>
          <a:ln w="9525" algn="ctr">
            <a:noFill/>
            <a:miter lim="800000"/>
          </a:ln>
        </p:spPr>
        <p:txBody>
          <a:bodyPr vert="horz" wrap="square" lIns="91440" tIns="54000" rIns="91440" bIns="45720" numCol="1" anchor="t" anchorCtr="1" compatLnSpc="1"/>
          <a:lstStyle/>
          <a:p>
            <a:pPr lvl="0"/>
            <a:r>
              <a:rPr lang="zh-CN" altLang="en-US"/>
              <a:t>单击此处编辑母版标题样式</a:t>
            </a:r>
            <a:endParaRPr lang="zh-CN" altLang="en-US"/>
          </a:p>
        </p:txBody>
      </p:sp>
      <p:sp>
        <p:nvSpPr>
          <p:cNvPr id="1030" name="Rectangle 5"/>
          <p:cNvSpPr>
            <a:spLocks noGrp="1" noChangeArrowheads="1"/>
          </p:cNvSpPr>
          <p:nvPr>
            <p:ph type="body" idx="1"/>
          </p:nvPr>
        </p:nvSpPr>
        <p:spPr bwMode="auto">
          <a:xfrm>
            <a:off x="490538" y="1411288"/>
            <a:ext cx="8229600" cy="5065712"/>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p:txBody>
      </p:sp>
      <p:pic>
        <p:nvPicPr>
          <p:cNvPr id="1031" name="Picture 10" descr="C:\Documents and Settings\Liujiayu\桌面\校徽.jpg"/>
          <p:cNvPicPr>
            <a:picLocks noChangeAspect="1" noChangeArrowheads="1"/>
          </p:cNvPicPr>
          <p:nvPr/>
        </p:nvPicPr>
        <p:blipFill>
          <a:blip r:embed="rId16"/>
          <a:srcRect/>
          <a:stretch>
            <a:fillRect/>
          </a:stretch>
        </p:blipFill>
        <p:spPr bwMode="auto">
          <a:xfrm>
            <a:off x="53975" y="7938"/>
            <a:ext cx="1011238" cy="10112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1" fontAlgn="base" hangingPunct="1">
        <a:spcBef>
          <a:spcPct val="0"/>
        </a:spcBef>
        <a:spcAft>
          <a:spcPct val="0"/>
        </a:spcAft>
        <a:defRPr sz="2800" b="1">
          <a:solidFill>
            <a:srgbClr val="133984"/>
          </a:solidFill>
          <a:latin typeface="+mj-lt"/>
          <a:ea typeface="+mj-ea"/>
          <a:cs typeface="+mj-cs"/>
        </a:defRPr>
      </a:lvl1pPr>
      <a:lvl2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2pPr>
      <a:lvl3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3pPr>
      <a:lvl4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4pPr>
      <a:lvl5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5pPr>
      <a:lvl6pPr marL="4572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6pPr>
      <a:lvl7pPr marL="9144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7pPr>
      <a:lvl8pPr marL="13716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8pPr>
      <a:lvl9pPr marL="18288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9pPr>
    </p:titleStyle>
    <p:bodyStyle>
      <a:lvl1pPr marL="449580" indent="-449580" algn="l" rtl="0" eaLnBrk="1" fontAlgn="base" hangingPunct="1">
        <a:lnSpc>
          <a:spcPct val="110000"/>
        </a:lnSpc>
        <a:spcBef>
          <a:spcPct val="20000"/>
        </a:spcBef>
        <a:spcAft>
          <a:spcPct val="0"/>
        </a:spcAft>
        <a:buSzPct val="120000"/>
        <a:buBlip>
          <a:blip r:embed="rId17"/>
        </a:buBlip>
        <a:defRPr sz="2800">
          <a:solidFill>
            <a:schemeClr val="tx1"/>
          </a:solidFill>
          <a:latin typeface="+mn-lt"/>
          <a:ea typeface="+mn-ea"/>
          <a:cs typeface="+mn-cs"/>
        </a:defRPr>
      </a:lvl1pPr>
      <a:lvl2pPr marL="914400" indent="-285750" algn="l" rtl="0" eaLnBrk="1" fontAlgn="base" hangingPunct="1">
        <a:lnSpc>
          <a:spcPct val="110000"/>
        </a:lnSpc>
        <a:spcBef>
          <a:spcPct val="20000"/>
        </a:spcBef>
        <a:spcAft>
          <a:spcPct val="0"/>
        </a:spcAft>
        <a:buClr>
          <a:srgbClr val="000066"/>
        </a:buClr>
        <a:buChar char="•"/>
        <a:defRPr sz="2400">
          <a:solidFill>
            <a:schemeClr val="tx1"/>
          </a:solidFill>
          <a:latin typeface="+mn-lt"/>
          <a:ea typeface="+mn-ea"/>
        </a:defRPr>
      </a:lvl2pPr>
      <a:lvl3pPr marL="1322705" indent="-228600" algn="l" rtl="0" eaLnBrk="1" fontAlgn="base" hangingPunct="1">
        <a:spcBef>
          <a:spcPct val="20000"/>
        </a:spcBef>
        <a:spcAft>
          <a:spcPct val="0"/>
        </a:spcAft>
        <a:buChar char="•"/>
        <a:defRPr sz="2400">
          <a:solidFill>
            <a:schemeClr val="tx1"/>
          </a:solidFill>
          <a:latin typeface="+mn-lt"/>
          <a:ea typeface="宋体" pitchFamily="2" charset="-122"/>
        </a:defRPr>
      </a:lvl3pPr>
      <a:lvl4pPr marL="1730375" indent="-228600" algn="l" rtl="0" eaLnBrk="1" fontAlgn="base" hangingPunct="1">
        <a:spcBef>
          <a:spcPct val="20000"/>
        </a:spcBef>
        <a:spcAft>
          <a:spcPct val="0"/>
        </a:spcAft>
        <a:buChar char="–"/>
        <a:defRPr sz="2000">
          <a:solidFill>
            <a:schemeClr val="tx1"/>
          </a:solidFill>
          <a:latin typeface="+mn-lt"/>
          <a:ea typeface="宋体" pitchFamily="2" charset="-122"/>
        </a:defRPr>
      </a:lvl4pPr>
      <a:lvl5pPr marL="2138680" indent="-228600" algn="l" rtl="0" eaLnBrk="1" fontAlgn="base" hangingPunct="1">
        <a:spcBef>
          <a:spcPct val="20000"/>
        </a:spcBef>
        <a:spcAft>
          <a:spcPct val="0"/>
        </a:spcAft>
        <a:buChar char="»"/>
        <a:defRPr sz="2000">
          <a:solidFill>
            <a:schemeClr val="tx1"/>
          </a:solidFill>
          <a:latin typeface="+mn-lt"/>
          <a:ea typeface="宋体" pitchFamily="2" charset="-122"/>
        </a:defRPr>
      </a:lvl5pPr>
      <a:lvl6pPr marL="2595880" indent="-228600" algn="l" rtl="0" eaLnBrk="1" fontAlgn="base" hangingPunct="1">
        <a:spcBef>
          <a:spcPct val="20000"/>
        </a:spcBef>
        <a:spcAft>
          <a:spcPct val="0"/>
        </a:spcAft>
        <a:buChar char="»"/>
        <a:defRPr sz="2000">
          <a:solidFill>
            <a:schemeClr val="tx1"/>
          </a:solidFill>
          <a:latin typeface="+mn-lt"/>
          <a:ea typeface="宋体" pitchFamily="2" charset="-122"/>
        </a:defRPr>
      </a:lvl6pPr>
      <a:lvl7pPr marL="3053080" indent="-228600" algn="l" rtl="0" eaLnBrk="1" fontAlgn="base" hangingPunct="1">
        <a:spcBef>
          <a:spcPct val="20000"/>
        </a:spcBef>
        <a:spcAft>
          <a:spcPct val="0"/>
        </a:spcAft>
        <a:buChar char="»"/>
        <a:defRPr sz="2000">
          <a:solidFill>
            <a:schemeClr val="tx1"/>
          </a:solidFill>
          <a:latin typeface="+mn-lt"/>
          <a:ea typeface="宋体" pitchFamily="2" charset="-122"/>
        </a:defRPr>
      </a:lvl7pPr>
      <a:lvl8pPr marL="3510280" indent="-228600" algn="l" rtl="0" eaLnBrk="1" fontAlgn="base" hangingPunct="1">
        <a:spcBef>
          <a:spcPct val="20000"/>
        </a:spcBef>
        <a:spcAft>
          <a:spcPct val="0"/>
        </a:spcAft>
        <a:buChar char="»"/>
        <a:defRPr sz="2000">
          <a:solidFill>
            <a:schemeClr val="tx1"/>
          </a:solidFill>
          <a:latin typeface="+mn-lt"/>
          <a:ea typeface="宋体" pitchFamily="2" charset="-122"/>
        </a:defRPr>
      </a:lvl8pPr>
      <a:lvl9pPr marL="3967480" indent="-228600" algn="l" rtl="0" eaLnBrk="1" fontAlgn="base" hangingPunct="1">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2"/>
          <a:srcRect/>
          <a:stretch>
            <a:fillRect/>
          </a:stretch>
        </a:blipFill>
        <a:effectLst/>
      </p:bgPr>
    </p:bg>
    <p:spTree>
      <p:nvGrpSpPr>
        <p:cNvPr id="1" name=""/>
        <p:cNvGrpSpPr/>
        <p:nvPr/>
      </p:nvGrpSpPr>
      <p:grpSpPr>
        <a:xfrm>
          <a:off x="0" y="0"/>
          <a:ext cx="0" cy="0"/>
          <a:chOff x="0" y="0"/>
          <a:chExt cx="0" cy="0"/>
        </a:xfrm>
      </p:grpSpPr>
      <p:pic>
        <p:nvPicPr>
          <p:cNvPr id="1026" name="Picture 15" descr="10"/>
          <p:cNvPicPr>
            <a:picLocks noChangeAspect="1" noChangeArrowheads="1"/>
          </p:cNvPicPr>
          <p:nvPr/>
        </p:nvPicPr>
        <p:blipFill>
          <a:blip r:embed="rId13"/>
          <a:srcRect/>
          <a:stretch>
            <a:fillRect/>
          </a:stretch>
        </p:blipFill>
        <p:spPr bwMode="auto">
          <a:xfrm>
            <a:off x="6229350" y="3979863"/>
            <a:ext cx="2914650" cy="2878137"/>
          </a:xfrm>
          <a:prstGeom prst="rect">
            <a:avLst/>
          </a:prstGeom>
          <a:noFill/>
          <a:ln w="9525">
            <a:noFill/>
            <a:miter lim="800000"/>
            <a:headEnd/>
            <a:tailEnd/>
          </a:ln>
        </p:spPr>
      </p:pic>
      <p:sp>
        <p:nvSpPr>
          <p:cNvPr id="1027" name="Rectangle 2"/>
          <p:cNvSpPr>
            <a:spLocks noChangeArrowheads="1"/>
          </p:cNvSpPr>
          <p:nvPr/>
        </p:nvSpPr>
        <p:spPr bwMode="auto">
          <a:xfrm>
            <a:off x="287338" y="990600"/>
            <a:ext cx="4318000" cy="28575"/>
          </a:xfrm>
          <a:prstGeom prst="rect">
            <a:avLst/>
          </a:prstGeom>
          <a:gradFill rotWithShape="1">
            <a:gsLst>
              <a:gs pos="0">
                <a:srgbClr val="FFFFFF"/>
              </a:gs>
              <a:gs pos="100000">
                <a:srgbClr val="133984"/>
              </a:gs>
            </a:gsLst>
            <a:lin ang="0" scaled="1"/>
          </a:gradFill>
          <a:ln w="19050" algn="ctr">
            <a:noFill/>
            <a:miter lim="800000"/>
          </a:ln>
        </p:spPr>
        <p:txBody>
          <a:bodyPr wrap="none" anchor="ctr"/>
          <a:lstStyle/>
          <a:p>
            <a:endParaRPr lang="zh-CN" altLang="en-US"/>
          </a:p>
        </p:txBody>
      </p:sp>
      <p:sp>
        <p:nvSpPr>
          <p:cNvPr id="1028" name="Rectangle 3"/>
          <p:cNvSpPr>
            <a:spLocks noChangeArrowheads="1"/>
          </p:cNvSpPr>
          <p:nvPr/>
        </p:nvSpPr>
        <p:spPr bwMode="auto">
          <a:xfrm>
            <a:off x="4826000" y="6477000"/>
            <a:ext cx="4318000" cy="28575"/>
          </a:xfrm>
          <a:prstGeom prst="rect">
            <a:avLst/>
          </a:prstGeom>
          <a:gradFill rotWithShape="1">
            <a:gsLst>
              <a:gs pos="0">
                <a:srgbClr val="FFFFFF"/>
              </a:gs>
              <a:gs pos="100000">
                <a:srgbClr val="133984"/>
              </a:gs>
            </a:gsLst>
            <a:lin ang="0" scaled="1"/>
          </a:gradFill>
          <a:ln w="19050" algn="ctr">
            <a:noFill/>
            <a:miter lim="800000"/>
          </a:ln>
        </p:spPr>
        <p:txBody>
          <a:bodyPr wrap="none" anchor="ctr"/>
          <a:lstStyle/>
          <a:p>
            <a:endParaRPr lang="zh-CN" altLang="en-US"/>
          </a:p>
        </p:txBody>
      </p:sp>
      <p:sp>
        <p:nvSpPr>
          <p:cNvPr id="1029" name="Rectangle 4"/>
          <p:cNvSpPr>
            <a:spLocks noGrp="1" noChangeArrowheads="1"/>
          </p:cNvSpPr>
          <p:nvPr>
            <p:ph type="title"/>
          </p:nvPr>
        </p:nvSpPr>
        <p:spPr bwMode="auto">
          <a:xfrm>
            <a:off x="2438400" y="152400"/>
            <a:ext cx="6705600" cy="838200"/>
          </a:xfrm>
          <a:prstGeom prst="rect">
            <a:avLst/>
          </a:prstGeom>
          <a:noFill/>
          <a:ln w="9525" algn="ctr">
            <a:noFill/>
            <a:miter lim="800000"/>
          </a:ln>
        </p:spPr>
        <p:txBody>
          <a:bodyPr vert="horz" wrap="square" lIns="91440" tIns="54000" rIns="91440" bIns="45720" numCol="1" anchor="t" anchorCtr="1" compatLnSpc="1"/>
          <a:lstStyle/>
          <a:p>
            <a:pPr lvl="0"/>
            <a:r>
              <a:rPr lang="zh-CN" altLang="en-US"/>
              <a:t>单击此处编辑母版标题样式</a:t>
            </a:r>
            <a:endParaRPr lang="zh-CN" altLang="en-US"/>
          </a:p>
        </p:txBody>
      </p:sp>
      <p:sp>
        <p:nvSpPr>
          <p:cNvPr id="1030" name="Rectangle 5"/>
          <p:cNvSpPr>
            <a:spLocks noGrp="1" noChangeArrowheads="1"/>
          </p:cNvSpPr>
          <p:nvPr>
            <p:ph type="body" idx="1"/>
          </p:nvPr>
        </p:nvSpPr>
        <p:spPr bwMode="auto">
          <a:xfrm>
            <a:off x="490538" y="1411288"/>
            <a:ext cx="8229600" cy="5065712"/>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p:txBody>
      </p:sp>
      <p:pic>
        <p:nvPicPr>
          <p:cNvPr id="1031" name="Picture 10" descr="C:\Documents and Settings\Liujiayu\桌面\校徽.jpg"/>
          <p:cNvPicPr>
            <a:picLocks noChangeAspect="1" noChangeArrowheads="1"/>
          </p:cNvPicPr>
          <p:nvPr/>
        </p:nvPicPr>
        <p:blipFill>
          <a:blip r:embed="rId14"/>
          <a:srcRect/>
          <a:stretch>
            <a:fillRect/>
          </a:stretch>
        </p:blipFill>
        <p:spPr bwMode="auto">
          <a:xfrm>
            <a:off x="53975" y="7938"/>
            <a:ext cx="1011238" cy="10112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rtl="0" eaLnBrk="1" fontAlgn="base" hangingPunct="1">
        <a:spcBef>
          <a:spcPct val="0"/>
        </a:spcBef>
        <a:spcAft>
          <a:spcPct val="0"/>
        </a:spcAft>
        <a:defRPr sz="2800" b="1">
          <a:solidFill>
            <a:srgbClr val="133984"/>
          </a:solidFill>
          <a:latin typeface="+mj-lt"/>
          <a:ea typeface="+mj-ea"/>
          <a:cs typeface="+mj-cs"/>
        </a:defRPr>
      </a:lvl1pPr>
      <a:lvl2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2pPr>
      <a:lvl3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3pPr>
      <a:lvl4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4pPr>
      <a:lvl5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5pPr>
      <a:lvl6pPr marL="4572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6pPr>
      <a:lvl7pPr marL="9144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7pPr>
      <a:lvl8pPr marL="13716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8pPr>
      <a:lvl9pPr marL="18288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9pPr>
    </p:titleStyle>
    <p:bodyStyle>
      <a:lvl1pPr marL="449580" indent="-449580" algn="l" rtl="0" eaLnBrk="1" fontAlgn="base" hangingPunct="1">
        <a:lnSpc>
          <a:spcPct val="110000"/>
        </a:lnSpc>
        <a:spcBef>
          <a:spcPct val="20000"/>
        </a:spcBef>
        <a:spcAft>
          <a:spcPct val="0"/>
        </a:spcAft>
        <a:buSzPct val="120000"/>
        <a:buBlip>
          <a:blip r:embed="rId15"/>
        </a:buBlip>
        <a:defRPr sz="2800">
          <a:solidFill>
            <a:schemeClr val="tx1"/>
          </a:solidFill>
          <a:latin typeface="+mn-lt"/>
          <a:ea typeface="+mn-ea"/>
          <a:cs typeface="+mn-cs"/>
        </a:defRPr>
      </a:lvl1pPr>
      <a:lvl2pPr marL="914400" indent="-285750" algn="l" rtl="0" eaLnBrk="1" fontAlgn="base" hangingPunct="1">
        <a:lnSpc>
          <a:spcPct val="110000"/>
        </a:lnSpc>
        <a:spcBef>
          <a:spcPct val="20000"/>
        </a:spcBef>
        <a:spcAft>
          <a:spcPct val="0"/>
        </a:spcAft>
        <a:buClr>
          <a:srgbClr val="000066"/>
        </a:buClr>
        <a:buChar char="•"/>
        <a:defRPr sz="2400">
          <a:solidFill>
            <a:schemeClr val="tx1"/>
          </a:solidFill>
          <a:latin typeface="+mn-lt"/>
          <a:ea typeface="+mn-ea"/>
        </a:defRPr>
      </a:lvl2pPr>
      <a:lvl3pPr marL="1322705" indent="-228600" algn="l" rtl="0" eaLnBrk="1" fontAlgn="base" hangingPunct="1">
        <a:spcBef>
          <a:spcPct val="20000"/>
        </a:spcBef>
        <a:spcAft>
          <a:spcPct val="0"/>
        </a:spcAft>
        <a:buChar char="•"/>
        <a:defRPr sz="2400">
          <a:solidFill>
            <a:schemeClr val="tx1"/>
          </a:solidFill>
          <a:latin typeface="+mn-lt"/>
          <a:ea typeface="宋体" pitchFamily="2" charset="-122"/>
        </a:defRPr>
      </a:lvl3pPr>
      <a:lvl4pPr marL="1730375" indent="-228600" algn="l" rtl="0" eaLnBrk="1" fontAlgn="base" hangingPunct="1">
        <a:spcBef>
          <a:spcPct val="20000"/>
        </a:spcBef>
        <a:spcAft>
          <a:spcPct val="0"/>
        </a:spcAft>
        <a:buChar char="–"/>
        <a:defRPr sz="2000">
          <a:solidFill>
            <a:schemeClr val="tx1"/>
          </a:solidFill>
          <a:latin typeface="+mn-lt"/>
          <a:ea typeface="宋体" pitchFamily="2" charset="-122"/>
        </a:defRPr>
      </a:lvl4pPr>
      <a:lvl5pPr marL="2138680" indent="-228600" algn="l" rtl="0" eaLnBrk="1" fontAlgn="base" hangingPunct="1">
        <a:spcBef>
          <a:spcPct val="20000"/>
        </a:spcBef>
        <a:spcAft>
          <a:spcPct val="0"/>
        </a:spcAft>
        <a:buChar char="»"/>
        <a:defRPr sz="2000">
          <a:solidFill>
            <a:schemeClr val="tx1"/>
          </a:solidFill>
          <a:latin typeface="+mn-lt"/>
          <a:ea typeface="宋体" pitchFamily="2" charset="-122"/>
        </a:defRPr>
      </a:lvl5pPr>
      <a:lvl6pPr marL="2595880" indent="-228600" algn="l" rtl="0" eaLnBrk="1" fontAlgn="base" hangingPunct="1">
        <a:spcBef>
          <a:spcPct val="20000"/>
        </a:spcBef>
        <a:spcAft>
          <a:spcPct val="0"/>
        </a:spcAft>
        <a:buChar char="»"/>
        <a:defRPr sz="2000">
          <a:solidFill>
            <a:schemeClr val="tx1"/>
          </a:solidFill>
          <a:latin typeface="+mn-lt"/>
          <a:ea typeface="宋体" pitchFamily="2" charset="-122"/>
        </a:defRPr>
      </a:lvl6pPr>
      <a:lvl7pPr marL="3053080" indent="-228600" algn="l" rtl="0" eaLnBrk="1" fontAlgn="base" hangingPunct="1">
        <a:spcBef>
          <a:spcPct val="20000"/>
        </a:spcBef>
        <a:spcAft>
          <a:spcPct val="0"/>
        </a:spcAft>
        <a:buChar char="»"/>
        <a:defRPr sz="2000">
          <a:solidFill>
            <a:schemeClr val="tx1"/>
          </a:solidFill>
          <a:latin typeface="+mn-lt"/>
          <a:ea typeface="宋体" pitchFamily="2" charset="-122"/>
        </a:defRPr>
      </a:lvl7pPr>
      <a:lvl8pPr marL="3510280" indent="-228600" algn="l" rtl="0" eaLnBrk="1" fontAlgn="base" hangingPunct="1">
        <a:spcBef>
          <a:spcPct val="20000"/>
        </a:spcBef>
        <a:spcAft>
          <a:spcPct val="0"/>
        </a:spcAft>
        <a:buChar char="»"/>
        <a:defRPr sz="2000">
          <a:solidFill>
            <a:schemeClr val="tx1"/>
          </a:solidFill>
          <a:latin typeface="+mn-lt"/>
          <a:ea typeface="宋体" pitchFamily="2" charset="-122"/>
        </a:defRPr>
      </a:lvl8pPr>
      <a:lvl9pPr marL="3967480" indent="-228600" algn="l" rtl="0" eaLnBrk="1" fontAlgn="base" hangingPunct="1">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pic>
        <p:nvPicPr>
          <p:cNvPr id="1026" name="Picture 15" descr="10"/>
          <p:cNvPicPr>
            <a:picLocks noChangeAspect="1" noChangeArrowheads="1"/>
          </p:cNvPicPr>
          <p:nvPr/>
        </p:nvPicPr>
        <p:blipFill>
          <a:blip r:embed="rId14"/>
          <a:srcRect/>
          <a:stretch>
            <a:fillRect/>
          </a:stretch>
        </p:blipFill>
        <p:spPr bwMode="auto">
          <a:xfrm>
            <a:off x="6229350" y="3979863"/>
            <a:ext cx="2914650" cy="2878137"/>
          </a:xfrm>
          <a:prstGeom prst="rect">
            <a:avLst/>
          </a:prstGeom>
          <a:noFill/>
          <a:ln w="9525">
            <a:noFill/>
            <a:miter lim="800000"/>
            <a:headEnd/>
            <a:tailEnd/>
          </a:ln>
        </p:spPr>
      </p:pic>
      <p:sp>
        <p:nvSpPr>
          <p:cNvPr id="1027" name="Rectangle 2"/>
          <p:cNvSpPr>
            <a:spLocks noChangeArrowheads="1"/>
          </p:cNvSpPr>
          <p:nvPr/>
        </p:nvSpPr>
        <p:spPr bwMode="auto">
          <a:xfrm>
            <a:off x="287338" y="990600"/>
            <a:ext cx="4318000" cy="28575"/>
          </a:xfrm>
          <a:prstGeom prst="rect">
            <a:avLst/>
          </a:prstGeom>
          <a:gradFill rotWithShape="1">
            <a:gsLst>
              <a:gs pos="0">
                <a:srgbClr val="FFFFFF"/>
              </a:gs>
              <a:gs pos="100000">
                <a:srgbClr val="133984"/>
              </a:gs>
            </a:gsLst>
            <a:lin ang="0" scaled="1"/>
          </a:gradFill>
          <a:ln w="19050" algn="ctr">
            <a:noFill/>
            <a:miter lim="800000"/>
          </a:ln>
        </p:spPr>
        <p:txBody>
          <a:bodyPr wrap="none" anchor="ctr"/>
          <a:lstStyle/>
          <a:p>
            <a:endParaRPr lang="zh-CN" altLang="en-US"/>
          </a:p>
        </p:txBody>
      </p:sp>
      <p:sp>
        <p:nvSpPr>
          <p:cNvPr id="1028" name="Rectangle 3"/>
          <p:cNvSpPr>
            <a:spLocks noChangeArrowheads="1"/>
          </p:cNvSpPr>
          <p:nvPr/>
        </p:nvSpPr>
        <p:spPr bwMode="auto">
          <a:xfrm>
            <a:off x="4826000" y="6477000"/>
            <a:ext cx="4318000" cy="28575"/>
          </a:xfrm>
          <a:prstGeom prst="rect">
            <a:avLst/>
          </a:prstGeom>
          <a:gradFill rotWithShape="1">
            <a:gsLst>
              <a:gs pos="0">
                <a:srgbClr val="FFFFFF"/>
              </a:gs>
              <a:gs pos="100000">
                <a:srgbClr val="133984"/>
              </a:gs>
            </a:gsLst>
            <a:lin ang="0" scaled="1"/>
          </a:gradFill>
          <a:ln w="19050" algn="ctr">
            <a:noFill/>
            <a:miter lim="800000"/>
          </a:ln>
        </p:spPr>
        <p:txBody>
          <a:bodyPr wrap="none" anchor="ctr"/>
          <a:lstStyle/>
          <a:p>
            <a:endParaRPr lang="zh-CN" altLang="en-US"/>
          </a:p>
        </p:txBody>
      </p:sp>
      <p:sp>
        <p:nvSpPr>
          <p:cNvPr id="1029" name="Rectangle 4"/>
          <p:cNvSpPr>
            <a:spLocks noGrp="1" noChangeArrowheads="1"/>
          </p:cNvSpPr>
          <p:nvPr>
            <p:ph type="title"/>
          </p:nvPr>
        </p:nvSpPr>
        <p:spPr bwMode="auto">
          <a:xfrm>
            <a:off x="2438400" y="152400"/>
            <a:ext cx="6705600" cy="838200"/>
          </a:xfrm>
          <a:prstGeom prst="rect">
            <a:avLst/>
          </a:prstGeom>
          <a:noFill/>
          <a:ln w="9525" algn="ctr">
            <a:noFill/>
            <a:miter lim="800000"/>
          </a:ln>
        </p:spPr>
        <p:txBody>
          <a:bodyPr vert="horz" wrap="square" lIns="91440" tIns="54000" rIns="91440" bIns="45720" numCol="1" anchor="t" anchorCtr="1" compatLnSpc="1"/>
          <a:lstStyle/>
          <a:p>
            <a:pPr lvl="0"/>
            <a:r>
              <a:rPr lang="zh-CN" altLang="en-US"/>
              <a:t>单击此处编辑母版标题样式</a:t>
            </a:r>
            <a:endParaRPr lang="zh-CN" altLang="en-US"/>
          </a:p>
        </p:txBody>
      </p:sp>
      <p:sp>
        <p:nvSpPr>
          <p:cNvPr id="1030" name="Rectangle 5"/>
          <p:cNvSpPr>
            <a:spLocks noGrp="1" noChangeArrowheads="1"/>
          </p:cNvSpPr>
          <p:nvPr>
            <p:ph type="body" idx="1"/>
          </p:nvPr>
        </p:nvSpPr>
        <p:spPr bwMode="auto">
          <a:xfrm>
            <a:off x="490538" y="1411288"/>
            <a:ext cx="8229600" cy="5065712"/>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p:txBody>
      </p:sp>
      <p:pic>
        <p:nvPicPr>
          <p:cNvPr id="1031" name="Picture 10" descr="C:\Documents and Settings\Liujiayu\桌面\校徽.jpg"/>
          <p:cNvPicPr>
            <a:picLocks noChangeAspect="1" noChangeArrowheads="1"/>
          </p:cNvPicPr>
          <p:nvPr/>
        </p:nvPicPr>
        <p:blipFill>
          <a:blip r:embed="rId15"/>
          <a:srcRect/>
          <a:stretch>
            <a:fillRect/>
          </a:stretch>
        </p:blipFill>
        <p:spPr bwMode="auto">
          <a:xfrm>
            <a:off x="53975" y="7938"/>
            <a:ext cx="1011238" cy="10112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rtl="0" eaLnBrk="1" fontAlgn="base" hangingPunct="1">
        <a:spcBef>
          <a:spcPct val="0"/>
        </a:spcBef>
        <a:spcAft>
          <a:spcPct val="0"/>
        </a:spcAft>
        <a:defRPr sz="2800" b="1">
          <a:solidFill>
            <a:srgbClr val="133984"/>
          </a:solidFill>
          <a:latin typeface="+mj-lt"/>
          <a:ea typeface="+mj-ea"/>
          <a:cs typeface="+mj-cs"/>
        </a:defRPr>
      </a:lvl1pPr>
      <a:lvl2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2pPr>
      <a:lvl3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3pPr>
      <a:lvl4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4pPr>
      <a:lvl5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5pPr>
      <a:lvl6pPr marL="4572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6pPr>
      <a:lvl7pPr marL="9144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7pPr>
      <a:lvl8pPr marL="13716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8pPr>
      <a:lvl9pPr marL="18288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9pPr>
    </p:titleStyle>
    <p:bodyStyle>
      <a:lvl1pPr marL="449580" indent="-449580" algn="l" rtl="0" eaLnBrk="1" fontAlgn="base" hangingPunct="1">
        <a:lnSpc>
          <a:spcPct val="110000"/>
        </a:lnSpc>
        <a:spcBef>
          <a:spcPct val="20000"/>
        </a:spcBef>
        <a:spcAft>
          <a:spcPct val="0"/>
        </a:spcAft>
        <a:buSzPct val="120000"/>
        <a:buBlip>
          <a:blip r:embed="rId16"/>
        </a:buBlip>
        <a:defRPr sz="2800">
          <a:solidFill>
            <a:schemeClr val="tx1"/>
          </a:solidFill>
          <a:latin typeface="+mn-lt"/>
          <a:ea typeface="+mn-ea"/>
          <a:cs typeface="+mn-cs"/>
        </a:defRPr>
      </a:lvl1pPr>
      <a:lvl2pPr marL="914400" indent="-285750" algn="l" rtl="0" eaLnBrk="1" fontAlgn="base" hangingPunct="1">
        <a:lnSpc>
          <a:spcPct val="110000"/>
        </a:lnSpc>
        <a:spcBef>
          <a:spcPct val="20000"/>
        </a:spcBef>
        <a:spcAft>
          <a:spcPct val="0"/>
        </a:spcAft>
        <a:buClr>
          <a:srgbClr val="000066"/>
        </a:buClr>
        <a:buChar char="•"/>
        <a:defRPr sz="2400">
          <a:solidFill>
            <a:schemeClr val="tx1"/>
          </a:solidFill>
          <a:latin typeface="+mn-lt"/>
          <a:ea typeface="+mn-ea"/>
        </a:defRPr>
      </a:lvl2pPr>
      <a:lvl3pPr marL="1322705" indent="-228600" algn="l" rtl="0" eaLnBrk="1" fontAlgn="base" hangingPunct="1">
        <a:spcBef>
          <a:spcPct val="20000"/>
        </a:spcBef>
        <a:spcAft>
          <a:spcPct val="0"/>
        </a:spcAft>
        <a:buChar char="•"/>
        <a:defRPr sz="2400">
          <a:solidFill>
            <a:schemeClr val="tx1"/>
          </a:solidFill>
          <a:latin typeface="+mn-lt"/>
          <a:ea typeface="宋体" pitchFamily="2" charset="-122"/>
        </a:defRPr>
      </a:lvl3pPr>
      <a:lvl4pPr marL="1730375" indent="-228600" algn="l" rtl="0" eaLnBrk="1" fontAlgn="base" hangingPunct="1">
        <a:spcBef>
          <a:spcPct val="20000"/>
        </a:spcBef>
        <a:spcAft>
          <a:spcPct val="0"/>
        </a:spcAft>
        <a:buChar char="–"/>
        <a:defRPr sz="2000">
          <a:solidFill>
            <a:schemeClr val="tx1"/>
          </a:solidFill>
          <a:latin typeface="+mn-lt"/>
          <a:ea typeface="宋体" pitchFamily="2" charset="-122"/>
        </a:defRPr>
      </a:lvl4pPr>
      <a:lvl5pPr marL="2138680" indent="-228600" algn="l" rtl="0" eaLnBrk="1" fontAlgn="base" hangingPunct="1">
        <a:spcBef>
          <a:spcPct val="20000"/>
        </a:spcBef>
        <a:spcAft>
          <a:spcPct val="0"/>
        </a:spcAft>
        <a:buChar char="»"/>
        <a:defRPr sz="2000">
          <a:solidFill>
            <a:schemeClr val="tx1"/>
          </a:solidFill>
          <a:latin typeface="+mn-lt"/>
          <a:ea typeface="宋体" pitchFamily="2" charset="-122"/>
        </a:defRPr>
      </a:lvl5pPr>
      <a:lvl6pPr marL="2595880" indent="-228600" algn="l" rtl="0" eaLnBrk="1" fontAlgn="base" hangingPunct="1">
        <a:spcBef>
          <a:spcPct val="20000"/>
        </a:spcBef>
        <a:spcAft>
          <a:spcPct val="0"/>
        </a:spcAft>
        <a:buChar char="»"/>
        <a:defRPr sz="2000">
          <a:solidFill>
            <a:schemeClr val="tx1"/>
          </a:solidFill>
          <a:latin typeface="+mn-lt"/>
          <a:ea typeface="宋体" pitchFamily="2" charset="-122"/>
        </a:defRPr>
      </a:lvl6pPr>
      <a:lvl7pPr marL="3053080" indent="-228600" algn="l" rtl="0" eaLnBrk="1" fontAlgn="base" hangingPunct="1">
        <a:spcBef>
          <a:spcPct val="20000"/>
        </a:spcBef>
        <a:spcAft>
          <a:spcPct val="0"/>
        </a:spcAft>
        <a:buChar char="»"/>
        <a:defRPr sz="2000">
          <a:solidFill>
            <a:schemeClr val="tx1"/>
          </a:solidFill>
          <a:latin typeface="+mn-lt"/>
          <a:ea typeface="宋体" pitchFamily="2" charset="-122"/>
        </a:defRPr>
      </a:lvl7pPr>
      <a:lvl8pPr marL="3510280" indent="-228600" algn="l" rtl="0" eaLnBrk="1" fontAlgn="base" hangingPunct="1">
        <a:spcBef>
          <a:spcPct val="20000"/>
        </a:spcBef>
        <a:spcAft>
          <a:spcPct val="0"/>
        </a:spcAft>
        <a:buChar char="»"/>
        <a:defRPr sz="2000">
          <a:solidFill>
            <a:schemeClr val="tx1"/>
          </a:solidFill>
          <a:latin typeface="+mn-lt"/>
          <a:ea typeface="宋体" pitchFamily="2" charset="-122"/>
        </a:defRPr>
      </a:lvl8pPr>
      <a:lvl9pPr marL="3967480" indent="-228600" algn="l" rtl="0" eaLnBrk="1" fontAlgn="base" hangingPunct="1">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pic>
        <p:nvPicPr>
          <p:cNvPr id="1026" name="Picture 15" descr="10"/>
          <p:cNvPicPr>
            <a:picLocks noChangeAspect="1" noChangeArrowheads="1"/>
          </p:cNvPicPr>
          <p:nvPr/>
        </p:nvPicPr>
        <p:blipFill>
          <a:blip r:embed="rId14"/>
          <a:srcRect/>
          <a:stretch>
            <a:fillRect/>
          </a:stretch>
        </p:blipFill>
        <p:spPr bwMode="auto">
          <a:xfrm>
            <a:off x="6229350" y="3979863"/>
            <a:ext cx="2914650" cy="2878137"/>
          </a:xfrm>
          <a:prstGeom prst="rect">
            <a:avLst/>
          </a:prstGeom>
          <a:noFill/>
          <a:ln w="9525">
            <a:noFill/>
            <a:miter lim="800000"/>
            <a:headEnd/>
            <a:tailEnd/>
          </a:ln>
        </p:spPr>
      </p:pic>
      <p:sp>
        <p:nvSpPr>
          <p:cNvPr id="1027" name="Rectangle 2"/>
          <p:cNvSpPr>
            <a:spLocks noChangeArrowheads="1"/>
          </p:cNvSpPr>
          <p:nvPr/>
        </p:nvSpPr>
        <p:spPr bwMode="auto">
          <a:xfrm>
            <a:off x="287338" y="990600"/>
            <a:ext cx="4318000" cy="28575"/>
          </a:xfrm>
          <a:prstGeom prst="rect">
            <a:avLst/>
          </a:prstGeom>
          <a:gradFill rotWithShape="1">
            <a:gsLst>
              <a:gs pos="0">
                <a:srgbClr val="FFFFFF"/>
              </a:gs>
              <a:gs pos="100000">
                <a:srgbClr val="133984"/>
              </a:gs>
            </a:gsLst>
            <a:lin ang="0" scaled="1"/>
          </a:gradFill>
          <a:ln w="19050" algn="ctr">
            <a:noFill/>
            <a:miter lim="800000"/>
          </a:ln>
        </p:spPr>
        <p:txBody>
          <a:bodyPr wrap="none" anchor="ctr"/>
          <a:lstStyle/>
          <a:p>
            <a:endParaRPr lang="zh-CN" altLang="en-US"/>
          </a:p>
        </p:txBody>
      </p:sp>
      <p:sp>
        <p:nvSpPr>
          <p:cNvPr id="1028" name="Rectangle 3"/>
          <p:cNvSpPr>
            <a:spLocks noChangeArrowheads="1"/>
          </p:cNvSpPr>
          <p:nvPr/>
        </p:nvSpPr>
        <p:spPr bwMode="auto">
          <a:xfrm>
            <a:off x="4826000" y="6477000"/>
            <a:ext cx="4318000" cy="28575"/>
          </a:xfrm>
          <a:prstGeom prst="rect">
            <a:avLst/>
          </a:prstGeom>
          <a:gradFill rotWithShape="1">
            <a:gsLst>
              <a:gs pos="0">
                <a:srgbClr val="FFFFFF"/>
              </a:gs>
              <a:gs pos="100000">
                <a:srgbClr val="133984"/>
              </a:gs>
            </a:gsLst>
            <a:lin ang="0" scaled="1"/>
          </a:gradFill>
          <a:ln w="19050" algn="ctr">
            <a:noFill/>
            <a:miter lim="800000"/>
          </a:ln>
        </p:spPr>
        <p:txBody>
          <a:bodyPr wrap="none" anchor="ctr"/>
          <a:lstStyle/>
          <a:p>
            <a:endParaRPr lang="zh-CN" altLang="en-US"/>
          </a:p>
        </p:txBody>
      </p:sp>
      <p:sp>
        <p:nvSpPr>
          <p:cNvPr id="1029" name="Rectangle 4"/>
          <p:cNvSpPr>
            <a:spLocks noGrp="1" noChangeArrowheads="1"/>
          </p:cNvSpPr>
          <p:nvPr>
            <p:ph type="title"/>
          </p:nvPr>
        </p:nvSpPr>
        <p:spPr bwMode="auto">
          <a:xfrm>
            <a:off x="2438400" y="152400"/>
            <a:ext cx="6705600" cy="838200"/>
          </a:xfrm>
          <a:prstGeom prst="rect">
            <a:avLst/>
          </a:prstGeom>
          <a:noFill/>
          <a:ln w="9525" algn="ctr">
            <a:noFill/>
            <a:miter lim="800000"/>
          </a:ln>
        </p:spPr>
        <p:txBody>
          <a:bodyPr vert="horz" wrap="square" lIns="91440" tIns="54000" rIns="91440" bIns="45720" numCol="1" anchor="t" anchorCtr="1" compatLnSpc="1"/>
          <a:lstStyle/>
          <a:p>
            <a:pPr lvl="0"/>
            <a:r>
              <a:rPr lang="zh-CN" altLang="en-US"/>
              <a:t>单击此处编辑母版标题样式</a:t>
            </a:r>
            <a:endParaRPr lang="zh-CN" altLang="en-US"/>
          </a:p>
        </p:txBody>
      </p:sp>
      <p:sp>
        <p:nvSpPr>
          <p:cNvPr id="1030" name="Rectangle 5"/>
          <p:cNvSpPr>
            <a:spLocks noGrp="1" noChangeArrowheads="1"/>
          </p:cNvSpPr>
          <p:nvPr>
            <p:ph type="body" idx="1"/>
          </p:nvPr>
        </p:nvSpPr>
        <p:spPr bwMode="auto">
          <a:xfrm>
            <a:off x="490538" y="1411288"/>
            <a:ext cx="8229600" cy="5065712"/>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p:txBody>
      </p:sp>
      <p:pic>
        <p:nvPicPr>
          <p:cNvPr id="1031" name="Picture 10" descr="C:\Documents and Settings\Liujiayu\桌面\校徽.jpg"/>
          <p:cNvPicPr>
            <a:picLocks noChangeAspect="1" noChangeArrowheads="1"/>
          </p:cNvPicPr>
          <p:nvPr/>
        </p:nvPicPr>
        <p:blipFill>
          <a:blip r:embed="rId15"/>
          <a:srcRect/>
          <a:stretch>
            <a:fillRect/>
          </a:stretch>
        </p:blipFill>
        <p:spPr bwMode="auto">
          <a:xfrm>
            <a:off x="53975" y="7938"/>
            <a:ext cx="1011238" cy="101123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rtl="0" eaLnBrk="1" fontAlgn="base" hangingPunct="1">
        <a:spcBef>
          <a:spcPct val="0"/>
        </a:spcBef>
        <a:spcAft>
          <a:spcPct val="0"/>
        </a:spcAft>
        <a:defRPr sz="2800" b="1">
          <a:solidFill>
            <a:srgbClr val="133984"/>
          </a:solidFill>
          <a:latin typeface="+mj-lt"/>
          <a:ea typeface="+mj-ea"/>
          <a:cs typeface="+mj-cs"/>
        </a:defRPr>
      </a:lvl1pPr>
      <a:lvl2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2pPr>
      <a:lvl3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3pPr>
      <a:lvl4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4pPr>
      <a:lvl5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5pPr>
      <a:lvl6pPr marL="4572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6pPr>
      <a:lvl7pPr marL="9144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7pPr>
      <a:lvl8pPr marL="13716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8pPr>
      <a:lvl9pPr marL="18288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9pPr>
    </p:titleStyle>
    <p:bodyStyle>
      <a:lvl1pPr marL="449580" indent="-449580" algn="l" rtl="0" eaLnBrk="1" fontAlgn="base" hangingPunct="1">
        <a:lnSpc>
          <a:spcPct val="110000"/>
        </a:lnSpc>
        <a:spcBef>
          <a:spcPct val="20000"/>
        </a:spcBef>
        <a:spcAft>
          <a:spcPct val="0"/>
        </a:spcAft>
        <a:buSzPct val="120000"/>
        <a:buBlip>
          <a:blip r:embed="rId16"/>
        </a:buBlip>
        <a:defRPr sz="2800">
          <a:solidFill>
            <a:schemeClr val="tx1"/>
          </a:solidFill>
          <a:latin typeface="+mn-lt"/>
          <a:ea typeface="+mn-ea"/>
          <a:cs typeface="+mn-cs"/>
        </a:defRPr>
      </a:lvl1pPr>
      <a:lvl2pPr marL="914400" indent="-285750" algn="l" rtl="0" eaLnBrk="1" fontAlgn="base" hangingPunct="1">
        <a:lnSpc>
          <a:spcPct val="110000"/>
        </a:lnSpc>
        <a:spcBef>
          <a:spcPct val="20000"/>
        </a:spcBef>
        <a:spcAft>
          <a:spcPct val="0"/>
        </a:spcAft>
        <a:buClr>
          <a:srgbClr val="000066"/>
        </a:buClr>
        <a:buChar char="•"/>
        <a:defRPr sz="2400">
          <a:solidFill>
            <a:schemeClr val="tx1"/>
          </a:solidFill>
          <a:latin typeface="+mn-lt"/>
          <a:ea typeface="+mn-ea"/>
        </a:defRPr>
      </a:lvl2pPr>
      <a:lvl3pPr marL="1322705" indent="-228600" algn="l" rtl="0" eaLnBrk="1" fontAlgn="base" hangingPunct="1">
        <a:spcBef>
          <a:spcPct val="20000"/>
        </a:spcBef>
        <a:spcAft>
          <a:spcPct val="0"/>
        </a:spcAft>
        <a:buChar char="•"/>
        <a:defRPr sz="2400">
          <a:solidFill>
            <a:schemeClr val="tx1"/>
          </a:solidFill>
          <a:latin typeface="+mn-lt"/>
          <a:ea typeface="宋体" pitchFamily="2" charset="-122"/>
        </a:defRPr>
      </a:lvl3pPr>
      <a:lvl4pPr marL="1730375" indent="-228600" algn="l" rtl="0" eaLnBrk="1" fontAlgn="base" hangingPunct="1">
        <a:spcBef>
          <a:spcPct val="20000"/>
        </a:spcBef>
        <a:spcAft>
          <a:spcPct val="0"/>
        </a:spcAft>
        <a:buChar char="–"/>
        <a:defRPr sz="2000">
          <a:solidFill>
            <a:schemeClr val="tx1"/>
          </a:solidFill>
          <a:latin typeface="+mn-lt"/>
          <a:ea typeface="宋体" pitchFamily="2" charset="-122"/>
        </a:defRPr>
      </a:lvl4pPr>
      <a:lvl5pPr marL="2138680" indent="-228600" algn="l" rtl="0" eaLnBrk="1" fontAlgn="base" hangingPunct="1">
        <a:spcBef>
          <a:spcPct val="20000"/>
        </a:spcBef>
        <a:spcAft>
          <a:spcPct val="0"/>
        </a:spcAft>
        <a:buChar char="»"/>
        <a:defRPr sz="2000">
          <a:solidFill>
            <a:schemeClr val="tx1"/>
          </a:solidFill>
          <a:latin typeface="+mn-lt"/>
          <a:ea typeface="宋体" pitchFamily="2" charset="-122"/>
        </a:defRPr>
      </a:lvl5pPr>
      <a:lvl6pPr marL="2595880" indent="-228600" algn="l" rtl="0" eaLnBrk="1" fontAlgn="base" hangingPunct="1">
        <a:spcBef>
          <a:spcPct val="20000"/>
        </a:spcBef>
        <a:spcAft>
          <a:spcPct val="0"/>
        </a:spcAft>
        <a:buChar char="»"/>
        <a:defRPr sz="2000">
          <a:solidFill>
            <a:schemeClr val="tx1"/>
          </a:solidFill>
          <a:latin typeface="+mn-lt"/>
          <a:ea typeface="宋体" pitchFamily="2" charset="-122"/>
        </a:defRPr>
      </a:lvl6pPr>
      <a:lvl7pPr marL="3053080" indent="-228600" algn="l" rtl="0" eaLnBrk="1" fontAlgn="base" hangingPunct="1">
        <a:spcBef>
          <a:spcPct val="20000"/>
        </a:spcBef>
        <a:spcAft>
          <a:spcPct val="0"/>
        </a:spcAft>
        <a:buChar char="»"/>
        <a:defRPr sz="2000">
          <a:solidFill>
            <a:schemeClr val="tx1"/>
          </a:solidFill>
          <a:latin typeface="+mn-lt"/>
          <a:ea typeface="宋体" pitchFamily="2" charset="-122"/>
        </a:defRPr>
      </a:lvl7pPr>
      <a:lvl8pPr marL="3510280" indent="-228600" algn="l" rtl="0" eaLnBrk="1" fontAlgn="base" hangingPunct="1">
        <a:spcBef>
          <a:spcPct val="20000"/>
        </a:spcBef>
        <a:spcAft>
          <a:spcPct val="0"/>
        </a:spcAft>
        <a:buChar char="»"/>
        <a:defRPr sz="2000">
          <a:solidFill>
            <a:schemeClr val="tx1"/>
          </a:solidFill>
          <a:latin typeface="+mn-lt"/>
          <a:ea typeface="宋体" pitchFamily="2" charset="-122"/>
        </a:defRPr>
      </a:lvl8pPr>
      <a:lvl9pPr marL="3967480" indent="-228600" algn="l" rtl="0" eaLnBrk="1" fontAlgn="base" hangingPunct="1">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17.pn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48.xml"/><Relationship Id="rId2" Type="http://schemas.openxmlformats.org/officeDocument/2006/relationships/image" Target="../media/image17.png"/><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48.xml"/><Relationship Id="rId4" Type="http://schemas.openxmlformats.org/officeDocument/2006/relationships/image" Target="../media/image24.jpeg"/><Relationship Id="rId3" Type="http://schemas.openxmlformats.org/officeDocument/2006/relationships/hyperlink" Target="http://www.youtube.com/watch?v=8nrVlICgiYM" TargetMode="External"/><Relationship Id="rId2" Type="http://schemas.openxmlformats.org/officeDocument/2006/relationships/image" Target="../media/image17.png"/><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6.xml"/><Relationship Id="rId2" Type="http://schemas.openxmlformats.org/officeDocument/2006/relationships/image" Target="../media/image17.png"/><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6.xml"/><Relationship Id="rId2" Type="http://schemas.openxmlformats.org/officeDocument/2006/relationships/image" Target="../media/image17.png"/><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6.xml"/><Relationship Id="rId2" Type="http://schemas.openxmlformats.org/officeDocument/2006/relationships/image" Target="../media/image17.png"/><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36.xml"/><Relationship Id="rId3" Type="http://schemas.openxmlformats.org/officeDocument/2006/relationships/image" Target="../media/image30.png"/><Relationship Id="rId2" Type="http://schemas.openxmlformats.org/officeDocument/2006/relationships/image" Target="../media/image17.png"/><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6.xml"/><Relationship Id="rId2" Type="http://schemas.openxmlformats.org/officeDocument/2006/relationships/image" Target="../media/image17.png"/><Relationship Id="rId1" Type="http://schemas.openxmlformats.org/officeDocument/2006/relationships/image" Target="../media/image16.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36.xml"/><Relationship Id="rId3" Type="http://schemas.openxmlformats.org/officeDocument/2006/relationships/image" Target="../media/image31.png"/><Relationship Id="rId2" Type="http://schemas.openxmlformats.org/officeDocument/2006/relationships/image" Target="../media/image17.png"/><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36.xml"/><Relationship Id="rId2" Type="http://schemas.openxmlformats.org/officeDocument/2006/relationships/image" Target="../media/image17.png"/><Relationship Id="rId1" Type="http://schemas.openxmlformats.org/officeDocument/2006/relationships/image" Target="../media/image16.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36.xml"/><Relationship Id="rId2" Type="http://schemas.openxmlformats.org/officeDocument/2006/relationships/image" Target="../media/image17.png"/><Relationship Id="rId1" Type="http://schemas.openxmlformats.org/officeDocument/2006/relationships/image" Target="../media/image16.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36.xml"/><Relationship Id="rId3" Type="http://schemas.openxmlformats.org/officeDocument/2006/relationships/image" Target="../media/image32.png"/><Relationship Id="rId2" Type="http://schemas.openxmlformats.org/officeDocument/2006/relationships/image" Target="../media/image17.png"/><Relationship Id="rId1" Type="http://schemas.openxmlformats.org/officeDocument/2006/relationships/image" Target="../media/image16.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36.xml"/><Relationship Id="rId3" Type="http://schemas.openxmlformats.org/officeDocument/2006/relationships/image" Target="../media/image33.png"/><Relationship Id="rId2" Type="http://schemas.openxmlformats.org/officeDocument/2006/relationships/image" Target="../media/image17.png"/><Relationship Id="rId1" Type="http://schemas.openxmlformats.org/officeDocument/2006/relationships/image" Target="../media/image16.png"/></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36.xml"/><Relationship Id="rId5" Type="http://schemas.openxmlformats.org/officeDocument/2006/relationships/hyperlink" Target="https://hyperledger-fabric.readthedocs.io/" TargetMode="External"/><Relationship Id="rId4" Type="http://schemas.openxmlformats.org/officeDocument/2006/relationships/hyperlink" Target="https://github.com/hyperledger/fabric#releases" TargetMode="External"/><Relationship Id="rId3" Type="http://schemas.openxmlformats.org/officeDocument/2006/relationships/hyperlink" Target="https://www.hyperledger.org/projects/fabric" TargetMode="External"/><Relationship Id="rId2" Type="http://schemas.openxmlformats.org/officeDocument/2006/relationships/image" Target="../media/image17.png"/><Relationship Id="rId1" Type="http://schemas.openxmlformats.org/officeDocument/2006/relationships/image" Target="../media/image16.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www.coindesk.com/enterprise-blockchain-ready-go-live-2018/"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ecs-buy.aliyun.com/wizard?spm=5176.ecscore_server_list.0.0.11bd4df52J6hFy#/prepay/ap-southeast-1" TargetMode="External"/><Relationship Id="rId1" Type="http://schemas.openxmlformats.org/officeDocument/2006/relationships/hyperlink" Target="https://ecs-buy.aliyun.com/wizard?spm=5176.ecscore_server_list.0.0.4c8b4df5L771Xu#/spotPostpay/cn-zhangjiakou"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907704" y="1556792"/>
            <a:ext cx="4572000" cy="2771080"/>
          </a:xfrm>
          <a:prstGeom prst="rect">
            <a:avLst/>
          </a:prstGeom>
          <a:noFill/>
        </p:spPr>
        <p:txBody>
          <a:bodyPr wrap="square">
            <a:spAutoFit/>
          </a:bodyPr>
          <a:lstStyle/>
          <a:p>
            <a:pPr>
              <a:lnSpc>
                <a:spcPct val="150000"/>
              </a:lnSpc>
            </a:pPr>
            <a:r>
              <a:rPr lang="en-US" altLang="zh-CN" sz="4000" b="1" kern="100" dirty="0">
                <a:solidFill>
                  <a:schemeClr val="accent2"/>
                </a:solidFill>
                <a:effectLst/>
                <a:latin typeface="American Typewriter" panose="02090604020004020304" pitchFamily="18" charset="0"/>
                <a:ea typeface="+mn-ea"/>
              </a:rPr>
              <a:t>Enterprise Blockchains</a:t>
            </a:r>
            <a:endParaRPr lang="en-US" altLang="zh-CN" sz="4000" b="1" kern="100" dirty="0">
              <a:solidFill>
                <a:schemeClr val="accent2"/>
              </a:solidFill>
              <a:effectLst/>
              <a:latin typeface="American Typewriter" panose="02090604020004020304" pitchFamily="18" charset="0"/>
              <a:ea typeface="+mn-ea"/>
            </a:endParaRPr>
          </a:p>
          <a:p>
            <a:pPr>
              <a:lnSpc>
                <a:spcPct val="150000"/>
              </a:lnSpc>
            </a:pPr>
            <a:r>
              <a:rPr lang="en-US" altLang="zh-CN" sz="4000" b="1" kern="100" dirty="0">
                <a:solidFill>
                  <a:schemeClr val="accent2"/>
                </a:solidFill>
                <a:latin typeface="American Typewriter" panose="02090604020004020304" pitchFamily="18" charset="0"/>
                <a:ea typeface="+mn-ea"/>
              </a:rPr>
              <a:t>Hyperledger</a:t>
            </a:r>
            <a:endParaRPr lang="zh-CN" altLang="en-US" sz="4000" b="1" kern="100" dirty="0">
              <a:solidFill>
                <a:schemeClr val="accent2"/>
              </a:solidFill>
              <a:effectLst/>
              <a:latin typeface="American Typewriter" panose="02090604020004020304" pitchFamily="18" charset="0"/>
              <a:ea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11560" y="1196752"/>
            <a:ext cx="6408712" cy="3415030"/>
          </a:xfrm>
          <a:prstGeom prst="rect">
            <a:avLst/>
          </a:prstGeom>
          <a:noFill/>
        </p:spPr>
        <p:txBody>
          <a:bodyPr wrap="square">
            <a:spAutoFit/>
          </a:bodyPr>
          <a:lstStyle/>
          <a:p>
            <a:pPr marL="342900" lvl="0" indent="-342900" algn="just">
              <a:lnSpc>
                <a:spcPct val="150000"/>
              </a:lnSpc>
              <a:buFont typeface="+mj-lt"/>
              <a:buAutoNum type="arabicPeriod"/>
            </a:pPr>
            <a:r>
              <a:rPr lang="en-US" altLang="zh-CN" sz="3600" kern="100" dirty="0">
                <a:solidFill>
                  <a:srgbClr val="FF0000"/>
                </a:solidFill>
                <a:effectLst/>
                <a:latin typeface="Times" pitchFamily="2" charset="0"/>
                <a:ea typeface="+mn-ea"/>
              </a:rPr>
              <a:t>Enterprise Blockchain</a:t>
            </a:r>
            <a:endParaRPr lang="en-US" altLang="zh-CN" sz="3600" kern="100" dirty="0">
              <a:solidFill>
                <a:srgbClr val="FF0000"/>
              </a:solidFill>
              <a:effectLst/>
              <a:latin typeface="Times" pitchFamily="2" charset="0"/>
              <a:ea typeface="+mn-ea"/>
            </a:endParaRPr>
          </a:p>
          <a:p>
            <a:pPr marL="342900" lvl="0" indent="-342900" algn="just">
              <a:lnSpc>
                <a:spcPct val="150000"/>
              </a:lnSpc>
              <a:buFont typeface="+mj-lt"/>
              <a:buAutoNum type="arabicPeriod"/>
            </a:pPr>
            <a:endParaRPr lang="zh-CN" altLang="zh-CN" sz="3600" kern="100" dirty="0">
              <a:effectLst/>
              <a:latin typeface="Times" pitchFamily="2" charset="0"/>
              <a:ea typeface="+mn-ea"/>
            </a:endParaRPr>
          </a:p>
          <a:p>
            <a:pPr marL="342900" lvl="0" indent="-342900" algn="just">
              <a:lnSpc>
                <a:spcPct val="150000"/>
              </a:lnSpc>
              <a:buFont typeface="+mj-lt"/>
              <a:buAutoNum type="arabicPeriod"/>
            </a:pPr>
            <a:r>
              <a:rPr lang="en-US" altLang="zh-CN" sz="3600" kern="100" dirty="0">
                <a:effectLst/>
                <a:latin typeface="Times" pitchFamily="2" charset="0"/>
                <a:ea typeface="+mn-ea"/>
              </a:rPr>
              <a:t>Hyperledger Fabric</a:t>
            </a:r>
            <a:endParaRPr lang="en-US" altLang="zh-CN" sz="3600" kern="100" dirty="0">
              <a:effectLst/>
              <a:latin typeface="Times" pitchFamily="2" charset="0"/>
              <a:ea typeface="+mn-ea"/>
            </a:endParaRPr>
          </a:p>
          <a:p>
            <a:pPr marL="342900" lvl="0" indent="-342900" algn="just">
              <a:lnSpc>
                <a:spcPct val="150000"/>
              </a:lnSpc>
              <a:buFont typeface="+mj-lt"/>
              <a:buAutoNum type="arabicPeriod"/>
            </a:pPr>
            <a:endParaRPr lang="en-US" altLang="zh-CN" sz="3600" kern="100" dirty="0">
              <a:effectLst/>
              <a:latin typeface="Times" pitchFamily="2" charset="0"/>
              <a:ea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txBox="1"/>
          <p:nvPr/>
        </p:nvSpPr>
        <p:spPr>
          <a:xfrm>
            <a:off x="108585" y="40640"/>
            <a:ext cx="5118735" cy="945515"/>
          </a:xfrm>
          <a:prstGeom prst="rect">
            <a:avLst/>
          </a:prstGeom>
          <a:solidFill>
            <a:schemeClr val="bg1"/>
          </a:solidFill>
        </p:spPr>
        <p:txBody>
          <a:bodyPr vert="horz" wrap="square" lIns="0" tIns="12700" rIns="0" bIns="0" rtlCol="0" anchor="ctr" anchorCtr="0">
            <a:noAutofit/>
          </a:bodyPr>
          <a:lstStyle>
            <a:lvl1pPr algn="l" rtl="0" eaLnBrk="1" fontAlgn="base" hangingPunct="1">
              <a:spcBef>
                <a:spcPct val="0"/>
              </a:spcBef>
              <a:spcAft>
                <a:spcPct val="0"/>
              </a:spcAft>
              <a:defRPr sz="2800" b="1">
                <a:solidFill>
                  <a:srgbClr val="133984"/>
                </a:solidFill>
                <a:latin typeface="+mj-lt"/>
                <a:ea typeface="+mj-ea"/>
                <a:cs typeface="+mj-cs"/>
              </a:defRPr>
            </a:lvl1pPr>
            <a:lvl2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2pPr>
            <a:lvl3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3pPr>
            <a:lvl4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4pPr>
            <a:lvl5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5pPr>
            <a:lvl6pPr marL="4572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6pPr>
            <a:lvl7pPr marL="9144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7pPr>
            <a:lvl8pPr marL="13716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8pPr>
            <a:lvl9pPr marL="18288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9pPr>
          </a:lstStyle>
          <a:p>
            <a:pPr marL="12700">
              <a:spcBef>
                <a:spcPts val="100"/>
              </a:spcBef>
            </a:pPr>
            <a:r>
              <a:rPr lang="en-US" kern="0" spc="-25" dirty="0"/>
              <a:t>Why</a:t>
            </a:r>
            <a:r>
              <a:rPr lang="en-US" kern="0" spc="-40" dirty="0"/>
              <a:t> </a:t>
            </a:r>
            <a:r>
              <a:rPr lang="en-US" kern="0" spc="-10" dirty="0"/>
              <a:t>Enterprise</a:t>
            </a:r>
            <a:r>
              <a:rPr lang="en-US" kern="0" spc="-45" dirty="0"/>
              <a:t> </a:t>
            </a:r>
            <a:r>
              <a:rPr lang="en-US" kern="0" spc="-10" dirty="0"/>
              <a:t>Blockchain?</a:t>
            </a:r>
            <a:endParaRPr lang="en-US" kern="0" spc="-10" dirty="0"/>
          </a:p>
        </p:txBody>
      </p:sp>
      <p:pic>
        <p:nvPicPr>
          <p:cNvPr id="8" name="object 3"/>
          <p:cNvPicPr/>
          <p:nvPr/>
        </p:nvPicPr>
        <p:blipFill>
          <a:blip r:embed="rId1" cstate="print"/>
          <a:stretch>
            <a:fillRect/>
          </a:stretch>
        </p:blipFill>
        <p:spPr>
          <a:xfrm>
            <a:off x="1457410" y="2234497"/>
            <a:ext cx="2421467" cy="2218266"/>
          </a:xfrm>
          <a:prstGeom prst="rect">
            <a:avLst/>
          </a:prstGeom>
        </p:spPr>
      </p:pic>
      <p:pic>
        <p:nvPicPr>
          <p:cNvPr id="9" name="object 4"/>
          <p:cNvPicPr/>
          <p:nvPr/>
        </p:nvPicPr>
        <p:blipFill>
          <a:blip r:embed="rId2" cstate="print"/>
          <a:stretch>
            <a:fillRect/>
          </a:stretch>
        </p:blipFill>
        <p:spPr>
          <a:xfrm>
            <a:off x="4725545" y="2204864"/>
            <a:ext cx="2514600" cy="2277533"/>
          </a:xfrm>
          <a:prstGeom prst="rect">
            <a:avLst/>
          </a:prstGeom>
        </p:spPr>
      </p:pic>
      <p:sp>
        <p:nvSpPr>
          <p:cNvPr id="10" name="object 5"/>
          <p:cNvSpPr txBox="1"/>
          <p:nvPr/>
        </p:nvSpPr>
        <p:spPr>
          <a:xfrm>
            <a:off x="654666" y="1364475"/>
            <a:ext cx="6972300" cy="721360"/>
          </a:xfrm>
          <a:prstGeom prst="rect">
            <a:avLst/>
          </a:prstGeom>
        </p:spPr>
        <p:txBody>
          <a:bodyPr vert="horz" wrap="square" lIns="0" tIns="53340" rIns="0" bIns="0" rtlCol="0">
            <a:spAutoFit/>
          </a:bodyPr>
          <a:lstStyle/>
          <a:p>
            <a:pPr marL="241300" marR="5080" indent="-228600" algn="l">
              <a:lnSpc>
                <a:spcPts val="2600"/>
              </a:lnSpc>
              <a:spcBef>
                <a:spcPts val="420"/>
              </a:spcBef>
              <a:buFont typeface="Arial MT"/>
              <a:buChar char="•"/>
              <a:tabLst>
                <a:tab pos="241300" algn="l"/>
              </a:tabLst>
            </a:pPr>
            <a:r>
              <a:rPr sz="2400" spc="-5" dirty="0">
                <a:solidFill>
                  <a:srgbClr val="262626"/>
                </a:solidFill>
                <a:latin typeface="Calibri"/>
                <a:cs typeface="Calibri"/>
              </a:rPr>
              <a:t>Suppose Bob </a:t>
            </a:r>
            <a:r>
              <a:rPr sz="2400" dirty="0">
                <a:solidFill>
                  <a:srgbClr val="262626"/>
                </a:solidFill>
                <a:latin typeface="Calibri"/>
                <a:cs typeface="Calibri"/>
              </a:rPr>
              <a:t>had a </a:t>
            </a:r>
            <a:r>
              <a:rPr sz="2400" spc="-5" dirty="0">
                <a:solidFill>
                  <a:srgbClr val="262626"/>
                </a:solidFill>
                <a:latin typeface="Calibri"/>
                <a:cs typeface="Calibri"/>
              </a:rPr>
              <a:t>special </a:t>
            </a:r>
            <a:r>
              <a:rPr sz="2400" dirty="0">
                <a:solidFill>
                  <a:srgbClr val="262626"/>
                </a:solidFill>
                <a:latin typeface="Calibri"/>
                <a:cs typeface="Calibri"/>
              </a:rPr>
              <a:t>deal </a:t>
            </a:r>
            <a:r>
              <a:rPr sz="2400" spc="-5" dirty="0">
                <a:solidFill>
                  <a:srgbClr val="262626"/>
                </a:solidFill>
                <a:latin typeface="Calibri"/>
                <a:cs typeface="Calibri"/>
              </a:rPr>
              <a:t>with Alice </a:t>
            </a:r>
            <a:r>
              <a:rPr sz="2400" spc="-15" dirty="0">
                <a:solidFill>
                  <a:srgbClr val="262626"/>
                </a:solidFill>
                <a:latin typeface="Calibri"/>
                <a:cs typeface="Calibri"/>
              </a:rPr>
              <a:t>to </a:t>
            </a:r>
            <a:r>
              <a:rPr sz="2400" dirty="0">
                <a:solidFill>
                  <a:srgbClr val="262626"/>
                </a:solidFill>
                <a:latin typeface="Calibri"/>
                <a:cs typeface="Calibri"/>
              </a:rPr>
              <a:t>buy </a:t>
            </a:r>
            <a:r>
              <a:rPr sz="2400" spc="-10" dirty="0">
                <a:solidFill>
                  <a:srgbClr val="262626"/>
                </a:solidFill>
                <a:latin typeface="Calibri"/>
                <a:cs typeface="Calibri"/>
              </a:rPr>
              <a:t>swiss </a:t>
            </a:r>
            <a:r>
              <a:rPr sz="2400" spc="-530" dirty="0">
                <a:solidFill>
                  <a:srgbClr val="262626"/>
                </a:solidFill>
                <a:latin typeface="Calibri"/>
                <a:cs typeface="Calibri"/>
              </a:rPr>
              <a:t> </a:t>
            </a:r>
            <a:r>
              <a:rPr sz="2400" spc="-10" dirty="0">
                <a:solidFill>
                  <a:srgbClr val="262626"/>
                </a:solidFill>
                <a:latin typeface="Calibri"/>
                <a:cs typeface="Calibri"/>
              </a:rPr>
              <a:t>chocolates</a:t>
            </a:r>
            <a:endParaRPr sz="2400" dirty="0">
              <a:latin typeface="Calibri"/>
              <a:cs typeface="Calibri"/>
            </a:endParaRPr>
          </a:p>
        </p:txBody>
      </p:sp>
      <p:sp>
        <p:nvSpPr>
          <p:cNvPr id="11" name="object 6"/>
          <p:cNvSpPr txBox="1"/>
          <p:nvPr/>
        </p:nvSpPr>
        <p:spPr>
          <a:xfrm>
            <a:off x="669925" y="4859020"/>
            <a:ext cx="7903210" cy="1341120"/>
          </a:xfrm>
          <a:prstGeom prst="rect">
            <a:avLst/>
          </a:prstGeom>
          <a:solidFill>
            <a:schemeClr val="bg1"/>
          </a:solidFill>
        </p:spPr>
        <p:txBody>
          <a:bodyPr vert="horz" wrap="square" lIns="0" tIns="12700" rIns="0" bIns="0" rtlCol="0">
            <a:noAutofit/>
          </a:bodyPr>
          <a:lstStyle/>
          <a:p>
            <a:pPr marL="262255" indent="-229235">
              <a:lnSpc>
                <a:spcPct val="100000"/>
              </a:lnSpc>
              <a:spcBef>
                <a:spcPts val="100"/>
              </a:spcBef>
              <a:buFont typeface="Arial MT"/>
              <a:buChar char="•"/>
              <a:tabLst>
                <a:tab pos="262890" algn="l"/>
              </a:tabLst>
            </a:pPr>
            <a:r>
              <a:rPr sz="2400" spc="-10" dirty="0">
                <a:solidFill>
                  <a:srgbClr val="262626"/>
                </a:solidFill>
                <a:latin typeface="Calibri"/>
                <a:cs typeface="Calibri"/>
              </a:rPr>
              <a:t>However</a:t>
            </a:r>
            <a:r>
              <a:rPr sz="2400" spc="-50" dirty="0">
                <a:solidFill>
                  <a:srgbClr val="262626"/>
                </a:solidFill>
                <a:latin typeface="Calibri"/>
                <a:cs typeface="Calibri"/>
              </a:rPr>
              <a:t> </a:t>
            </a:r>
            <a:r>
              <a:rPr sz="2400" dirty="0">
                <a:solidFill>
                  <a:srgbClr val="262626"/>
                </a:solidFill>
                <a:latin typeface="Calibri"/>
                <a:cs typeface="Calibri"/>
              </a:rPr>
              <a:t>…</a:t>
            </a:r>
            <a:endParaRPr sz="2400">
              <a:latin typeface="Calibri"/>
              <a:cs typeface="Calibri"/>
            </a:endParaRPr>
          </a:p>
          <a:p>
            <a:pPr marL="12700">
              <a:lnSpc>
                <a:spcPct val="100000"/>
              </a:lnSpc>
              <a:spcBef>
                <a:spcPts val="2385"/>
              </a:spcBef>
            </a:pPr>
            <a:r>
              <a:rPr sz="1200" spc="-5" dirty="0">
                <a:solidFill>
                  <a:srgbClr val="898989"/>
                </a:solidFill>
                <a:latin typeface="Calibri"/>
                <a:cs typeface="Calibri"/>
              </a:rPr>
              <a:t>Example</a:t>
            </a:r>
            <a:r>
              <a:rPr sz="1200" spc="5" dirty="0">
                <a:solidFill>
                  <a:srgbClr val="898989"/>
                </a:solidFill>
                <a:latin typeface="Calibri"/>
                <a:cs typeface="Calibri"/>
              </a:rPr>
              <a:t> </a:t>
            </a:r>
            <a:r>
              <a:rPr sz="1200" spc="-5" dirty="0">
                <a:solidFill>
                  <a:srgbClr val="898989"/>
                </a:solidFill>
                <a:latin typeface="Calibri"/>
                <a:cs typeface="Calibri"/>
              </a:rPr>
              <a:t>Source:</a:t>
            </a:r>
            <a:r>
              <a:rPr sz="1200" spc="10" dirty="0">
                <a:solidFill>
                  <a:srgbClr val="898989"/>
                </a:solidFill>
                <a:latin typeface="Calibri"/>
                <a:cs typeface="Calibri"/>
              </a:rPr>
              <a:t> </a:t>
            </a:r>
            <a:r>
              <a:rPr sz="1200" spc="-10" dirty="0">
                <a:solidFill>
                  <a:srgbClr val="898989"/>
                </a:solidFill>
                <a:latin typeface="Calibri"/>
                <a:cs typeface="Calibri"/>
              </a:rPr>
              <a:t>edureka</a:t>
            </a:r>
            <a:r>
              <a:rPr sz="1200" spc="5" dirty="0">
                <a:solidFill>
                  <a:srgbClr val="898989"/>
                </a:solidFill>
                <a:latin typeface="Calibri"/>
                <a:cs typeface="Calibri"/>
              </a:rPr>
              <a:t> </a:t>
            </a:r>
            <a:r>
              <a:rPr sz="1200" spc="-5" dirty="0">
                <a:solidFill>
                  <a:srgbClr val="898989"/>
                </a:solidFill>
                <a:latin typeface="Calibri"/>
                <a:cs typeface="Calibri"/>
              </a:rPr>
              <a:t>blog</a:t>
            </a:r>
            <a:r>
              <a:rPr sz="1200" spc="5" dirty="0">
                <a:solidFill>
                  <a:srgbClr val="898989"/>
                </a:solidFill>
                <a:latin typeface="Calibri"/>
                <a:cs typeface="Calibri"/>
              </a:rPr>
              <a:t> </a:t>
            </a:r>
            <a:r>
              <a:rPr sz="1200" spc="-5" dirty="0">
                <a:solidFill>
                  <a:srgbClr val="898989"/>
                </a:solidFill>
                <a:latin typeface="Calibri"/>
                <a:cs typeface="Calibri"/>
              </a:rPr>
              <a:t>“What</a:t>
            </a:r>
            <a:r>
              <a:rPr sz="1200" spc="5" dirty="0">
                <a:solidFill>
                  <a:srgbClr val="898989"/>
                </a:solidFill>
                <a:latin typeface="Calibri"/>
                <a:cs typeface="Calibri"/>
              </a:rPr>
              <a:t> </a:t>
            </a:r>
            <a:r>
              <a:rPr sz="1200" spc="-5" dirty="0">
                <a:solidFill>
                  <a:srgbClr val="898989"/>
                </a:solidFill>
                <a:latin typeface="Calibri"/>
                <a:cs typeface="Calibri"/>
              </a:rPr>
              <a:t>is</a:t>
            </a:r>
            <a:r>
              <a:rPr sz="1200" spc="10" dirty="0">
                <a:solidFill>
                  <a:srgbClr val="898989"/>
                </a:solidFill>
                <a:latin typeface="Calibri"/>
                <a:cs typeface="Calibri"/>
              </a:rPr>
              <a:t> </a:t>
            </a:r>
            <a:r>
              <a:rPr sz="1200" spc="-10" dirty="0">
                <a:solidFill>
                  <a:srgbClr val="898989"/>
                </a:solidFill>
                <a:latin typeface="Calibri"/>
                <a:cs typeface="Calibri"/>
              </a:rPr>
              <a:t>Hyperledger</a:t>
            </a:r>
            <a:r>
              <a:rPr sz="1200" spc="5" dirty="0">
                <a:solidFill>
                  <a:srgbClr val="898989"/>
                </a:solidFill>
                <a:latin typeface="Calibri"/>
                <a:cs typeface="Calibri"/>
              </a:rPr>
              <a:t> </a:t>
            </a:r>
            <a:r>
              <a:rPr sz="1200" dirty="0">
                <a:solidFill>
                  <a:srgbClr val="898989"/>
                </a:solidFill>
                <a:latin typeface="Calibri"/>
                <a:cs typeface="Calibri"/>
              </a:rPr>
              <a:t>–</a:t>
            </a:r>
            <a:r>
              <a:rPr sz="1200" spc="10" dirty="0">
                <a:solidFill>
                  <a:srgbClr val="898989"/>
                </a:solidFill>
                <a:latin typeface="Calibri"/>
                <a:cs typeface="Calibri"/>
              </a:rPr>
              <a:t> </a:t>
            </a:r>
            <a:r>
              <a:rPr sz="1200" dirty="0">
                <a:solidFill>
                  <a:srgbClr val="898989"/>
                </a:solidFill>
                <a:latin typeface="Calibri"/>
                <a:cs typeface="Calibri"/>
              </a:rPr>
              <a:t>An </a:t>
            </a:r>
            <a:r>
              <a:rPr sz="1200" spc="-10" dirty="0">
                <a:solidFill>
                  <a:srgbClr val="898989"/>
                </a:solidFill>
                <a:latin typeface="Calibri"/>
                <a:cs typeface="Calibri"/>
              </a:rPr>
              <a:t>Industrial</a:t>
            </a:r>
            <a:r>
              <a:rPr sz="1200" spc="5" dirty="0">
                <a:solidFill>
                  <a:srgbClr val="898989"/>
                </a:solidFill>
                <a:latin typeface="Calibri"/>
                <a:cs typeface="Calibri"/>
              </a:rPr>
              <a:t> </a:t>
            </a:r>
            <a:r>
              <a:rPr sz="1200" spc="-10" dirty="0">
                <a:solidFill>
                  <a:srgbClr val="898989"/>
                </a:solidFill>
                <a:latin typeface="Calibri"/>
                <a:cs typeface="Calibri"/>
              </a:rPr>
              <a:t>Approach</a:t>
            </a:r>
            <a:r>
              <a:rPr sz="1200" dirty="0">
                <a:solidFill>
                  <a:srgbClr val="898989"/>
                </a:solidFill>
                <a:latin typeface="Calibri"/>
                <a:cs typeface="Calibri"/>
              </a:rPr>
              <a:t> </a:t>
            </a:r>
            <a:r>
              <a:rPr sz="1200" spc="-10" dirty="0">
                <a:solidFill>
                  <a:srgbClr val="898989"/>
                </a:solidFill>
                <a:latin typeface="Calibri"/>
                <a:cs typeface="Calibri"/>
              </a:rPr>
              <a:t>to</a:t>
            </a:r>
            <a:r>
              <a:rPr sz="1200" spc="5" dirty="0">
                <a:solidFill>
                  <a:srgbClr val="898989"/>
                </a:solidFill>
                <a:latin typeface="Calibri"/>
                <a:cs typeface="Calibri"/>
              </a:rPr>
              <a:t> </a:t>
            </a:r>
            <a:r>
              <a:rPr sz="1200" spc="-5" dirty="0">
                <a:solidFill>
                  <a:srgbClr val="898989"/>
                </a:solidFill>
                <a:latin typeface="Calibri"/>
                <a:cs typeface="Calibri"/>
              </a:rPr>
              <a:t>Blockchain”</a:t>
            </a:r>
            <a:endParaRPr sz="12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p:cNvSpPr txBox="1"/>
          <p:nvPr/>
        </p:nvSpPr>
        <p:spPr>
          <a:xfrm>
            <a:off x="107315" y="45085"/>
            <a:ext cx="5118735" cy="920750"/>
          </a:xfrm>
          <a:prstGeom prst="rect">
            <a:avLst/>
          </a:prstGeom>
          <a:solidFill>
            <a:schemeClr val="bg1"/>
          </a:solidFill>
        </p:spPr>
        <p:txBody>
          <a:bodyPr vert="horz" wrap="square" lIns="0" tIns="12700" rIns="0" bIns="0" rtlCol="0" anchor="ctr" anchorCtr="0">
            <a:noAutofit/>
          </a:bodyPr>
          <a:lstStyle>
            <a:lvl1pPr algn="l" rtl="0" eaLnBrk="1" fontAlgn="base" hangingPunct="1">
              <a:spcBef>
                <a:spcPct val="0"/>
              </a:spcBef>
              <a:spcAft>
                <a:spcPct val="0"/>
              </a:spcAft>
              <a:defRPr sz="2800" b="1">
                <a:solidFill>
                  <a:srgbClr val="133984"/>
                </a:solidFill>
                <a:latin typeface="+mj-lt"/>
                <a:ea typeface="+mj-ea"/>
                <a:cs typeface="+mj-cs"/>
              </a:defRPr>
            </a:lvl1pPr>
            <a:lvl2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2pPr>
            <a:lvl3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3pPr>
            <a:lvl4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4pPr>
            <a:lvl5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5pPr>
            <a:lvl6pPr marL="4572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6pPr>
            <a:lvl7pPr marL="9144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7pPr>
            <a:lvl8pPr marL="13716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8pPr>
            <a:lvl9pPr marL="18288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9pPr>
          </a:lstStyle>
          <a:p>
            <a:pPr marL="12700">
              <a:spcBef>
                <a:spcPts val="100"/>
              </a:spcBef>
            </a:pPr>
            <a:r>
              <a:rPr lang="en-US" kern="0" spc="-25" dirty="0"/>
              <a:t>Why</a:t>
            </a:r>
            <a:r>
              <a:rPr lang="en-US" kern="0" spc="-40" dirty="0"/>
              <a:t> </a:t>
            </a:r>
            <a:r>
              <a:rPr lang="en-US" kern="0" spc="-10" dirty="0"/>
              <a:t>Enterprise</a:t>
            </a:r>
            <a:r>
              <a:rPr lang="en-US" kern="0" spc="-45" dirty="0"/>
              <a:t> </a:t>
            </a:r>
            <a:r>
              <a:rPr lang="en-US" kern="0" spc="-10" dirty="0"/>
              <a:t>Blockchain?</a:t>
            </a:r>
            <a:endParaRPr lang="en-US" kern="0" spc="-10" dirty="0"/>
          </a:p>
        </p:txBody>
      </p:sp>
      <p:sp>
        <p:nvSpPr>
          <p:cNvPr id="7" name="object 3"/>
          <p:cNvSpPr txBox="1"/>
          <p:nvPr/>
        </p:nvSpPr>
        <p:spPr>
          <a:xfrm>
            <a:off x="707390" y="1484784"/>
            <a:ext cx="7169150" cy="721360"/>
          </a:xfrm>
          <a:prstGeom prst="rect">
            <a:avLst/>
          </a:prstGeom>
        </p:spPr>
        <p:txBody>
          <a:bodyPr vert="horz" wrap="square" lIns="0" tIns="53340" rIns="0" bIns="0" rtlCol="0">
            <a:spAutoFit/>
          </a:bodyPr>
          <a:lstStyle/>
          <a:p>
            <a:pPr marL="241300" marR="5080" indent="-228600" algn="l">
              <a:lnSpc>
                <a:spcPts val="2600"/>
              </a:lnSpc>
              <a:spcBef>
                <a:spcPts val="420"/>
              </a:spcBef>
              <a:buFont typeface="Arial MT"/>
              <a:buChar char="•"/>
              <a:tabLst>
                <a:tab pos="241300" algn="l"/>
              </a:tabLst>
            </a:pPr>
            <a:r>
              <a:rPr sz="2400" spc="-5" dirty="0">
                <a:solidFill>
                  <a:srgbClr val="262626"/>
                </a:solidFill>
                <a:latin typeface="Calibri"/>
                <a:cs typeface="Calibri"/>
              </a:rPr>
              <a:t>Alice </a:t>
            </a:r>
            <a:r>
              <a:rPr sz="2400" spc="-15" dirty="0">
                <a:solidFill>
                  <a:srgbClr val="262626"/>
                </a:solidFill>
                <a:latin typeface="Calibri"/>
                <a:cs typeface="Calibri"/>
              </a:rPr>
              <a:t>wants to </a:t>
            </a:r>
            <a:r>
              <a:rPr sz="2400" spc="-5" dirty="0">
                <a:solidFill>
                  <a:srgbClr val="262626"/>
                </a:solidFill>
                <a:latin typeface="Calibri"/>
                <a:cs typeface="Calibri"/>
              </a:rPr>
              <a:t>sell </a:t>
            </a:r>
            <a:r>
              <a:rPr sz="2400" dirty="0">
                <a:solidFill>
                  <a:srgbClr val="262626"/>
                </a:solidFill>
                <a:latin typeface="Calibri"/>
                <a:cs typeface="Calibri"/>
              </a:rPr>
              <a:t>her </a:t>
            </a:r>
            <a:r>
              <a:rPr sz="2400" spc="-10" dirty="0">
                <a:solidFill>
                  <a:srgbClr val="262626"/>
                </a:solidFill>
                <a:latin typeface="Calibri"/>
                <a:cs typeface="Calibri"/>
              </a:rPr>
              <a:t>products </a:t>
            </a:r>
            <a:r>
              <a:rPr sz="2400" spc="-15" dirty="0">
                <a:solidFill>
                  <a:srgbClr val="262626"/>
                </a:solidFill>
                <a:latin typeface="Calibri"/>
                <a:cs typeface="Calibri"/>
              </a:rPr>
              <a:t>to </a:t>
            </a:r>
            <a:r>
              <a:rPr sz="2400" dirty="0">
                <a:solidFill>
                  <a:srgbClr val="262626"/>
                </a:solidFill>
                <a:latin typeface="Calibri"/>
                <a:cs typeface="Calibri"/>
              </a:rPr>
              <a:t>a number </a:t>
            </a:r>
            <a:r>
              <a:rPr sz="2400" spc="-5" dirty="0">
                <a:solidFill>
                  <a:srgbClr val="262626"/>
                </a:solidFill>
                <a:latin typeface="Calibri"/>
                <a:cs typeface="Calibri"/>
              </a:rPr>
              <a:t>of </a:t>
            </a:r>
            <a:r>
              <a:rPr sz="2400" spc="-15" dirty="0">
                <a:solidFill>
                  <a:srgbClr val="262626"/>
                </a:solidFill>
                <a:latin typeface="Calibri"/>
                <a:cs typeface="Calibri"/>
              </a:rPr>
              <a:t>different </a:t>
            </a:r>
            <a:r>
              <a:rPr sz="2400" spc="-530" dirty="0">
                <a:solidFill>
                  <a:srgbClr val="262626"/>
                </a:solidFill>
                <a:latin typeface="Calibri"/>
                <a:cs typeface="Calibri"/>
              </a:rPr>
              <a:t> </a:t>
            </a:r>
            <a:r>
              <a:rPr sz="2400" spc="-15" dirty="0">
                <a:solidFill>
                  <a:srgbClr val="262626"/>
                </a:solidFill>
                <a:latin typeface="Calibri"/>
                <a:cs typeface="Calibri"/>
              </a:rPr>
              <a:t>markets at</a:t>
            </a:r>
            <a:r>
              <a:rPr sz="2400" spc="-10" dirty="0">
                <a:solidFill>
                  <a:srgbClr val="262626"/>
                </a:solidFill>
                <a:latin typeface="Calibri"/>
                <a:cs typeface="Calibri"/>
              </a:rPr>
              <a:t> </a:t>
            </a:r>
            <a:r>
              <a:rPr sz="2400" spc="-15" dirty="0">
                <a:solidFill>
                  <a:srgbClr val="262626"/>
                </a:solidFill>
                <a:latin typeface="Calibri"/>
                <a:cs typeface="Calibri"/>
              </a:rPr>
              <a:t>standard</a:t>
            </a:r>
            <a:r>
              <a:rPr lang="en-US" sz="2400" spc="-15" dirty="0">
                <a:solidFill>
                  <a:srgbClr val="262626"/>
                </a:solidFill>
                <a:latin typeface="Calibri"/>
                <a:cs typeface="Calibri"/>
              </a:rPr>
              <a:t>/different</a:t>
            </a:r>
            <a:r>
              <a:rPr sz="2400" spc="-5" dirty="0">
                <a:solidFill>
                  <a:srgbClr val="262626"/>
                </a:solidFill>
                <a:latin typeface="Calibri"/>
                <a:cs typeface="Calibri"/>
              </a:rPr>
              <a:t> </a:t>
            </a:r>
            <a:r>
              <a:rPr sz="2400" spc="-20" dirty="0">
                <a:solidFill>
                  <a:srgbClr val="262626"/>
                </a:solidFill>
                <a:latin typeface="Calibri"/>
                <a:cs typeface="Calibri"/>
              </a:rPr>
              <a:t>rates</a:t>
            </a:r>
            <a:endParaRPr sz="2400" dirty="0">
              <a:latin typeface="Calibri"/>
              <a:cs typeface="Calibri"/>
            </a:endParaRPr>
          </a:p>
        </p:txBody>
      </p:sp>
      <p:pic>
        <p:nvPicPr>
          <p:cNvPr id="8" name="object 4"/>
          <p:cNvPicPr/>
          <p:nvPr/>
        </p:nvPicPr>
        <p:blipFill>
          <a:blip r:embed="rId1" cstate="print"/>
          <a:stretch>
            <a:fillRect/>
          </a:stretch>
        </p:blipFill>
        <p:spPr>
          <a:xfrm>
            <a:off x="1854200" y="2505018"/>
            <a:ext cx="5164666" cy="31411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
          <p:cNvSpPr txBox="1"/>
          <p:nvPr/>
        </p:nvSpPr>
        <p:spPr>
          <a:xfrm>
            <a:off x="514865" y="1484784"/>
            <a:ext cx="7889240" cy="1051560"/>
          </a:xfrm>
          <a:prstGeom prst="rect">
            <a:avLst/>
          </a:prstGeom>
        </p:spPr>
        <p:txBody>
          <a:bodyPr vert="horz" wrap="square" lIns="0" tIns="53340" rIns="0" bIns="0" rtlCol="0">
            <a:spAutoFit/>
          </a:bodyPr>
          <a:lstStyle/>
          <a:p>
            <a:pPr marL="241300" marR="5080" indent="-228600" algn="l">
              <a:lnSpc>
                <a:spcPts val="2600"/>
              </a:lnSpc>
              <a:spcBef>
                <a:spcPts val="420"/>
              </a:spcBef>
              <a:buFont typeface="Arial MT"/>
              <a:buChar char="•"/>
              <a:tabLst>
                <a:tab pos="241300" algn="l"/>
              </a:tabLst>
            </a:pPr>
            <a:r>
              <a:rPr sz="2400" dirty="0">
                <a:solidFill>
                  <a:srgbClr val="262626"/>
                </a:solidFill>
                <a:latin typeface="Calibri"/>
                <a:cs typeface="Calibri"/>
              </a:rPr>
              <a:t>a </a:t>
            </a:r>
            <a:r>
              <a:rPr sz="2400" spc="-5" dirty="0">
                <a:solidFill>
                  <a:srgbClr val="262626"/>
                </a:solidFill>
                <a:latin typeface="Calibri"/>
                <a:cs typeface="Calibri"/>
              </a:rPr>
              <a:t>lot of </a:t>
            </a:r>
            <a:r>
              <a:rPr sz="2400" spc="-10" dirty="0">
                <a:solidFill>
                  <a:srgbClr val="262626"/>
                </a:solidFill>
                <a:latin typeface="Calibri"/>
                <a:cs typeface="Calibri"/>
              </a:rPr>
              <a:t>third </a:t>
            </a:r>
            <a:r>
              <a:rPr sz="2400" spc="-5" dirty="0">
                <a:solidFill>
                  <a:srgbClr val="262626"/>
                </a:solidFill>
                <a:latin typeface="Calibri"/>
                <a:cs typeface="Calibri"/>
              </a:rPr>
              <a:t>parties </a:t>
            </a:r>
            <a:r>
              <a:rPr sz="2400" spc="-15" dirty="0">
                <a:solidFill>
                  <a:srgbClr val="262626"/>
                </a:solidFill>
                <a:latin typeface="Calibri"/>
                <a:cs typeface="Calibri"/>
              </a:rPr>
              <a:t>are </a:t>
            </a:r>
            <a:r>
              <a:rPr sz="2400" spc="-10" dirty="0">
                <a:solidFill>
                  <a:srgbClr val="262626"/>
                </a:solidFill>
                <a:latin typeface="Calibri"/>
                <a:cs typeface="Calibri"/>
              </a:rPr>
              <a:t>required </a:t>
            </a:r>
            <a:r>
              <a:rPr sz="2400" spc="-15" dirty="0">
                <a:solidFill>
                  <a:srgbClr val="262626"/>
                </a:solidFill>
                <a:latin typeface="Calibri"/>
                <a:cs typeface="Calibri"/>
              </a:rPr>
              <a:t>to </a:t>
            </a:r>
            <a:r>
              <a:rPr sz="2400" spc="-10" dirty="0">
                <a:solidFill>
                  <a:srgbClr val="262626"/>
                </a:solidFill>
                <a:latin typeface="Calibri"/>
                <a:cs typeface="Calibri"/>
              </a:rPr>
              <a:t>complete </a:t>
            </a:r>
            <a:r>
              <a:rPr sz="2400" spc="-5" dirty="0">
                <a:solidFill>
                  <a:srgbClr val="262626"/>
                </a:solidFill>
                <a:latin typeface="Calibri"/>
                <a:cs typeface="Calibri"/>
              </a:rPr>
              <a:t>the </a:t>
            </a:r>
            <a:r>
              <a:rPr sz="2400" spc="-10" dirty="0">
                <a:solidFill>
                  <a:srgbClr val="262626"/>
                </a:solidFill>
                <a:latin typeface="Calibri"/>
                <a:cs typeface="Calibri"/>
              </a:rPr>
              <a:t>transaction, </a:t>
            </a:r>
            <a:r>
              <a:rPr sz="2400" spc="-530" dirty="0">
                <a:solidFill>
                  <a:srgbClr val="262626"/>
                </a:solidFill>
                <a:latin typeface="Calibri"/>
                <a:cs typeface="Calibri"/>
              </a:rPr>
              <a:t> </a:t>
            </a:r>
            <a:r>
              <a:rPr sz="2400" dirty="0">
                <a:solidFill>
                  <a:srgbClr val="262626"/>
                </a:solidFill>
                <a:latin typeface="Calibri"/>
                <a:cs typeface="Calibri"/>
              </a:rPr>
              <a:t>but </a:t>
            </a:r>
            <a:r>
              <a:rPr sz="2400" spc="-5" dirty="0">
                <a:solidFill>
                  <a:srgbClr val="262626"/>
                </a:solidFill>
                <a:latin typeface="Calibri"/>
                <a:cs typeface="Calibri"/>
              </a:rPr>
              <a:t>they </a:t>
            </a:r>
            <a:r>
              <a:rPr sz="2400" dirty="0">
                <a:solidFill>
                  <a:srgbClr val="262626"/>
                </a:solidFill>
                <a:latin typeface="Calibri"/>
                <a:cs typeface="Calibri"/>
              </a:rPr>
              <a:t>do </a:t>
            </a:r>
            <a:r>
              <a:rPr sz="2400" spc="-5" dirty="0">
                <a:solidFill>
                  <a:srgbClr val="262626"/>
                </a:solidFill>
                <a:latin typeface="Calibri"/>
                <a:cs typeface="Calibri"/>
              </a:rPr>
              <a:t>not </a:t>
            </a:r>
            <a:r>
              <a:rPr sz="2400" dirty="0">
                <a:solidFill>
                  <a:srgbClr val="262626"/>
                </a:solidFill>
                <a:latin typeface="Calibri"/>
                <a:cs typeface="Calibri"/>
              </a:rPr>
              <a:t>need </a:t>
            </a:r>
            <a:r>
              <a:rPr sz="2400" spc="-15" dirty="0">
                <a:solidFill>
                  <a:srgbClr val="262626"/>
                </a:solidFill>
                <a:latin typeface="Calibri"/>
                <a:cs typeface="Calibri"/>
              </a:rPr>
              <a:t>to </a:t>
            </a:r>
            <a:r>
              <a:rPr sz="2400" spc="-5" dirty="0">
                <a:solidFill>
                  <a:srgbClr val="262626"/>
                </a:solidFill>
                <a:latin typeface="Calibri"/>
                <a:cs typeface="Calibri"/>
              </a:rPr>
              <a:t>know about the special </a:t>
            </a:r>
            <a:r>
              <a:rPr sz="2400" dirty="0">
                <a:solidFill>
                  <a:srgbClr val="262626"/>
                </a:solidFill>
                <a:latin typeface="Calibri"/>
                <a:cs typeface="Calibri"/>
              </a:rPr>
              <a:t>deal </a:t>
            </a:r>
            <a:r>
              <a:rPr sz="2400" spc="-5" dirty="0">
                <a:solidFill>
                  <a:srgbClr val="262626"/>
                </a:solidFill>
                <a:latin typeface="Calibri"/>
                <a:cs typeface="Calibri"/>
              </a:rPr>
              <a:t>between </a:t>
            </a:r>
            <a:r>
              <a:rPr sz="2400" spc="-530" dirty="0">
                <a:solidFill>
                  <a:srgbClr val="262626"/>
                </a:solidFill>
                <a:latin typeface="Calibri"/>
                <a:cs typeface="Calibri"/>
              </a:rPr>
              <a:t> </a:t>
            </a:r>
            <a:r>
              <a:rPr sz="2400" spc="-5" dirty="0">
                <a:solidFill>
                  <a:srgbClr val="262626"/>
                </a:solidFill>
                <a:latin typeface="Calibri"/>
                <a:cs typeface="Calibri"/>
              </a:rPr>
              <a:t>Bob</a:t>
            </a:r>
            <a:r>
              <a:rPr sz="2400" spc="-10" dirty="0">
                <a:solidFill>
                  <a:srgbClr val="262626"/>
                </a:solidFill>
                <a:latin typeface="Calibri"/>
                <a:cs typeface="Calibri"/>
              </a:rPr>
              <a:t> </a:t>
            </a:r>
            <a:r>
              <a:rPr sz="2400" dirty="0">
                <a:solidFill>
                  <a:srgbClr val="262626"/>
                </a:solidFill>
                <a:latin typeface="Calibri"/>
                <a:cs typeface="Calibri"/>
              </a:rPr>
              <a:t>and</a:t>
            </a:r>
            <a:r>
              <a:rPr sz="2400" spc="-5" dirty="0">
                <a:solidFill>
                  <a:srgbClr val="262626"/>
                </a:solidFill>
                <a:latin typeface="Calibri"/>
                <a:cs typeface="Calibri"/>
              </a:rPr>
              <a:t> Alice</a:t>
            </a:r>
            <a:endParaRPr sz="2400" dirty="0">
              <a:latin typeface="Calibri"/>
              <a:cs typeface="Calibri"/>
            </a:endParaRPr>
          </a:p>
        </p:txBody>
      </p:sp>
      <p:pic>
        <p:nvPicPr>
          <p:cNvPr id="8" name="object 4"/>
          <p:cNvPicPr/>
          <p:nvPr/>
        </p:nvPicPr>
        <p:blipFill>
          <a:blip r:embed="rId1" cstate="print"/>
          <a:stretch>
            <a:fillRect/>
          </a:stretch>
        </p:blipFill>
        <p:spPr>
          <a:xfrm>
            <a:off x="419196" y="2924944"/>
            <a:ext cx="8305607" cy="3364036"/>
          </a:xfrm>
          <a:prstGeom prst="rect">
            <a:avLst/>
          </a:prstGeom>
        </p:spPr>
      </p:pic>
      <p:sp>
        <p:nvSpPr>
          <p:cNvPr id="5" name="object 2"/>
          <p:cNvSpPr txBox="1"/>
          <p:nvPr/>
        </p:nvSpPr>
        <p:spPr>
          <a:xfrm>
            <a:off x="108585" y="49530"/>
            <a:ext cx="5118735" cy="863600"/>
          </a:xfrm>
          <a:prstGeom prst="rect">
            <a:avLst/>
          </a:prstGeom>
          <a:solidFill>
            <a:schemeClr val="bg1"/>
          </a:solidFill>
        </p:spPr>
        <p:txBody>
          <a:bodyPr vert="horz" wrap="square" lIns="0" tIns="12700" rIns="0" bIns="0" rtlCol="0" anchor="ctr" anchorCtr="0">
            <a:noAutofit/>
          </a:bodyPr>
          <a:lstStyle>
            <a:lvl1pPr algn="l" rtl="0" eaLnBrk="1" fontAlgn="base" hangingPunct="1">
              <a:spcBef>
                <a:spcPct val="0"/>
              </a:spcBef>
              <a:spcAft>
                <a:spcPct val="0"/>
              </a:spcAft>
              <a:defRPr sz="2800" b="1">
                <a:solidFill>
                  <a:srgbClr val="133984"/>
                </a:solidFill>
                <a:latin typeface="+mj-lt"/>
                <a:ea typeface="+mj-ea"/>
                <a:cs typeface="+mj-cs"/>
              </a:defRPr>
            </a:lvl1pPr>
            <a:lvl2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2pPr>
            <a:lvl3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3pPr>
            <a:lvl4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4pPr>
            <a:lvl5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5pPr>
            <a:lvl6pPr marL="4572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6pPr>
            <a:lvl7pPr marL="9144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7pPr>
            <a:lvl8pPr marL="13716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8pPr>
            <a:lvl9pPr marL="18288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9pPr>
          </a:lstStyle>
          <a:p>
            <a:pPr marL="12700">
              <a:spcBef>
                <a:spcPts val="100"/>
              </a:spcBef>
            </a:pPr>
            <a:r>
              <a:rPr lang="en-US" kern="0" spc="-25" dirty="0"/>
              <a:t>Why</a:t>
            </a:r>
            <a:r>
              <a:rPr lang="en-US" kern="0" spc="-40" dirty="0"/>
              <a:t> </a:t>
            </a:r>
            <a:r>
              <a:rPr lang="en-US" kern="0" spc="-10" dirty="0"/>
              <a:t>Enterprise</a:t>
            </a:r>
            <a:r>
              <a:rPr lang="en-US" kern="0" spc="-45" dirty="0"/>
              <a:t> </a:t>
            </a:r>
            <a:r>
              <a:rPr lang="en-US" kern="0" spc="-10" dirty="0"/>
              <a:t>Blockchain?</a:t>
            </a:r>
            <a:endParaRPr lang="en-US" kern="0" spc="-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
          <p:cNvSpPr txBox="1"/>
          <p:nvPr/>
        </p:nvSpPr>
        <p:spPr>
          <a:xfrm>
            <a:off x="539552" y="1484784"/>
            <a:ext cx="7689850" cy="2068830"/>
          </a:xfrm>
          <a:prstGeom prst="rect">
            <a:avLst/>
          </a:prstGeom>
        </p:spPr>
        <p:txBody>
          <a:bodyPr vert="horz" wrap="square" lIns="0" tIns="104140" rIns="0" bIns="0" rtlCol="0">
            <a:spAutoFit/>
          </a:bodyPr>
          <a:lstStyle/>
          <a:p>
            <a:pPr marL="241300" indent="-228600" algn="l">
              <a:lnSpc>
                <a:spcPct val="100000"/>
              </a:lnSpc>
              <a:spcBef>
                <a:spcPts val="820"/>
              </a:spcBef>
              <a:buFont typeface="Arial MT"/>
              <a:buChar char="•"/>
              <a:tabLst>
                <a:tab pos="241300" algn="l"/>
              </a:tabLst>
            </a:pPr>
            <a:r>
              <a:rPr sz="2400" spc="-15" dirty="0">
                <a:solidFill>
                  <a:schemeClr val="accent2"/>
                </a:solidFill>
                <a:latin typeface="Times New Roman Regular" panose="02020503050405090304" charset="0"/>
                <a:cs typeface="Times New Roman Regular" panose="02020503050405090304" charset="0"/>
              </a:rPr>
              <a:t>Recall</a:t>
            </a:r>
            <a:r>
              <a:rPr sz="2400" spc="-10" dirty="0">
                <a:solidFill>
                  <a:schemeClr val="accent2"/>
                </a:solidFill>
                <a:latin typeface="Times New Roman Regular" panose="02020503050405090304" charset="0"/>
                <a:cs typeface="Times New Roman Regular" panose="02020503050405090304" charset="0"/>
              </a:rPr>
              <a:t> that </a:t>
            </a:r>
            <a:r>
              <a:rPr sz="2400" spc="-5" dirty="0">
                <a:solidFill>
                  <a:schemeClr val="accent2"/>
                </a:solidFill>
                <a:latin typeface="Times New Roman Regular" panose="02020503050405090304" charset="0"/>
                <a:cs typeface="Times New Roman Regular" panose="02020503050405090304" charset="0"/>
              </a:rPr>
              <a:t>on </a:t>
            </a:r>
            <a:r>
              <a:rPr sz="2400" dirty="0">
                <a:solidFill>
                  <a:schemeClr val="accent2"/>
                </a:solidFill>
                <a:latin typeface="Times New Roman Regular" panose="02020503050405090304" charset="0"/>
                <a:cs typeface="Times New Roman Regular" panose="02020503050405090304" charset="0"/>
              </a:rPr>
              <a:t>a</a:t>
            </a:r>
            <a:r>
              <a:rPr sz="2400" spc="-5" dirty="0">
                <a:solidFill>
                  <a:schemeClr val="accent2"/>
                </a:solidFill>
                <a:latin typeface="Times New Roman Regular" panose="02020503050405090304" charset="0"/>
                <a:cs typeface="Times New Roman Regular" panose="02020503050405090304" charset="0"/>
              </a:rPr>
              <a:t> </a:t>
            </a:r>
            <a:r>
              <a:rPr sz="2400" spc="-5" dirty="0">
                <a:solidFill>
                  <a:srgbClr val="FF0000"/>
                </a:solidFill>
                <a:latin typeface="Times New Roman Regular" panose="02020503050405090304" charset="0"/>
                <a:cs typeface="Times New Roman Regular" panose="02020503050405090304" charset="0"/>
              </a:rPr>
              <a:t>public</a:t>
            </a:r>
            <a:r>
              <a:rPr sz="2400" spc="-10" dirty="0">
                <a:solidFill>
                  <a:srgbClr val="FF0000"/>
                </a:solidFill>
                <a:latin typeface="Times New Roman Regular" panose="02020503050405090304" charset="0"/>
                <a:cs typeface="Times New Roman Regular" panose="02020503050405090304" charset="0"/>
              </a:rPr>
              <a:t> blockchain</a:t>
            </a:r>
            <a:r>
              <a:rPr sz="2400" dirty="0">
                <a:solidFill>
                  <a:schemeClr val="accent2"/>
                </a:solidFill>
                <a:latin typeface="Times New Roman Regular" panose="02020503050405090304" charset="0"/>
                <a:cs typeface="Times New Roman Regular" panose="02020503050405090304" charset="0"/>
              </a:rPr>
              <a:t> </a:t>
            </a:r>
            <a:r>
              <a:rPr sz="2400" spc="-10" dirty="0">
                <a:solidFill>
                  <a:schemeClr val="accent2"/>
                </a:solidFill>
                <a:latin typeface="Times New Roman Regular" panose="02020503050405090304" charset="0"/>
                <a:cs typeface="Times New Roman Regular" panose="02020503050405090304" charset="0"/>
              </a:rPr>
              <a:t>everyone</a:t>
            </a:r>
            <a:r>
              <a:rPr sz="2400" dirty="0">
                <a:solidFill>
                  <a:schemeClr val="accent2"/>
                </a:solidFill>
                <a:latin typeface="Times New Roman Regular" panose="02020503050405090304" charset="0"/>
                <a:cs typeface="Times New Roman Regular" panose="02020503050405090304" charset="0"/>
              </a:rPr>
              <a:t> </a:t>
            </a:r>
            <a:r>
              <a:rPr sz="2400" spc="-10" dirty="0">
                <a:solidFill>
                  <a:schemeClr val="accent2"/>
                </a:solidFill>
                <a:latin typeface="Times New Roman Regular" panose="02020503050405090304" charset="0"/>
                <a:cs typeface="Times New Roman Regular" panose="02020503050405090304" charset="0"/>
              </a:rPr>
              <a:t>knows </a:t>
            </a:r>
            <a:r>
              <a:rPr sz="2400" spc="-5" dirty="0">
                <a:solidFill>
                  <a:schemeClr val="accent2"/>
                </a:solidFill>
                <a:latin typeface="Times New Roman Regular" panose="02020503050405090304" charset="0"/>
                <a:cs typeface="Times New Roman Regular" panose="02020503050405090304" charset="0"/>
              </a:rPr>
              <a:t>the</a:t>
            </a:r>
            <a:r>
              <a:rPr sz="2400" dirty="0">
                <a:solidFill>
                  <a:schemeClr val="accent2"/>
                </a:solidFill>
                <a:latin typeface="Times New Roman Regular" panose="02020503050405090304" charset="0"/>
                <a:cs typeface="Times New Roman Regular" panose="02020503050405090304" charset="0"/>
              </a:rPr>
              <a:t> deal</a:t>
            </a:r>
            <a:endParaRPr sz="2400" dirty="0">
              <a:solidFill>
                <a:schemeClr val="accent2"/>
              </a:solidFill>
              <a:latin typeface="Times New Roman Regular" panose="02020503050405090304" charset="0"/>
              <a:cs typeface="Times New Roman Regular" panose="02020503050405090304" charset="0"/>
            </a:endParaRPr>
          </a:p>
          <a:p>
            <a:pPr marL="241300" marR="5080" indent="-228600" algn="l">
              <a:lnSpc>
                <a:spcPts val="2600"/>
              </a:lnSpc>
              <a:spcBef>
                <a:spcPts val="1040"/>
              </a:spcBef>
              <a:buFont typeface="Arial MT"/>
              <a:buChar char="•"/>
              <a:tabLst>
                <a:tab pos="241300" algn="l"/>
              </a:tabLst>
            </a:pPr>
            <a:r>
              <a:rPr sz="2400" spc="-5" dirty="0">
                <a:solidFill>
                  <a:schemeClr val="accent2"/>
                </a:solidFill>
                <a:latin typeface="Times New Roman Regular" panose="02020503050405090304" charset="0"/>
                <a:cs typeface="Times New Roman Regular" panose="02020503050405090304" charset="0"/>
              </a:rPr>
              <a:t>In our </a:t>
            </a:r>
            <a:r>
              <a:rPr sz="2400" spc="-15" dirty="0">
                <a:solidFill>
                  <a:schemeClr val="accent2"/>
                </a:solidFill>
                <a:latin typeface="Times New Roman Regular" panose="02020503050405090304" charset="0"/>
                <a:cs typeface="Times New Roman Regular" panose="02020503050405090304" charset="0"/>
              </a:rPr>
              <a:t>example,</a:t>
            </a:r>
            <a:r>
              <a:rPr sz="2400" dirty="0">
                <a:solidFill>
                  <a:schemeClr val="accent2"/>
                </a:solidFill>
                <a:latin typeface="Times New Roman Regular" panose="02020503050405090304" charset="0"/>
                <a:cs typeface="Times New Roman Regular" panose="02020503050405090304" charset="0"/>
              </a:rPr>
              <a:t> </a:t>
            </a:r>
            <a:r>
              <a:rPr sz="2400" spc="-5" dirty="0">
                <a:solidFill>
                  <a:schemeClr val="accent2"/>
                </a:solidFill>
                <a:latin typeface="Times New Roman Regular" panose="02020503050405090304" charset="0"/>
                <a:cs typeface="Times New Roman Regular" panose="02020503050405090304" charset="0"/>
              </a:rPr>
              <a:t>other </a:t>
            </a:r>
            <a:r>
              <a:rPr sz="2400" spc="-15" dirty="0">
                <a:solidFill>
                  <a:schemeClr val="accent2"/>
                </a:solidFill>
                <a:latin typeface="Times New Roman Regular" panose="02020503050405090304" charset="0"/>
                <a:cs typeface="Times New Roman Regular" panose="02020503050405090304" charset="0"/>
              </a:rPr>
              <a:t>markets</a:t>
            </a:r>
            <a:r>
              <a:rPr sz="2400" spc="-10" dirty="0">
                <a:solidFill>
                  <a:schemeClr val="accent2"/>
                </a:solidFill>
                <a:latin typeface="Times New Roman Regular" panose="02020503050405090304" charset="0"/>
                <a:cs typeface="Times New Roman Regular" panose="02020503050405090304" charset="0"/>
              </a:rPr>
              <a:t> </a:t>
            </a:r>
            <a:r>
              <a:rPr sz="2400" dirty="0">
                <a:solidFill>
                  <a:schemeClr val="accent2"/>
                </a:solidFill>
                <a:latin typeface="Times New Roman Regular" panose="02020503050405090304" charset="0"/>
                <a:cs typeface="Times New Roman Regular" panose="02020503050405090304" charset="0"/>
              </a:rPr>
              <a:t>and </a:t>
            </a:r>
            <a:r>
              <a:rPr sz="2400" spc="-5" dirty="0">
                <a:solidFill>
                  <a:schemeClr val="accent2"/>
                </a:solidFill>
                <a:latin typeface="Times New Roman Regular" panose="02020503050405090304" charset="0"/>
                <a:cs typeface="Times New Roman Regular" panose="02020503050405090304" charset="0"/>
              </a:rPr>
              <a:t>all</a:t>
            </a:r>
            <a:r>
              <a:rPr sz="2400" spc="-10" dirty="0">
                <a:solidFill>
                  <a:schemeClr val="accent2"/>
                </a:solidFill>
                <a:latin typeface="Times New Roman Regular" panose="02020503050405090304" charset="0"/>
                <a:cs typeface="Times New Roman Regular" panose="02020503050405090304" charset="0"/>
              </a:rPr>
              <a:t> third</a:t>
            </a:r>
            <a:r>
              <a:rPr sz="2400" dirty="0">
                <a:solidFill>
                  <a:schemeClr val="accent2"/>
                </a:solidFill>
                <a:latin typeface="Times New Roman Regular" panose="02020503050405090304" charset="0"/>
                <a:cs typeface="Times New Roman Regular" panose="02020503050405090304" charset="0"/>
              </a:rPr>
              <a:t> </a:t>
            </a:r>
            <a:r>
              <a:rPr sz="2400" spc="-5" dirty="0">
                <a:solidFill>
                  <a:schemeClr val="accent2"/>
                </a:solidFill>
                <a:latin typeface="Times New Roman Regular" panose="02020503050405090304" charset="0"/>
                <a:cs typeface="Times New Roman Regular" panose="02020503050405090304" charset="0"/>
              </a:rPr>
              <a:t>parties</a:t>
            </a:r>
            <a:r>
              <a:rPr sz="2400" spc="-10" dirty="0">
                <a:solidFill>
                  <a:schemeClr val="accent2"/>
                </a:solidFill>
                <a:latin typeface="Times New Roman Regular" panose="02020503050405090304" charset="0"/>
                <a:cs typeface="Times New Roman Regular" panose="02020503050405090304" charset="0"/>
              </a:rPr>
              <a:t> </a:t>
            </a:r>
            <a:r>
              <a:rPr sz="2400" spc="-5" dirty="0">
                <a:solidFill>
                  <a:srgbClr val="FF0000"/>
                </a:solidFill>
                <a:latin typeface="Times New Roman Regular" panose="02020503050405090304" charset="0"/>
                <a:cs typeface="Times New Roman Regular" panose="02020503050405090304" charset="0"/>
              </a:rPr>
              <a:t>know</a:t>
            </a:r>
            <a:r>
              <a:rPr sz="2400" spc="-10" dirty="0">
                <a:solidFill>
                  <a:schemeClr val="accent2"/>
                </a:solidFill>
                <a:latin typeface="Times New Roman Regular" panose="02020503050405090304" charset="0"/>
                <a:cs typeface="Times New Roman Regular" panose="02020503050405090304" charset="0"/>
              </a:rPr>
              <a:t> </a:t>
            </a:r>
            <a:r>
              <a:rPr sz="2400" spc="-5" dirty="0">
                <a:solidFill>
                  <a:schemeClr val="accent2"/>
                </a:solidFill>
                <a:latin typeface="Times New Roman Regular" panose="02020503050405090304" charset="0"/>
                <a:cs typeface="Times New Roman Regular" panose="02020503050405090304" charset="0"/>
              </a:rPr>
              <a:t>the </a:t>
            </a:r>
            <a:r>
              <a:rPr sz="2400" spc="-525" dirty="0">
                <a:solidFill>
                  <a:schemeClr val="accent2"/>
                </a:solidFill>
                <a:latin typeface="Times New Roman Regular" panose="02020503050405090304" charset="0"/>
                <a:cs typeface="Times New Roman Regular" panose="02020503050405090304" charset="0"/>
              </a:rPr>
              <a:t> </a:t>
            </a:r>
            <a:r>
              <a:rPr sz="2400" dirty="0">
                <a:solidFill>
                  <a:schemeClr val="accent2"/>
                </a:solidFill>
                <a:latin typeface="Times New Roman Regular" panose="02020503050405090304" charset="0"/>
                <a:cs typeface="Times New Roman Regular" panose="02020503050405090304" charset="0"/>
              </a:rPr>
              <a:t>deal</a:t>
            </a:r>
            <a:r>
              <a:rPr sz="2400" spc="-10" dirty="0">
                <a:solidFill>
                  <a:schemeClr val="accent2"/>
                </a:solidFill>
                <a:latin typeface="Times New Roman Regular" panose="02020503050405090304" charset="0"/>
                <a:cs typeface="Times New Roman Regular" panose="02020503050405090304" charset="0"/>
              </a:rPr>
              <a:t> </a:t>
            </a:r>
            <a:r>
              <a:rPr sz="2400" spc="-5" dirty="0">
                <a:solidFill>
                  <a:schemeClr val="accent2"/>
                </a:solidFill>
                <a:latin typeface="Times New Roman Regular" panose="02020503050405090304" charset="0"/>
                <a:cs typeface="Times New Roman Regular" panose="02020503050405090304" charset="0"/>
              </a:rPr>
              <a:t>between Bob </a:t>
            </a:r>
            <a:r>
              <a:rPr sz="2400" dirty="0">
                <a:solidFill>
                  <a:schemeClr val="accent2"/>
                </a:solidFill>
                <a:latin typeface="Times New Roman Regular" panose="02020503050405090304" charset="0"/>
                <a:cs typeface="Times New Roman Regular" panose="02020503050405090304" charset="0"/>
              </a:rPr>
              <a:t>and</a:t>
            </a:r>
            <a:r>
              <a:rPr sz="2400" spc="-10" dirty="0">
                <a:solidFill>
                  <a:schemeClr val="accent2"/>
                </a:solidFill>
                <a:latin typeface="Times New Roman Regular" panose="02020503050405090304" charset="0"/>
                <a:cs typeface="Times New Roman Regular" panose="02020503050405090304" charset="0"/>
              </a:rPr>
              <a:t> </a:t>
            </a:r>
            <a:r>
              <a:rPr sz="2400" spc="-5" dirty="0">
                <a:solidFill>
                  <a:schemeClr val="accent2"/>
                </a:solidFill>
                <a:latin typeface="Times New Roman Regular" panose="02020503050405090304" charset="0"/>
                <a:cs typeface="Times New Roman Regular" panose="02020503050405090304" charset="0"/>
              </a:rPr>
              <a:t>Alice</a:t>
            </a:r>
            <a:endParaRPr sz="2400" dirty="0">
              <a:solidFill>
                <a:schemeClr val="accent2"/>
              </a:solidFill>
              <a:latin typeface="Times New Roman Regular" panose="02020503050405090304" charset="0"/>
              <a:cs typeface="Times New Roman Regular" panose="02020503050405090304" charset="0"/>
            </a:endParaRPr>
          </a:p>
          <a:p>
            <a:pPr marL="241300" marR="878205" indent="-228600" algn="l">
              <a:lnSpc>
                <a:spcPts val="2600"/>
              </a:lnSpc>
              <a:spcBef>
                <a:spcPts val="1000"/>
              </a:spcBef>
              <a:buFont typeface="Arial MT"/>
              <a:buChar char="•"/>
              <a:tabLst>
                <a:tab pos="241300" algn="l"/>
              </a:tabLst>
            </a:pPr>
            <a:r>
              <a:rPr sz="2400" spc="-5" dirty="0">
                <a:solidFill>
                  <a:srgbClr val="FF0000"/>
                </a:solidFill>
                <a:latin typeface="Times New Roman Regular" panose="02020503050405090304" charset="0"/>
                <a:cs typeface="Times New Roman Regular" panose="02020503050405090304" charset="0"/>
              </a:rPr>
              <a:t>Confidentiality </a:t>
            </a:r>
            <a:r>
              <a:rPr sz="2400" dirty="0">
                <a:solidFill>
                  <a:srgbClr val="FF0000"/>
                </a:solidFill>
                <a:latin typeface="Times New Roman Regular" panose="02020503050405090304" charset="0"/>
                <a:cs typeface="Times New Roman Regular" panose="02020503050405090304" charset="0"/>
              </a:rPr>
              <a:t>and</a:t>
            </a:r>
            <a:r>
              <a:rPr sz="2400" spc="-5" dirty="0">
                <a:solidFill>
                  <a:srgbClr val="FF0000"/>
                </a:solidFill>
                <a:latin typeface="Times New Roman Regular" panose="02020503050405090304" charset="0"/>
                <a:cs typeface="Times New Roman Regular" panose="02020503050405090304" charset="0"/>
              </a:rPr>
              <a:t> Privacy</a:t>
            </a:r>
            <a:r>
              <a:rPr sz="2400" spc="-5" dirty="0">
                <a:solidFill>
                  <a:schemeClr val="accent2"/>
                </a:solidFill>
                <a:latin typeface="Times New Roman Regular" panose="02020503050405090304" charset="0"/>
                <a:cs typeface="Times New Roman Regular" panose="02020503050405090304" charset="0"/>
              </a:rPr>
              <a:t> is</a:t>
            </a:r>
            <a:r>
              <a:rPr sz="2400" spc="-10" dirty="0">
                <a:solidFill>
                  <a:schemeClr val="accent2"/>
                </a:solidFill>
                <a:latin typeface="Times New Roman Regular" panose="02020503050405090304" charset="0"/>
                <a:cs typeface="Times New Roman Regular" panose="02020503050405090304" charset="0"/>
              </a:rPr>
              <a:t> </a:t>
            </a:r>
            <a:r>
              <a:rPr sz="2400" spc="-5" dirty="0">
                <a:solidFill>
                  <a:schemeClr val="accent2"/>
                </a:solidFill>
                <a:latin typeface="Times New Roman Regular" panose="02020503050405090304" charset="0"/>
                <a:cs typeface="Times New Roman Regular" panose="02020503050405090304" charset="0"/>
              </a:rPr>
              <a:t>the</a:t>
            </a:r>
            <a:r>
              <a:rPr sz="2400" dirty="0">
                <a:solidFill>
                  <a:schemeClr val="accent2"/>
                </a:solidFill>
                <a:latin typeface="Times New Roman Regular" panose="02020503050405090304" charset="0"/>
                <a:cs typeface="Times New Roman Regular" panose="02020503050405090304" charset="0"/>
              </a:rPr>
              <a:t> </a:t>
            </a:r>
            <a:r>
              <a:rPr sz="2400" spc="-35" dirty="0">
                <a:solidFill>
                  <a:schemeClr val="accent2"/>
                </a:solidFill>
                <a:latin typeface="Times New Roman Regular" panose="02020503050405090304" charset="0"/>
                <a:cs typeface="Times New Roman Regular" panose="02020503050405090304" charset="0"/>
              </a:rPr>
              <a:t>key</a:t>
            </a:r>
            <a:r>
              <a:rPr sz="2400" spc="-5" dirty="0">
                <a:solidFill>
                  <a:schemeClr val="accent2"/>
                </a:solidFill>
                <a:latin typeface="Times New Roman Regular" panose="02020503050405090304" charset="0"/>
                <a:cs typeface="Times New Roman Regular" panose="02020503050405090304" charset="0"/>
              </a:rPr>
              <a:t> </a:t>
            </a:r>
            <a:r>
              <a:rPr sz="2400" spc="-10" dirty="0">
                <a:solidFill>
                  <a:schemeClr val="accent2"/>
                </a:solidFill>
                <a:latin typeface="Times New Roman Regular" panose="02020503050405090304" charset="0"/>
                <a:cs typeface="Times New Roman Regular" panose="02020503050405090304" charset="0"/>
              </a:rPr>
              <a:t>requirement </a:t>
            </a:r>
            <a:r>
              <a:rPr sz="2400" spc="-20" dirty="0">
                <a:solidFill>
                  <a:schemeClr val="accent2"/>
                </a:solidFill>
                <a:latin typeface="Times New Roman Regular" panose="02020503050405090304" charset="0"/>
                <a:cs typeface="Times New Roman Regular" panose="02020503050405090304" charset="0"/>
              </a:rPr>
              <a:t>for </a:t>
            </a:r>
            <a:r>
              <a:rPr sz="2400" spc="-530" dirty="0">
                <a:solidFill>
                  <a:schemeClr val="accent2"/>
                </a:solidFill>
                <a:latin typeface="Times New Roman Regular" panose="02020503050405090304" charset="0"/>
                <a:cs typeface="Times New Roman Regular" panose="02020503050405090304" charset="0"/>
              </a:rPr>
              <a:t> </a:t>
            </a:r>
            <a:r>
              <a:rPr sz="2400" spc="-5" dirty="0">
                <a:solidFill>
                  <a:schemeClr val="accent2"/>
                </a:solidFill>
                <a:latin typeface="Times New Roman Regular" panose="02020503050405090304" charset="0"/>
                <a:cs typeface="Times New Roman Regular" panose="02020503050405090304" charset="0"/>
              </a:rPr>
              <a:t>enterprise </a:t>
            </a:r>
            <a:r>
              <a:rPr sz="2400" spc="-10" dirty="0">
                <a:solidFill>
                  <a:schemeClr val="accent2"/>
                </a:solidFill>
                <a:latin typeface="Times New Roman Regular" panose="02020503050405090304" charset="0"/>
                <a:cs typeface="Times New Roman Regular" panose="02020503050405090304" charset="0"/>
              </a:rPr>
              <a:t>blockchain</a:t>
            </a:r>
            <a:endParaRPr sz="2400" spc="-10" dirty="0">
              <a:solidFill>
                <a:schemeClr val="accent2"/>
              </a:solidFill>
              <a:latin typeface="Times New Roman Regular" panose="02020503050405090304" charset="0"/>
              <a:cs typeface="Times New Roman Regular" panose="02020503050405090304" charset="0"/>
            </a:endParaRPr>
          </a:p>
        </p:txBody>
      </p:sp>
      <p:sp>
        <p:nvSpPr>
          <p:cNvPr id="4" name="object 2"/>
          <p:cNvSpPr txBox="1"/>
          <p:nvPr/>
        </p:nvSpPr>
        <p:spPr>
          <a:xfrm>
            <a:off x="108585" y="58420"/>
            <a:ext cx="5118735" cy="1049655"/>
          </a:xfrm>
          <a:prstGeom prst="rect">
            <a:avLst/>
          </a:prstGeom>
          <a:solidFill>
            <a:schemeClr val="bg1"/>
          </a:solidFill>
        </p:spPr>
        <p:txBody>
          <a:bodyPr vert="horz" wrap="square" lIns="0" tIns="12700" rIns="0" bIns="0" rtlCol="0" anchor="ctr" anchorCtr="0">
            <a:noAutofit/>
          </a:bodyPr>
          <a:lstStyle>
            <a:lvl1pPr algn="l" rtl="0" eaLnBrk="1" fontAlgn="base" hangingPunct="1">
              <a:spcBef>
                <a:spcPct val="0"/>
              </a:spcBef>
              <a:spcAft>
                <a:spcPct val="0"/>
              </a:spcAft>
              <a:defRPr sz="2800" b="1">
                <a:solidFill>
                  <a:srgbClr val="133984"/>
                </a:solidFill>
                <a:latin typeface="+mj-lt"/>
                <a:ea typeface="+mj-ea"/>
                <a:cs typeface="+mj-cs"/>
              </a:defRPr>
            </a:lvl1pPr>
            <a:lvl2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2pPr>
            <a:lvl3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3pPr>
            <a:lvl4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4pPr>
            <a:lvl5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5pPr>
            <a:lvl6pPr marL="4572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6pPr>
            <a:lvl7pPr marL="9144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7pPr>
            <a:lvl8pPr marL="13716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8pPr>
            <a:lvl9pPr marL="18288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9pPr>
          </a:lstStyle>
          <a:p>
            <a:pPr marL="12700">
              <a:spcBef>
                <a:spcPts val="100"/>
              </a:spcBef>
            </a:pPr>
            <a:r>
              <a:rPr lang="en-US" kern="0" spc="-25" dirty="0"/>
              <a:t>Why</a:t>
            </a:r>
            <a:r>
              <a:rPr lang="en-US" kern="0" spc="-40" dirty="0"/>
              <a:t> </a:t>
            </a:r>
            <a:r>
              <a:rPr lang="en-US" kern="0" spc="-10" dirty="0"/>
              <a:t>Enterprise</a:t>
            </a:r>
            <a:r>
              <a:rPr lang="en-US" kern="0" spc="-45" dirty="0"/>
              <a:t> </a:t>
            </a:r>
            <a:r>
              <a:rPr lang="en-US" kern="0" spc="-10" dirty="0"/>
              <a:t>Blockchain?</a:t>
            </a:r>
            <a:endParaRPr lang="en-US" kern="0" spc="-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23528" y="1196752"/>
            <a:ext cx="8382000" cy="5194300"/>
          </a:xfrm>
          <a:prstGeom prst="rect">
            <a:avLst/>
          </a:prstGeom>
        </p:spPr>
      </p:pic>
      <p:sp>
        <p:nvSpPr>
          <p:cNvPr id="3" name="文本框 2"/>
          <p:cNvSpPr txBox="1"/>
          <p:nvPr/>
        </p:nvSpPr>
        <p:spPr>
          <a:xfrm>
            <a:off x="4716016" y="5589240"/>
            <a:ext cx="1152128" cy="461665"/>
          </a:xfrm>
          <a:prstGeom prst="rect">
            <a:avLst/>
          </a:prstGeom>
          <a:noFill/>
        </p:spPr>
        <p:txBody>
          <a:bodyPr wrap="square" rtlCol="0">
            <a:spAutoFit/>
          </a:bodyPr>
          <a:lstStyle/>
          <a:p>
            <a:pPr algn="l"/>
            <a:r>
              <a:rPr kumimoji="1" lang="zh-CN" altLang="en-US" dirty="0"/>
              <a:t>（合规）</a:t>
            </a:r>
            <a:endParaRPr kumimoji="1" lang="zh-CN" altLang="en-US" dirty="0"/>
          </a:p>
        </p:txBody>
      </p:sp>
      <p:sp>
        <p:nvSpPr>
          <p:cNvPr id="4" name="object 2"/>
          <p:cNvSpPr txBox="1"/>
          <p:nvPr/>
        </p:nvSpPr>
        <p:spPr>
          <a:xfrm>
            <a:off x="108585" y="45085"/>
            <a:ext cx="5118735" cy="951230"/>
          </a:xfrm>
          <a:prstGeom prst="rect">
            <a:avLst/>
          </a:prstGeom>
          <a:solidFill>
            <a:schemeClr val="bg1"/>
          </a:solidFill>
        </p:spPr>
        <p:txBody>
          <a:bodyPr vert="horz" wrap="square" lIns="0" tIns="12700" rIns="0" bIns="0" rtlCol="0" anchor="ctr" anchorCtr="0">
            <a:noAutofit/>
          </a:bodyPr>
          <a:lstStyle>
            <a:lvl1pPr algn="l" rtl="0" eaLnBrk="1" fontAlgn="base" hangingPunct="1">
              <a:spcBef>
                <a:spcPct val="0"/>
              </a:spcBef>
              <a:spcAft>
                <a:spcPct val="0"/>
              </a:spcAft>
              <a:defRPr sz="2800" b="1">
                <a:solidFill>
                  <a:srgbClr val="133984"/>
                </a:solidFill>
                <a:latin typeface="+mj-lt"/>
                <a:ea typeface="+mj-ea"/>
                <a:cs typeface="+mj-cs"/>
              </a:defRPr>
            </a:lvl1pPr>
            <a:lvl2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2pPr>
            <a:lvl3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3pPr>
            <a:lvl4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4pPr>
            <a:lvl5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5pPr>
            <a:lvl6pPr marL="4572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6pPr>
            <a:lvl7pPr marL="9144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7pPr>
            <a:lvl8pPr marL="13716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8pPr>
            <a:lvl9pPr marL="18288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9pPr>
          </a:lstStyle>
          <a:p>
            <a:pPr marL="12700">
              <a:spcBef>
                <a:spcPts val="100"/>
              </a:spcBef>
            </a:pPr>
            <a:r>
              <a:rPr lang="en-US" kern="0" spc="-25" dirty="0"/>
              <a:t>Why</a:t>
            </a:r>
            <a:r>
              <a:rPr lang="en-US" kern="0" spc="-40" dirty="0"/>
              <a:t> </a:t>
            </a:r>
            <a:r>
              <a:rPr lang="en-US" kern="0" spc="-10" dirty="0"/>
              <a:t>Enterprise</a:t>
            </a:r>
            <a:r>
              <a:rPr lang="en-US" kern="0" spc="-45" dirty="0"/>
              <a:t> </a:t>
            </a:r>
            <a:r>
              <a:rPr lang="en-US" kern="0" spc="-10" dirty="0"/>
              <a:t>Blockchain?</a:t>
            </a:r>
            <a:endParaRPr lang="en-US" kern="0" spc="-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1340485"/>
            <a:ext cx="9144000" cy="4312285"/>
          </a:xfrm>
          <a:prstGeom prst="rect">
            <a:avLst/>
          </a:prstGeom>
        </p:spPr>
      </p:pic>
      <p:sp>
        <p:nvSpPr>
          <p:cNvPr id="3" name="object 2"/>
          <p:cNvSpPr txBox="1"/>
          <p:nvPr/>
        </p:nvSpPr>
        <p:spPr>
          <a:xfrm>
            <a:off x="108585" y="36195"/>
            <a:ext cx="6407150" cy="1194435"/>
          </a:xfrm>
          <a:prstGeom prst="rect">
            <a:avLst/>
          </a:prstGeom>
          <a:solidFill>
            <a:schemeClr val="bg1"/>
          </a:solidFill>
        </p:spPr>
        <p:txBody>
          <a:bodyPr vert="horz" wrap="square" lIns="0" tIns="12700" rIns="0" bIns="0" rtlCol="0" anchor="ctr" anchorCtr="0">
            <a:noAutofit/>
          </a:bodyPr>
          <a:lstStyle>
            <a:lvl1pPr algn="l" rtl="0" eaLnBrk="1" fontAlgn="base" hangingPunct="1">
              <a:spcBef>
                <a:spcPct val="0"/>
              </a:spcBef>
              <a:spcAft>
                <a:spcPct val="0"/>
              </a:spcAft>
              <a:defRPr sz="2800" b="1">
                <a:solidFill>
                  <a:srgbClr val="133984"/>
                </a:solidFill>
                <a:latin typeface="+mj-lt"/>
                <a:ea typeface="+mj-ea"/>
                <a:cs typeface="+mj-cs"/>
              </a:defRPr>
            </a:lvl1pPr>
            <a:lvl2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2pPr>
            <a:lvl3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3pPr>
            <a:lvl4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4pPr>
            <a:lvl5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5pPr>
            <a:lvl6pPr marL="4572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6pPr>
            <a:lvl7pPr marL="9144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7pPr>
            <a:lvl8pPr marL="13716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8pPr>
            <a:lvl9pPr marL="18288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9pPr>
          </a:lstStyle>
          <a:p>
            <a:pPr marL="12700">
              <a:spcBef>
                <a:spcPts val="100"/>
              </a:spcBef>
            </a:pPr>
            <a:r>
              <a:rPr lang="en-US" kern="0" spc="-10" dirty="0"/>
              <a:t>Cons of Blockchain for business</a:t>
            </a:r>
            <a:endParaRPr lang="en-US" kern="0" spc="-10" dirty="0"/>
          </a:p>
          <a:p>
            <a:pPr marL="12700">
              <a:spcBef>
                <a:spcPts val="100"/>
              </a:spcBef>
            </a:pPr>
            <a:r>
              <a:rPr lang="en-US" kern="0" spc="-10" dirty="0"/>
              <a:t>       - Scaling Issues</a:t>
            </a:r>
            <a:endParaRPr lang="en-US" kern="0" spc="-1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6" name="Google Shape;106;p11"/>
          <p:cNvSpPr txBox="1"/>
          <p:nvPr/>
        </p:nvSpPr>
        <p:spPr>
          <a:xfrm>
            <a:off x="374074" y="2064503"/>
            <a:ext cx="6603401" cy="3271230"/>
          </a:xfrm>
          <a:prstGeom prst="rect">
            <a:avLst/>
          </a:prstGeom>
          <a:noFill/>
          <a:ln>
            <a:noFill/>
          </a:ln>
        </p:spPr>
        <p:txBody>
          <a:bodyPr spcFirstLastPara="1" wrap="square" lIns="68569" tIns="68569" rIns="68569" bIns="68569" anchor="t" anchorCtr="0">
            <a:noAutofit/>
          </a:bodyPr>
          <a:lstStyle/>
          <a:p>
            <a:pPr marL="198755" indent="-198755" defTabSz="914400">
              <a:spcBef>
                <a:spcPct val="20000"/>
              </a:spcBef>
              <a:buClr>
                <a:srgbClr val="B5397D"/>
              </a:buClr>
              <a:buFont typeface="Wingdings" panose="05000000000000000000" pitchFamily="2" charset="2"/>
              <a:buChar char="§"/>
            </a:pPr>
            <a:endParaRPr lang="fr-FR" sz="2000" dirty="0">
              <a:solidFill>
                <a:srgbClr val="184A7C"/>
              </a:solidFill>
              <a:latin typeface="Calibri"/>
              <a:ea typeface="+mn-ea"/>
            </a:endParaRPr>
          </a:p>
        </p:txBody>
      </p:sp>
      <p:sp>
        <p:nvSpPr>
          <p:cNvPr id="5" name="Espace réservé du contenu 2"/>
          <p:cNvSpPr txBox="1"/>
          <p:nvPr/>
        </p:nvSpPr>
        <p:spPr>
          <a:xfrm>
            <a:off x="116378" y="17737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7" name="Espace réservé du contenu 2"/>
          <p:cNvSpPr txBox="1"/>
          <p:nvPr/>
        </p:nvSpPr>
        <p:spPr>
          <a:xfrm>
            <a:off x="230678" y="18880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8" name="Espace réservé du contenu 2"/>
          <p:cNvSpPr txBox="1"/>
          <p:nvPr/>
        </p:nvSpPr>
        <p:spPr>
          <a:xfrm>
            <a:off x="344978" y="20023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10" name="Google Shape;104;p16"/>
          <p:cNvSpPr txBox="1"/>
          <p:nvPr/>
        </p:nvSpPr>
        <p:spPr>
          <a:xfrm>
            <a:off x="374074" y="1368027"/>
            <a:ext cx="7886700" cy="4636724"/>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pPr indent="-342900">
              <a:buClr>
                <a:srgbClr val="000000"/>
              </a:buClr>
              <a:defRPr/>
            </a:pPr>
            <a:r>
              <a:rPr lang="en-US" sz="3200" kern="0" dirty="0">
                <a:solidFill>
                  <a:schemeClr val="accent2"/>
                </a:solidFill>
              </a:rPr>
              <a:t>Enterprises need</a:t>
            </a:r>
            <a:endParaRPr lang="en-US" sz="3200" kern="0" dirty="0">
              <a:solidFill>
                <a:schemeClr val="accent2"/>
              </a:solidFill>
            </a:endParaRPr>
          </a:p>
          <a:p>
            <a:pPr lvl="1" indent="-304800">
              <a:spcBef>
                <a:spcPts val="750"/>
              </a:spcBef>
              <a:buClr>
                <a:srgbClr val="000000"/>
              </a:buClr>
              <a:buSzPts val="2800"/>
              <a:defRPr/>
            </a:pPr>
            <a:r>
              <a:rPr lang="en-US" sz="2800" kern="0" dirty="0">
                <a:solidFill>
                  <a:schemeClr val="accent2"/>
                </a:solidFill>
              </a:rPr>
              <a:t>Transparency between partners</a:t>
            </a:r>
            <a:endParaRPr lang="en-US" sz="2800" kern="0" dirty="0">
              <a:solidFill>
                <a:schemeClr val="accent2"/>
              </a:solidFill>
            </a:endParaRPr>
          </a:p>
          <a:p>
            <a:pPr lvl="1" indent="-304800">
              <a:spcBef>
                <a:spcPts val="0"/>
              </a:spcBef>
              <a:buClr>
                <a:srgbClr val="000000"/>
              </a:buClr>
              <a:buSzPts val="2800"/>
              <a:defRPr/>
            </a:pPr>
            <a:r>
              <a:rPr lang="en-US" sz="2800" kern="0" dirty="0">
                <a:solidFill>
                  <a:schemeClr val="accent2"/>
                </a:solidFill>
              </a:rPr>
              <a:t>Scaling efficiency (both </a:t>
            </a:r>
            <a:r>
              <a:rPr lang="en-US" sz="2800" kern="0" dirty="0">
                <a:solidFill>
                  <a:srgbClr val="FF0000"/>
                </a:solidFill>
              </a:rPr>
              <a:t>low latency and high throughput</a:t>
            </a:r>
            <a:r>
              <a:rPr lang="en-US" sz="2800" kern="0" dirty="0">
                <a:solidFill>
                  <a:schemeClr val="accent2"/>
                </a:solidFill>
              </a:rPr>
              <a:t>)</a:t>
            </a:r>
            <a:endParaRPr lang="en-US" sz="2800" kern="0" dirty="0">
              <a:solidFill>
                <a:schemeClr val="accent2"/>
              </a:solidFill>
            </a:endParaRPr>
          </a:p>
          <a:p>
            <a:pPr lvl="1" indent="-304800">
              <a:spcBef>
                <a:spcPts val="0"/>
              </a:spcBef>
              <a:buClr>
                <a:srgbClr val="000000"/>
              </a:buClr>
              <a:buSzPts val="2800"/>
              <a:defRPr/>
            </a:pPr>
            <a:r>
              <a:rPr lang="en-US" sz="2800" kern="0" dirty="0">
                <a:solidFill>
                  <a:schemeClr val="accent2"/>
                </a:solidFill>
              </a:rPr>
              <a:t>Confidentiality rules</a:t>
            </a:r>
            <a:endParaRPr lang="en-US" sz="2800" kern="0" dirty="0">
              <a:solidFill>
                <a:schemeClr val="accent2"/>
              </a:solidFill>
            </a:endParaRPr>
          </a:p>
          <a:p>
            <a:pPr lvl="1" indent="-304800">
              <a:spcBef>
                <a:spcPts val="0"/>
              </a:spcBef>
              <a:buClr>
                <a:srgbClr val="000000"/>
              </a:buClr>
              <a:buSzPts val="2800"/>
              <a:defRPr/>
            </a:pPr>
            <a:r>
              <a:rPr lang="en-US" sz="2800" kern="0" dirty="0">
                <a:solidFill>
                  <a:schemeClr val="accent2"/>
                </a:solidFill>
              </a:rPr>
              <a:t>Permissions and </a:t>
            </a:r>
            <a:r>
              <a:rPr lang="en-US" sz="2800" kern="0" dirty="0">
                <a:solidFill>
                  <a:srgbClr val="FF0000"/>
                </a:solidFill>
              </a:rPr>
              <a:t>auditability</a:t>
            </a:r>
            <a:r>
              <a:rPr lang="en-US" sz="2800" kern="0" dirty="0">
                <a:solidFill>
                  <a:schemeClr val="accent2"/>
                </a:solidFill>
              </a:rPr>
              <a:t> for each user</a:t>
            </a:r>
            <a:endParaRPr lang="en-US" sz="2800" kern="0" dirty="0">
              <a:solidFill>
                <a:schemeClr val="accent2"/>
              </a:solidFill>
            </a:endParaRPr>
          </a:p>
          <a:p>
            <a:pPr marL="0" indent="0" defTabSz="685800" fontAlgn="auto">
              <a:spcBef>
                <a:spcPts val="750"/>
              </a:spcBef>
              <a:buClr>
                <a:srgbClr val="000000"/>
              </a:buClr>
              <a:buNone/>
              <a:defRPr/>
            </a:pPr>
            <a:endParaRPr lang="en-US" sz="3200" kern="0" dirty="0">
              <a:solidFill>
                <a:schemeClr val="accent2"/>
              </a:solidFill>
            </a:endParaRPr>
          </a:p>
          <a:p>
            <a:pPr indent="-342900">
              <a:buClr>
                <a:srgbClr val="000000"/>
              </a:buClr>
              <a:defRPr/>
            </a:pPr>
            <a:r>
              <a:rPr lang="en-US" sz="3200" kern="0" dirty="0">
                <a:solidFill>
                  <a:schemeClr val="accent2"/>
                </a:solidFill>
              </a:rPr>
              <a:t>Enterprises </a:t>
            </a:r>
            <a:r>
              <a:rPr lang="en-US" sz="3200" i="1" kern="0" dirty="0">
                <a:solidFill>
                  <a:schemeClr val="accent2"/>
                </a:solidFill>
              </a:rPr>
              <a:t>don’t </a:t>
            </a:r>
            <a:r>
              <a:rPr lang="en-US" sz="3200" kern="0" dirty="0">
                <a:solidFill>
                  <a:schemeClr val="accent2"/>
                </a:solidFill>
              </a:rPr>
              <a:t>need too much</a:t>
            </a:r>
            <a:endParaRPr lang="en-US" sz="3200" kern="0" dirty="0">
              <a:solidFill>
                <a:schemeClr val="accent2"/>
              </a:solidFill>
            </a:endParaRPr>
          </a:p>
          <a:p>
            <a:pPr lvl="1" indent="-304800">
              <a:spcBef>
                <a:spcPts val="750"/>
              </a:spcBef>
              <a:buClr>
                <a:srgbClr val="000000"/>
              </a:buClr>
              <a:buSzPts val="2800"/>
              <a:defRPr/>
            </a:pPr>
            <a:r>
              <a:rPr lang="en-US" sz="2800" kern="0" dirty="0">
                <a:solidFill>
                  <a:schemeClr val="accent2"/>
                </a:solidFill>
              </a:rPr>
              <a:t>Decentralization</a:t>
            </a:r>
            <a:endParaRPr lang="en-US" sz="2800" kern="0" dirty="0">
              <a:solidFill>
                <a:schemeClr val="accent2"/>
              </a:solidFill>
            </a:endParaRPr>
          </a:p>
          <a:p>
            <a:pPr lvl="1" indent="-304800">
              <a:spcBef>
                <a:spcPts val="0"/>
              </a:spcBef>
              <a:buClr>
                <a:srgbClr val="000000"/>
              </a:buClr>
              <a:buSzPts val="2800"/>
              <a:defRPr/>
            </a:pPr>
            <a:r>
              <a:rPr lang="en-US" sz="2800" kern="0" dirty="0">
                <a:solidFill>
                  <a:schemeClr val="accent2"/>
                </a:solidFill>
              </a:rPr>
              <a:t>Transparency to </a:t>
            </a:r>
            <a:r>
              <a:rPr lang="en-US" sz="2800" i="1" kern="0" dirty="0">
                <a:solidFill>
                  <a:srgbClr val="FF0000"/>
                </a:solidFill>
              </a:rPr>
              <a:t>everyone</a:t>
            </a:r>
            <a:endParaRPr lang="en-US" sz="2800" i="1" kern="0" dirty="0">
              <a:solidFill>
                <a:srgbClr val="FF0000"/>
              </a:solidFill>
            </a:endParaRPr>
          </a:p>
        </p:txBody>
      </p:sp>
      <p:sp>
        <p:nvSpPr>
          <p:cNvPr id="9" name="Google Shape;105;p11"/>
          <p:cNvSpPr txBox="1"/>
          <p:nvPr/>
        </p:nvSpPr>
        <p:spPr>
          <a:xfrm>
            <a:off x="85230" y="63811"/>
            <a:ext cx="8173730" cy="1189916"/>
          </a:xfrm>
          <a:prstGeom prst="rect">
            <a:avLst/>
          </a:prstGeom>
          <a:solidFill>
            <a:schemeClr val="bg1"/>
          </a:solidFill>
          <a:ln>
            <a:noFill/>
          </a:ln>
        </p:spPr>
        <p:txBody>
          <a:bodyPr spcFirstLastPara="1" wrap="square" lIns="68569" tIns="68569" rIns="68569" bIns="68569" anchor="t" anchorCtr="0">
            <a:noAutofit/>
          </a:bodyPr>
          <a:lstStyle/>
          <a:p>
            <a:pPr lvl="0" algn="l"/>
            <a:r>
              <a:rPr lang="fr-FR" sz="3600" dirty="0"/>
              <a:t>Motivation of </a:t>
            </a:r>
            <a:r>
              <a:rPr lang="fr-FR" sz="3600" dirty="0" err="1"/>
              <a:t>Permissioned</a:t>
            </a:r>
            <a:r>
              <a:rPr lang="fr-FR" sz="3600" dirty="0"/>
              <a:t> </a:t>
            </a:r>
            <a:r>
              <a:rPr lang="fr-FR" sz="3600" dirty="0" err="1"/>
              <a:t>Blockchains</a:t>
            </a:r>
            <a:r>
              <a:rPr lang="fr-FR" sz="3600" dirty="0"/>
              <a:t>	</a:t>
            </a:r>
            <a:endParaRPr sz="3600" b="1" dirty="0">
              <a:latin typeface="Trebuchet MS" panose="020B0603020202020204" charset="0"/>
              <a:ea typeface="Trebuchet MS" panose="020B0603020202020204" charset="0"/>
              <a:cs typeface="Trebuchet MS" panose="020B060302020202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345" y="44624"/>
            <a:ext cx="5742384" cy="954107"/>
          </a:xfrm>
          <a:prstGeom prst="rect">
            <a:avLst/>
          </a:prstGeom>
          <a:solidFill>
            <a:schemeClr val="bg1"/>
          </a:solidFill>
        </p:spPr>
        <p:txBody>
          <a:bodyPr wrap="square">
            <a:spAutoFit/>
          </a:bodyPr>
          <a:lstStyle/>
          <a:p>
            <a:r>
              <a:rPr lang="en-US" altLang="zh-CN" sz="2800" dirty="0">
                <a:solidFill>
                  <a:schemeClr val="accent2"/>
                </a:solidFill>
                <a:effectLst/>
                <a:latin typeface="Helvetica" pitchFamily="2" charset="0"/>
              </a:rPr>
              <a:t>PUBLIC VS. PERMISSIONED Blockchains</a:t>
            </a:r>
            <a:endParaRPr lang="en-US" altLang="zh-CN" sz="2800" dirty="0">
              <a:solidFill>
                <a:schemeClr val="accent2"/>
              </a:solidFill>
              <a:effectLst/>
              <a:latin typeface="Helvetica" pitchFamily="2" charset="0"/>
            </a:endParaRPr>
          </a:p>
        </p:txBody>
      </p:sp>
      <p:pic>
        <p:nvPicPr>
          <p:cNvPr id="4" name="图片 3"/>
          <p:cNvPicPr>
            <a:picLocks noChangeAspect="1"/>
          </p:cNvPicPr>
          <p:nvPr/>
        </p:nvPicPr>
        <p:blipFill>
          <a:blip r:embed="rId1"/>
          <a:stretch>
            <a:fillRect/>
          </a:stretch>
        </p:blipFill>
        <p:spPr>
          <a:xfrm>
            <a:off x="0" y="1411503"/>
            <a:ext cx="9144000" cy="381769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p:cNvSpPr txBox="1"/>
          <p:nvPr/>
        </p:nvSpPr>
        <p:spPr>
          <a:xfrm>
            <a:off x="107315" y="17780"/>
            <a:ext cx="5832475" cy="1096645"/>
          </a:xfrm>
          <a:prstGeom prst="rect">
            <a:avLst/>
          </a:prstGeom>
          <a:solidFill>
            <a:schemeClr val="bg1"/>
          </a:solidFill>
        </p:spPr>
        <p:txBody>
          <a:bodyPr vert="horz" wrap="square" lIns="0" tIns="12700" rIns="0" bIns="0" rtlCol="0">
            <a:noAutofit/>
          </a:bodyPr>
          <a:lstStyle>
            <a:lvl1pPr algn="l" rtl="0" eaLnBrk="1" fontAlgn="base" hangingPunct="1">
              <a:spcBef>
                <a:spcPct val="0"/>
              </a:spcBef>
              <a:spcAft>
                <a:spcPct val="0"/>
              </a:spcAft>
              <a:defRPr sz="2800" b="1">
                <a:solidFill>
                  <a:srgbClr val="133984"/>
                </a:solidFill>
                <a:latin typeface="+mj-lt"/>
                <a:ea typeface="+mj-ea"/>
                <a:cs typeface="+mj-cs"/>
              </a:defRPr>
            </a:lvl1pPr>
            <a:lvl2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2pPr>
            <a:lvl3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3pPr>
            <a:lvl4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4pPr>
            <a:lvl5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5pPr>
            <a:lvl6pPr marL="4572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6pPr>
            <a:lvl7pPr marL="9144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7pPr>
            <a:lvl8pPr marL="13716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8pPr>
            <a:lvl9pPr marL="18288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9pPr>
          </a:lstStyle>
          <a:p>
            <a:pPr marL="12700" algn="ctr">
              <a:spcBef>
                <a:spcPts val="100"/>
              </a:spcBef>
            </a:pPr>
            <a:r>
              <a:rPr lang="en-US" sz="3200" kern="0" spc="-10" dirty="0"/>
              <a:t>Enterprise</a:t>
            </a:r>
            <a:r>
              <a:rPr lang="en-US" sz="3200" kern="0" spc="-50" dirty="0"/>
              <a:t> </a:t>
            </a:r>
            <a:r>
              <a:rPr lang="en-US" sz="3200" kern="0" spc="-15" dirty="0"/>
              <a:t>Blockchain: </a:t>
            </a:r>
            <a:r>
              <a:rPr lang="en-US" altLang="zh-CN" sz="3200" i="1" spc="-5" dirty="0">
                <a:solidFill>
                  <a:srgbClr val="00B050"/>
                </a:solidFill>
                <a:latin typeface="Calibri"/>
                <a:cs typeface="Calibri"/>
              </a:rPr>
              <a:t>Hyperledger</a:t>
            </a:r>
            <a:endParaRPr lang="en-US" sz="3200" kern="0" spc="-15" dirty="0">
              <a:solidFill>
                <a:srgbClr val="00B050"/>
              </a:solidFill>
            </a:endParaRPr>
          </a:p>
        </p:txBody>
      </p:sp>
      <p:pic>
        <p:nvPicPr>
          <p:cNvPr id="2" name="图片 1"/>
          <p:cNvPicPr>
            <a:picLocks noChangeAspect="1"/>
          </p:cNvPicPr>
          <p:nvPr/>
        </p:nvPicPr>
        <p:blipFill>
          <a:blip r:embed="rId1"/>
          <a:stretch>
            <a:fillRect/>
          </a:stretch>
        </p:blipFill>
        <p:spPr>
          <a:xfrm>
            <a:off x="0" y="1437711"/>
            <a:ext cx="9144000" cy="398257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p:nvPr/>
        </p:nvSpPr>
        <p:spPr>
          <a:xfrm>
            <a:off x="395605" y="1412875"/>
            <a:ext cx="8402320" cy="1894840"/>
          </a:xfrm>
          <a:prstGeom prst="rect">
            <a:avLst/>
          </a:prstGeom>
        </p:spPr>
        <p:txBody>
          <a:bodyPr vert="horz" wrap="square" lIns="0" tIns="48260" rIns="0" bIns="0" rtlCol="0">
            <a:noAutofit/>
          </a:bodyPr>
          <a:lstStyle/>
          <a:p>
            <a:pPr marL="241300" marR="5080" indent="-228600" algn="l">
              <a:lnSpc>
                <a:spcPts val="2400"/>
              </a:lnSpc>
              <a:spcBef>
                <a:spcPts val="380"/>
              </a:spcBef>
              <a:buFont typeface="Arial MT"/>
              <a:buChar char="•"/>
              <a:tabLst>
                <a:tab pos="240665" algn="l"/>
                <a:tab pos="241300" algn="l"/>
              </a:tabLst>
            </a:pPr>
            <a:r>
              <a:rPr spc="-5" dirty="0">
                <a:solidFill>
                  <a:schemeClr val="accent2"/>
                </a:solidFill>
                <a:latin typeface="Times New Roman Regular" panose="02020503050405090304" charset="0"/>
                <a:cs typeface="Times New Roman Regular" panose="02020503050405090304" charset="0"/>
              </a:rPr>
              <a:t>The</a:t>
            </a:r>
            <a:r>
              <a:rPr dirty="0">
                <a:solidFill>
                  <a:schemeClr val="accent2"/>
                </a:solidFill>
                <a:latin typeface="Times New Roman Regular" panose="02020503050405090304" charset="0"/>
                <a:cs typeface="Times New Roman Regular" panose="02020503050405090304" charset="0"/>
              </a:rPr>
              <a:t> </a:t>
            </a:r>
            <a:r>
              <a:rPr spc="-10" dirty="0">
                <a:solidFill>
                  <a:schemeClr val="accent2"/>
                </a:solidFill>
                <a:latin typeface="Times New Roman Regular" panose="02020503050405090304" charset="0"/>
                <a:cs typeface="Times New Roman Regular" panose="02020503050405090304" charset="0"/>
              </a:rPr>
              <a:t>peers</a:t>
            </a:r>
            <a:r>
              <a:rPr dirty="0">
                <a:solidFill>
                  <a:srgbClr val="7030A0"/>
                </a:solidFill>
                <a:latin typeface="Times New Roman Regular" panose="02020503050405090304" charset="0"/>
                <a:cs typeface="Times New Roman Regular" panose="02020503050405090304" charset="0"/>
              </a:rPr>
              <a:t> </a:t>
            </a:r>
            <a:r>
              <a:rPr spc="-10" dirty="0">
                <a:solidFill>
                  <a:srgbClr val="FF0000"/>
                </a:solidFill>
                <a:latin typeface="Times New Roman Regular" panose="02020503050405090304" charset="0"/>
                <a:cs typeface="Times New Roman Regular" panose="02020503050405090304" charset="0"/>
              </a:rPr>
              <a:t>directly</a:t>
            </a:r>
            <a:r>
              <a:rPr spc="5" dirty="0">
                <a:solidFill>
                  <a:srgbClr val="FF0000"/>
                </a:solidFill>
                <a:latin typeface="Times New Roman Regular" panose="02020503050405090304" charset="0"/>
                <a:cs typeface="Times New Roman Regular" panose="02020503050405090304" charset="0"/>
              </a:rPr>
              <a:t> </a:t>
            </a:r>
            <a:r>
              <a:rPr spc="-10" dirty="0">
                <a:solidFill>
                  <a:srgbClr val="FF0000"/>
                </a:solidFill>
                <a:latin typeface="Times New Roman Regular" panose="02020503050405090304" charset="0"/>
                <a:cs typeface="Times New Roman Regular" panose="02020503050405090304" charset="0"/>
              </a:rPr>
              <a:t>affiliated</a:t>
            </a:r>
            <a:r>
              <a:rPr spc="-5" dirty="0">
                <a:solidFill>
                  <a:srgbClr val="FF0000"/>
                </a:solidFill>
                <a:latin typeface="Times New Roman Regular" panose="02020503050405090304" charset="0"/>
                <a:cs typeface="Times New Roman Regular" panose="02020503050405090304" charset="0"/>
              </a:rPr>
              <a:t> with the</a:t>
            </a:r>
            <a:r>
              <a:rPr dirty="0">
                <a:solidFill>
                  <a:srgbClr val="FF0000"/>
                </a:solidFill>
                <a:latin typeface="Times New Roman Regular" panose="02020503050405090304" charset="0"/>
                <a:cs typeface="Times New Roman Regular" panose="02020503050405090304" charset="0"/>
              </a:rPr>
              <a:t> </a:t>
            </a:r>
            <a:r>
              <a:rPr spc="-5" dirty="0">
                <a:solidFill>
                  <a:srgbClr val="FF0000"/>
                </a:solidFill>
                <a:latin typeface="Times New Roman Regular" panose="02020503050405090304" charset="0"/>
                <a:cs typeface="Times New Roman Regular" panose="02020503050405090304" charset="0"/>
              </a:rPr>
              <a:t>deal</a:t>
            </a:r>
            <a:r>
              <a:rPr spc="-5" dirty="0">
                <a:solidFill>
                  <a:srgbClr val="7030A0"/>
                </a:solidFill>
                <a:latin typeface="Times New Roman Regular" panose="02020503050405090304" charset="0"/>
                <a:cs typeface="Times New Roman Regular" panose="02020503050405090304" charset="0"/>
              </a:rPr>
              <a:t> </a:t>
            </a:r>
            <a:r>
              <a:rPr spc="-15" dirty="0">
                <a:solidFill>
                  <a:schemeClr val="accent2"/>
                </a:solidFill>
                <a:latin typeface="Times New Roman Regular" panose="02020503050405090304" charset="0"/>
                <a:cs typeface="Times New Roman Regular" panose="02020503050405090304" charset="0"/>
              </a:rPr>
              <a:t>are</a:t>
            </a:r>
            <a:r>
              <a:rPr spc="5" dirty="0">
                <a:solidFill>
                  <a:schemeClr val="accent2"/>
                </a:solidFill>
                <a:latin typeface="Times New Roman Regular" panose="02020503050405090304" charset="0"/>
                <a:cs typeface="Times New Roman Regular" panose="02020503050405090304" charset="0"/>
              </a:rPr>
              <a:t> </a:t>
            </a:r>
            <a:r>
              <a:rPr spc="-10" dirty="0">
                <a:solidFill>
                  <a:schemeClr val="accent2"/>
                </a:solidFill>
                <a:latin typeface="Times New Roman Regular" panose="02020503050405090304" charset="0"/>
                <a:cs typeface="Times New Roman Regular" panose="02020503050405090304" charset="0"/>
              </a:rPr>
              <a:t>connected,</a:t>
            </a:r>
            <a:r>
              <a:rPr dirty="0">
                <a:solidFill>
                  <a:schemeClr val="accent2"/>
                </a:solidFill>
                <a:latin typeface="Times New Roman Regular" panose="02020503050405090304" charset="0"/>
                <a:cs typeface="Times New Roman Regular" panose="02020503050405090304" charset="0"/>
              </a:rPr>
              <a:t> </a:t>
            </a:r>
            <a:r>
              <a:rPr spc="-5" dirty="0">
                <a:solidFill>
                  <a:schemeClr val="accent2"/>
                </a:solidFill>
                <a:latin typeface="Times New Roman Regular" panose="02020503050405090304" charset="0"/>
                <a:cs typeface="Times New Roman Regular" panose="02020503050405090304" charset="0"/>
              </a:rPr>
              <a:t>and only </a:t>
            </a:r>
            <a:r>
              <a:rPr spc="-484" dirty="0">
                <a:solidFill>
                  <a:schemeClr val="accent2"/>
                </a:solidFill>
                <a:latin typeface="Times New Roman Regular" panose="02020503050405090304" charset="0"/>
                <a:cs typeface="Times New Roman Regular" panose="02020503050405090304" charset="0"/>
              </a:rPr>
              <a:t> </a:t>
            </a:r>
            <a:r>
              <a:rPr spc="-5" dirty="0">
                <a:solidFill>
                  <a:schemeClr val="accent2"/>
                </a:solidFill>
                <a:latin typeface="Times New Roman Regular" panose="02020503050405090304" charset="0"/>
                <a:cs typeface="Times New Roman Regular" panose="02020503050405090304" charset="0"/>
              </a:rPr>
              <a:t>their</a:t>
            </a:r>
            <a:r>
              <a:rPr spc="-10" dirty="0">
                <a:solidFill>
                  <a:schemeClr val="accent2"/>
                </a:solidFill>
                <a:latin typeface="Times New Roman Regular" panose="02020503050405090304" charset="0"/>
                <a:cs typeface="Times New Roman Regular" panose="02020503050405090304" charset="0"/>
              </a:rPr>
              <a:t> ledgers</a:t>
            </a:r>
            <a:r>
              <a:rPr dirty="0">
                <a:solidFill>
                  <a:schemeClr val="accent2"/>
                </a:solidFill>
                <a:latin typeface="Times New Roman Regular" panose="02020503050405090304" charset="0"/>
                <a:cs typeface="Times New Roman Regular" panose="02020503050405090304" charset="0"/>
              </a:rPr>
              <a:t> </a:t>
            </a:r>
            <a:r>
              <a:rPr spc="-10" dirty="0">
                <a:solidFill>
                  <a:schemeClr val="accent2"/>
                </a:solidFill>
                <a:latin typeface="Times New Roman Regular" panose="02020503050405090304" charset="0"/>
                <a:cs typeface="Times New Roman Regular" panose="02020503050405090304" charset="0"/>
              </a:rPr>
              <a:t>get</a:t>
            </a:r>
            <a:r>
              <a:rPr dirty="0">
                <a:solidFill>
                  <a:schemeClr val="accent2"/>
                </a:solidFill>
                <a:latin typeface="Times New Roman Regular" panose="02020503050405090304" charset="0"/>
                <a:cs typeface="Times New Roman Regular" panose="02020503050405090304" charset="0"/>
              </a:rPr>
              <a:t> </a:t>
            </a:r>
            <a:r>
              <a:rPr spc="-15" dirty="0">
                <a:solidFill>
                  <a:schemeClr val="accent2"/>
                </a:solidFill>
                <a:latin typeface="Times New Roman Regular" panose="02020503050405090304" charset="0"/>
                <a:cs typeface="Times New Roman Regular" panose="02020503050405090304" charset="0"/>
              </a:rPr>
              <a:t>updated</a:t>
            </a:r>
            <a:r>
              <a:rPr spc="-5" dirty="0">
                <a:solidFill>
                  <a:schemeClr val="accent2"/>
                </a:solidFill>
                <a:latin typeface="Times New Roman Regular" panose="02020503050405090304" charset="0"/>
                <a:cs typeface="Times New Roman Regular" panose="02020503050405090304" charset="0"/>
              </a:rPr>
              <a:t> about</a:t>
            </a:r>
            <a:r>
              <a:rPr dirty="0">
                <a:solidFill>
                  <a:schemeClr val="accent2"/>
                </a:solidFill>
                <a:latin typeface="Times New Roman Regular" panose="02020503050405090304" charset="0"/>
                <a:cs typeface="Times New Roman Regular" panose="02020503050405090304" charset="0"/>
              </a:rPr>
              <a:t> </a:t>
            </a:r>
            <a:r>
              <a:rPr spc="-5" dirty="0">
                <a:solidFill>
                  <a:schemeClr val="accent2"/>
                </a:solidFill>
                <a:latin typeface="Times New Roman Regular" panose="02020503050405090304" charset="0"/>
                <a:cs typeface="Times New Roman Regular" panose="02020503050405090304" charset="0"/>
              </a:rPr>
              <a:t>the</a:t>
            </a:r>
            <a:r>
              <a:rPr spc="5" dirty="0">
                <a:solidFill>
                  <a:schemeClr val="accent2"/>
                </a:solidFill>
                <a:latin typeface="Times New Roman Regular" panose="02020503050405090304" charset="0"/>
                <a:cs typeface="Times New Roman Regular" panose="02020503050405090304" charset="0"/>
              </a:rPr>
              <a:t> </a:t>
            </a:r>
            <a:r>
              <a:rPr spc="-5" dirty="0">
                <a:solidFill>
                  <a:schemeClr val="accent2"/>
                </a:solidFill>
                <a:latin typeface="Times New Roman Regular" panose="02020503050405090304" charset="0"/>
                <a:cs typeface="Times New Roman Regular" panose="02020503050405090304" charset="0"/>
              </a:rPr>
              <a:t>deal</a:t>
            </a:r>
            <a:endParaRPr dirty="0">
              <a:solidFill>
                <a:schemeClr val="accent2"/>
              </a:solidFill>
              <a:latin typeface="Times New Roman Regular" panose="02020503050405090304" charset="0"/>
              <a:cs typeface="Times New Roman Regular" panose="02020503050405090304" charset="0"/>
            </a:endParaRPr>
          </a:p>
          <a:p>
            <a:pPr marL="241300" marR="57150" indent="-228600" algn="l">
              <a:lnSpc>
                <a:spcPts val="2400"/>
              </a:lnSpc>
              <a:spcBef>
                <a:spcPts val="930"/>
              </a:spcBef>
              <a:buFont typeface="Arial MT"/>
              <a:buChar char="•"/>
              <a:tabLst>
                <a:tab pos="240665" algn="l"/>
                <a:tab pos="241300" algn="l"/>
              </a:tabLst>
            </a:pPr>
            <a:r>
              <a:rPr spc="-15" dirty="0">
                <a:solidFill>
                  <a:schemeClr val="accent2"/>
                </a:solidFill>
                <a:latin typeface="Times New Roman Regular" panose="02020503050405090304" charset="0"/>
                <a:cs typeface="Times New Roman Regular" panose="02020503050405090304" charset="0"/>
              </a:rPr>
              <a:t>Third</a:t>
            </a:r>
            <a:r>
              <a:rPr spc="-10" dirty="0">
                <a:solidFill>
                  <a:schemeClr val="accent2"/>
                </a:solidFill>
                <a:latin typeface="Times New Roman Regular" panose="02020503050405090304" charset="0"/>
                <a:cs typeface="Times New Roman Regular" panose="02020503050405090304" charset="0"/>
              </a:rPr>
              <a:t> </a:t>
            </a:r>
            <a:r>
              <a:rPr spc="-5" dirty="0">
                <a:solidFill>
                  <a:schemeClr val="accent2"/>
                </a:solidFill>
                <a:latin typeface="Times New Roman Regular" panose="02020503050405090304" charset="0"/>
                <a:cs typeface="Times New Roman Regular" panose="02020503050405090304" charset="0"/>
              </a:rPr>
              <a:t>parties</a:t>
            </a:r>
            <a:r>
              <a:rPr spc="5" dirty="0">
                <a:solidFill>
                  <a:schemeClr val="accent2"/>
                </a:solidFill>
                <a:latin typeface="Times New Roman Regular" panose="02020503050405090304" charset="0"/>
                <a:cs typeface="Times New Roman Regular" panose="02020503050405090304" charset="0"/>
              </a:rPr>
              <a:t> </a:t>
            </a:r>
            <a:r>
              <a:rPr spc="-5" dirty="0">
                <a:solidFill>
                  <a:schemeClr val="accent2"/>
                </a:solidFill>
                <a:latin typeface="Times New Roman Regular" panose="02020503050405090304" charset="0"/>
                <a:cs typeface="Times New Roman Regular" panose="02020503050405090304" charset="0"/>
              </a:rPr>
              <a:t>only</a:t>
            </a:r>
            <a:r>
              <a:rPr spc="5" dirty="0">
                <a:solidFill>
                  <a:schemeClr val="accent2"/>
                </a:solidFill>
                <a:latin typeface="Times New Roman Regular" panose="02020503050405090304" charset="0"/>
                <a:cs typeface="Times New Roman Regular" panose="02020503050405090304" charset="0"/>
              </a:rPr>
              <a:t> </a:t>
            </a:r>
            <a:r>
              <a:rPr spc="-5" dirty="0">
                <a:solidFill>
                  <a:schemeClr val="accent2"/>
                </a:solidFill>
                <a:latin typeface="Times New Roman Regular" panose="02020503050405090304" charset="0"/>
                <a:cs typeface="Times New Roman Regular" panose="02020503050405090304" charset="0"/>
              </a:rPr>
              <a:t>know</a:t>
            </a:r>
            <a:r>
              <a:rPr dirty="0">
                <a:solidFill>
                  <a:schemeClr val="accent2"/>
                </a:solidFill>
                <a:latin typeface="Times New Roman Regular" panose="02020503050405090304" charset="0"/>
                <a:cs typeface="Times New Roman Regular" panose="02020503050405090304" charset="0"/>
              </a:rPr>
              <a:t> </a:t>
            </a:r>
            <a:r>
              <a:rPr spc="-5" dirty="0">
                <a:solidFill>
                  <a:schemeClr val="accent2"/>
                </a:solidFill>
                <a:latin typeface="Times New Roman Regular" panose="02020503050405090304" charset="0"/>
                <a:cs typeface="Times New Roman Regular" panose="02020503050405090304" charset="0"/>
              </a:rPr>
              <a:t>the</a:t>
            </a:r>
            <a:r>
              <a:rPr spc="5" dirty="0">
                <a:solidFill>
                  <a:srgbClr val="7030A0"/>
                </a:solidFill>
                <a:latin typeface="Times New Roman Regular" panose="02020503050405090304" charset="0"/>
                <a:cs typeface="Times New Roman Regular" panose="02020503050405090304" charset="0"/>
              </a:rPr>
              <a:t> </a:t>
            </a:r>
            <a:r>
              <a:rPr spc="-20" dirty="0">
                <a:solidFill>
                  <a:srgbClr val="FF0000"/>
                </a:solidFill>
                <a:latin typeface="Times New Roman Regular" panose="02020503050405090304" charset="0"/>
                <a:cs typeface="Times New Roman Regular" panose="02020503050405090304" charset="0"/>
              </a:rPr>
              <a:t>exact</a:t>
            </a:r>
            <a:r>
              <a:rPr dirty="0">
                <a:solidFill>
                  <a:srgbClr val="FF0000"/>
                </a:solidFill>
                <a:latin typeface="Times New Roman Regular" panose="02020503050405090304" charset="0"/>
                <a:cs typeface="Times New Roman Regular" panose="02020503050405090304" charset="0"/>
              </a:rPr>
              <a:t> </a:t>
            </a:r>
            <a:r>
              <a:rPr spc="-10" dirty="0">
                <a:solidFill>
                  <a:srgbClr val="FF0000"/>
                </a:solidFill>
                <a:latin typeface="Times New Roman Regular" panose="02020503050405090304" charset="0"/>
                <a:cs typeface="Times New Roman Regular" panose="02020503050405090304" charset="0"/>
              </a:rPr>
              <a:t>amount</a:t>
            </a:r>
            <a:r>
              <a:rPr spc="-5" dirty="0">
                <a:solidFill>
                  <a:srgbClr val="FF0000"/>
                </a:solidFill>
                <a:latin typeface="Times New Roman Regular" panose="02020503050405090304" charset="0"/>
                <a:cs typeface="Times New Roman Regular" panose="02020503050405090304" charset="0"/>
              </a:rPr>
              <a:t> </a:t>
            </a:r>
            <a:r>
              <a:rPr dirty="0">
                <a:solidFill>
                  <a:srgbClr val="FF0000"/>
                </a:solidFill>
                <a:latin typeface="Times New Roman Regular" panose="02020503050405090304" charset="0"/>
                <a:cs typeface="Times New Roman Regular" panose="02020503050405090304" charset="0"/>
              </a:rPr>
              <a:t>of</a:t>
            </a:r>
            <a:r>
              <a:rPr spc="5" dirty="0">
                <a:solidFill>
                  <a:srgbClr val="FF0000"/>
                </a:solidFill>
                <a:latin typeface="Times New Roman Regular" panose="02020503050405090304" charset="0"/>
                <a:cs typeface="Times New Roman Regular" panose="02020503050405090304" charset="0"/>
              </a:rPr>
              <a:t> </a:t>
            </a:r>
            <a:r>
              <a:rPr spc="-10" dirty="0">
                <a:solidFill>
                  <a:srgbClr val="FF0000"/>
                </a:solidFill>
                <a:latin typeface="Times New Roman Regular" panose="02020503050405090304" charset="0"/>
                <a:cs typeface="Times New Roman Regular" panose="02020503050405090304" charset="0"/>
              </a:rPr>
              <a:t>information</a:t>
            </a:r>
            <a:r>
              <a:rPr spc="-5" dirty="0">
                <a:solidFill>
                  <a:srgbClr val="7030A0"/>
                </a:solidFill>
                <a:latin typeface="Times New Roman Regular" panose="02020503050405090304" charset="0"/>
                <a:cs typeface="Times New Roman Regular" panose="02020503050405090304" charset="0"/>
              </a:rPr>
              <a:t> </a:t>
            </a:r>
            <a:r>
              <a:rPr spc="-5" dirty="0">
                <a:solidFill>
                  <a:schemeClr val="accent2"/>
                </a:solidFill>
                <a:latin typeface="Times New Roman Regular" panose="02020503050405090304" charset="0"/>
                <a:cs typeface="Times New Roman Regular" panose="02020503050405090304" charset="0"/>
              </a:rPr>
              <a:t>they </a:t>
            </a:r>
            <a:r>
              <a:rPr dirty="0">
                <a:solidFill>
                  <a:schemeClr val="accent2"/>
                </a:solidFill>
                <a:latin typeface="Times New Roman Regular" panose="02020503050405090304" charset="0"/>
                <a:cs typeface="Times New Roman Regular" panose="02020503050405090304" charset="0"/>
              </a:rPr>
              <a:t> </a:t>
            </a:r>
            <a:r>
              <a:rPr spc="-5" dirty="0">
                <a:solidFill>
                  <a:schemeClr val="accent2"/>
                </a:solidFill>
                <a:latin typeface="Times New Roman Regular" panose="02020503050405090304" charset="0"/>
                <a:cs typeface="Times New Roman Regular" panose="02020503050405090304" charset="0"/>
              </a:rPr>
              <a:t>need with the</a:t>
            </a:r>
            <a:r>
              <a:rPr spc="5" dirty="0">
                <a:solidFill>
                  <a:schemeClr val="accent2"/>
                </a:solidFill>
                <a:latin typeface="Times New Roman Regular" panose="02020503050405090304" charset="0"/>
                <a:cs typeface="Times New Roman Regular" panose="02020503050405090304" charset="0"/>
              </a:rPr>
              <a:t> </a:t>
            </a:r>
            <a:r>
              <a:rPr spc="-5" dirty="0">
                <a:solidFill>
                  <a:schemeClr val="accent2"/>
                </a:solidFill>
                <a:latin typeface="Times New Roman Regular" panose="02020503050405090304" charset="0"/>
                <a:cs typeface="Times New Roman Regular" panose="02020503050405090304" charset="0"/>
              </a:rPr>
              <a:t>help </a:t>
            </a:r>
            <a:r>
              <a:rPr dirty="0">
                <a:solidFill>
                  <a:schemeClr val="accent2"/>
                </a:solidFill>
                <a:latin typeface="Times New Roman Regular" panose="02020503050405090304" charset="0"/>
                <a:cs typeface="Times New Roman Regular" panose="02020503050405090304" charset="0"/>
              </a:rPr>
              <a:t>of</a:t>
            </a:r>
            <a:r>
              <a:rPr spc="5" dirty="0">
                <a:solidFill>
                  <a:schemeClr val="accent2"/>
                </a:solidFill>
                <a:latin typeface="Times New Roman Regular" panose="02020503050405090304" charset="0"/>
                <a:cs typeface="Times New Roman Regular" panose="02020503050405090304" charset="0"/>
              </a:rPr>
              <a:t> </a:t>
            </a:r>
            <a:r>
              <a:rPr spc="-5" dirty="0">
                <a:solidFill>
                  <a:schemeClr val="accent2"/>
                </a:solidFill>
                <a:latin typeface="Times New Roman Regular" panose="02020503050405090304" charset="0"/>
                <a:cs typeface="Times New Roman Regular" panose="02020503050405090304" charset="0"/>
              </a:rPr>
              <a:t>permission and </a:t>
            </a:r>
            <a:r>
              <a:rPr spc="-10" dirty="0">
                <a:solidFill>
                  <a:schemeClr val="accent2"/>
                </a:solidFill>
                <a:latin typeface="Times New Roman Regular" panose="02020503050405090304" charset="0"/>
                <a:cs typeface="Times New Roman Regular" panose="02020503050405090304" charset="0"/>
              </a:rPr>
              <a:t>regulations</a:t>
            </a:r>
            <a:r>
              <a:rPr dirty="0">
                <a:solidFill>
                  <a:schemeClr val="accent2"/>
                </a:solidFill>
                <a:latin typeface="Times New Roman Regular" panose="02020503050405090304" charset="0"/>
                <a:cs typeface="Times New Roman Regular" panose="02020503050405090304" charset="0"/>
              </a:rPr>
              <a:t> on</a:t>
            </a:r>
            <a:r>
              <a:rPr spc="-5" dirty="0">
                <a:solidFill>
                  <a:schemeClr val="accent2"/>
                </a:solidFill>
                <a:latin typeface="Times New Roman Regular" panose="02020503050405090304" charset="0"/>
                <a:cs typeface="Times New Roman Regular" panose="02020503050405090304" charset="0"/>
              </a:rPr>
              <a:t> the</a:t>
            </a:r>
            <a:r>
              <a:rPr spc="5" dirty="0">
                <a:solidFill>
                  <a:schemeClr val="accent2"/>
                </a:solidFill>
                <a:latin typeface="Times New Roman Regular" panose="02020503050405090304" charset="0"/>
                <a:cs typeface="Times New Roman Regular" panose="02020503050405090304" charset="0"/>
              </a:rPr>
              <a:t> </a:t>
            </a:r>
            <a:r>
              <a:rPr spc="-10" dirty="0">
                <a:solidFill>
                  <a:schemeClr val="accent2"/>
                </a:solidFill>
                <a:latin typeface="Times New Roman Regular" panose="02020503050405090304" charset="0"/>
                <a:cs typeface="Times New Roman Regular" panose="02020503050405090304" charset="0"/>
              </a:rPr>
              <a:t>network</a:t>
            </a:r>
            <a:endParaRPr spc="-10" dirty="0">
              <a:solidFill>
                <a:schemeClr val="accent2"/>
              </a:solidFill>
              <a:latin typeface="Times New Roman Regular" panose="02020503050405090304" charset="0"/>
              <a:cs typeface="Times New Roman Regular" panose="02020503050405090304" charset="0"/>
            </a:endParaRPr>
          </a:p>
        </p:txBody>
      </p:sp>
      <p:pic>
        <p:nvPicPr>
          <p:cNvPr id="5" name="object 3"/>
          <p:cNvPicPr/>
          <p:nvPr/>
        </p:nvPicPr>
        <p:blipFill>
          <a:blip r:embed="rId1" cstate="print"/>
          <a:stretch>
            <a:fillRect/>
          </a:stretch>
        </p:blipFill>
        <p:spPr>
          <a:xfrm>
            <a:off x="2473678" y="3475336"/>
            <a:ext cx="3793067" cy="3158067"/>
          </a:xfrm>
          <a:prstGeom prst="rect">
            <a:avLst/>
          </a:prstGeom>
        </p:spPr>
      </p:pic>
      <p:sp>
        <p:nvSpPr>
          <p:cNvPr id="6" name="object 4"/>
          <p:cNvSpPr txBox="1"/>
          <p:nvPr/>
        </p:nvSpPr>
        <p:spPr>
          <a:xfrm>
            <a:off x="99695" y="81280"/>
            <a:ext cx="5538470" cy="836295"/>
          </a:xfrm>
          <a:prstGeom prst="rect">
            <a:avLst/>
          </a:prstGeom>
          <a:solidFill>
            <a:schemeClr val="bg1"/>
          </a:solidFill>
        </p:spPr>
        <p:txBody>
          <a:bodyPr vert="horz" wrap="square" lIns="0" tIns="12700" rIns="0" bIns="0" rtlCol="0" anchor="ctr" anchorCtr="0">
            <a:noAutofit/>
          </a:bodyPr>
          <a:lstStyle>
            <a:lvl1pPr algn="l" rtl="0" eaLnBrk="1" fontAlgn="base" hangingPunct="1">
              <a:spcBef>
                <a:spcPct val="0"/>
              </a:spcBef>
              <a:spcAft>
                <a:spcPct val="0"/>
              </a:spcAft>
              <a:defRPr sz="2800" b="1">
                <a:solidFill>
                  <a:srgbClr val="133984"/>
                </a:solidFill>
                <a:latin typeface="+mj-lt"/>
                <a:ea typeface="+mj-ea"/>
                <a:cs typeface="+mj-cs"/>
              </a:defRPr>
            </a:lvl1pPr>
            <a:lvl2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2pPr>
            <a:lvl3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3pPr>
            <a:lvl4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4pPr>
            <a:lvl5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5pPr>
            <a:lvl6pPr marL="4572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6pPr>
            <a:lvl7pPr marL="9144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7pPr>
            <a:lvl8pPr marL="13716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8pPr>
            <a:lvl9pPr marL="18288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9pPr>
          </a:lstStyle>
          <a:p>
            <a:pPr marL="12700">
              <a:spcBef>
                <a:spcPts val="100"/>
              </a:spcBef>
            </a:pPr>
            <a:r>
              <a:rPr lang="en-US" sz="3600" kern="0" spc="-5" dirty="0"/>
              <a:t>Hyperledger</a:t>
            </a:r>
            <a:r>
              <a:rPr lang="en-US" sz="3600" kern="0" spc="-60" dirty="0"/>
              <a:t> </a:t>
            </a:r>
            <a:r>
              <a:rPr lang="en-US" sz="3600" kern="0" spc="-5" dirty="0"/>
              <a:t>Solution</a:t>
            </a:r>
            <a:endParaRPr lang="en-US" sz="3600" kern="0" spc="-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p:cNvSpPr txBox="1"/>
          <p:nvPr/>
        </p:nvSpPr>
        <p:spPr>
          <a:xfrm>
            <a:off x="107504" y="26571"/>
            <a:ext cx="6204799" cy="1010533"/>
          </a:xfrm>
          <a:prstGeom prst="rect">
            <a:avLst/>
          </a:prstGeom>
          <a:solidFill>
            <a:schemeClr val="bg1"/>
          </a:solidFill>
        </p:spPr>
        <p:txBody>
          <a:bodyPr vert="horz" wrap="square" lIns="0" tIns="12700" rIns="0" bIns="0" rtlCol="0">
            <a:spAutoFit/>
          </a:bodyPr>
          <a:lstStyle>
            <a:lvl1pPr algn="l" rtl="0" eaLnBrk="1" fontAlgn="base" hangingPunct="1">
              <a:spcBef>
                <a:spcPct val="0"/>
              </a:spcBef>
              <a:spcAft>
                <a:spcPct val="0"/>
              </a:spcAft>
              <a:defRPr sz="2800" b="1">
                <a:solidFill>
                  <a:srgbClr val="133984"/>
                </a:solidFill>
                <a:latin typeface="+mj-lt"/>
                <a:ea typeface="+mj-ea"/>
                <a:cs typeface="+mj-cs"/>
              </a:defRPr>
            </a:lvl1pPr>
            <a:lvl2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2pPr>
            <a:lvl3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3pPr>
            <a:lvl4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4pPr>
            <a:lvl5pPr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5pPr>
            <a:lvl6pPr marL="4572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6pPr>
            <a:lvl7pPr marL="9144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7pPr>
            <a:lvl8pPr marL="13716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8pPr>
            <a:lvl9pPr marL="1828800" algn="l" rtl="0" eaLnBrk="1" fontAlgn="base" hangingPunct="1">
              <a:spcBef>
                <a:spcPct val="0"/>
              </a:spcBef>
              <a:spcAft>
                <a:spcPct val="0"/>
              </a:spcAft>
              <a:defRPr sz="2800" b="1">
                <a:solidFill>
                  <a:srgbClr val="133984"/>
                </a:solidFill>
                <a:latin typeface="Arial" panose="020B0604020202090204" pitchFamily="34" charset="0"/>
                <a:ea typeface="华文新魏" panose="02010800040101010101" pitchFamily="2" charset="-122"/>
              </a:defRPr>
            </a:lvl9pPr>
          </a:lstStyle>
          <a:p>
            <a:pPr marL="12700">
              <a:spcBef>
                <a:spcPts val="100"/>
              </a:spcBef>
            </a:pPr>
            <a:endParaRPr lang="en-US" sz="3200" kern="0" spc="-5" dirty="0"/>
          </a:p>
          <a:p>
            <a:pPr marL="12700">
              <a:spcBef>
                <a:spcPts val="100"/>
              </a:spcBef>
            </a:pPr>
            <a:r>
              <a:rPr lang="en-US" sz="3200" kern="0" spc="-5" dirty="0"/>
              <a:t>Hyperledger</a:t>
            </a:r>
            <a:r>
              <a:rPr lang="en-US" sz="3200" kern="0" spc="-80" dirty="0"/>
              <a:t> </a:t>
            </a:r>
            <a:r>
              <a:rPr lang="en-US" sz="3200" kern="0" spc="-20" dirty="0"/>
              <a:t>Frameworks</a:t>
            </a:r>
            <a:endParaRPr lang="en-US" sz="3200" kern="0" spc="-20" dirty="0"/>
          </a:p>
        </p:txBody>
      </p:sp>
      <p:pic>
        <p:nvPicPr>
          <p:cNvPr id="6" name="object 3"/>
          <p:cNvPicPr/>
          <p:nvPr/>
        </p:nvPicPr>
        <p:blipFill>
          <a:blip r:embed="rId1" cstate="print"/>
          <a:stretch>
            <a:fillRect/>
          </a:stretch>
        </p:blipFill>
        <p:spPr>
          <a:xfrm>
            <a:off x="323528" y="1412776"/>
            <a:ext cx="8280920" cy="4248472"/>
          </a:xfrm>
          <a:prstGeom prst="rect">
            <a:avLst/>
          </a:prstGeom>
        </p:spPr>
      </p:pic>
      <p:sp>
        <p:nvSpPr>
          <p:cNvPr id="7" name="object 4"/>
          <p:cNvSpPr txBox="1"/>
          <p:nvPr/>
        </p:nvSpPr>
        <p:spPr>
          <a:xfrm>
            <a:off x="527440" y="6552579"/>
            <a:ext cx="378777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898989"/>
                </a:solidFill>
                <a:latin typeface="Calibri"/>
                <a:cs typeface="Calibri"/>
              </a:rPr>
              <a:t>Image</a:t>
            </a:r>
            <a:r>
              <a:rPr sz="1200" spc="5" dirty="0">
                <a:solidFill>
                  <a:srgbClr val="898989"/>
                </a:solidFill>
                <a:latin typeface="Calibri"/>
                <a:cs typeface="Calibri"/>
              </a:rPr>
              <a:t> </a:t>
            </a:r>
            <a:r>
              <a:rPr sz="1200" spc="-5" dirty="0">
                <a:solidFill>
                  <a:srgbClr val="898989"/>
                </a:solidFill>
                <a:latin typeface="Calibri"/>
                <a:cs typeface="Calibri"/>
              </a:rPr>
              <a:t>source:</a:t>
            </a:r>
            <a:r>
              <a:rPr sz="1200" spc="10" dirty="0">
                <a:solidFill>
                  <a:srgbClr val="898989"/>
                </a:solidFill>
                <a:latin typeface="Calibri"/>
                <a:cs typeface="Calibri"/>
              </a:rPr>
              <a:t> </a:t>
            </a:r>
            <a:r>
              <a:rPr sz="1200" spc="-5" dirty="0">
                <a:solidFill>
                  <a:srgbClr val="898989"/>
                </a:solidFill>
                <a:latin typeface="Calibri"/>
                <a:cs typeface="Calibri"/>
              </a:rPr>
              <a:t>smart</a:t>
            </a:r>
            <a:r>
              <a:rPr sz="1200" spc="5" dirty="0">
                <a:solidFill>
                  <a:srgbClr val="898989"/>
                </a:solidFill>
                <a:latin typeface="Calibri"/>
                <a:cs typeface="Calibri"/>
              </a:rPr>
              <a:t> </a:t>
            </a:r>
            <a:r>
              <a:rPr sz="1200" spc="-10" dirty="0">
                <a:solidFill>
                  <a:srgbClr val="898989"/>
                </a:solidFill>
                <a:latin typeface="Calibri"/>
                <a:cs typeface="Calibri"/>
              </a:rPr>
              <a:t>contract</a:t>
            </a:r>
            <a:r>
              <a:rPr sz="1200" spc="5" dirty="0">
                <a:solidFill>
                  <a:srgbClr val="898989"/>
                </a:solidFill>
                <a:latin typeface="Calibri"/>
                <a:cs typeface="Calibri"/>
              </a:rPr>
              <a:t> </a:t>
            </a:r>
            <a:r>
              <a:rPr sz="1200" spc="-10" dirty="0">
                <a:solidFill>
                  <a:srgbClr val="898989"/>
                </a:solidFill>
                <a:latin typeface="Calibri"/>
                <a:cs typeface="Calibri"/>
              </a:rPr>
              <a:t>white</a:t>
            </a:r>
            <a:r>
              <a:rPr sz="1200" spc="5" dirty="0">
                <a:solidFill>
                  <a:srgbClr val="898989"/>
                </a:solidFill>
                <a:latin typeface="Calibri"/>
                <a:cs typeface="Calibri"/>
              </a:rPr>
              <a:t> </a:t>
            </a:r>
            <a:r>
              <a:rPr sz="1200" spc="-5" dirty="0">
                <a:solidFill>
                  <a:srgbClr val="898989"/>
                </a:solidFill>
                <a:latin typeface="Calibri"/>
                <a:cs typeface="Calibri"/>
              </a:rPr>
              <a:t>paper</a:t>
            </a:r>
            <a:r>
              <a:rPr sz="1200" dirty="0">
                <a:solidFill>
                  <a:srgbClr val="898989"/>
                </a:solidFill>
                <a:latin typeface="Calibri"/>
                <a:cs typeface="Calibri"/>
              </a:rPr>
              <a:t> @</a:t>
            </a:r>
            <a:r>
              <a:rPr sz="1200" spc="15" dirty="0">
                <a:solidFill>
                  <a:srgbClr val="898989"/>
                </a:solidFill>
                <a:latin typeface="Calibri"/>
                <a:cs typeface="Calibri"/>
              </a:rPr>
              <a:t> </a:t>
            </a:r>
            <a:r>
              <a:rPr sz="1200" spc="-20" dirty="0">
                <a:solidFill>
                  <a:srgbClr val="898989"/>
                </a:solidFill>
                <a:latin typeface="Calibri"/>
                <a:cs typeface="Calibri"/>
              </a:rPr>
              <a:t>hyperledger.org</a:t>
            </a:r>
            <a:endParaRPr sz="12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07122" y="116632"/>
            <a:ext cx="8077200" cy="6337300"/>
          </a:xfrm>
          <a:prstGeom prst="rect">
            <a:avLst/>
          </a:prstGeom>
        </p:spPr>
      </p:pic>
      <p:sp>
        <p:nvSpPr>
          <p:cNvPr id="4" name="椭圆 3"/>
          <p:cNvSpPr/>
          <p:nvPr/>
        </p:nvSpPr>
        <p:spPr bwMode="auto">
          <a:xfrm>
            <a:off x="107504" y="2060848"/>
            <a:ext cx="1656184" cy="864096"/>
          </a:xfrm>
          <a:prstGeom prst="ellipse">
            <a:avLst/>
          </a:prstGeom>
          <a:noFill/>
          <a:ln w="28575" cap="flat" cmpd="sng" algn="ctr">
            <a:solidFill>
              <a:srgbClr val="FF0000"/>
            </a:solidFill>
            <a:prstDash val="solid"/>
            <a:round/>
            <a:headEnd type="none" w="med" len="med"/>
            <a:tailEnd type="none" w="med" len="med"/>
          </a:ln>
        </p:spPr>
        <p:txBody>
          <a:bodyPr vert="horz" wrap="none" lIns="90000" tIns="46800" rIns="90000" bIns="46800" numCol="1" rtlCol="0" anchor="ctr"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a:ln>
                <a:noFill/>
              </a:ln>
              <a:effectLst/>
              <a:latin typeface="Arial" panose="020B0604020202090204" pitchFamily="34" charset="0"/>
              <a:ea typeface="黑体" panose="0201060906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124744"/>
            <a:ext cx="9144000" cy="5313158"/>
          </a:xfrm>
          <a:prstGeom prst="rect">
            <a:avLst/>
          </a:prstGeom>
        </p:spPr>
      </p:pic>
      <p:sp>
        <p:nvSpPr>
          <p:cNvPr id="5" name="文本框 4"/>
          <p:cNvSpPr txBox="1"/>
          <p:nvPr/>
        </p:nvSpPr>
        <p:spPr>
          <a:xfrm>
            <a:off x="108000" y="298"/>
            <a:ext cx="3888432" cy="1076325"/>
          </a:xfrm>
          <a:prstGeom prst="rect">
            <a:avLst/>
          </a:prstGeom>
          <a:solidFill>
            <a:schemeClr val="bg1"/>
          </a:solidFill>
        </p:spPr>
        <p:txBody>
          <a:bodyPr wrap="square" rtlCol="0">
            <a:spAutoFit/>
          </a:bodyPr>
          <a:lstStyle/>
          <a:p>
            <a:pPr algn="l"/>
            <a:endParaRPr kumimoji="1" lang="en-US" altLang="zh-CN" dirty="0"/>
          </a:p>
          <a:p>
            <a:pPr algn="ctr"/>
            <a:r>
              <a:rPr kumimoji="1" lang="en-US" altLang="zh-CN" sz="4000" dirty="0" err="1">
                <a:solidFill>
                  <a:srgbClr val="7030A0"/>
                </a:solidFill>
                <a:latin typeface="Times" pitchFamily="2" charset="0"/>
              </a:rPr>
              <a:t>Hyperledger.org</a:t>
            </a:r>
            <a:endParaRPr kumimoji="1" lang="en-US" altLang="zh-CN" sz="4000" dirty="0" err="1">
              <a:solidFill>
                <a:srgbClr val="7030A0"/>
              </a:solidFill>
              <a:latin typeface="Times" pitchFamily="2"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1"/>
          <p:cNvSpPr txBox="1"/>
          <p:nvPr/>
        </p:nvSpPr>
        <p:spPr>
          <a:xfrm>
            <a:off x="-31082" y="24611"/>
            <a:ext cx="8173730" cy="1229116"/>
          </a:xfrm>
          <a:prstGeom prst="rect">
            <a:avLst/>
          </a:prstGeom>
          <a:solidFill>
            <a:schemeClr val="bg1"/>
          </a:solidFill>
          <a:ln>
            <a:noFill/>
          </a:ln>
        </p:spPr>
        <p:txBody>
          <a:bodyPr spcFirstLastPara="1" wrap="square" lIns="68569" tIns="68569" rIns="68569" bIns="68569" anchor="t" anchorCtr="0">
            <a:noAutofit/>
          </a:bodyPr>
          <a:lstStyle/>
          <a:p>
            <a:pPr marL="38100">
              <a:lnSpc>
                <a:spcPct val="90000"/>
              </a:lnSpc>
              <a:spcBef>
                <a:spcPts val="750"/>
              </a:spcBef>
              <a:buSzPts val="2800"/>
              <a:defRPr/>
            </a:pPr>
            <a:r>
              <a:rPr lang="en-US" sz="3600" dirty="0">
                <a:latin typeface="Calibri"/>
                <a:cs typeface="Calibri"/>
                <a:sym typeface="Calibri"/>
              </a:rPr>
              <a:t>Data Sharing Between Multiple Tiered Partners</a:t>
            </a:r>
            <a:endParaRPr lang="en-US" sz="3600" dirty="0">
              <a:latin typeface="Calibri"/>
              <a:cs typeface="Calibri"/>
              <a:sym typeface="Calibri"/>
            </a:endParaRPr>
          </a:p>
        </p:txBody>
      </p:sp>
      <p:sp>
        <p:nvSpPr>
          <p:cNvPr id="106" name="Google Shape;106;p11"/>
          <p:cNvSpPr txBox="1"/>
          <p:nvPr/>
        </p:nvSpPr>
        <p:spPr>
          <a:xfrm>
            <a:off x="374074" y="2064503"/>
            <a:ext cx="6603401" cy="3271230"/>
          </a:xfrm>
          <a:prstGeom prst="rect">
            <a:avLst/>
          </a:prstGeom>
          <a:noFill/>
          <a:ln>
            <a:noFill/>
          </a:ln>
        </p:spPr>
        <p:txBody>
          <a:bodyPr spcFirstLastPara="1" wrap="square" lIns="68569" tIns="68569" rIns="68569" bIns="68569" anchor="t" anchorCtr="0">
            <a:noAutofit/>
          </a:bodyPr>
          <a:lstStyle/>
          <a:p>
            <a:pPr marL="198755" indent="-198755" defTabSz="914400">
              <a:spcBef>
                <a:spcPct val="20000"/>
              </a:spcBef>
              <a:buClr>
                <a:srgbClr val="B5397D"/>
              </a:buClr>
              <a:buFont typeface="Wingdings" panose="05000000000000000000" pitchFamily="2" charset="2"/>
              <a:buChar char="§"/>
            </a:pPr>
            <a:endParaRPr lang="fr-FR" sz="2000" dirty="0">
              <a:solidFill>
                <a:srgbClr val="184A7C"/>
              </a:solidFill>
              <a:latin typeface="Calibri"/>
              <a:ea typeface="+mn-ea"/>
            </a:endParaRPr>
          </a:p>
        </p:txBody>
      </p:sp>
      <p:sp>
        <p:nvSpPr>
          <p:cNvPr id="5" name="Espace réservé du contenu 2"/>
          <p:cNvSpPr txBox="1"/>
          <p:nvPr/>
        </p:nvSpPr>
        <p:spPr>
          <a:xfrm>
            <a:off x="116378" y="17737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7" name="Espace réservé du contenu 2"/>
          <p:cNvSpPr txBox="1"/>
          <p:nvPr/>
        </p:nvSpPr>
        <p:spPr>
          <a:xfrm>
            <a:off x="230678" y="18880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8" name="Espace réservé du contenu 2"/>
          <p:cNvSpPr txBox="1"/>
          <p:nvPr/>
        </p:nvSpPr>
        <p:spPr>
          <a:xfrm>
            <a:off x="344978" y="20023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10" name="Google Shape;220;p28"/>
          <p:cNvSpPr txBox="1"/>
          <p:nvPr/>
        </p:nvSpPr>
        <p:spPr>
          <a:xfrm>
            <a:off x="107315" y="1557020"/>
            <a:ext cx="8898255" cy="4826000"/>
          </a:xfrm>
          <a:prstGeom prst="rect">
            <a:avLst/>
          </a:prstGeom>
          <a:solidFill>
            <a:schemeClr val="bg1"/>
          </a:solid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pPr marL="685800" indent="0" defTabSz="685800" fontAlgn="auto">
              <a:spcBef>
                <a:spcPts val="750"/>
              </a:spcBef>
              <a:buClr>
                <a:srgbClr val="000000"/>
              </a:buClr>
              <a:buNone/>
              <a:defRPr/>
            </a:pPr>
            <a:r>
              <a:rPr lang="en-US" sz="2400" i="1" kern="0" dirty="0">
                <a:solidFill>
                  <a:srgbClr val="12357C"/>
                </a:solidFill>
              </a:rPr>
              <a:t>“I want to easily share a ledger with Company A and its supplier Company B without their competitor Company C having access. But we’re on the same network!” </a:t>
            </a:r>
            <a:endParaRPr lang="en-US" sz="2400" i="1" kern="0" dirty="0">
              <a:solidFill>
                <a:srgbClr val="12357C"/>
              </a:solidFill>
            </a:endParaRPr>
          </a:p>
          <a:p>
            <a:pPr indent="-342900">
              <a:buClr>
                <a:srgbClr val="000000"/>
              </a:buClr>
              <a:defRPr/>
            </a:pPr>
            <a:r>
              <a:rPr lang="en-US" sz="2400" kern="0" dirty="0">
                <a:solidFill>
                  <a:srgbClr val="12357C"/>
                </a:solidFill>
              </a:rPr>
              <a:t>Here, each company is represented by an </a:t>
            </a:r>
            <a:r>
              <a:rPr lang="en-US" sz="2400" b="1" kern="0" dirty="0">
                <a:solidFill>
                  <a:srgbClr val="FF0000"/>
                </a:solidFill>
              </a:rPr>
              <a:t>Organization</a:t>
            </a:r>
            <a:r>
              <a:rPr lang="en-US" sz="2400" b="1" kern="0" dirty="0">
                <a:solidFill>
                  <a:srgbClr val="12357C"/>
                </a:solidFill>
              </a:rPr>
              <a:t> </a:t>
            </a:r>
            <a:r>
              <a:rPr lang="en-US" sz="2400" kern="0" dirty="0">
                <a:solidFill>
                  <a:srgbClr val="12357C"/>
                </a:solidFill>
              </a:rPr>
              <a:t>in a Hyperledger Fabric network</a:t>
            </a:r>
            <a:endParaRPr lang="en-US" sz="2400" dirty="0">
              <a:solidFill>
                <a:srgbClr val="12357C"/>
              </a:solidFill>
            </a:endParaRPr>
          </a:p>
          <a:p>
            <a:pPr indent="-342900">
              <a:buClr>
                <a:srgbClr val="000000"/>
              </a:buClr>
              <a:defRPr/>
            </a:pPr>
            <a:r>
              <a:rPr lang="en-US" sz="2400" kern="0" dirty="0">
                <a:solidFill>
                  <a:srgbClr val="7030A0"/>
                </a:solidFill>
              </a:rPr>
              <a:t>My peer would create the </a:t>
            </a:r>
            <a:r>
              <a:rPr lang="en-US" sz="2400" b="1" kern="0" dirty="0">
                <a:solidFill>
                  <a:srgbClr val="FF0000"/>
                </a:solidFill>
              </a:rPr>
              <a:t>genesis block</a:t>
            </a:r>
            <a:r>
              <a:rPr lang="en-US" sz="2400" kern="0" dirty="0">
                <a:solidFill>
                  <a:srgbClr val="7030A0"/>
                </a:solidFill>
              </a:rPr>
              <a:t> for the ledger shared with a peer in Company A and a peer in Company B, giving access and permissions</a:t>
            </a:r>
            <a:endParaRPr lang="en-US" sz="2400" dirty="0">
              <a:solidFill>
                <a:srgbClr val="7030A0"/>
              </a:solidFill>
            </a:endParaRPr>
          </a:p>
          <a:p>
            <a:pPr indent="-342900">
              <a:buClr>
                <a:srgbClr val="000000"/>
              </a:buClr>
              <a:defRPr/>
            </a:pPr>
            <a:r>
              <a:rPr lang="en-US" sz="2400" kern="0" dirty="0">
                <a:solidFill>
                  <a:srgbClr val="12357C"/>
                </a:solidFill>
              </a:rPr>
              <a:t>To assure confidentiality, I do not include any peer belonging to Company C in the permissions for this ledger</a:t>
            </a:r>
            <a:endParaRPr lang="en-US" sz="2400" kern="0" dirty="0">
              <a:solidFill>
                <a:srgbClr val="12357C"/>
              </a:solidFill>
            </a:endParaRPr>
          </a:p>
          <a:p>
            <a:pPr marL="0" indent="0" defTabSz="685800" fontAlgn="auto">
              <a:spcBef>
                <a:spcPts val="750"/>
              </a:spcBef>
              <a:buClr>
                <a:srgbClr val="000000"/>
              </a:buClr>
              <a:buNone/>
              <a:defRPr/>
            </a:pPr>
            <a:endParaRPr lang="en-US" sz="2400" kern="0" dirty="0">
              <a:solidFill>
                <a:srgbClr val="12357C"/>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1"/>
          <p:cNvSpPr txBox="1"/>
          <p:nvPr/>
        </p:nvSpPr>
        <p:spPr>
          <a:xfrm>
            <a:off x="144470" y="49663"/>
            <a:ext cx="8173730" cy="1089764"/>
          </a:xfrm>
          <a:prstGeom prst="rect">
            <a:avLst/>
          </a:prstGeom>
          <a:solidFill>
            <a:schemeClr val="bg1"/>
          </a:solidFill>
          <a:ln>
            <a:noFill/>
          </a:ln>
        </p:spPr>
        <p:txBody>
          <a:bodyPr spcFirstLastPara="1" wrap="square" lIns="68569" tIns="68569" rIns="68569" bIns="68569" anchor="t" anchorCtr="0">
            <a:noAutofit/>
          </a:bodyPr>
          <a:lstStyle/>
          <a:p>
            <a:pPr lvl="0"/>
            <a:r>
              <a:rPr lang="fr-FR" sz="4000" dirty="0">
                <a:solidFill>
                  <a:srgbClr val="12357C"/>
                </a:solidFill>
              </a:rPr>
              <a:t>Possible</a:t>
            </a:r>
            <a:r>
              <a:rPr lang="fr-FR" sz="2800" dirty="0">
                <a:solidFill>
                  <a:srgbClr val="12357C"/>
                </a:solidFill>
              </a:rPr>
              <a:t> </a:t>
            </a:r>
            <a:r>
              <a:rPr lang="fr-FR" sz="4000" dirty="0">
                <a:solidFill>
                  <a:srgbClr val="12357C"/>
                </a:solidFill>
              </a:rPr>
              <a:t>Use Cases</a:t>
            </a:r>
            <a:endParaRPr lang="fr-FR" sz="2800" dirty="0">
              <a:solidFill>
                <a:srgbClr val="12357C"/>
              </a:solidFill>
            </a:endParaRPr>
          </a:p>
          <a:p>
            <a:pPr lvl="0"/>
            <a:endParaRPr sz="2800" b="1" dirty="0">
              <a:solidFill>
                <a:srgbClr val="12357C"/>
              </a:solidFill>
              <a:latin typeface="Trebuchet MS" panose="020B0603020202020204" charset="0"/>
              <a:ea typeface="Trebuchet MS" panose="020B0603020202020204" charset="0"/>
              <a:cs typeface="Trebuchet MS" panose="020B0603020202020204" charset="0"/>
            </a:endParaRPr>
          </a:p>
        </p:txBody>
      </p:sp>
      <p:sp>
        <p:nvSpPr>
          <p:cNvPr id="106" name="Google Shape;106;p11"/>
          <p:cNvSpPr txBox="1"/>
          <p:nvPr/>
        </p:nvSpPr>
        <p:spPr>
          <a:xfrm>
            <a:off x="374074" y="2064503"/>
            <a:ext cx="6603401" cy="3271230"/>
          </a:xfrm>
          <a:prstGeom prst="rect">
            <a:avLst/>
          </a:prstGeom>
          <a:noFill/>
          <a:ln>
            <a:noFill/>
          </a:ln>
        </p:spPr>
        <p:txBody>
          <a:bodyPr spcFirstLastPara="1" wrap="square" lIns="68569" tIns="68569" rIns="68569" bIns="68569" anchor="t" anchorCtr="0">
            <a:noAutofit/>
          </a:bodyPr>
          <a:lstStyle/>
          <a:p>
            <a:pPr marL="198755" indent="-198755" defTabSz="914400">
              <a:spcBef>
                <a:spcPct val="20000"/>
              </a:spcBef>
              <a:buClr>
                <a:srgbClr val="B5397D"/>
              </a:buClr>
              <a:buFont typeface="Wingdings" panose="05000000000000000000" pitchFamily="2" charset="2"/>
              <a:buChar char="§"/>
            </a:pPr>
            <a:endParaRPr lang="fr-FR" dirty="0">
              <a:solidFill>
                <a:srgbClr val="12357C"/>
              </a:solidFill>
              <a:latin typeface="Calibri"/>
              <a:ea typeface="+mn-ea"/>
            </a:endParaRPr>
          </a:p>
        </p:txBody>
      </p:sp>
      <p:sp>
        <p:nvSpPr>
          <p:cNvPr id="5" name="Espace réservé du contenu 2"/>
          <p:cNvSpPr txBox="1"/>
          <p:nvPr/>
        </p:nvSpPr>
        <p:spPr>
          <a:xfrm>
            <a:off x="116378" y="17737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400" dirty="0">
              <a:solidFill>
                <a:srgbClr val="12357C"/>
              </a:solidFill>
              <a:latin typeface="Calibri"/>
            </a:endParaRPr>
          </a:p>
        </p:txBody>
      </p:sp>
      <p:sp>
        <p:nvSpPr>
          <p:cNvPr id="7" name="Espace réservé du contenu 2"/>
          <p:cNvSpPr txBox="1"/>
          <p:nvPr/>
        </p:nvSpPr>
        <p:spPr>
          <a:xfrm>
            <a:off x="230678" y="18880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400" dirty="0">
              <a:solidFill>
                <a:srgbClr val="12357C"/>
              </a:solidFill>
              <a:latin typeface="Calibri"/>
            </a:endParaRPr>
          </a:p>
        </p:txBody>
      </p:sp>
      <p:sp>
        <p:nvSpPr>
          <p:cNvPr id="8" name="Espace réservé du contenu 2"/>
          <p:cNvSpPr txBox="1"/>
          <p:nvPr/>
        </p:nvSpPr>
        <p:spPr>
          <a:xfrm>
            <a:off x="344978" y="20023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400" dirty="0">
              <a:solidFill>
                <a:srgbClr val="12357C"/>
              </a:solidFill>
              <a:latin typeface="Calibri"/>
            </a:endParaRPr>
          </a:p>
        </p:txBody>
      </p:sp>
      <p:sp>
        <p:nvSpPr>
          <p:cNvPr id="12" name="Google Shape;213;p27"/>
          <p:cNvSpPr txBox="1"/>
          <p:nvPr/>
        </p:nvSpPr>
        <p:spPr>
          <a:xfrm>
            <a:off x="228262" y="922566"/>
            <a:ext cx="8089937" cy="1347956"/>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pPr marL="342900" indent="-304800" defTabSz="685800" fontAlgn="auto">
              <a:spcBef>
                <a:spcPts val="750"/>
              </a:spcBef>
              <a:buClr>
                <a:srgbClr val="000000"/>
              </a:buClr>
              <a:defRPr/>
            </a:pPr>
            <a:r>
              <a:rPr lang="en-US" sz="2400" kern="0" dirty="0">
                <a:solidFill>
                  <a:srgbClr val="12357C"/>
                </a:solidFill>
              </a:rPr>
              <a:t>Supply chain transparency, archiving and tracking</a:t>
            </a:r>
            <a:endParaRPr lang="en-US" sz="2400" kern="0" dirty="0">
              <a:solidFill>
                <a:srgbClr val="12357C"/>
              </a:solidFill>
            </a:endParaRPr>
          </a:p>
          <a:p>
            <a:pPr marL="685800" indent="0" defTabSz="685800" fontAlgn="auto">
              <a:spcBef>
                <a:spcPts val="750"/>
              </a:spcBef>
              <a:buClr>
                <a:srgbClr val="000000"/>
              </a:buClr>
              <a:buNone/>
              <a:defRPr/>
            </a:pPr>
            <a:r>
              <a:rPr lang="en-US" sz="2400" i="1" kern="0" dirty="0">
                <a:solidFill>
                  <a:srgbClr val="12357C"/>
                </a:solidFill>
              </a:rPr>
              <a:t>“Where does the fish ordered in this restaurant was caught?”</a:t>
            </a:r>
            <a:endParaRPr lang="en-US" sz="2400" i="1" kern="0" dirty="0">
              <a:solidFill>
                <a:srgbClr val="12357C"/>
              </a:solidFill>
            </a:endParaRPr>
          </a:p>
          <a:p>
            <a:pPr marL="685800" indent="0" defTabSz="685800" fontAlgn="auto">
              <a:spcBef>
                <a:spcPts val="750"/>
              </a:spcBef>
              <a:buClr>
                <a:srgbClr val="000000"/>
              </a:buClr>
              <a:buNone/>
              <a:defRPr/>
            </a:pPr>
            <a:endParaRPr lang="en-US" sz="2400" i="1" kern="0" dirty="0">
              <a:solidFill>
                <a:srgbClr val="12357C"/>
              </a:solidFill>
            </a:endParaRPr>
          </a:p>
          <a:p>
            <a:pPr marL="0" indent="0" defTabSz="685800" fontAlgn="auto">
              <a:spcBef>
                <a:spcPts val="750"/>
              </a:spcBef>
              <a:buClr>
                <a:srgbClr val="000000"/>
              </a:buClr>
              <a:buNone/>
              <a:defRPr/>
            </a:pPr>
            <a:endParaRPr lang="en-US" sz="2400" kern="0" dirty="0">
              <a:solidFill>
                <a:srgbClr val="12357C"/>
              </a:solidFill>
            </a:endParaRPr>
          </a:p>
        </p:txBody>
      </p:sp>
      <p:pic>
        <p:nvPicPr>
          <p:cNvPr id="13" name="Google Shape;214;p27" descr="Designed for versatility and scalability, Hyperledger Sawtooth is a modular blockchain suite. Hyperledger Sawtooth supports both permissioned and permissionless deployments. It includes a novel consensus algorithm, Proof of Elapsed Time (PoET). PoET targets large distributed validator populations with minimal resource consumption. Transaction business logic is decoupled from the consensus layer into Transaction Families that allow for restricted or unfettered semantics." title="Introduction to Hyperledger Sawtooth">
            <a:hlinkClick r:id="rId3"/>
          </p:cNvPr>
          <p:cNvPicPr preferRelativeResize="0"/>
          <p:nvPr/>
        </p:nvPicPr>
        <p:blipFill>
          <a:blip r:embed="rId4"/>
          <a:stretch>
            <a:fillRect/>
          </a:stretch>
        </p:blipFill>
        <p:spPr>
          <a:xfrm>
            <a:off x="4072612" y="2424762"/>
            <a:ext cx="4955010" cy="3956447"/>
          </a:xfrm>
          <a:prstGeom prst="rect">
            <a:avLst/>
          </a:prstGeom>
          <a:noFill/>
          <a:ln>
            <a:noFill/>
          </a:ln>
        </p:spPr>
      </p:pic>
      <p:sp>
        <p:nvSpPr>
          <p:cNvPr id="14" name="Google Shape;215;p27"/>
          <p:cNvSpPr txBox="1"/>
          <p:nvPr/>
        </p:nvSpPr>
        <p:spPr>
          <a:xfrm>
            <a:off x="120151" y="2639223"/>
            <a:ext cx="3566250" cy="3193650"/>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pPr indent="-342900">
              <a:buClr>
                <a:srgbClr val="000000"/>
              </a:buClr>
              <a:defRPr/>
            </a:pPr>
            <a:r>
              <a:rPr lang="en-US" sz="2400" kern="0" dirty="0">
                <a:solidFill>
                  <a:srgbClr val="12357C"/>
                </a:solidFill>
              </a:rPr>
              <a:t>Hyperledger </a:t>
            </a:r>
            <a:r>
              <a:rPr lang="en-US" sz="2400" kern="0" dirty="0">
                <a:solidFill>
                  <a:srgbClr val="FF0000"/>
                </a:solidFill>
              </a:rPr>
              <a:t>Sawtooth</a:t>
            </a:r>
            <a:r>
              <a:rPr lang="en-US" sz="2400" kern="0" dirty="0">
                <a:solidFill>
                  <a:srgbClr val="12357C"/>
                </a:solidFill>
              </a:rPr>
              <a:t> is a Blockchain platform supporting both permissioned and </a:t>
            </a:r>
            <a:r>
              <a:rPr lang="en-US" sz="2400" kern="0" dirty="0" err="1">
                <a:solidFill>
                  <a:srgbClr val="12357C"/>
                </a:solidFill>
              </a:rPr>
              <a:t>permissionless</a:t>
            </a:r>
            <a:r>
              <a:rPr lang="en-US" sz="2400" kern="0" dirty="0">
                <a:solidFill>
                  <a:srgbClr val="12357C"/>
                </a:solidFill>
              </a:rPr>
              <a:t> ledgers</a:t>
            </a:r>
            <a:endParaRPr lang="en-US" sz="2400" kern="0" dirty="0">
              <a:solidFill>
                <a:srgbClr val="12357C"/>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5760" y="116632"/>
            <a:ext cx="9144000" cy="491066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116632"/>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540" y="116840"/>
            <a:ext cx="9144000" cy="606869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9144000" cy="473967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116632"/>
            <a:ext cx="9144000" cy="557492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1"/>
          <p:cNvSpPr txBox="1"/>
          <p:nvPr/>
        </p:nvSpPr>
        <p:spPr>
          <a:xfrm>
            <a:off x="243562" y="1081706"/>
            <a:ext cx="8173730" cy="639900"/>
          </a:xfrm>
          <a:prstGeom prst="rect">
            <a:avLst/>
          </a:prstGeom>
          <a:noFill/>
          <a:ln>
            <a:noFill/>
          </a:ln>
        </p:spPr>
        <p:txBody>
          <a:bodyPr spcFirstLastPara="1" wrap="square" lIns="68569" tIns="68569" rIns="68569" bIns="68569" anchor="t" anchorCtr="0">
            <a:noAutofit/>
          </a:bodyPr>
          <a:lstStyle/>
          <a:p>
            <a:pPr lvl="0"/>
            <a:endParaRPr sz="2700" b="1" dirty="0">
              <a:latin typeface="Trebuchet MS" panose="020B0603020202020204" charset="0"/>
              <a:ea typeface="Trebuchet MS" panose="020B0603020202020204" charset="0"/>
              <a:cs typeface="Trebuchet MS" panose="020B0603020202020204" charset="0"/>
            </a:endParaRPr>
          </a:p>
        </p:txBody>
      </p:sp>
      <p:sp>
        <p:nvSpPr>
          <p:cNvPr id="106" name="Google Shape;106;p11"/>
          <p:cNvSpPr txBox="1"/>
          <p:nvPr/>
        </p:nvSpPr>
        <p:spPr>
          <a:xfrm>
            <a:off x="374074" y="2064503"/>
            <a:ext cx="6603401" cy="3271230"/>
          </a:xfrm>
          <a:prstGeom prst="rect">
            <a:avLst/>
          </a:prstGeom>
          <a:noFill/>
          <a:ln>
            <a:noFill/>
          </a:ln>
        </p:spPr>
        <p:txBody>
          <a:bodyPr spcFirstLastPara="1" wrap="square" lIns="68569" tIns="68569" rIns="68569" bIns="68569" anchor="t" anchorCtr="0">
            <a:noAutofit/>
          </a:bodyPr>
          <a:lstStyle/>
          <a:p>
            <a:pPr marL="198755" indent="-198755" defTabSz="914400">
              <a:spcBef>
                <a:spcPct val="20000"/>
              </a:spcBef>
              <a:buClr>
                <a:srgbClr val="B5397D"/>
              </a:buClr>
              <a:buFont typeface="Wingdings" panose="05000000000000000000" pitchFamily="2" charset="2"/>
              <a:buChar char="§"/>
            </a:pPr>
            <a:endParaRPr lang="fr-FR" sz="2000" dirty="0">
              <a:solidFill>
                <a:srgbClr val="184A7C"/>
              </a:solidFill>
              <a:latin typeface="Calibri"/>
              <a:ea typeface="+mn-ea"/>
            </a:endParaRPr>
          </a:p>
        </p:txBody>
      </p:sp>
      <p:sp>
        <p:nvSpPr>
          <p:cNvPr id="5" name="Espace réservé du contenu 2"/>
          <p:cNvSpPr txBox="1"/>
          <p:nvPr/>
        </p:nvSpPr>
        <p:spPr>
          <a:xfrm>
            <a:off x="116378" y="17737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7" name="Espace réservé du contenu 2"/>
          <p:cNvSpPr txBox="1"/>
          <p:nvPr/>
        </p:nvSpPr>
        <p:spPr>
          <a:xfrm>
            <a:off x="230678" y="18880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8" name="Espace réservé du contenu 2"/>
          <p:cNvSpPr txBox="1"/>
          <p:nvPr/>
        </p:nvSpPr>
        <p:spPr>
          <a:xfrm>
            <a:off x="344978" y="20023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11" name="Google Shape;84;p13"/>
          <p:cNvSpPr txBox="1"/>
          <p:nvPr/>
        </p:nvSpPr>
        <p:spPr>
          <a:xfrm>
            <a:off x="1143000" y="1699022"/>
            <a:ext cx="6858000" cy="1790775"/>
          </a:xfrm>
          <a:prstGeom prst="rect">
            <a:avLst/>
          </a:prstGeom>
          <a:noFill/>
          <a:ln>
            <a:noFill/>
          </a:ln>
        </p:spPr>
        <p:txBody>
          <a:bodyPr spcFirstLastPara="1" wrap="square" lIns="68569" tIns="34275" rIns="68569" bIns="34275"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defTabSz="685800" fontAlgn="auto">
              <a:buClr>
                <a:srgbClr val="000000"/>
              </a:buClr>
              <a:defRPr/>
            </a:pPr>
            <a:r>
              <a:rPr lang="fr-FR" sz="4500" kern="0" dirty="0" err="1">
                <a:solidFill>
                  <a:schemeClr val="accent2"/>
                </a:solidFill>
                <a:latin typeface="+mj-lt"/>
              </a:rPr>
              <a:t>Technology</a:t>
            </a:r>
            <a:r>
              <a:rPr lang="fr-FR" sz="4500" kern="0" dirty="0">
                <a:solidFill>
                  <a:schemeClr val="accent2"/>
                </a:solidFill>
                <a:latin typeface="+mj-lt"/>
              </a:rPr>
              <a:t> in </a:t>
            </a:r>
            <a:r>
              <a:rPr lang="fr-FR" sz="4500" kern="0" dirty="0" err="1">
                <a:solidFill>
                  <a:schemeClr val="accent2"/>
                </a:solidFill>
                <a:latin typeface="+mj-lt"/>
              </a:rPr>
              <a:t>Hyperledger</a:t>
            </a:r>
            <a:r>
              <a:rPr lang="fr-FR" sz="4500" kern="0" dirty="0">
                <a:solidFill>
                  <a:schemeClr val="accent2"/>
                </a:solidFill>
                <a:latin typeface="+mj-lt"/>
              </a:rPr>
              <a:t> </a:t>
            </a:r>
            <a:r>
              <a:rPr lang="fr-FR" sz="4500" kern="0" dirty="0" err="1">
                <a:solidFill>
                  <a:schemeClr val="accent2"/>
                </a:solidFill>
                <a:latin typeface="+mj-lt"/>
              </a:rPr>
              <a:t>Fabric</a:t>
            </a:r>
            <a:r>
              <a:rPr lang="fr-FR" sz="4500" kern="0" dirty="0">
                <a:solidFill>
                  <a:schemeClr val="accent2"/>
                </a:solidFill>
                <a:latin typeface="+mj-lt"/>
              </a:rPr>
              <a:t> </a:t>
            </a:r>
            <a:endParaRPr lang="fr-FR" sz="4500" kern="0" dirty="0">
              <a:solidFill>
                <a:schemeClr val="accent2"/>
              </a:solidFill>
              <a:latin typeface="+mj-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1"/>
          <p:cNvSpPr txBox="1"/>
          <p:nvPr/>
        </p:nvSpPr>
        <p:spPr>
          <a:xfrm>
            <a:off x="59095" y="87979"/>
            <a:ext cx="8173730" cy="1192618"/>
          </a:xfrm>
          <a:prstGeom prst="rect">
            <a:avLst/>
          </a:prstGeom>
          <a:solidFill>
            <a:schemeClr val="bg1"/>
          </a:solidFill>
          <a:ln>
            <a:noFill/>
          </a:ln>
        </p:spPr>
        <p:txBody>
          <a:bodyPr spcFirstLastPara="1" wrap="square" lIns="68569" tIns="68569" rIns="68569" bIns="68569" anchor="t" anchorCtr="0">
            <a:noAutofit/>
          </a:bodyPr>
          <a:lstStyle/>
          <a:p>
            <a:pPr lvl="0"/>
            <a:endParaRPr lang="fr-FR" sz="4000" dirty="0"/>
          </a:p>
          <a:p>
            <a:pPr lvl="0"/>
            <a:r>
              <a:rPr lang="fr-FR" sz="4000" dirty="0"/>
              <a:t>Network Architecture</a:t>
            </a:r>
            <a:endParaRPr sz="4000" b="1" dirty="0">
              <a:latin typeface="Trebuchet MS" panose="020B0603020202020204" charset="0"/>
              <a:ea typeface="Trebuchet MS" panose="020B0603020202020204" charset="0"/>
              <a:cs typeface="Trebuchet MS" panose="020B0603020202020204" charset="0"/>
            </a:endParaRPr>
          </a:p>
        </p:txBody>
      </p:sp>
      <p:sp>
        <p:nvSpPr>
          <p:cNvPr id="5" name="Espace réservé du contenu 2"/>
          <p:cNvSpPr txBox="1"/>
          <p:nvPr/>
        </p:nvSpPr>
        <p:spPr>
          <a:xfrm>
            <a:off x="-16107" y="1493154"/>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7" name="Espace réservé du contenu 2"/>
          <p:cNvSpPr txBox="1"/>
          <p:nvPr/>
        </p:nvSpPr>
        <p:spPr>
          <a:xfrm>
            <a:off x="98193" y="1607454"/>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8" name="Espace réservé du contenu 2"/>
          <p:cNvSpPr txBox="1"/>
          <p:nvPr/>
        </p:nvSpPr>
        <p:spPr>
          <a:xfrm>
            <a:off x="212493" y="1721754"/>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37" name="Google Shape;116;p18"/>
          <p:cNvSpPr/>
          <p:nvPr/>
        </p:nvSpPr>
        <p:spPr>
          <a:xfrm>
            <a:off x="3736274" y="1705904"/>
            <a:ext cx="1725975" cy="3907575"/>
          </a:xfrm>
          <a:prstGeom prst="roundRect">
            <a:avLst>
              <a:gd name="adj" fmla="val 16667"/>
            </a:avLst>
          </a:prstGeom>
          <a:noFill/>
          <a:ln w="12700" cap="flat" cmpd="sng">
            <a:solidFill>
              <a:srgbClr val="42719B"/>
            </a:solidFill>
            <a:prstDash val="solid"/>
            <a:miter lim="800000"/>
            <a:headEnd type="none" w="sm" len="sm"/>
            <a:tailEnd type="none" w="sm" len="sm"/>
          </a:ln>
        </p:spPr>
        <p:txBody>
          <a:bodyPr spcFirstLastPara="1" wrap="square" lIns="68569" tIns="34275" rIns="68569" bIns="34275" anchor="t" anchorCtr="0">
            <a:noAutofit/>
          </a:bodyPr>
          <a:lstStyle/>
          <a:p>
            <a:pPr algn="ctr">
              <a:lnSpc>
                <a:spcPct val="150000"/>
              </a:lnSpc>
            </a:pPr>
            <a:r>
              <a:rPr lang="fr-FR" sz="1800">
                <a:latin typeface="Calibri"/>
                <a:ea typeface="Calibri"/>
                <a:cs typeface="Calibri"/>
                <a:sym typeface="Calibri"/>
              </a:rPr>
              <a:t>Org 2</a:t>
            </a:r>
            <a:endParaRPr sz="1800">
              <a:solidFill>
                <a:srgbClr val="FFFFFF"/>
              </a:solidFill>
              <a:latin typeface="Calibri"/>
              <a:ea typeface="Calibri"/>
              <a:cs typeface="Calibri"/>
              <a:sym typeface="Calibri"/>
            </a:endParaRPr>
          </a:p>
        </p:txBody>
      </p:sp>
      <p:sp>
        <p:nvSpPr>
          <p:cNvPr id="38" name="Google Shape;117;p18"/>
          <p:cNvSpPr/>
          <p:nvPr/>
        </p:nvSpPr>
        <p:spPr>
          <a:xfrm>
            <a:off x="127769" y="1705904"/>
            <a:ext cx="3263400" cy="3907575"/>
          </a:xfrm>
          <a:prstGeom prst="roundRect">
            <a:avLst>
              <a:gd name="adj" fmla="val 16667"/>
            </a:avLst>
          </a:prstGeom>
          <a:noFill/>
          <a:ln w="12700" cap="flat" cmpd="sng">
            <a:solidFill>
              <a:srgbClr val="42719B"/>
            </a:solidFill>
            <a:prstDash val="solid"/>
            <a:miter lim="800000"/>
            <a:headEnd type="none" w="sm" len="sm"/>
            <a:tailEnd type="none" w="sm" len="sm"/>
          </a:ln>
        </p:spPr>
        <p:txBody>
          <a:bodyPr spcFirstLastPara="1" wrap="square" lIns="68569" tIns="34275" rIns="68569" bIns="34275" anchor="t" anchorCtr="0">
            <a:noAutofit/>
          </a:bodyPr>
          <a:lstStyle/>
          <a:p>
            <a:pPr algn="ctr"/>
            <a:r>
              <a:rPr lang="fr-FR" sz="1800">
                <a:latin typeface="Calibri"/>
                <a:ea typeface="Calibri"/>
                <a:cs typeface="Calibri"/>
                <a:sym typeface="Calibri"/>
              </a:rPr>
              <a:t>Org 1</a:t>
            </a:r>
            <a:endParaRPr sz="1800">
              <a:solidFill>
                <a:srgbClr val="FFFFFF"/>
              </a:solidFill>
              <a:latin typeface="Calibri"/>
              <a:ea typeface="Calibri"/>
              <a:cs typeface="Calibri"/>
              <a:sym typeface="Calibri"/>
            </a:endParaRPr>
          </a:p>
        </p:txBody>
      </p:sp>
      <p:sp>
        <p:nvSpPr>
          <p:cNvPr id="39" name="Google Shape;118;p18"/>
          <p:cNvSpPr/>
          <p:nvPr/>
        </p:nvSpPr>
        <p:spPr>
          <a:xfrm>
            <a:off x="314180" y="2511374"/>
            <a:ext cx="1330200" cy="2890575"/>
          </a:xfrm>
          <a:prstGeom prst="roundRect">
            <a:avLst>
              <a:gd name="adj" fmla="val 16667"/>
            </a:avLst>
          </a:prstGeom>
          <a:solidFill>
            <a:srgbClr val="BBD6EE"/>
          </a:solidFill>
          <a:ln w="12700" cap="flat" cmpd="sng">
            <a:solidFill>
              <a:srgbClr val="42719B"/>
            </a:solidFill>
            <a:prstDash val="solid"/>
            <a:miter lim="800000"/>
            <a:headEnd type="none" w="sm" len="sm"/>
            <a:tailEnd type="none" w="sm" len="sm"/>
          </a:ln>
        </p:spPr>
        <p:txBody>
          <a:bodyPr spcFirstLastPara="1" wrap="square" lIns="68569" tIns="34275" rIns="68569" bIns="34275" anchor="t" anchorCtr="0">
            <a:noAutofit/>
          </a:bodyPr>
          <a:lstStyle/>
          <a:p>
            <a:pPr algn="ctr"/>
            <a:r>
              <a:rPr lang="fr-FR" sz="1350">
                <a:latin typeface="Calibri"/>
                <a:ea typeface="Calibri"/>
                <a:cs typeface="Calibri"/>
                <a:sym typeface="Calibri"/>
              </a:rPr>
              <a:t>Peer 1</a:t>
            </a:r>
            <a:endParaRPr sz="1350">
              <a:latin typeface="Calibri"/>
              <a:ea typeface="Calibri"/>
              <a:cs typeface="Calibri"/>
              <a:sym typeface="Calibri"/>
            </a:endParaRPr>
          </a:p>
        </p:txBody>
      </p:sp>
      <p:sp>
        <p:nvSpPr>
          <p:cNvPr id="40" name="Google Shape;119;p18"/>
          <p:cNvSpPr/>
          <p:nvPr/>
        </p:nvSpPr>
        <p:spPr>
          <a:xfrm>
            <a:off x="1842269" y="2511374"/>
            <a:ext cx="1330200" cy="2890575"/>
          </a:xfrm>
          <a:prstGeom prst="roundRect">
            <a:avLst>
              <a:gd name="adj" fmla="val 16667"/>
            </a:avLst>
          </a:prstGeom>
          <a:solidFill>
            <a:srgbClr val="BBD6EE"/>
          </a:solidFill>
          <a:ln w="12700" cap="flat" cmpd="sng">
            <a:solidFill>
              <a:srgbClr val="42719B"/>
            </a:solidFill>
            <a:prstDash val="solid"/>
            <a:miter lim="800000"/>
            <a:headEnd type="none" w="sm" len="sm"/>
            <a:tailEnd type="none" w="sm" len="sm"/>
          </a:ln>
        </p:spPr>
        <p:txBody>
          <a:bodyPr spcFirstLastPara="1" wrap="square" lIns="68569" tIns="34275" rIns="68569" bIns="34275" anchor="t" anchorCtr="0">
            <a:noAutofit/>
          </a:bodyPr>
          <a:lstStyle/>
          <a:p>
            <a:pPr algn="ctr"/>
            <a:r>
              <a:rPr lang="fr-FR" sz="1350">
                <a:latin typeface="Calibri"/>
                <a:ea typeface="Calibri"/>
                <a:cs typeface="Calibri"/>
                <a:sym typeface="Calibri"/>
              </a:rPr>
              <a:t>Peer 2</a:t>
            </a:r>
            <a:endParaRPr sz="1350">
              <a:latin typeface="Calibri"/>
              <a:ea typeface="Calibri"/>
              <a:cs typeface="Calibri"/>
              <a:sym typeface="Calibri"/>
            </a:endParaRPr>
          </a:p>
        </p:txBody>
      </p:sp>
      <p:sp>
        <p:nvSpPr>
          <p:cNvPr id="41" name="Google Shape;120;p18"/>
          <p:cNvSpPr/>
          <p:nvPr/>
        </p:nvSpPr>
        <p:spPr>
          <a:xfrm>
            <a:off x="3915777" y="2511374"/>
            <a:ext cx="1330200" cy="2890575"/>
          </a:xfrm>
          <a:prstGeom prst="roundRect">
            <a:avLst>
              <a:gd name="adj" fmla="val 16667"/>
            </a:avLst>
          </a:prstGeom>
          <a:solidFill>
            <a:srgbClr val="BBD6EE"/>
          </a:solidFill>
          <a:ln w="12700" cap="flat" cmpd="sng">
            <a:solidFill>
              <a:srgbClr val="42719B"/>
            </a:solidFill>
            <a:prstDash val="solid"/>
            <a:miter lim="800000"/>
            <a:headEnd type="none" w="sm" len="sm"/>
            <a:tailEnd type="none" w="sm" len="sm"/>
          </a:ln>
        </p:spPr>
        <p:txBody>
          <a:bodyPr spcFirstLastPara="1" wrap="square" lIns="68569" tIns="34275" rIns="68569" bIns="34275" anchor="t" anchorCtr="0">
            <a:noAutofit/>
          </a:bodyPr>
          <a:lstStyle/>
          <a:p>
            <a:pPr algn="ctr"/>
            <a:r>
              <a:rPr lang="fr-FR" sz="1350">
                <a:latin typeface="Calibri"/>
                <a:ea typeface="Calibri"/>
                <a:cs typeface="Calibri"/>
                <a:sym typeface="Calibri"/>
              </a:rPr>
              <a:t>Peer 3</a:t>
            </a:r>
            <a:endParaRPr sz="1350">
              <a:latin typeface="Calibri"/>
              <a:ea typeface="Calibri"/>
              <a:cs typeface="Calibri"/>
              <a:sym typeface="Calibri"/>
            </a:endParaRPr>
          </a:p>
        </p:txBody>
      </p:sp>
      <p:sp>
        <p:nvSpPr>
          <p:cNvPr id="42" name="Google Shape;121;p18"/>
          <p:cNvSpPr/>
          <p:nvPr/>
        </p:nvSpPr>
        <p:spPr>
          <a:xfrm>
            <a:off x="408534" y="3003861"/>
            <a:ext cx="2669625" cy="1054125"/>
          </a:xfrm>
          <a:prstGeom prst="rect">
            <a:avLst/>
          </a:prstGeom>
          <a:solidFill>
            <a:srgbClr val="A8D08C"/>
          </a:solidFill>
          <a:ln w="12700" cap="flat" cmpd="sng">
            <a:solidFill>
              <a:srgbClr val="42719B"/>
            </a:solidFill>
            <a:prstDash val="solid"/>
            <a:miter lim="800000"/>
            <a:headEnd type="none" w="sm" len="sm"/>
            <a:tailEnd type="none" w="sm" len="sm"/>
          </a:ln>
        </p:spPr>
        <p:txBody>
          <a:bodyPr spcFirstLastPara="1" wrap="square" lIns="68569" tIns="34275" rIns="68569" bIns="34275" anchor="t" anchorCtr="0">
            <a:noAutofit/>
          </a:bodyPr>
          <a:lstStyle/>
          <a:p>
            <a:pPr algn="ctr"/>
            <a:r>
              <a:rPr lang="fr-FR" sz="1350" dirty="0" err="1">
                <a:latin typeface="Calibri"/>
                <a:ea typeface="Calibri"/>
                <a:cs typeface="Calibri"/>
                <a:sym typeface="Calibri"/>
              </a:rPr>
              <a:t>Ledger</a:t>
            </a:r>
            <a:r>
              <a:rPr lang="fr-FR" sz="1350" dirty="0">
                <a:latin typeface="Calibri"/>
                <a:ea typeface="Calibri"/>
                <a:cs typeface="Calibri"/>
                <a:sym typeface="Calibri"/>
              </a:rPr>
              <a:t> 1 + </a:t>
            </a:r>
            <a:r>
              <a:rPr lang="fr-FR" sz="1350" dirty="0" err="1">
                <a:latin typeface="Calibri"/>
                <a:ea typeface="Calibri"/>
                <a:cs typeface="Calibri"/>
                <a:sym typeface="Calibri"/>
              </a:rPr>
              <a:t>Chaincode</a:t>
            </a:r>
            <a:endParaRPr sz="1350" dirty="0">
              <a:latin typeface="Calibri"/>
              <a:ea typeface="Calibri"/>
              <a:cs typeface="Calibri"/>
              <a:sym typeface="Calibri"/>
            </a:endParaRPr>
          </a:p>
        </p:txBody>
      </p:sp>
      <p:sp>
        <p:nvSpPr>
          <p:cNvPr id="43" name="Google Shape;122;p18"/>
          <p:cNvSpPr/>
          <p:nvPr/>
        </p:nvSpPr>
        <p:spPr>
          <a:xfrm>
            <a:off x="2024075" y="4153765"/>
            <a:ext cx="3116025" cy="1054125"/>
          </a:xfrm>
          <a:prstGeom prst="rect">
            <a:avLst/>
          </a:prstGeom>
          <a:solidFill>
            <a:srgbClr val="A8D08C"/>
          </a:solidFill>
          <a:ln w="12700" cap="flat" cmpd="sng">
            <a:solidFill>
              <a:srgbClr val="42719B"/>
            </a:solidFill>
            <a:prstDash val="solid"/>
            <a:miter lim="800000"/>
            <a:headEnd type="none" w="sm" len="sm"/>
            <a:tailEnd type="none" w="sm" len="sm"/>
          </a:ln>
        </p:spPr>
        <p:txBody>
          <a:bodyPr spcFirstLastPara="1" wrap="square" lIns="68569" tIns="34275" rIns="68569" bIns="34275" anchor="t" anchorCtr="0">
            <a:noAutofit/>
          </a:bodyPr>
          <a:lstStyle/>
          <a:p>
            <a:pPr algn="ctr"/>
            <a:r>
              <a:rPr lang="fr-FR" sz="1350">
                <a:latin typeface="Calibri"/>
                <a:ea typeface="Calibri"/>
                <a:cs typeface="Calibri"/>
                <a:sym typeface="Calibri"/>
              </a:rPr>
              <a:t>Ledger 2 + Chaincode</a:t>
            </a:r>
            <a:endParaRPr sz="1350">
              <a:latin typeface="Calibri"/>
              <a:ea typeface="Calibri"/>
              <a:cs typeface="Calibri"/>
              <a:sym typeface="Calibri"/>
            </a:endParaRPr>
          </a:p>
        </p:txBody>
      </p:sp>
      <p:sp>
        <p:nvSpPr>
          <p:cNvPr id="44" name="Google Shape;123;p18"/>
          <p:cNvSpPr/>
          <p:nvPr/>
        </p:nvSpPr>
        <p:spPr>
          <a:xfrm>
            <a:off x="585737" y="3468732"/>
            <a:ext cx="294525" cy="303750"/>
          </a:xfrm>
          <a:prstGeom prst="roundRect">
            <a:avLst>
              <a:gd name="adj" fmla="val 16667"/>
            </a:avLst>
          </a:prstGeom>
          <a:solidFill>
            <a:srgbClr val="F6B26B"/>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algn="ctr"/>
            <a:r>
              <a:rPr lang="fr-FR" sz="1350">
                <a:solidFill>
                  <a:srgbClr val="FFFFFF"/>
                </a:solidFill>
                <a:latin typeface="Calibri"/>
                <a:ea typeface="Calibri"/>
                <a:cs typeface="Calibri"/>
                <a:sym typeface="Calibri"/>
              </a:rPr>
              <a:t>0</a:t>
            </a:r>
            <a:endParaRPr sz="1350">
              <a:solidFill>
                <a:srgbClr val="FFFFFF"/>
              </a:solidFill>
              <a:latin typeface="Calibri"/>
              <a:ea typeface="Calibri"/>
              <a:cs typeface="Calibri"/>
              <a:sym typeface="Calibri"/>
            </a:endParaRPr>
          </a:p>
        </p:txBody>
      </p:sp>
      <p:sp>
        <p:nvSpPr>
          <p:cNvPr id="45" name="Google Shape;124;p18"/>
          <p:cNvSpPr/>
          <p:nvPr/>
        </p:nvSpPr>
        <p:spPr>
          <a:xfrm>
            <a:off x="951650" y="3514759"/>
            <a:ext cx="156600" cy="207225"/>
          </a:xfrm>
          <a:prstGeom prst="rightArrow">
            <a:avLst>
              <a:gd name="adj1" fmla="val 50000"/>
              <a:gd name="adj2" fmla="val 50000"/>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endParaRPr sz="1350" kern="0">
              <a:solidFill>
                <a:srgbClr val="FFFFFF"/>
              </a:solidFill>
              <a:latin typeface="Calibri"/>
              <a:ea typeface="Calibri"/>
              <a:cs typeface="Calibri"/>
              <a:sym typeface="Calibri"/>
            </a:endParaRPr>
          </a:p>
        </p:txBody>
      </p:sp>
      <p:sp>
        <p:nvSpPr>
          <p:cNvPr id="46" name="Google Shape;125;p18"/>
          <p:cNvSpPr/>
          <p:nvPr/>
        </p:nvSpPr>
        <p:spPr>
          <a:xfrm>
            <a:off x="1179483" y="3468732"/>
            <a:ext cx="294525" cy="303750"/>
          </a:xfrm>
          <a:prstGeom prst="roundRect">
            <a:avLst>
              <a:gd name="adj" fmla="val 16667"/>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r>
              <a:rPr lang="fr-FR" sz="1350" kern="0">
                <a:solidFill>
                  <a:srgbClr val="FFFFFF"/>
                </a:solidFill>
                <a:latin typeface="Calibri"/>
                <a:ea typeface="Calibri"/>
                <a:cs typeface="Calibri"/>
                <a:sym typeface="Calibri"/>
              </a:rPr>
              <a:t>1</a:t>
            </a:r>
            <a:endParaRPr sz="1350" kern="0">
              <a:solidFill>
                <a:srgbClr val="FFFFFF"/>
              </a:solidFill>
              <a:latin typeface="Calibri"/>
              <a:ea typeface="Calibri"/>
              <a:cs typeface="Calibri"/>
              <a:sym typeface="Calibri"/>
            </a:endParaRPr>
          </a:p>
        </p:txBody>
      </p:sp>
      <p:sp>
        <p:nvSpPr>
          <p:cNvPr id="47" name="Google Shape;126;p18"/>
          <p:cNvSpPr/>
          <p:nvPr/>
        </p:nvSpPr>
        <p:spPr>
          <a:xfrm>
            <a:off x="1566110" y="3514759"/>
            <a:ext cx="156600" cy="207225"/>
          </a:xfrm>
          <a:prstGeom prst="rightArrow">
            <a:avLst>
              <a:gd name="adj1" fmla="val 50000"/>
              <a:gd name="adj2" fmla="val 50000"/>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endParaRPr sz="1350" kern="0">
              <a:solidFill>
                <a:srgbClr val="FFFFFF"/>
              </a:solidFill>
              <a:latin typeface="Calibri"/>
              <a:ea typeface="Calibri"/>
              <a:cs typeface="Calibri"/>
              <a:sym typeface="Calibri"/>
            </a:endParaRPr>
          </a:p>
        </p:txBody>
      </p:sp>
      <p:sp>
        <p:nvSpPr>
          <p:cNvPr id="48" name="Google Shape;127;p18"/>
          <p:cNvSpPr/>
          <p:nvPr/>
        </p:nvSpPr>
        <p:spPr>
          <a:xfrm>
            <a:off x="1793942" y="3468732"/>
            <a:ext cx="294525" cy="303750"/>
          </a:xfrm>
          <a:prstGeom prst="roundRect">
            <a:avLst>
              <a:gd name="adj" fmla="val 16667"/>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r>
              <a:rPr lang="fr-FR" sz="1350" kern="0">
                <a:solidFill>
                  <a:srgbClr val="FFFFFF"/>
                </a:solidFill>
                <a:latin typeface="Calibri"/>
                <a:ea typeface="Calibri"/>
                <a:cs typeface="Calibri"/>
                <a:sym typeface="Calibri"/>
              </a:rPr>
              <a:t>2</a:t>
            </a:r>
            <a:endParaRPr sz="1350" kern="0">
              <a:solidFill>
                <a:srgbClr val="FFFFFF"/>
              </a:solidFill>
              <a:latin typeface="Calibri"/>
              <a:ea typeface="Calibri"/>
              <a:cs typeface="Calibri"/>
              <a:sym typeface="Calibri"/>
            </a:endParaRPr>
          </a:p>
        </p:txBody>
      </p:sp>
      <p:sp>
        <p:nvSpPr>
          <p:cNvPr id="49" name="Google Shape;128;p18"/>
          <p:cNvSpPr/>
          <p:nvPr/>
        </p:nvSpPr>
        <p:spPr>
          <a:xfrm>
            <a:off x="2173663" y="3514759"/>
            <a:ext cx="156600" cy="207225"/>
          </a:xfrm>
          <a:prstGeom prst="rightArrow">
            <a:avLst>
              <a:gd name="adj1" fmla="val 50000"/>
              <a:gd name="adj2" fmla="val 50000"/>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endParaRPr sz="1350" kern="0">
              <a:solidFill>
                <a:srgbClr val="FFFFFF"/>
              </a:solidFill>
              <a:latin typeface="Calibri"/>
              <a:ea typeface="Calibri"/>
              <a:cs typeface="Calibri"/>
              <a:sym typeface="Calibri"/>
            </a:endParaRPr>
          </a:p>
        </p:txBody>
      </p:sp>
      <p:sp>
        <p:nvSpPr>
          <p:cNvPr id="50" name="Google Shape;129;p18"/>
          <p:cNvSpPr/>
          <p:nvPr/>
        </p:nvSpPr>
        <p:spPr>
          <a:xfrm>
            <a:off x="2173663" y="4590251"/>
            <a:ext cx="294525" cy="303750"/>
          </a:xfrm>
          <a:prstGeom prst="roundRect">
            <a:avLst>
              <a:gd name="adj" fmla="val 16667"/>
            </a:avLst>
          </a:prstGeom>
          <a:solidFill>
            <a:srgbClr val="F6B26B"/>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algn="ctr"/>
            <a:r>
              <a:rPr lang="fr-FR" sz="1350">
                <a:solidFill>
                  <a:srgbClr val="FFFFFF"/>
                </a:solidFill>
                <a:latin typeface="Calibri"/>
                <a:ea typeface="Calibri"/>
                <a:cs typeface="Calibri"/>
                <a:sym typeface="Calibri"/>
              </a:rPr>
              <a:t>0</a:t>
            </a:r>
            <a:endParaRPr sz="1350">
              <a:solidFill>
                <a:srgbClr val="FFFFFF"/>
              </a:solidFill>
              <a:latin typeface="Calibri"/>
              <a:ea typeface="Calibri"/>
              <a:cs typeface="Calibri"/>
              <a:sym typeface="Calibri"/>
            </a:endParaRPr>
          </a:p>
        </p:txBody>
      </p:sp>
      <p:sp>
        <p:nvSpPr>
          <p:cNvPr id="51" name="Google Shape;130;p18"/>
          <p:cNvSpPr/>
          <p:nvPr/>
        </p:nvSpPr>
        <p:spPr>
          <a:xfrm>
            <a:off x="2539577" y="4636278"/>
            <a:ext cx="156600" cy="207225"/>
          </a:xfrm>
          <a:prstGeom prst="rightArrow">
            <a:avLst>
              <a:gd name="adj1" fmla="val 50000"/>
              <a:gd name="adj2" fmla="val 50000"/>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endParaRPr sz="1350" kern="0">
              <a:solidFill>
                <a:srgbClr val="FFFFFF"/>
              </a:solidFill>
              <a:latin typeface="Calibri"/>
              <a:ea typeface="Calibri"/>
              <a:cs typeface="Calibri"/>
              <a:sym typeface="Calibri"/>
            </a:endParaRPr>
          </a:p>
        </p:txBody>
      </p:sp>
      <p:sp>
        <p:nvSpPr>
          <p:cNvPr id="52" name="Google Shape;131;p18"/>
          <p:cNvSpPr/>
          <p:nvPr/>
        </p:nvSpPr>
        <p:spPr>
          <a:xfrm>
            <a:off x="2767409" y="4590251"/>
            <a:ext cx="294525" cy="303750"/>
          </a:xfrm>
          <a:prstGeom prst="roundRect">
            <a:avLst>
              <a:gd name="adj" fmla="val 16667"/>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r>
              <a:rPr lang="fr-FR" sz="1350" kern="0">
                <a:solidFill>
                  <a:srgbClr val="FFFFFF"/>
                </a:solidFill>
                <a:latin typeface="Calibri"/>
                <a:ea typeface="Calibri"/>
                <a:cs typeface="Calibri"/>
                <a:sym typeface="Calibri"/>
              </a:rPr>
              <a:t>1</a:t>
            </a:r>
            <a:endParaRPr sz="1350" kern="0">
              <a:solidFill>
                <a:srgbClr val="FFFFFF"/>
              </a:solidFill>
              <a:latin typeface="Calibri"/>
              <a:ea typeface="Calibri"/>
              <a:cs typeface="Calibri"/>
              <a:sym typeface="Calibri"/>
            </a:endParaRPr>
          </a:p>
        </p:txBody>
      </p:sp>
      <p:sp>
        <p:nvSpPr>
          <p:cNvPr id="53" name="Google Shape;132;p18"/>
          <p:cNvSpPr/>
          <p:nvPr/>
        </p:nvSpPr>
        <p:spPr>
          <a:xfrm>
            <a:off x="3154036" y="4636278"/>
            <a:ext cx="156600" cy="207225"/>
          </a:xfrm>
          <a:prstGeom prst="rightArrow">
            <a:avLst>
              <a:gd name="adj1" fmla="val 50000"/>
              <a:gd name="adj2" fmla="val 50000"/>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endParaRPr sz="1350" kern="0">
              <a:solidFill>
                <a:srgbClr val="FFFFFF"/>
              </a:solidFill>
              <a:latin typeface="Calibri"/>
              <a:ea typeface="Calibri"/>
              <a:cs typeface="Calibri"/>
              <a:sym typeface="Calibri"/>
            </a:endParaRPr>
          </a:p>
        </p:txBody>
      </p:sp>
      <p:sp>
        <p:nvSpPr>
          <p:cNvPr id="54" name="Google Shape;133;p18"/>
          <p:cNvSpPr/>
          <p:nvPr/>
        </p:nvSpPr>
        <p:spPr>
          <a:xfrm>
            <a:off x="3381869" y="4590251"/>
            <a:ext cx="294525" cy="303750"/>
          </a:xfrm>
          <a:prstGeom prst="roundRect">
            <a:avLst>
              <a:gd name="adj" fmla="val 16667"/>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r>
              <a:rPr lang="fr-FR" sz="1350" kern="0">
                <a:solidFill>
                  <a:srgbClr val="FFFFFF"/>
                </a:solidFill>
                <a:latin typeface="Calibri"/>
                <a:ea typeface="Calibri"/>
                <a:cs typeface="Calibri"/>
                <a:sym typeface="Calibri"/>
              </a:rPr>
              <a:t>2</a:t>
            </a:r>
            <a:endParaRPr sz="1350" kern="0">
              <a:solidFill>
                <a:srgbClr val="FFFFFF"/>
              </a:solidFill>
              <a:latin typeface="Calibri"/>
              <a:ea typeface="Calibri"/>
              <a:cs typeface="Calibri"/>
              <a:sym typeface="Calibri"/>
            </a:endParaRPr>
          </a:p>
        </p:txBody>
      </p:sp>
      <p:sp>
        <p:nvSpPr>
          <p:cNvPr id="55" name="Google Shape;134;p18"/>
          <p:cNvSpPr/>
          <p:nvPr/>
        </p:nvSpPr>
        <p:spPr>
          <a:xfrm>
            <a:off x="3761589" y="4636278"/>
            <a:ext cx="156600" cy="207225"/>
          </a:xfrm>
          <a:prstGeom prst="rightArrow">
            <a:avLst>
              <a:gd name="adj1" fmla="val 50000"/>
              <a:gd name="adj2" fmla="val 50000"/>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endParaRPr sz="1350" kern="0">
              <a:solidFill>
                <a:srgbClr val="FFFFFF"/>
              </a:solidFill>
              <a:latin typeface="Calibri"/>
              <a:ea typeface="Calibri"/>
              <a:cs typeface="Calibri"/>
              <a:sym typeface="Calibri"/>
            </a:endParaRPr>
          </a:p>
        </p:txBody>
      </p:sp>
      <p:sp>
        <p:nvSpPr>
          <p:cNvPr id="56" name="Google Shape;135;p18"/>
          <p:cNvSpPr/>
          <p:nvPr/>
        </p:nvSpPr>
        <p:spPr>
          <a:xfrm>
            <a:off x="3989422" y="4590251"/>
            <a:ext cx="294525" cy="303750"/>
          </a:xfrm>
          <a:prstGeom prst="roundRect">
            <a:avLst>
              <a:gd name="adj" fmla="val 16667"/>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r>
              <a:rPr lang="fr-FR" sz="1350" kern="0">
                <a:solidFill>
                  <a:srgbClr val="FFFFFF"/>
                </a:solidFill>
                <a:latin typeface="Calibri"/>
                <a:ea typeface="Calibri"/>
                <a:cs typeface="Calibri"/>
                <a:sym typeface="Calibri"/>
              </a:rPr>
              <a:t>3</a:t>
            </a:r>
            <a:endParaRPr sz="1350" kern="0">
              <a:solidFill>
                <a:srgbClr val="FFFFFF"/>
              </a:solidFill>
              <a:latin typeface="Calibri"/>
              <a:ea typeface="Calibri"/>
              <a:cs typeface="Calibri"/>
              <a:sym typeface="Calibri"/>
            </a:endParaRPr>
          </a:p>
        </p:txBody>
      </p:sp>
      <p:sp>
        <p:nvSpPr>
          <p:cNvPr id="57" name="Google Shape;136;p18"/>
          <p:cNvSpPr/>
          <p:nvPr/>
        </p:nvSpPr>
        <p:spPr>
          <a:xfrm>
            <a:off x="4376047" y="4636278"/>
            <a:ext cx="156600" cy="207225"/>
          </a:xfrm>
          <a:prstGeom prst="rightArrow">
            <a:avLst>
              <a:gd name="adj1" fmla="val 50000"/>
              <a:gd name="adj2" fmla="val 50000"/>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endParaRPr sz="1350" kern="0">
              <a:solidFill>
                <a:srgbClr val="FFFFFF"/>
              </a:solidFill>
              <a:latin typeface="Calibri"/>
              <a:ea typeface="Calibri"/>
              <a:cs typeface="Calibri"/>
              <a:sym typeface="Calibri"/>
            </a:endParaRPr>
          </a:p>
        </p:txBody>
      </p:sp>
      <p:sp>
        <p:nvSpPr>
          <p:cNvPr id="58" name="Google Shape;137;p18"/>
          <p:cNvSpPr/>
          <p:nvPr/>
        </p:nvSpPr>
        <p:spPr>
          <a:xfrm>
            <a:off x="2468235" y="3593005"/>
            <a:ext cx="71325" cy="78300"/>
          </a:xfrm>
          <a:prstGeom prst="ellipse">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endParaRPr sz="1350" kern="0">
              <a:solidFill>
                <a:srgbClr val="FFFFFF"/>
              </a:solidFill>
              <a:latin typeface="Calibri"/>
              <a:ea typeface="Calibri"/>
              <a:cs typeface="Calibri"/>
              <a:sym typeface="Calibri"/>
            </a:endParaRPr>
          </a:p>
        </p:txBody>
      </p:sp>
      <p:sp>
        <p:nvSpPr>
          <p:cNvPr id="59" name="Google Shape;138;p18"/>
          <p:cNvSpPr/>
          <p:nvPr/>
        </p:nvSpPr>
        <p:spPr>
          <a:xfrm>
            <a:off x="2568342" y="3593005"/>
            <a:ext cx="71325" cy="78300"/>
          </a:xfrm>
          <a:prstGeom prst="ellipse">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endParaRPr sz="1350" kern="0">
              <a:solidFill>
                <a:srgbClr val="FFFFFF"/>
              </a:solidFill>
              <a:latin typeface="Calibri"/>
              <a:ea typeface="Calibri"/>
              <a:cs typeface="Calibri"/>
              <a:sym typeface="Calibri"/>
            </a:endParaRPr>
          </a:p>
        </p:txBody>
      </p:sp>
      <p:sp>
        <p:nvSpPr>
          <p:cNvPr id="60" name="Google Shape;139;p18"/>
          <p:cNvSpPr/>
          <p:nvPr/>
        </p:nvSpPr>
        <p:spPr>
          <a:xfrm>
            <a:off x="2668449" y="3593004"/>
            <a:ext cx="71325" cy="78300"/>
          </a:xfrm>
          <a:prstGeom prst="ellipse">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endParaRPr sz="1350" kern="0">
              <a:solidFill>
                <a:srgbClr val="FFFFFF"/>
              </a:solidFill>
              <a:latin typeface="Calibri"/>
              <a:ea typeface="Calibri"/>
              <a:cs typeface="Calibri"/>
              <a:sym typeface="Calibri"/>
            </a:endParaRPr>
          </a:p>
        </p:txBody>
      </p:sp>
      <p:sp>
        <p:nvSpPr>
          <p:cNvPr id="61" name="Google Shape;140;p18"/>
          <p:cNvSpPr/>
          <p:nvPr/>
        </p:nvSpPr>
        <p:spPr>
          <a:xfrm>
            <a:off x="4640699" y="4716060"/>
            <a:ext cx="71325" cy="78300"/>
          </a:xfrm>
          <a:prstGeom prst="ellipse">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endParaRPr sz="1350" kern="0">
              <a:solidFill>
                <a:srgbClr val="FFFFFF"/>
              </a:solidFill>
              <a:latin typeface="Calibri"/>
              <a:ea typeface="Calibri"/>
              <a:cs typeface="Calibri"/>
              <a:sym typeface="Calibri"/>
            </a:endParaRPr>
          </a:p>
        </p:txBody>
      </p:sp>
      <p:sp>
        <p:nvSpPr>
          <p:cNvPr id="62" name="Google Shape;141;p18"/>
          <p:cNvSpPr/>
          <p:nvPr/>
        </p:nvSpPr>
        <p:spPr>
          <a:xfrm>
            <a:off x="4740806" y="4716060"/>
            <a:ext cx="71325" cy="78300"/>
          </a:xfrm>
          <a:prstGeom prst="ellipse">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endParaRPr sz="1350" kern="0">
              <a:solidFill>
                <a:srgbClr val="FFFFFF"/>
              </a:solidFill>
              <a:latin typeface="Calibri"/>
              <a:ea typeface="Calibri"/>
              <a:cs typeface="Calibri"/>
              <a:sym typeface="Calibri"/>
            </a:endParaRPr>
          </a:p>
        </p:txBody>
      </p:sp>
      <p:sp>
        <p:nvSpPr>
          <p:cNvPr id="63" name="Google Shape;142;p18"/>
          <p:cNvSpPr/>
          <p:nvPr/>
        </p:nvSpPr>
        <p:spPr>
          <a:xfrm>
            <a:off x="4840913" y="4716059"/>
            <a:ext cx="71325" cy="78300"/>
          </a:xfrm>
          <a:prstGeom prst="ellipse">
            <a:avLst/>
          </a:prstGeom>
          <a:solidFill>
            <a:srgbClr val="ED7D31"/>
          </a:solidFill>
          <a:ln w="12700" cap="flat" cmpd="sng">
            <a:solidFill>
              <a:srgbClr val="AC5B23"/>
            </a:solidFill>
            <a:prstDash val="solid"/>
            <a:miter lim="800000"/>
            <a:headEnd type="none" w="sm" len="sm"/>
            <a:tailEnd type="none" w="sm" len="sm"/>
          </a:ln>
        </p:spPr>
        <p:txBody>
          <a:bodyPr spcFirstLastPara="1" wrap="square" lIns="68569" tIns="34275" rIns="68569" bIns="34275" anchor="ctr" anchorCtr="0">
            <a:noAutofit/>
          </a:bodyPr>
          <a:lstStyle/>
          <a:p>
            <a:pPr defTabSz="685800" fontAlgn="auto">
              <a:spcBef>
                <a:spcPts val="0"/>
              </a:spcBef>
              <a:spcAft>
                <a:spcPts val="0"/>
              </a:spcAft>
              <a:defRPr/>
            </a:pPr>
            <a:endParaRPr sz="1350" kern="0">
              <a:solidFill>
                <a:srgbClr val="FFFFFF"/>
              </a:solidFill>
              <a:latin typeface="Calibri"/>
              <a:ea typeface="Calibri"/>
              <a:cs typeface="Calibri"/>
              <a:sym typeface="Calibri"/>
            </a:endParaRPr>
          </a:p>
        </p:txBody>
      </p:sp>
      <p:sp>
        <p:nvSpPr>
          <p:cNvPr id="64" name="Google Shape;143;p18"/>
          <p:cNvSpPr txBox="1"/>
          <p:nvPr/>
        </p:nvSpPr>
        <p:spPr>
          <a:xfrm>
            <a:off x="5566268" y="1742804"/>
            <a:ext cx="3292848" cy="3833775"/>
          </a:xfrm>
          <a:prstGeom prst="rect">
            <a:avLst/>
          </a:prstGeom>
          <a:noFill/>
          <a:ln>
            <a:noFill/>
          </a:ln>
        </p:spPr>
        <p:txBody>
          <a:bodyPr spcFirstLastPara="1" wrap="square" lIns="68569" tIns="68569" rIns="68569" bIns="68569" anchor="t" anchorCtr="0">
            <a:noAutofit/>
          </a:bodyPr>
          <a:lstStyle/>
          <a:p>
            <a:pPr marL="214630" indent="-214630" algn="l" defTabSz="685800" fontAlgn="auto">
              <a:spcBef>
                <a:spcPts val="0"/>
              </a:spcBef>
              <a:spcAft>
                <a:spcPts val="0"/>
              </a:spcAft>
              <a:buFont typeface="Arial" panose="020B0604020202090204" pitchFamily="34" charset="0"/>
              <a:buChar char="•"/>
              <a:defRPr/>
            </a:pPr>
            <a:r>
              <a:rPr lang="fr-FR" sz="2000" i="1" kern="0" dirty="0" err="1">
                <a:solidFill>
                  <a:srgbClr val="12357C"/>
                </a:solidFill>
              </a:rPr>
              <a:t>Organizations</a:t>
            </a:r>
            <a:r>
              <a:rPr lang="fr-FR" sz="2000" kern="0" dirty="0">
                <a:solidFill>
                  <a:srgbClr val="12357C"/>
                </a:solidFill>
              </a:rPr>
              <a:t>: </a:t>
            </a:r>
            <a:r>
              <a:rPr lang="fr-FR" sz="2000" kern="0" dirty="0" err="1">
                <a:solidFill>
                  <a:srgbClr val="FF0000"/>
                </a:solidFill>
              </a:rPr>
              <a:t>Companies</a:t>
            </a:r>
            <a:r>
              <a:rPr lang="fr-FR" sz="2000" kern="0" dirty="0">
                <a:solidFill>
                  <a:srgbClr val="12357C"/>
                </a:solidFill>
              </a:rPr>
              <a:t> </a:t>
            </a:r>
            <a:r>
              <a:rPr lang="fr-FR" sz="2000" kern="0" dirty="0" err="1">
                <a:solidFill>
                  <a:srgbClr val="12357C"/>
                </a:solidFill>
              </a:rPr>
              <a:t>that</a:t>
            </a:r>
            <a:r>
              <a:rPr lang="fr-FR" sz="2000" kern="0" dirty="0">
                <a:solidFill>
                  <a:srgbClr val="12357C"/>
                </a:solidFill>
              </a:rPr>
              <a:t> </a:t>
            </a:r>
            <a:r>
              <a:rPr lang="fr-FR" sz="2000" kern="0" dirty="0" err="1">
                <a:solidFill>
                  <a:srgbClr val="12357C"/>
                </a:solidFill>
              </a:rPr>
              <a:t>want</a:t>
            </a:r>
            <a:r>
              <a:rPr lang="fr-FR" sz="2000" kern="0" dirty="0">
                <a:solidFill>
                  <a:srgbClr val="12357C"/>
                </a:solidFill>
              </a:rPr>
              <a:t> to exchange data and trust</a:t>
            </a:r>
            <a:endParaRPr lang="fr-FR" sz="2000" kern="0" dirty="0">
              <a:solidFill>
                <a:srgbClr val="12357C"/>
              </a:solidFill>
            </a:endParaRPr>
          </a:p>
          <a:p>
            <a:pPr marL="214630" indent="-214630" algn="l" defTabSz="685800" fontAlgn="auto">
              <a:spcBef>
                <a:spcPts val="0"/>
              </a:spcBef>
              <a:spcAft>
                <a:spcPts val="0"/>
              </a:spcAft>
              <a:buFont typeface="Arial" panose="020B0604020202090204" pitchFamily="34" charset="0"/>
              <a:buChar char="•"/>
              <a:defRPr/>
            </a:pPr>
            <a:endParaRPr sz="2000" kern="0" dirty="0">
              <a:solidFill>
                <a:srgbClr val="12357C"/>
              </a:solidFill>
            </a:endParaRPr>
          </a:p>
          <a:p>
            <a:pPr marL="214630" indent="-214630" algn="l" defTabSz="685800" fontAlgn="auto">
              <a:spcBef>
                <a:spcPts val="0"/>
              </a:spcBef>
              <a:spcAft>
                <a:spcPts val="0"/>
              </a:spcAft>
              <a:buFont typeface="Arial" panose="020B0604020202090204" pitchFamily="34" charset="0"/>
              <a:buChar char="•"/>
              <a:defRPr/>
            </a:pPr>
            <a:r>
              <a:rPr lang="fr-FR" sz="2000" i="1" kern="0" dirty="0" err="1">
                <a:solidFill>
                  <a:srgbClr val="12357C"/>
                </a:solidFill>
              </a:rPr>
              <a:t>Peers</a:t>
            </a:r>
            <a:r>
              <a:rPr lang="fr-FR" sz="2000" kern="0" dirty="0">
                <a:solidFill>
                  <a:srgbClr val="12357C"/>
                </a:solidFill>
              </a:rPr>
              <a:t>: </a:t>
            </a:r>
            <a:r>
              <a:rPr lang="fr-FR" sz="2000" kern="0" dirty="0" err="1">
                <a:solidFill>
                  <a:srgbClr val="12357C"/>
                </a:solidFill>
              </a:rPr>
              <a:t>Different</a:t>
            </a:r>
            <a:r>
              <a:rPr lang="fr-FR" sz="2000" kern="0" dirty="0">
                <a:solidFill>
                  <a:srgbClr val="12357C"/>
                </a:solidFill>
              </a:rPr>
              <a:t> </a:t>
            </a:r>
            <a:r>
              <a:rPr lang="fr-FR" sz="2000" kern="0" dirty="0">
                <a:solidFill>
                  <a:srgbClr val="FF0000"/>
                </a:solidFill>
              </a:rPr>
              <a:t>services</a:t>
            </a:r>
            <a:r>
              <a:rPr lang="en-US" altLang="fr-FR" sz="2000" kern="0" dirty="0">
                <a:solidFill>
                  <a:srgbClr val="FF0000"/>
                </a:solidFill>
              </a:rPr>
              <a:t>（</a:t>
            </a:r>
            <a:r>
              <a:rPr lang="en-US" altLang="fr-FR" sz="2000" kern="0" dirty="0">
                <a:solidFill>
                  <a:srgbClr val="FF0000"/>
                </a:solidFill>
              </a:rPr>
              <a:t>Departments）</a:t>
            </a:r>
            <a:r>
              <a:rPr lang="fr-FR" sz="2000" kern="0" dirty="0">
                <a:solidFill>
                  <a:srgbClr val="12357C"/>
                </a:solidFill>
              </a:rPr>
              <a:t> </a:t>
            </a:r>
            <a:r>
              <a:rPr lang="fr-FR" sz="2000" kern="0" dirty="0" err="1">
                <a:solidFill>
                  <a:srgbClr val="12357C"/>
                </a:solidFill>
              </a:rPr>
              <a:t>within</a:t>
            </a:r>
            <a:r>
              <a:rPr lang="fr-FR" sz="2000" kern="0" dirty="0">
                <a:solidFill>
                  <a:srgbClr val="12357C"/>
                </a:solidFill>
              </a:rPr>
              <a:t> a </a:t>
            </a:r>
            <a:r>
              <a:rPr lang="fr-FR" sz="2000" kern="0" dirty="0" err="1">
                <a:solidFill>
                  <a:srgbClr val="12357C"/>
                </a:solidFill>
              </a:rPr>
              <a:t>company</a:t>
            </a:r>
            <a:endParaRPr lang="fr-FR" sz="2000" kern="0" dirty="0">
              <a:solidFill>
                <a:srgbClr val="12357C"/>
              </a:solidFill>
            </a:endParaRPr>
          </a:p>
          <a:p>
            <a:pPr marL="214630" indent="-214630" algn="l" defTabSz="685800" fontAlgn="auto">
              <a:spcBef>
                <a:spcPts val="0"/>
              </a:spcBef>
              <a:spcAft>
                <a:spcPts val="0"/>
              </a:spcAft>
              <a:buFont typeface="Arial" panose="020B0604020202090204" pitchFamily="34" charset="0"/>
              <a:buChar char="•"/>
              <a:defRPr/>
            </a:pPr>
            <a:endParaRPr sz="2000" kern="0" dirty="0">
              <a:solidFill>
                <a:srgbClr val="12357C"/>
              </a:solidFill>
            </a:endParaRPr>
          </a:p>
          <a:p>
            <a:pPr marL="257175" indent="-257175" algn="l" defTabSz="685800" fontAlgn="auto">
              <a:spcBef>
                <a:spcPts val="0"/>
              </a:spcBef>
              <a:spcAft>
                <a:spcPts val="0"/>
              </a:spcAft>
              <a:buFont typeface="Arial" panose="020B0604020202090204" pitchFamily="34" charset="0"/>
              <a:buChar char="•"/>
              <a:defRPr/>
            </a:pPr>
            <a:r>
              <a:rPr lang="fr-FR" sz="2000" i="1" kern="0" dirty="0" err="1">
                <a:solidFill>
                  <a:srgbClr val="12357C"/>
                </a:solidFill>
              </a:rPr>
              <a:t>Users</a:t>
            </a:r>
            <a:r>
              <a:rPr lang="fr-FR" sz="2000" kern="0" dirty="0">
                <a:solidFill>
                  <a:srgbClr val="12357C"/>
                </a:solidFill>
              </a:rPr>
              <a:t>: </a:t>
            </a:r>
            <a:r>
              <a:rPr lang="fr-FR" sz="2000" kern="0" dirty="0" err="1">
                <a:solidFill>
                  <a:srgbClr val="FF0000"/>
                </a:solidFill>
              </a:rPr>
              <a:t>Individuals</a:t>
            </a:r>
            <a:r>
              <a:rPr lang="en-US" altLang="fr-FR" sz="2000" kern="0" dirty="0" err="1">
                <a:solidFill>
                  <a:srgbClr val="FF0000"/>
                </a:solidFill>
              </a:rPr>
              <a:t>(Apps)</a:t>
            </a:r>
            <a:r>
              <a:rPr lang="fr-FR" sz="2000" kern="0" dirty="0">
                <a:solidFill>
                  <a:srgbClr val="12357C"/>
                </a:solidFill>
              </a:rPr>
              <a:t> </a:t>
            </a:r>
            <a:r>
              <a:rPr lang="fr-FR" sz="2000" kern="0" dirty="0" err="1">
                <a:solidFill>
                  <a:srgbClr val="12357C"/>
                </a:solidFill>
              </a:rPr>
              <a:t>who</a:t>
            </a:r>
            <a:r>
              <a:rPr lang="fr-FR" sz="2000" kern="0" dirty="0">
                <a:solidFill>
                  <a:srgbClr val="12357C"/>
                </a:solidFill>
              </a:rPr>
              <a:t> </a:t>
            </a:r>
            <a:r>
              <a:rPr lang="fr-FR" sz="2000" kern="0" dirty="0" err="1">
                <a:solidFill>
                  <a:srgbClr val="12357C"/>
                </a:solidFill>
              </a:rPr>
              <a:t>connect</a:t>
            </a:r>
            <a:r>
              <a:rPr lang="fr-FR" sz="2000" kern="0" dirty="0">
                <a:solidFill>
                  <a:srgbClr val="12357C"/>
                </a:solidFill>
              </a:rPr>
              <a:t> to </a:t>
            </a:r>
            <a:r>
              <a:rPr lang="fr-FR" sz="2000" kern="0" dirty="0" err="1">
                <a:solidFill>
                  <a:srgbClr val="12357C"/>
                </a:solidFill>
              </a:rPr>
              <a:t>their</a:t>
            </a:r>
            <a:r>
              <a:rPr lang="fr-FR" sz="2000" kern="0" dirty="0">
                <a:solidFill>
                  <a:srgbClr val="12357C"/>
                </a:solidFill>
              </a:rPr>
              <a:t> </a:t>
            </a:r>
            <a:r>
              <a:rPr lang="fr-FR" sz="2000" kern="0" dirty="0" err="1">
                <a:solidFill>
                  <a:srgbClr val="12357C"/>
                </a:solidFill>
              </a:rPr>
              <a:t>peer</a:t>
            </a:r>
            <a:r>
              <a:rPr lang="fr-FR" sz="2000" kern="0" dirty="0">
                <a:solidFill>
                  <a:srgbClr val="12357C"/>
                </a:solidFill>
              </a:rPr>
              <a:t> to log </a:t>
            </a:r>
            <a:r>
              <a:rPr lang="fr-FR" sz="2000" kern="0" dirty="0" err="1">
                <a:solidFill>
                  <a:srgbClr val="12357C"/>
                </a:solidFill>
              </a:rPr>
              <a:t>into</a:t>
            </a:r>
            <a:r>
              <a:rPr lang="fr-FR" sz="2000" kern="0" dirty="0">
                <a:solidFill>
                  <a:srgbClr val="12357C"/>
                </a:solidFill>
              </a:rPr>
              <a:t> the network</a:t>
            </a:r>
            <a:endParaRPr sz="2000" kern="0" dirty="0">
              <a:solidFill>
                <a:srgbClr val="12357C"/>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1"/>
          <p:cNvSpPr txBox="1"/>
          <p:nvPr/>
        </p:nvSpPr>
        <p:spPr>
          <a:xfrm>
            <a:off x="107504" y="65535"/>
            <a:ext cx="8173730" cy="1027954"/>
          </a:xfrm>
          <a:prstGeom prst="rect">
            <a:avLst/>
          </a:prstGeom>
          <a:solidFill>
            <a:schemeClr val="bg1"/>
          </a:solidFill>
          <a:ln>
            <a:noFill/>
          </a:ln>
        </p:spPr>
        <p:txBody>
          <a:bodyPr spcFirstLastPara="1" wrap="square" lIns="68569" tIns="68569" rIns="68569" bIns="68569" anchor="t" anchorCtr="0">
            <a:noAutofit/>
          </a:bodyPr>
          <a:lstStyle/>
          <a:p>
            <a:pPr lvl="0">
              <a:lnSpc>
                <a:spcPct val="150000"/>
              </a:lnSpc>
            </a:pPr>
            <a:r>
              <a:rPr lang="fr-FR" sz="3200" dirty="0"/>
              <a:t>Network Architecture: </a:t>
            </a:r>
            <a:r>
              <a:rPr lang="fr-FR" sz="3200" dirty="0" err="1"/>
              <a:t>Sending</a:t>
            </a:r>
            <a:r>
              <a:rPr lang="fr-FR" sz="3200" dirty="0"/>
              <a:t> a Transaction</a:t>
            </a:r>
            <a:endParaRPr lang="fr-FR" sz="3200" dirty="0"/>
          </a:p>
          <a:p>
            <a:pPr lvl="0">
              <a:lnSpc>
                <a:spcPct val="150000"/>
              </a:lnSpc>
            </a:pPr>
            <a:endParaRPr sz="3200" b="1" dirty="0">
              <a:latin typeface="Trebuchet MS" panose="020B0603020202020204" charset="0"/>
              <a:ea typeface="Trebuchet MS" panose="020B0603020202020204" charset="0"/>
              <a:cs typeface="Trebuchet MS" panose="020B0603020202020204" charset="0"/>
            </a:endParaRPr>
          </a:p>
        </p:txBody>
      </p:sp>
      <p:sp>
        <p:nvSpPr>
          <p:cNvPr id="5" name="Espace réservé du contenu 2"/>
          <p:cNvSpPr txBox="1"/>
          <p:nvPr/>
        </p:nvSpPr>
        <p:spPr>
          <a:xfrm>
            <a:off x="-1052600" y="1594466"/>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7" name="Espace réservé du contenu 2"/>
          <p:cNvSpPr txBox="1"/>
          <p:nvPr/>
        </p:nvSpPr>
        <p:spPr>
          <a:xfrm>
            <a:off x="-938300" y="1708766"/>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8" name="Espace réservé du contenu 2"/>
          <p:cNvSpPr txBox="1"/>
          <p:nvPr/>
        </p:nvSpPr>
        <p:spPr>
          <a:xfrm>
            <a:off x="-824000" y="1823066"/>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21" name="Google Shape;149;p19"/>
          <p:cNvSpPr/>
          <p:nvPr/>
        </p:nvSpPr>
        <p:spPr>
          <a:xfrm>
            <a:off x="2803772" y="1799030"/>
            <a:ext cx="1228950" cy="3687300"/>
          </a:xfrm>
          <a:prstGeom prst="roundRect">
            <a:avLst>
              <a:gd name="adj" fmla="val 16667"/>
            </a:avLst>
          </a:prstGeom>
          <a:noFill/>
          <a:ln w="12700" cap="flat" cmpd="sng">
            <a:solidFill>
              <a:srgbClr val="42719B"/>
            </a:solidFill>
            <a:prstDash val="solid"/>
            <a:miter lim="800000"/>
            <a:headEnd type="none" w="sm" len="sm"/>
            <a:tailEnd type="none" w="sm" len="sm"/>
          </a:ln>
        </p:spPr>
        <p:txBody>
          <a:bodyPr spcFirstLastPara="1" wrap="square" lIns="68569" tIns="34275" rIns="68569" bIns="34275" anchor="t" anchorCtr="0">
            <a:noAutofit/>
          </a:bodyPr>
          <a:lstStyle/>
          <a:p>
            <a:pPr algn="ctr">
              <a:lnSpc>
                <a:spcPct val="150000"/>
              </a:lnSpc>
            </a:pPr>
            <a:r>
              <a:rPr lang="fr-FR" sz="1800" dirty="0" err="1">
                <a:latin typeface="Calibri"/>
                <a:ea typeface="Calibri"/>
                <a:cs typeface="Calibri"/>
                <a:sym typeface="Calibri"/>
              </a:rPr>
              <a:t>Org</a:t>
            </a:r>
            <a:r>
              <a:rPr lang="fr-FR" sz="1800" dirty="0">
                <a:latin typeface="Calibri"/>
                <a:ea typeface="Calibri"/>
                <a:cs typeface="Calibri"/>
                <a:sym typeface="Calibri"/>
              </a:rPr>
              <a:t> 2</a:t>
            </a:r>
            <a:endParaRPr sz="1800" dirty="0">
              <a:solidFill>
                <a:srgbClr val="FFFFFF"/>
              </a:solidFill>
              <a:latin typeface="Calibri"/>
              <a:ea typeface="Calibri"/>
              <a:cs typeface="Calibri"/>
              <a:sym typeface="Calibri"/>
            </a:endParaRPr>
          </a:p>
        </p:txBody>
      </p:sp>
      <p:sp>
        <p:nvSpPr>
          <p:cNvPr id="22" name="Google Shape;150;p19"/>
          <p:cNvSpPr/>
          <p:nvPr/>
        </p:nvSpPr>
        <p:spPr>
          <a:xfrm>
            <a:off x="234272" y="1799012"/>
            <a:ext cx="2323800" cy="3687300"/>
          </a:xfrm>
          <a:prstGeom prst="roundRect">
            <a:avLst>
              <a:gd name="adj" fmla="val 16667"/>
            </a:avLst>
          </a:prstGeom>
          <a:noFill/>
          <a:ln w="12700" cap="flat" cmpd="sng">
            <a:solidFill>
              <a:srgbClr val="42719B"/>
            </a:solidFill>
            <a:prstDash val="solid"/>
            <a:miter lim="800000"/>
            <a:headEnd type="none" w="sm" len="sm"/>
            <a:tailEnd type="none" w="sm" len="sm"/>
          </a:ln>
        </p:spPr>
        <p:txBody>
          <a:bodyPr spcFirstLastPara="1" wrap="square" lIns="68569" tIns="34275" rIns="68569" bIns="34275" anchor="t" anchorCtr="0">
            <a:noAutofit/>
          </a:bodyPr>
          <a:lstStyle/>
          <a:p>
            <a:pPr algn="ctr"/>
            <a:r>
              <a:rPr lang="fr-FR" sz="1800">
                <a:latin typeface="Calibri"/>
                <a:ea typeface="Calibri"/>
                <a:cs typeface="Calibri"/>
                <a:sym typeface="Calibri"/>
              </a:rPr>
              <a:t>Org 1</a:t>
            </a:r>
            <a:endParaRPr sz="1800">
              <a:solidFill>
                <a:srgbClr val="FFFFFF"/>
              </a:solidFill>
              <a:latin typeface="Calibri"/>
              <a:ea typeface="Calibri"/>
              <a:cs typeface="Calibri"/>
              <a:sym typeface="Calibri"/>
            </a:endParaRPr>
          </a:p>
        </p:txBody>
      </p:sp>
      <p:sp>
        <p:nvSpPr>
          <p:cNvPr id="23" name="Google Shape;151;p19"/>
          <p:cNvSpPr/>
          <p:nvPr/>
        </p:nvSpPr>
        <p:spPr>
          <a:xfrm>
            <a:off x="367004" y="3823430"/>
            <a:ext cx="947250" cy="1525950"/>
          </a:xfrm>
          <a:prstGeom prst="roundRect">
            <a:avLst>
              <a:gd name="adj" fmla="val 16667"/>
            </a:avLst>
          </a:prstGeom>
          <a:solidFill>
            <a:srgbClr val="BBD6EE"/>
          </a:solidFill>
          <a:ln w="12700" cap="flat" cmpd="sng">
            <a:solidFill>
              <a:srgbClr val="42719B"/>
            </a:solidFill>
            <a:prstDash val="solid"/>
            <a:miter lim="800000"/>
            <a:headEnd type="none" w="sm" len="sm"/>
            <a:tailEnd type="none" w="sm" len="sm"/>
          </a:ln>
        </p:spPr>
        <p:txBody>
          <a:bodyPr spcFirstLastPara="1" wrap="square" lIns="68569" tIns="34275" rIns="68569" bIns="34275" anchor="t" anchorCtr="0">
            <a:noAutofit/>
          </a:bodyPr>
          <a:lstStyle/>
          <a:p>
            <a:pPr algn="ctr"/>
            <a:r>
              <a:rPr lang="fr-FR" sz="1350">
                <a:latin typeface="Calibri"/>
                <a:ea typeface="Calibri"/>
                <a:cs typeface="Calibri"/>
                <a:sym typeface="Calibri"/>
              </a:rPr>
              <a:t>Peer 1</a:t>
            </a:r>
            <a:endParaRPr sz="1350">
              <a:latin typeface="Calibri"/>
              <a:ea typeface="Calibri"/>
              <a:cs typeface="Calibri"/>
              <a:sym typeface="Calibri"/>
            </a:endParaRPr>
          </a:p>
        </p:txBody>
      </p:sp>
      <p:sp>
        <p:nvSpPr>
          <p:cNvPr id="24" name="Google Shape;152;p19"/>
          <p:cNvSpPr/>
          <p:nvPr/>
        </p:nvSpPr>
        <p:spPr>
          <a:xfrm>
            <a:off x="1455109" y="3823430"/>
            <a:ext cx="947250" cy="1525950"/>
          </a:xfrm>
          <a:prstGeom prst="roundRect">
            <a:avLst>
              <a:gd name="adj" fmla="val 16667"/>
            </a:avLst>
          </a:prstGeom>
          <a:solidFill>
            <a:srgbClr val="BBD6EE"/>
          </a:solidFill>
          <a:ln w="12700" cap="flat" cmpd="sng">
            <a:solidFill>
              <a:srgbClr val="42719B"/>
            </a:solidFill>
            <a:prstDash val="solid"/>
            <a:miter lim="800000"/>
            <a:headEnd type="none" w="sm" len="sm"/>
            <a:tailEnd type="none" w="sm" len="sm"/>
          </a:ln>
        </p:spPr>
        <p:txBody>
          <a:bodyPr spcFirstLastPara="1" wrap="square" lIns="68569" tIns="34275" rIns="68569" bIns="34275" anchor="t" anchorCtr="0">
            <a:noAutofit/>
          </a:bodyPr>
          <a:lstStyle/>
          <a:p>
            <a:pPr algn="ctr"/>
            <a:r>
              <a:rPr lang="fr-FR" sz="1350">
                <a:latin typeface="Calibri"/>
                <a:ea typeface="Calibri"/>
                <a:cs typeface="Calibri"/>
                <a:sym typeface="Calibri"/>
              </a:rPr>
              <a:t>Peer 2</a:t>
            </a:r>
            <a:endParaRPr sz="1350">
              <a:latin typeface="Calibri"/>
              <a:ea typeface="Calibri"/>
              <a:cs typeface="Calibri"/>
              <a:sym typeface="Calibri"/>
            </a:endParaRPr>
          </a:p>
        </p:txBody>
      </p:sp>
      <p:sp>
        <p:nvSpPr>
          <p:cNvPr id="25" name="Google Shape;153;p19"/>
          <p:cNvSpPr/>
          <p:nvPr/>
        </p:nvSpPr>
        <p:spPr>
          <a:xfrm>
            <a:off x="2931590" y="3823430"/>
            <a:ext cx="947250" cy="1525950"/>
          </a:xfrm>
          <a:prstGeom prst="roundRect">
            <a:avLst>
              <a:gd name="adj" fmla="val 16667"/>
            </a:avLst>
          </a:prstGeom>
          <a:solidFill>
            <a:srgbClr val="BBD6EE"/>
          </a:solidFill>
          <a:ln w="12700" cap="flat" cmpd="sng">
            <a:solidFill>
              <a:srgbClr val="42719B"/>
            </a:solidFill>
            <a:prstDash val="solid"/>
            <a:miter lim="800000"/>
            <a:headEnd type="none" w="sm" len="sm"/>
            <a:tailEnd type="none" w="sm" len="sm"/>
          </a:ln>
        </p:spPr>
        <p:txBody>
          <a:bodyPr spcFirstLastPara="1" wrap="square" lIns="68569" tIns="34275" rIns="68569" bIns="34275" anchor="t" anchorCtr="0">
            <a:noAutofit/>
          </a:bodyPr>
          <a:lstStyle/>
          <a:p>
            <a:pPr algn="ctr"/>
            <a:r>
              <a:rPr lang="fr-FR" sz="1350">
                <a:latin typeface="Calibri"/>
                <a:ea typeface="Calibri"/>
                <a:cs typeface="Calibri"/>
                <a:sym typeface="Calibri"/>
              </a:rPr>
              <a:t>Peer 3</a:t>
            </a:r>
            <a:endParaRPr sz="1350">
              <a:latin typeface="Calibri"/>
              <a:ea typeface="Calibri"/>
              <a:cs typeface="Calibri"/>
              <a:sym typeface="Calibri"/>
            </a:endParaRPr>
          </a:p>
        </p:txBody>
      </p:sp>
      <p:sp>
        <p:nvSpPr>
          <p:cNvPr id="26" name="Google Shape;154;p19"/>
          <p:cNvSpPr/>
          <p:nvPr/>
        </p:nvSpPr>
        <p:spPr>
          <a:xfrm>
            <a:off x="444216" y="4238293"/>
            <a:ext cx="1834200" cy="410175"/>
          </a:xfrm>
          <a:prstGeom prst="rect">
            <a:avLst/>
          </a:prstGeom>
          <a:solidFill>
            <a:srgbClr val="A8D08C"/>
          </a:solidFill>
          <a:ln w="12700" cap="flat" cmpd="sng">
            <a:solidFill>
              <a:srgbClr val="42719B"/>
            </a:solidFill>
            <a:prstDash val="solid"/>
            <a:miter lim="800000"/>
            <a:headEnd type="none" w="sm" len="sm"/>
            <a:tailEnd type="none" w="sm" len="sm"/>
          </a:ln>
        </p:spPr>
        <p:txBody>
          <a:bodyPr spcFirstLastPara="1" wrap="square" lIns="68569" tIns="34275" rIns="68569" bIns="34275" anchor="ctr" anchorCtr="0">
            <a:noAutofit/>
          </a:bodyPr>
          <a:lstStyle/>
          <a:p>
            <a:pPr algn="ctr"/>
            <a:r>
              <a:rPr lang="fr-FR" sz="1350">
                <a:latin typeface="Calibri"/>
                <a:ea typeface="Calibri"/>
                <a:cs typeface="Calibri"/>
                <a:sym typeface="Calibri"/>
              </a:rPr>
              <a:t>Ledger 1 + Chaincode</a:t>
            </a:r>
            <a:endParaRPr sz="1350">
              <a:latin typeface="Calibri"/>
              <a:ea typeface="Calibri"/>
              <a:cs typeface="Calibri"/>
              <a:sym typeface="Calibri"/>
            </a:endParaRPr>
          </a:p>
        </p:txBody>
      </p:sp>
      <p:sp>
        <p:nvSpPr>
          <p:cNvPr id="27" name="Google Shape;155;p19"/>
          <p:cNvSpPr/>
          <p:nvPr/>
        </p:nvSpPr>
        <p:spPr>
          <a:xfrm>
            <a:off x="1756022" y="4773136"/>
            <a:ext cx="2043450" cy="450675"/>
          </a:xfrm>
          <a:prstGeom prst="rect">
            <a:avLst/>
          </a:prstGeom>
          <a:solidFill>
            <a:srgbClr val="A8D08C"/>
          </a:solidFill>
          <a:ln w="12700" cap="flat" cmpd="sng">
            <a:solidFill>
              <a:srgbClr val="42719B"/>
            </a:solidFill>
            <a:prstDash val="solid"/>
            <a:miter lim="800000"/>
            <a:headEnd type="none" w="sm" len="sm"/>
            <a:tailEnd type="none" w="sm" len="sm"/>
          </a:ln>
        </p:spPr>
        <p:txBody>
          <a:bodyPr spcFirstLastPara="1" wrap="square" lIns="68569" tIns="34275" rIns="68569" bIns="34275" anchor="ctr" anchorCtr="0">
            <a:noAutofit/>
          </a:bodyPr>
          <a:lstStyle/>
          <a:p>
            <a:pPr algn="ctr"/>
            <a:r>
              <a:rPr lang="fr-FR" sz="1350">
                <a:latin typeface="Calibri"/>
                <a:ea typeface="Calibri"/>
                <a:cs typeface="Calibri"/>
                <a:sym typeface="Calibri"/>
              </a:rPr>
              <a:t>Ledger 2 + Chaincode</a:t>
            </a:r>
            <a:endParaRPr sz="1350">
              <a:latin typeface="Calibri"/>
              <a:ea typeface="Calibri"/>
              <a:cs typeface="Calibri"/>
              <a:sym typeface="Calibri"/>
            </a:endParaRPr>
          </a:p>
        </p:txBody>
      </p:sp>
      <p:sp>
        <p:nvSpPr>
          <p:cNvPr id="28" name="Google Shape;156;p19"/>
          <p:cNvSpPr txBox="1"/>
          <p:nvPr/>
        </p:nvSpPr>
        <p:spPr>
          <a:xfrm>
            <a:off x="4278422" y="1826900"/>
            <a:ext cx="4587751" cy="4442005"/>
          </a:xfrm>
          <a:prstGeom prst="rect">
            <a:avLst/>
          </a:prstGeom>
          <a:solidFill>
            <a:schemeClr val="bg1"/>
          </a:solidFill>
          <a:ln>
            <a:noFill/>
          </a:ln>
        </p:spPr>
        <p:txBody>
          <a:bodyPr spcFirstLastPara="1" wrap="square" lIns="68569" tIns="68569" rIns="68569" bIns="68569" anchor="t" anchorCtr="0">
            <a:noAutofit/>
          </a:bodyPr>
          <a:lstStyle/>
          <a:p>
            <a:pPr marL="342900" indent="-342900" algn="l" defTabSz="685800" fontAlgn="auto">
              <a:spcBef>
                <a:spcPts val="0"/>
              </a:spcBef>
              <a:spcAft>
                <a:spcPts val="0"/>
              </a:spcAft>
              <a:buFont typeface="Wingdings" panose="05000000000000000000" pitchFamily="2" charset="2"/>
              <a:buChar char="Ø"/>
              <a:defRPr/>
            </a:pPr>
            <a:r>
              <a:rPr lang="fr-FR" sz="2000" kern="0" dirty="0">
                <a:solidFill>
                  <a:srgbClr val="12357C"/>
                </a:solidFill>
              </a:rPr>
              <a:t>A user uses </a:t>
            </a:r>
            <a:r>
              <a:rPr lang="fr-FR" sz="2000" kern="0" dirty="0" err="1">
                <a:solidFill>
                  <a:srgbClr val="12357C"/>
                </a:solidFill>
              </a:rPr>
              <a:t>her</a:t>
            </a:r>
            <a:r>
              <a:rPr lang="fr-FR" sz="2000" kern="0" dirty="0">
                <a:solidFill>
                  <a:srgbClr val="12357C"/>
                </a:solidFill>
              </a:rPr>
              <a:t> </a:t>
            </a:r>
            <a:r>
              <a:rPr lang="fr-FR" sz="2000" i="1" kern="0" dirty="0" err="1">
                <a:solidFill>
                  <a:srgbClr val="12357C"/>
                </a:solidFill>
              </a:rPr>
              <a:t>app</a:t>
            </a:r>
            <a:r>
              <a:rPr lang="fr-FR" sz="2000" kern="0" dirty="0">
                <a:solidFill>
                  <a:srgbClr val="12357C"/>
                </a:solidFill>
              </a:rPr>
              <a:t> to</a:t>
            </a:r>
            <a:r>
              <a:rPr lang="fr-FR" sz="2000" dirty="0">
                <a:solidFill>
                  <a:srgbClr val="12357C"/>
                </a:solidFill>
              </a:rPr>
              <a:t> </a:t>
            </a:r>
            <a:endParaRPr lang="fr-FR" sz="2000" dirty="0">
              <a:solidFill>
                <a:srgbClr val="12357C"/>
              </a:solidFill>
            </a:endParaRPr>
          </a:p>
          <a:p>
            <a:pPr marL="671830" lvl="1" indent="-214630" algn="l" defTabSz="685800" fontAlgn="auto">
              <a:spcBef>
                <a:spcPts val="0"/>
              </a:spcBef>
              <a:spcAft>
                <a:spcPts val="0"/>
              </a:spcAft>
              <a:buFont typeface="Arial" panose="020B0604020202090204" pitchFamily="34" charset="0"/>
              <a:buChar char="•"/>
              <a:defRPr/>
            </a:pPr>
            <a:r>
              <a:rPr lang="fr-FR" sz="2000" kern="0" dirty="0" err="1">
                <a:solidFill>
                  <a:srgbClr val="12357C"/>
                </a:solidFill>
              </a:rPr>
              <a:t>Connect</a:t>
            </a:r>
            <a:r>
              <a:rPr lang="fr-FR" sz="2000" kern="0" dirty="0">
                <a:solidFill>
                  <a:srgbClr val="12357C"/>
                </a:solidFill>
              </a:rPr>
              <a:t> to </a:t>
            </a:r>
            <a:r>
              <a:rPr lang="fr-FR" sz="2000" kern="0" dirty="0" err="1">
                <a:solidFill>
                  <a:srgbClr val="12357C"/>
                </a:solidFill>
              </a:rPr>
              <a:t>her</a:t>
            </a:r>
            <a:r>
              <a:rPr lang="fr-FR" sz="2000" kern="0" dirty="0">
                <a:solidFill>
                  <a:srgbClr val="12357C"/>
                </a:solidFill>
              </a:rPr>
              <a:t> </a:t>
            </a:r>
            <a:r>
              <a:rPr lang="fr-FR" sz="2000" kern="0" dirty="0" err="1">
                <a:solidFill>
                  <a:srgbClr val="12357C"/>
                </a:solidFill>
              </a:rPr>
              <a:t>peer</a:t>
            </a:r>
            <a:r>
              <a:rPr lang="fr-FR" sz="2000" dirty="0">
                <a:solidFill>
                  <a:srgbClr val="12357C"/>
                </a:solidFill>
              </a:rPr>
              <a:t>, </a:t>
            </a:r>
            <a:endParaRPr lang="fr-FR" sz="2000" dirty="0">
              <a:solidFill>
                <a:srgbClr val="12357C"/>
              </a:solidFill>
            </a:endParaRPr>
          </a:p>
          <a:p>
            <a:pPr marL="671830" lvl="1" indent="-214630" algn="l" defTabSz="685800" fontAlgn="auto">
              <a:spcBef>
                <a:spcPts val="0"/>
              </a:spcBef>
              <a:spcAft>
                <a:spcPts val="0"/>
              </a:spcAft>
              <a:buFont typeface="Arial" panose="020B0604020202090204" pitchFamily="34" charset="0"/>
              <a:buChar char="•"/>
              <a:defRPr/>
            </a:pPr>
            <a:r>
              <a:rPr lang="fr-FR" sz="2000" kern="0" dirty="0" err="1">
                <a:solidFill>
                  <a:srgbClr val="12357C"/>
                </a:solidFill>
              </a:rPr>
              <a:t>Send</a:t>
            </a:r>
            <a:r>
              <a:rPr lang="fr-FR" sz="2000" i="1" kern="0" dirty="0">
                <a:solidFill>
                  <a:srgbClr val="12357C"/>
                </a:solidFill>
              </a:rPr>
              <a:t> </a:t>
            </a:r>
            <a:r>
              <a:rPr lang="fr-FR" sz="2000" kern="0" dirty="0">
                <a:solidFill>
                  <a:srgbClr val="12357C"/>
                </a:solidFill>
              </a:rPr>
              <a:t>transactions to a </a:t>
            </a:r>
            <a:r>
              <a:rPr lang="fr-FR" sz="2000" kern="0" dirty="0" err="1">
                <a:solidFill>
                  <a:srgbClr val="12357C"/>
                </a:solidFill>
              </a:rPr>
              <a:t>specific</a:t>
            </a:r>
            <a:r>
              <a:rPr lang="fr-FR" sz="2000" kern="0" dirty="0">
                <a:solidFill>
                  <a:srgbClr val="12357C"/>
                </a:solidFill>
              </a:rPr>
              <a:t> </a:t>
            </a:r>
            <a:r>
              <a:rPr lang="fr-FR" sz="2000" kern="0" dirty="0" err="1">
                <a:solidFill>
                  <a:srgbClr val="12357C"/>
                </a:solidFill>
              </a:rPr>
              <a:t>ledger</a:t>
            </a:r>
            <a:endParaRPr sz="2000" kern="0" dirty="0">
              <a:solidFill>
                <a:srgbClr val="12357C"/>
              </a:solidFill>
            </a:endParaRPr>
          </a:p>
          <a:p>
            <a:pPr algn="l" defTabSz="685800" fontAlgn="auto">
              <a:spcBef>
                <a:spcPts val="0"/>
              </a:spcBef>
              <a:spcAft>
                <a:spcPts val="0"/>
              </a:spcAft>
              <a:defRPr/>
            </a:pPr>
            <a:endParaRPr sz="2000" kern="0" dirty="0">
              <a:solidFill>
                <a:srgbClr val="12357C"/>
              </a:solidFill>
            </a:endParaRPr>
          </a:p>
          <a:p>
            <a:pPr marL="342900" indent="-342900" algn="l" defTabSz="685800" fontAlgn="auto">
              <a:spcBef>
                <a:spcPts val="0"/>
              </a:spcBef>
              <a:spcAft>
                <a:spcPts val="0"/>
              </a:spcAft>
              <a:buFont typeface="Wingdings" panose="05000000000000000000" pitchFamily="2" charset="2"/>
              <a:buChar char="Ø"/>
              <a:defRPr/>
            </a:pPr>
            <a:r>
              <a:rPr lang="fr-FR" sz="2000" i="1" kern="0" dirty="0" err="1">
                <a:solidFill>
                  <a:srgbClr val="12357C"/>
                </a:solidFill>
              </a:rPr>
              <a:t>Orderer</a:t>
            </a:r>
            <a:r>
              <a:rPr lang="fr-FR" sz="2000" i="1" kern="0" dirty="0">
                <a:solidFill>
                  <a:srgbClr val="12357C"/>
                </a:solidFill>
              </a:rPr>
              <a:t>:</a:t>
            </a:r>
            <a:r>
              <a:rPr lang="fr-FR" sz="2000" kern="0" dirty="0">
                <a:solidFill>
                  <a:srgbClr val="12357C"/>
                </a:solidFill>
              </a:rPr>
              <a:t> </a:t>
            </a:r>
            <a:r>
              <a:rPr lang="fr-FR" sz="2000" kern="0" dirty="0" err="1">
                <a:solidFill>
                  <a:srgbClr val="12357C"/>
                </a:solidFill>
              </a:rPr>
              <a:t>Special</a:t>
            </a:r>
            <a:r>
              <a:rPr lang="fr-FR" sz="2000" kern="0" dirty="0">
                <a:solidFill>
                  <a:srgbClr val="12357C"/>
                </a:solidFill>
              </a:rPr>
              <a:t> </a:t>
            </a:r>
            <a:r>
              <a:rPr lang="fr-FR" sz="2000" kern="0" dirty="0" err="1">
                <a:solidFill>
                  <a:srgbClr val="12357C"/>
                </a:solidFill>
              </a:rPr>
              <a:t>node</a:t>
            </a:r>
            <a:r>
              <a:rPr lang="fr-FR" sz="2000" kern="0" dirty="0">
                <a:solidFill>
                  <a:srgbClr val="12357C"/>
                </a:solidFill>
              </a:rPr>
              <a:t> </a:t>
            </a:r>
            <a:r>
              <a:rPr lang="fr-FR" sz="2000" kern="0" dirty="0" err="1">
                <a:solidFill>
                  <a:srgbClr val="12357C"/>
                </a:solidFill>
              </a:rPr>
              <a:t>who</a:t>
            </a:r>
            <a:r>
              <a:rPr lang="fr-FR" sz="2000" kern="0" dirty="0">
                <a:solidFill>
                  <a:srgbClr val="12357C"/>
                </a:solidFill>
              </a:rPr>
              <a:t> </a:t>
            </a:r>
            <a:r>
              <a:rPr lang="fr-FR" sz="2000" kern="0" dirty="0" err="1">
                <a:solidFill>
                  <a:srgbClr val="12357C"/>
                </a:solidFill>
              </a:rPr>
              <a:t>validates</a:t>
            </a:r>
            <a:r>
              <a:rPr lang="fr-FR" sz="2000" kern="0" dirty="0">
                <a:solidFill>
                  <a:srgbClr val="12357C"/>
                </a:solidFill>
              </a:rPr>
              <a:t> blocks</a:t>
            </a:r>
            <a:endParaRPr sz="2000" kern="0" dirty="0">
              <a:solidFill>
                <a:srgbClr val="12357C"/>
              </a:solidFill>
            </a:endParaRPr>
          </a:p>
          <a:p>
            <a:pPr marL="671830" lvl="2" indent="-214630" algn="l">
              <a:buFont typeface="Arial" panose="020B0604020202090204" pitchFamily="34" charset="0"/>
              <a:buChar char="•"/>
              <a:defRPr/>
            </a:pPr>
            <a:r>
              <a:rPr lang="fr-FR" sz="2000" kern="0" dirty="0">
                <a:solidFill>
                  <a:srgbClr val="12357C"/>
                </a:solidFill>
              </a:rPr>
              <a:t>There </a:t>
            </a:r>
            <a:r>
              <a:rPr lang="fr-FR" sz="2000" kern="0" dirty="0" err="1">
                <a:solidFill>
                  <a:srgbClr val="12357C"/>
                </a:solidFill>
              </a:rPr>
              <a:t>can</a:t>
            </a:r>
            <a:r>
              <a:rPr lang="fr-FR" sz="2000" kern="0" dirty="0">
                <a:solidFill>
                  <a:srgbClr val="12357C"/>
                </a:solidFill>
              </a:rPr>
              <a:t> </a:t>
            </a:r>
            <a:r>
              <a:rPr lang="fr-FR" sz="2000" kern="0" dirty="0" err="1">
                <a:solidFill>
                  <a:srgbClr val="12357C"/>
                </a:solidFill>
              </a:rPr>
              <a:t>be</a:t>
            </a:r>
            <a:r>
              <a:rPr lang="fr-FR" sz="2000" kern="0" dirty="0">
                <a:solidFill>
                  <a:srgbClr val="12357C"/>
                </a:solidFill>
              </a:rPr>
              <a:t> multiple </a:t>
            </a:r>
            <a:r>
              <a:rPr lang="fr-FR" sz="2000" kern="0" dirty="0" err="1">
                <a:solidFill>
                  <a:srgbClr val="12357C"/>
                </a:solidFill>
              </a:rPr>
              <a:t>orderers</a:t>
            </a:r>
            <a:r>
              <a:rPr lang="fr-FR" sz="2000" kern="0" dirty="0">
                <a:solidFill>
                  <a:srgbClr val="12357C"/>
                </a:solidFill>
              </a:rPr>
              <a:t>, </a:t>
            </a:r>
            <a:r>
              <a:rPr lang="fr-FR" sz="2000" kern="0" dirty="0" err="1">
                <a:solidFill>
                  <a:srgbClr val="12357C"/>
                </a:solidFill>
              </a:rPr>
              <a:t>from</a:t>
            </a:r>
            <a:r>
              <a:rPr lang="fr-FR" sz="2000" kern="0" dirty="0">
                <a:solidFill>
                  <a:srgbClr val="12357C"/>
                </a:solidFill>
              </a:rPr>
              <a:t> </a:t>
            </a:r>
            <a:r>
              <a:rPr lang="fr-FR" sz="2000" kern="0" dirty="0" err="1">
                <a:solidFill>
                  <a:srgbClr val="12357C"/>
                </a:solidFill>
              </a:rPr>
              <a:t>different</a:t>
            </a:r>
            <a:r>
              <a:rPr lang="fr-FR" sz="2000" kern="0" dirty="0">
                <a:solidFill>
                  <a:srgbClr val="12357C"/>
                </a:solidFill>
              </a:rPr>
              <a:t> </a:t>
            </a:r>
            <a:r>
              <a:rPr lang="fr-FR" sz="2000" kern="0" dirty="0" err="1">
                <a:solidFill>
                  <a:srgbClr val="12357C"/>
                </a:solidFill>
              </a:rPr>
              <a:t>organizations</a:t>
            </a:r>
            <a:endParaRPr sz="2000" kern="0" dirty="0">
              <a:solidFill>
                <a:srgbClr val="12357C"/>
              </a:solidFill>
            </a:endParaRPr>
          </a:p>
          <a:p>
            <a:pPr algn="l" defTabSz="685800" fontAlgn="auto">
              <a:spcBef>
                <a:spcPts val="0"/>
              </a:spcBef>
              <a:spcAft>
                <a:spcPts val="0"/>
              </a:spcAft>
              <a:defRPr/>
            </a:pPr>
            <a:endParaRPr sz="2000" kern="0" dirty="0">
              <a:solidFill>
                <a:srgbClr val="12357C"/>
              </a:solidFill>
            </a:endParaRPr>
          </a:p>
          <a:p>
            <a:pPr marL="342900" indent="-342900" algn="l" defTabSz="685800" fontAlgn="auto">
              <a:spcBef>
                <a:spcPts val="0"/>
              </a:spcBef>
              <a:spcAft>
                <a:spcPts val="0"/>
              </a:spcAft>
              <a:buFont typeface="Wingdings" panose="05000000000000000000" pitchFamily="2" charset="2"/>
              <a:buChar char="Ø"/>
              <a:defRPr/>
            </a:pPr>
            <a:r>
              <a:rPr lang="fr-FR" sz="2000" kern="0" dirty="0">
                <a:solidFill>
                  <a:srgbClr val="12357C"/>
                </a:solidFill>
              </a:rPr>
              <a:t>Consensus </a:t>
            </a:r>
            <a:r>
              <a:rPr lang="fr-FR" sz="2000" kern="0" dirty="0" err="1">
                <a:solidFill>
                  <a:srgbClr val="12357C"/>
                </a:solidFill>
              </a:rPr>
              <a:t>is</a:t>
            </a:r>
            <a:r>
              <a:rPr lang="fr-FR" sz="2000" kern="0" dirty="0">
                <a:solidFill>
                  <a:srgbClr val="12357C"/>
                </a:solidFill>
              </a:rPr>
              <a:t> </a:t>
            </a:r>
            <a:r>
              <a:rPr lang="fr-FR" sz="2000" kern="0" dirty="0" err="1">
                <a:solidFill>
                  <a:srgbClr val="12357C"/>
                </a:solidFill>
              </a:rPr>
              <a:t>achieved</a:t>
            </a:r>
            <a:r>
              <a:rPr lang="fr-FR" sz="2000" kern="0" dirty="0">
                <a:solidFill>
                  <a:srgbClr val="12357C"/>
                </a:solidFill>
              </a:rPr>
              <a:t> by </a:t>
            </a:r>
            <a:r>
              <a:rPr lang="fr-FR" sz="2000" kern="0" dirty="0">
                <a:solidFill>
                  <a:srgbClr val="FF0000"/>
                </a:solidFill>
              </a:rPr>
              <a:t>Proof of </a:t>
            </a:r>
            <a:r>
              <a:rPr lang="fr-FR" sz="2000" kern="0" dirty="0" err="1">
                <a:solidFill>
                  <a:srgbClr val="FF0000"/>
                </a:solidFill>
              </a:rPr>
              <a:t>Authority</a:t>
            </a:r>
            <a:r>
              <a:rPr lang="fr-FR" sz="2000" kern="0" dirty="0">
                <a:solidFill>
                  <a:srgbClr val="12357C"/>
                </a:solidFill>
              </a:rPr>
              <a:t> or by the </a:t>
            </a:r>
            <a:r>
              <a:rPr lang="fr-FR" sz="2000" i="1" kern="0" dirty="0">
                <a:solidFill>
                  <a:srgbClr val="FF0000"/>
                </a:solidFill>
                <a:latin typeface="Arial Italic" panose="020B0604020202090204" charset="0"/>
                <a:cs typeface="Arial Italic" panose="020B0604020202090204" charset="0"/>
              </a:rPr>
              <a:t>Kafka consensus</a:t>
            </a:r>
            <a:r>
              <a:rPr lang="fr-FR" sz="2000" kern="0" dirty="0">
                <a:solidFill>
                  <a:srgbClr val="12357C"/>
                </a:solidFill>
              </a:rPr>
              <a:t> </a:t>
            </a:r>
            <a:r>
              <a:rPr lang="fr-FR" sz="2000" kern="0" dirty="0" err="1">
                <a:solidFill>
                  <a:srgbClr val="12357C"/>
                </a:solidFill>
              </a:rPr>
              <a:t>mechanism</a:t>
            </a:r>
            <a:endParaRPr sz="2000" kern="0" dirty="0">
              <a:solidFill>
                <a:srgbClr val="12357C"/>
              </a:solidFill>
            </a:endParaRPr>
          </a:p>
        </p:txBody>
      </p:sp>
      <p:sp>
        <p:nvSpPr>
          <p:cNvPr id="29" name="Google Shape;157;p19"/>
          <p:cNvSpPr/>
          <p:nvPr/>
        </p:nvSpPr>
        <p:spPr>
          <a:xfrm>
            <a:off x="1452854" y="2394999"/>
            <a:ext cx="947250" cy="782775"/>
          </a:xfrm>
          <a:prstGeom prst="roundRect">
            <a:avLst>
              <a:gd name="adj" fmla="val 16667"/>
            </a:avLst>
          </a:prstGeom>
          <a:solidFill>
            <a:srgbClr val="D9D2E9"/>
          </a:solidFill>
          <a:ln w="12700" cap="flat" cmpd="sng">
            <a:solidFill>
              <a:srgbClr val="B4A7D6"/>
            </a:solidFill>
            <a:prstDash val="solid"/>
            <a:miter lim="800000"/>
            <a:headEnd type="none" w="sm" len="sm"/>
            <a:tailEnd type="none" w="sm" len="sm"/>
          </a:ln>
        </p:spPr>
        <p:txBody>
          <a:bodyPr spcFirstLastPara="1" wrap="square" lIns="68569" tIns="34275" rIns="68569" bIns="34275" anchor="ctr" anchorCtr="0">
            <a:noAutofit/>
          </a:bodyPr>
          <a:lstStyle/>
          <a:p>
            <a:pPr algn="ctr"/>
            <a:r>
              <a:rPr lang="fr-FR" sz="1350">
                <a:latin typeface="Calibri"/>
                <a:ea typeface="Calibri"/>
                <a:cs typeface="Calibri"/>
                <a:sym typeface="Calibri"/>
              </a:rPr>
              <a:t>Orderer</a:t>
            </a:r>
            <a:endParaRPr sz="1350">
              <a:latin typeface="Calibri"/>
              <a:ea typeface="Calibri"/>
              <a:cs typeface="Calibri"/>
              <a:sym typeface="Calibri"/>
            </a:endParaRPr>
          </a:p>
        </p:txBody>
      </p:sp>
      <p:sp>
        <p:nvSpPr>
          <p:cNvPr id="30" name="Google Shape;158;p19"/>
          <p:cNvSpPr/>
          <p:nvPr/>
        </p:nvSpPr>
        <p:spPr>
          <a:xfrm>
            <a:off x="523604" y="2458824"/>
            <a:ext cx="929250" cy="1364625"/>
          </a:xfrm>
          <a:prstGeom prst="bentArrow">
            <a:avLst>
              <a:gd name="adj1" fmla="val 25000"/>
              <a:gd name="adj2" fmla="val 19370"/>
              <a:gd name="adj3" fmla="val 24665"/>
              <a:gd name="adj4" fmla="val 43750"/>
            </a:avLst>
          </a:prstGeom>
          <a:solidFill>
            <a:srgbClr val="E7E6E6"/>
          </a:solidFill>
          <a:ln w="9525" cap="flat" cmpd="sng">
            <a:solidFill>
              <a:srgbClr val="44546A"/>
            </a:solidFill>
            <a:prstDash val="solid"/>
            <a:round/>
            <a:headEnd type="none" w="sm" len="sm"/>
            <a:tailEnd type="none" w="sm" len="sm"/>
          </a:ln>
        </p:spPr>
        <p:txBody>
          <a:bodyPr spcFirstLastPara="1" wrap="square" lIns="68569" tIns="68569" rIns="68569" bIns="68569" anchor="ctr" anchorCtr="0">
            <a:noAutofit/>
          </a:bodyPr>
          <a:lstStyle/>
          <a:p>
            <a:pPr defTabSz="685800" fontAlgn="auto">
              <a:spcBef>
                <a:spcPts val="0"/>
              </a:spcBef>
              <a:spcAft>
                <a:spcPts val="0"/>
              </a:spcAft>
              <a:defRPr/>
            </a:pPr>
            <a:r>
              <a:rPr lang="fr-FR" sz="825" kern="0">
                <a:solidFill>
                  <a:sysClr val="windowText" lastClr="000000"/>
                </a:solidFill>
              </a:rPr>
              <a:t> 1</a:t>
            </a:r>
            <a:endParaRPr sz="825" kern="0">
              <a:solidFill>
                <a:sysClr val="windowText" lastClr="000000"/>
              </a:solidFill>
            </a:endParaRPr>
          </a:p>
        </p:txBody>
      </p:sp>
      <p:sp>
        <p:nvSpPr>
          <p:cNvPr id="31" name="Google Shape;159;p19"/>
          <p:cNvSpPr/>
          <p:nvPr/>
        </p:nvSpPr>
        <p:spPr>
          <a:xfrm>
            <a:off x="1928447" y="3178618"/>
            <a:ext cx="267975" cy="644850"/>
          </a:xfrm>
          <a:prstGeom prst="downArrow">
            <a:avLst>
              <a:gd name="adj1" fmla="val 50000"/>
              <a:gd name="adj2" fmla="val 50000"/>
            </a:avLst>
          </a:prstGeom>
          <a:solidFill>
            <a:srgbClr val="E7E6E6"/>
          </a:solidFill>
          <a:ln w="9525" cap="flat" cmpd="sng">
            <a:solidFill>
              <a:srgbClr val="44546A"/>
            </a:solidFill>
            <a:prstDash val="solid"/>
            <a:round/>
            <a:headEnd type="none" w="sm" len="sm"/>
            <a:tailEnd type="none" w="sm" len="sm"/>
          </a:ln>
        </p:spPr>
        <p:txBody>
          <a:bodyPr spcFirstLastPara="1" wrap="square" lIns="68569" tIns="68569" rIns="68569" bIns="68569" anchor="ctr" anchorCtr="0">
            <a:noAutofit/>
          </a:bodyPr>
          <a:lstStyle/>
          <a:p>
            <a:pPr defTabSz="685800" fontAlgn="auto">
              <a:spcBef>
                <a:spcPts val="0"/>
              </a:spcBef>
              <a:spcAft>
                <a:spcPts val="0"/>
              </a:spcAft>
              <a:defRPr/>
            </a:pPr>
            <a:r>
              <a:rPr lang="fr-FR" sz="825" kern="0">
                <a:solidFill>
                  <a:sysClr val="windowText" lastClr="000000"/>
                </a:solidFill>
              </a:rPr>
              <a:t>2</a:t>
            </a:r>
            <a:endParaRPr sz="825" kern="0">
              <a:solidFill>
                <a:sysClr val="windowText" lastClr="000000"/>
              </a:solidFill>
            </a:endParaRPr>
          </a:p>
        </p:txBody>
      </p:sp>
      <p:sp>
        <p:nvSpPr>
          <p:cNvPr id="32" name="Google Shape;160;p19"/>
          <p:cNvSpPr/>
          <p:nvPr/>
        </p:nvSpPr>
        <p:spPr>
          <a:xfrm rot="1550014">
            <a:off x="1220654" y="3116398"/>
            <a:ext cx="267981" cy="745776"/>
          </a:xfrm>
          <a:prstGeom prst="downArrow">
            <a:avLst>
              <a:gd name="adj1" fmla="val 50000"/>
              <a:gd name="adj2" fmla="val 50000"/>
            </a:avLst>
          </a:prstGeom>
          <a:solidFill>
            <a:srgbClr val="E7E6E6"/>
          </a:solidFill>
          <a:ln w="9525" cap="flat" cmpd="sng">
            <a:solidFill>
              <a:srgbClr val="44546A"/>
            </a:solidFill>
            <a:prstDash val="solid"/>
            <a:round/>
            <a:headEnd type="none" w="sm" len="sm"/>
            <a:tailEnd type="none" w="sm" len="sm"/>
          </a:ln>
        </p:spPr>
        <p:txBody>
          <a:bodyPr spcFirstLastPara="1" wrap="square" lIns="68569" tIns="68569" rIns="68569" bIns="68569" anchor="ctr" anchorCtr="0">
            <a:noAutofit/>
          </a:bodyPr>
          <a:lstStyle/>
          <a:p>
            <a:pPr defTabSz="685800" fontAlgn="auto">
              <a:spcBef>
                <a:spcPts val="0"/>
              </a:spcBef>
              <a:spcAft>
                <a:spcPts val="0"/>
              </a:spcAft>
              <a:defRPr/>
            </a:pPr>
            <a:r>
              <a:rPr lang="fr-FR" sz="825" kern="0">
                <a:solidFill>
                  <a:sysClr val="windowText" lastClr="000000"/>
                </a:solidFill>
              </a:rPr>
              <a:t>2</a:t>
            </a:r>
            <a:endParaRPr sz="825" kern="0">
              <a:solidFill>
                <a:sysClr val="windowText" lastClr="0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1"/>
          <p:cNvSpPr txBox="1"/>
          <p:nvPr/>
        </p:nvSpPr>
        <p:spPr>
          <a:xfrm>
            <a:off x="122116" y="76534"/>
            <a:ext cx="8026270" cy="1140290"/>
          </a:xfrm>
          <a:prstGeom prst="rect">
            <a:avLst/>
          </a:prstGeom>
          <a:solidFill>
            <a:schemeClr val="bg1"/>
          </a:solidFill>
          <a:ln>
            <a:noFill/>
          </a:ln>
        </p:spPr>
        <p:txBody>
          <a:bodyPr spcFirstLastPara="1" wrap="square" lIns="68569" tIns="68569" rIns="68569" bIns="68569" anchor="t" anchorCtr="0">
            <a:noAutofit/>
          </a:bodyPr>
          <a:lstStyle/>
          <a:p>
            <a:pPr lvl="0" algn="l"/>
            <a:r>
              <a:rPr lang="fr-FR" sz="3200" dirty="0"/>
              <a:t>Setting up a Network </a:t>
            </a:r>
            <a:r>
              <a:rPr lang="fr-FR" sz="3200" dirty="0" err="1"/>
              <a:t>with</a:t>
            </a:r>
            <a:r>
              <a:rPr lang="fr-FR" sz="3200" dirty="0"/>
              <a:t> a Configuration</a:t>
            </a:r>
            <a:endParaRPr lang="fr-FR" sz="3200" dirty="0"/>
          </a:p>
          <a:p>
            <a:pPr lvl="0" algn="l"/>
            <a:r>
              <a:rPr lang="fr-FR" sz="3200" dirty="0"/>
              <a:t> File</a:t>
            </a:r>
            <a:endParaRPr sz="3200" b="1" dirty="0">
              <a:latin typeface="Trebuchet MS" panose="020B0603020202020204" charset="0"/>
              <a:ea typeface="Trebuchet MS" panose="020B0603020202020204" charset="0"/>
              <a:cs typeface="Trebuchet MS" panose="020B0603020202020204" charset="0"/>
            </a:endParaRPr>
          </a:p>
        </p:txBody>
      </p:sp>
      <p:sp>
        <p:nvSpPr>
          <p:cNvPr id="106" name="Google Shape;106;p11"/>
          <p:cNvSpPr txBox="1"/>
          <p:nvPr/>
        </p:nvSpPr>
        <p:spPr>
          <a:xfrm>
            <a:off x="374074" y="2064503"/>
            <a:ext cx="6603401" cy="3271230"/>
          </a:xfrm>
          <a:prstGeom prst="rect">
            <a:avLst/>
          </a:prstGeom>
          <a:noFill/>
          <a:ln>
            <a:noFill/>
          </a:ln>
        </p:spPr>
        <p:txBody>
          <a:bodyPr spcFirstLastPara="1" wrap="square" lIns="68569" tIns="68569" rIns="68569" bIns="68569" anchor="t" anchorCtr="0">
            <a:noAutofit/>
          </a:bodyPr>
          <a:lstStyle/>
          <a:p>
            <a:pPr marL="198755" indent="-198755" defTabSz="914400">
              <a:spcBef>
                <a:spcPct val="20000"/>
              </a:spcBef>
              <a:buClr>
                <a:srgbClr val="B5397D"/>
              </a:buClr>
              <a:buFont typeface="Wingdings" panose="05000000000000000000" pitchFamily="2" charset="2"/>
              <a:buChar char="§"/>
            </a:pPr>
            <a:endParaRPr lang="fr-FR" sz="2000" dirty="0">
              <a:solidFill>
                <a:srgbClr val="184A7C"/>
              </a:solidFill>
              <a:latin typeface="Calibri"/>
              <a:ea typeface="+mn-ea"/>
            </a:endParaRPr>
          </a:p>
        </p:txBody>
      </p:sp>
      <p:sp>
        <p:nvSpPr>
          <p:cNvPr id="5" name="Espace réservé du contenu 2"/>
          <p:cNvSpPr txBox="1"/>
          <p:nvPr/>
        </p:nvSpPr>
        <p:spPr>
          <a:xfrm>
            <a:off x="116378" y="17737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8" name="Espace réservé du contenu 2"/>
          <p:cNvSpPr txBox="1"/>
          <p:nvPr/>
        </p:nvSpPr>
        <p:spPr>
          <a:xfrm>
            <a:off x="344978" y="20023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11" name="Google Shape;166;p20"/>
          <p:cNvSpPr txBox="1"/>
          <p:nvPr/>
        </p:nvSpPr>
        <p:spPr>
          <a:xfrm>
            <a:off x="140339" y="1771906"/>
            <a:ext cx="4575677" cy="1140290"/>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pPr indent="-342900">
              <a:buClr>
                <a:srgbClr val="000000"/>
              </a:buClr>
              <a:defRPr/>
            </a:pPr>
            <a:r>
              <a:rPr lang="en-US" sz="2400" kern="0" dirty="0">
                <a:solidFill>
                  <a:srgbClr val="12357C"/>
                </a:solidFill>
              </a:rPr>
              <a:t>The step up is done in a structure </a:t>
            </a:r>
            <a:endParaRPr lang="en-US" sz="2400" kern="0" dirty="0">
              <a:solidFill>
                <a:srgbClr val="12357C"/>
              </a:solidFill>
            </a:endParaRPr>
          </a:p>
          <a:p>
            <a:pPr marL="0" indent="0">
              <a:buClr>
                <a:srgbClr val="000000"/>
              </a:buClr>
              <a:buNone/>
              <a:defRPr/>
            </a:pPr>
            <a:r>
              <a:rPr lang="en-US" sz="2400" dirty="0">
                <a:solidFill>
                  <a:srgbClr val="12357C"/>
                </a:solidFill>
              </a:rPr>
              <a:t>      </a:t>
            </a:r>
            <a:r>
              <a:rPr lang="en-US" sz="2400" kern="0" dirty="0">
                <a:solidFill>
                  <a:srgbClr val="12357C"/>
                </a:solidFill>
              </a:rPr>
              <a:t>defined in a </a:t>
            </a:r>
            <a:r>
              <a:rPr lang="en-US" sz="2400" i="1" kern="0" dirty="0">
                <a:solidFill>
                  <a:srgbClr val="12357C"/>
                </a:solidFill>
              </a:rPr>
              <a:t>.</a:t>
            </a:r>
            <a:r>
              <a:rPr lang="en-US" sz="2400" i="1" kern="0" dirty="0" err="1">
                <a:solidFill>
                  <a:srgbClr val="12357C"/>
                </a:solidFill>
              </a:rPr>
              <a:t>yaml</a:t>
            </a:r>
            <a:r>
              <a:rPr lang="en-US" sz="2400" kern="0" dirty="0">
                <a:solidFill>
                  <a:srgbClr val="12357C"/>
                </a:solidFill>
              </a:rPr>
              <a:t> config file</a:t>
            </a:r>
            <a:endParaRPr lang="en-US" sz="2400" kern="0" dirty="0">
              <a:solidFill>
                <a:srgbClr val="12357C"/>
              </a:solidFill>
            </a:endParaRPr>
          </a:p>
          <a:p>
            <a:pPr indent="-342900">
              <a:buClr>
                <a:srgbClr val="000000"/>
              </a:buClr>
              <a:defRPr/>
            </a:pPr>
            <a:endParaRPr lang="en-US" sz="2100" kern="0" dirty="0">
              <a:solidFill>
                <a:srgbClr val="000000"/>
              </a:solidFill>
            </a:endParaRPr>
          </a:p>
          <a:p>
            <a:pPr indent="-342900">
              <a:buClr>
                <a:srgbClr val="000000"/>
              </a:buClr>
              <a:defRPr/>
            </a:pPr>
            <a:endParaRPr lang="en-US" sz="2100" kern="0" dirty="0">
              <a:solidFill>
                <a:srgbClr val="000000"/>
              </a:solidFill>
            </a:endParaRPr>
          </a:p>
          <a:p>
            <a:pPr indent="-342900">
              <a:buClr>
                <a:srgbClr val="000000"/>
              </a:buClr>
              <a:defRPr/>
            </a:pPr>
            <a:endParaRPr lang="en-US" sz="2100" kern="0" dirty="0">
              <a:solidFill>
                <a:srgbClr val="000000"/>
              </a:solidFill>
            </a:endParaRPr>
          </a:p>
        </p:txBody>
      </p:sp>
      <p:pic>
        <p:nvPicPr>
          <p:cNvPr id="12" name="Google Shape;167;p20"/>
          <p:cNvPicPr preferRelativeResize="0"/>
          <p:nvPr/>
        </p:nvPicPr>
        <p:blipFill>
          <a:blip r:embed="rId3"/>
          <a:stretch>
            <a:fillRect/>
          </a:stretch>
        </p:blipFill>
        <p:spPr>
          <a:xfrm>
            <a:off x="4858857" y="1488150"/>
            <a:ext cx="3888432" cy="501591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5" name="Espace réservé du contenu 2"/>
          <p:cNvSpPr txBox="1"/>
          <p:nvPr/>
        </p:nvSpPr>
        <p:spPr>
          <a:xfrm>
            <a:off x="116378" y="17737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7" name="Espace réservé du contenu 2"/>
          <p:cNvSpPr txBox="1"/>
          <p:nvPr/>
        </p:nvSpPr>
        <p:spPr>
          <a:xfrm>
            <a:off x="230678" y="18880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10" name="Google Shape;173;p21"/>
          <p:cNvSpPr txBox="1"/>
          <p:nvPr/>
        </p:nvSpPr>
        <p:spPr>
          <a:xfrm>
            <a:off x="483410" y="1628467"/>
            <a:ext cx="7920997" cy="4073807"/>
          </a:xfrm>
          <a:prstGeom prst="rect">
            <a:avLst/>
          </a:prstGeom>
          <a:solidFill>
            <a:schemeClr val="bg1"/>
          </a:solid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pPr indent="-342900">
              <a:buClr>
                <a:srgbClr val="000000"/>
              </a:buClr>
              <a:defRPr/>
            </a:pPr>
            <a:r>
              <a:rPr lang="en-US" sz="3200" kern="0" dirty="0">
                <a:solidFill>
                  <a:schemeClr val="accent2"/>
                </a:solidFill>
                <a:latin typeface="Times New Roman Regular" panose="02020503050405090304" charset="0"/>
                <a:cs typeface="Times New Roman Regular" panose="02020503050405090304" charset="0"/>
              </a:rPr>
              <a:t>The config file is used to generate</a:t>
            </a:r>
            <a:endParaRPr lang="en-US" sz="3200" kern="0" dirty="0">
              <a:solidFill>
                <a:schemeClr val="accent2"/>
              </a:solidFill>
              <a:latin typeface="Times New Roman Regular" panose="02020503050405090304" charset="0"/>
              <a:cs typeface="Times New Roman Regular" panose="02020503050405090304" charset="0"/>
            </a:endParaRPr>
          </a:p>
          <a:p>
            <a:pPr lvl="1" indent="-304800">
              <a:spcBef>
                <a:spcPts val="750"/>
              </a:spcBef>
              <a:buClr>
                <a:srgbClr val="000000"/>
              </a:buClr>
              <a:buSzPts val="2800"/>
              <a:defRPr/>
            </a:pPr>
            <a:r>
              <a:rPr lang="en-US" sz="2800" kern="0" dirty="0" err="1">
                <a:solidFill>
                  <a:schemeClr val="accent2"/>
                </a:solidFill>
                <a:latin typeface="Times New Roman Regular" panose="02020503050405090304" charset="0"/>
                <a:cs typeface="Times New Roman Regular" panose="02020503050405090304" charset="0"/>
              </a:rPr>
              <a:t>Orderer</a:t>
            </a:r>
            <a:r>
              <a:rPr lang="en-US" sz="2800" kern="0" dirty="0">
                <a:solidFill>
                  <a:schemeClr val="accent2"/>
                </a:solidFill>
                <a:latin typeface="Times New Roman Regular" panose="02020503050405090304" charset="0"/>
                <a:cs typeface="Times New Roman Regular" panose="02020503050405090304" charset="0"/>
              </a:rPr>
              <a:t> Certificate </a:t>
            </a:r>
            <a:endParaRPr lang="en-US" sz="2800" kern="0" dirty="0">
              <a:solidFill>
                <a:schemeClr val="accent2"/>
              </a:solidFill>
              <a:latin typeface="Times New Roman Regular" panose="02020503050405090304" charset="0"/>
              <a:cs typeface="Times New Roman Regular" panose="02020503050405090304" charset="0"/>
            </a:endParaRPr>
          </a:p>
          <a:p>
            <a:pPr lvl="1" indent="-304800">
              <a:spcBef>
                <a:spcPts val="0"/>
              </a:spcBef>
              <a:buClr>
                <a:srgbClr val="000000"/>
              </a:buClr>
              <a:buSzPts val="2800"/>
              <a:defRPr/>
            </a:pPr>
            <a:r>
              <a:rPr lang="en-US" sz="2800" kern="0" dirty="0">
                <a:solidFill>
                  <a:schemeClr val="accent2"/>
                </a:solidFill>
                <a:latin typeface="Times New Roman Regular" panose="02020503050405090304" charset="0"/>
                <a:cs typeface="Times New Roman Regular" panose="02020503050405090304" charset="0"/>
              </a:rPr>
              <a:t>Peer Certificate </a:t>
            </a:r>
            <a:endParaRPr lang="en-US" sz="2800" kern="0" dirty="0">
              <a:solidFill>
                <a:schemeClr val="accent2"/>
              </a:solidFill>
              <a:latin typeface="Times New Roman Regular" panose="02020503050405090304" charset="0"/>
              <a:cs typeface="Times New Roman Regular" panose="02020503050405090304" charset="0"/>
            </a:endParaRPr>
          </a:p>
          <a:p>
            <a:pPr lvl="1" indent="-304800">
              <a:spcBef>
                <a:spcPts val="0"/>
              </a:spcBef>
              <a:buClr>
                <a:srgbClr val="000000"/>
              </a:buClr>
              <a:buSzPts val="2800"/>
              <a:defRPr/>
            </a:pPr>
            <a:r>
              <a:rPr lang="en-US" sz="2800" kern="0" dirty="0">
                <a:solidFill>
                  <a:schemeClr val="accent2"/>
                </a:solidFill>
                <a:latin typeface="Times New Roman Regular" panose="02020503050405090304" charset="0"/>
                <a:cs typeface="Times New Roman Regular" panose="02020503050405090304" charset="0"/>
              </a:rPr>
              <a:t>User Certificate </a:t>
            </a:r>
            <a:endParaRPr lang="en-US" sz="2800" kern="0" dirty="0">
              <a:solidFill>
                <a:schemeClr val="accent2"/>
              </a:solidFill>
              <a:latin typeface="Times New Roman Regular" panose="02020503050405090304" charset="0"/>
              <a:cs typeface="Times New Roman Regular" panose="02020503050405090304" charset="0"/>
            </a:endParaRPr>
          </a:p>
          <a:p>
            <a:pPr lvl="1" indent="-304800">
              <a:spcBef>
                <a:spcPts val="0"/>
              </a:spcBef>
              <a:buClr>
                <a:srgbClr val="000000"/>
              </a:buClr>
              <a:buSzPts val="2800"/>
              <a:defRPr/>
            </a:pPr>
            <a:r>
              <a:rPr lang="en-US" sz="2800" kern="0" dirty="0">
                <a:solidFill>
                  <a:schemeClr val="accent2"/>
                </a:solidFill>
                <a:latin typeface="Times New Roman Regular" panose="02020503050405090304" charset="0"/>
                <a:cs typeface="Times New Roman Regular" panose="02020503050405090304" charset="0"/>
              </a:rPr>
              <a:t>App Certificate </a:t>
            </a:r>
            <a:endParaRPr lang="en-US" sz="3200" kern="0" dirty="0">
              <a:solidFill>
                <a:schemeClr val="accent2"/>
              </a:solidFill>
              <a:latin typeface="Times New Roman Regular" panose="02020503050405090304" charset="0"/>
              <a:cs typeface="Times New Roman Regular" panose="02020503050405090304" charset="0"/>
            </a:endParaRPr>
          </a:p>
          <a:p>
            <a:pPr indent="-342900">
              <a:buClr>
                <a:srgbClr val="000000"/>
              </a:buClr>
              <a:defRPr/>
            </a:pPr>
            <a:r>
              <a:rPr lang="en-US" sz="3200" kern="0" dirty="0">
                <a:solidFill>
                  <a:schemeClr val="accent2"/>
                </a:solidFill>
                <a:latin typeface="Times New Roman Regular" panose="02020503050405090304" charset="0"/>
                <a:cs typeface="Times New Roman Regular" panose="02020503050405090304" charset="0"/>
              </a:rPr>
              <a:t>These certificates can be used to access the network</a:t>
            </a:r>
            <a:endParaRPr lang="en-US" sz="3200" kern="0" dirty="0">
              <a:solidFill>
                <a:schemeClr val="accent2"/>
              </a:solidFill>
              <a:latin typeface="Times New Roman Regular" panose="02020503050405090304" charset="0"/>
              <a:cs typeface="Times New Roman Regular" panose="02020503050405090304" charset="0"/>
            </a:endParaRPr>
          </a:p>
        </p:txBody>
      </p:sp>
      <p:sp>
        <p:nvSpPr>
          <p:cNvPr id="9" name="Google Shape;105;p11"/>
          <p:cNvSpPr txBox="1"/>
          <p:nvPr/>
        </p:nvSpPr>
        <p:spPr>
          <a:xfrm>
            <a:off x="116378" y="87616"/>
            <a:ext cx="8173730" cy="1065087"/>
          </a:xfrm>
          <a:prstGeom prst="rect">
            <a:avLst/>
          </a:prstGeom>
          <a:solidFill>
            <a:schemeClr val="bg1"/>
          </a:solidFill>
          <a:ln>
            <a:noFill/>
          </a:ln>
        </p:spPr>
        <p:txBody>
          <a:bodyPr spcFirstLastPara="1" wrap="square" lIns="68569" tIns="68569" rIns="68569" bIns="68569" anchor="b" anchorCtr="0">
            <a:noAutofit/>
          </a:bodyPr>
          <a:lstStyle/>
          <a:p>
            <a:pPr lvl="0"/>
            <a:endParaRPr lang="fr-FR" sz="3200" dirty="0"/>
          </a:p>
          <a:p>
            <a:pPr lvl="0"/>
            <a:endParaRPr lang="fr-FR" sz="3200" dirty="0"/>
          </a:p>
          <a:p>
            <a:pPr lvl="0"/>
            <a:r>
              <a:rPr lang="fr-FR" sz="3200" dirty="0"/>
              <a:t>Setting up a Network</a:t>
            </a:r>
            <a:endParaRPr sz="3200" b="1" dirty="0">
              <a:latin typeface="Trebuchet MS" panose="020B0603020202020204" charset="0"/>
              <a:ea typeface="Trebuchet MS" panose="020B0603020202020204" charset="0"/>
              <a:cs typeface="Trebuchet MS" panose="020B060302020202020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1"/>
          <p:cNvSpPr txBox="1"/>
          <p:nvPr/>
        </p:nvSpPr>
        <p:spPr>
          <a:xfrm>
            <a:off x="116205" y="-24130"/>
            <a:ext cx="8173720" cy="994410"/>
          </a:xfrm>
          <a:prstGeom prst="rect">
            <a:avLst/>
          </a:prstGeom>
          <a:solidFill>
            <a:schemeClr val="bg1"/>
          </a:solidFill>
          <a:ln>
            <a:noFill/>
          </a:ln>
        </p:spPr>
        <p:txBody>
          <a:bodyPr spcFirstLastPara="1" wrap="square" lIns="68569" tIns="68569" rIns="68569" bIns="68569" anchor="ctr" anchorCtr="0">
            <a:noAutofit/>
          </a:bodyPr>
          <a:lstStyle/>
          <a:p>
            <a:pPr lvl="0"/>
            <a:r>
              <a:rPr lang="fr-FR" sz="3200" dirty="0"/>
              <a:t>Setting up a New </a:t>
            </a:r>
            <a:r>
              <a:rPr lang="fr-FR" sz="3200" dirty="0" err="1"/>
              <a:t>Ledger</a:t>
            </a:r>
            <a:endParaRPr sz="3200" b="1" dirty="0">
              <a:latin typeface="Trebuchet MS" panose="020B0603020202020204" charset="0"/>
              <a:ea typeface="Trebuchet MS" panose="020B0603020202020204" charset="0"/>
              <a:cs typeface="Trebuchet MS" panose="020B0603020202020204" charset="0"/>
            </a:endParaRPr>
          </a:p>
        </p:txBody>
      </p:sp>
      <p:sp>
        <p:nvSpPr>
          <p:cNvPr id="106" name="Google Shape;106;p11"/>
          <p:cNvSpPr txBox="1"/>
          <p:nvPr/>
        </p:nvSpPr>
        <p:spPr>
          <a:xfrm>
            <a:off x="374074" y="2064503"/>
            <a:ext cx="6603401" cy="3271230"/>
          </a:xfrm>
          <a:prstGeom prst="rect">
            <a:avLst/>
          </a:prstGeom>
          <a:noFill/>
          <a:ln>
            <a:noFill/>
          </a:ln>
        </p:spPr>
        <p:txBody>
          <a:bodyPr spcFirstLastPara="1" wrap="square" lIns="68569" tIns="68569" rIns="68569" bIns="68569" anchor="t" anchorCtr="0">
            <a:noAutofit/>
          </a:bodyPr>
          <a:lstStyle/>
          <a:p>
            <a:pPr marL="198755" indent="-198755" defTabSz="914400">
              <a:spcBef>
                <a:spcPct val="20000"/>
              </a:spcBef>
              <a:buClr>
                <a:srgbClr val="B5397D"/>
              </a:buClr>
              <a:buFont typeface="Wingdings" panose="05000000000000000000" pitchFamily="2" charset="2"/>
              <a:buChar char="§"/>
            </a:pPr>
            <a:endParaRPr lang="fr-FR" sz="2000" dirty="0">
              <a:solidFill>
                <a:srgbClr val="184A7C"/>
              </a:solidFill>
              <a:latin typeface="Calibri"/>
              <a:ea typeface="+mn-ea"/>
            </a:endParaRPr>
          </a:p>
        </p:txBody>
      </p:sp>
      <p:sp>
        <p:nvSpPr>
          <p:cNvPr id="5" name="Espace réservé du contenu 2"/>
          <p:cNvSpPr txBox="1"/>
          <p:nvPr/>
        </p:nvSpPr>
        <p:spPr>
          <a:xfrm>
            <a:off x="116378" y="17737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7" name="Espace réservé du contenu 2"/>
          <p:cNvSpPr txBox="1"/>
          <p:nvPr/>
        </p:nvSpPr>
        <p:spPr>
          <a:xfrm>
            <a:off x="230678" y="18880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8" name="Espace réservé du contenu 2"/>
          <p:cNvSpPr txBox="1"/>
          <p:nvPr/>
        </p:nvSpPr>
        <p:spPr>
          <a:xfrm>
            <a:off x="344978" y="20023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12" name="Google Shape;179;p22"/>
          <p:cNvSpPr txBox="1"/>
          <p:nvPr/>
        </p:nvSpPr>
        <p:spPr>
          <a:xfrm>
            <a:off x="403408" y="1052448"/>
            <a:ext cx="7886700" cy="994275"/>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pPr marL="342900" indent="-304800" defTabSz="685800" fontAlgn="auto">
              <a:spcBef>
                <a:spcPts val="750"/>
              </a:spcBef>
              <a:buClr>
                <a:srgbClr val="000000"/>
              </a:buClr>
              <a:defRPr/>
            </a:pPr>
            <a:r>
              <a:rPr lang="en-US" sz="2400" kern="0" dirty="0">
                <a:solidFill>
                  <a:srgbClr val="12357C"/>
                </a:solidFill>
              </a:rPr>
              <a:t>A ledger can be shared between peers by generating its genesis block from another </a:t>
            </a:r>
            <a:r>
              <a:rPr lang="en-US" sz="2400" i="1" kern="0" dirty="0">
                <a:solidFill>
                  <a:srgbClr val="12357C"/>
                </a:solidFill>
              </a:rPr>
              <a:t>.</a:t>
            </a:r>
            <a:r>
              <a:rPr lang="en-US" sz="2400" i="1" kern="0" dirty="0" err="1">
                <a:solidFill>
                  <a:srgbClr val="12357C"/>
                </a:solidFill>
              </a:rPr>
              <a:t>yaml</a:t>
            </a:r>
            <a:r>
              <a:rPr lang="en-US" sz="2400" kern="0" dirty="0">
                <a:solidFill>
                  <a:srgbClr val="12357C"/>
                </a:solidFill>
              </a:rPr>
              <a:t> config file</a:t>
            </a:r>
            <a:endParaRPr lang="en-US" sz="2400" kern="0" dirty="0">
              <a:solidFill>
                <a:srgbClr val="12357C"/>
              </a:solidFill>
            </a:endParaRPr>
          </a:p>
          <a:p>
            <a:pPr marL="0" indent="0" defTabSz="685800" fontAlgn="auto">
              <a:spcBef>
                <a:spcPts val="750"/>
              </a:spcBef>
              <a:buClr>
                <a:srgbClr val="000000"/>
              </a:buClr>
              <a:buNone/>
              <a:defRPr/>
            </a:pPr>
            <a:endParaRPr lang="en-US" sz="2100" kern="0" dirty="0">
              <a:solidFill>
                <a:srgbClr val="000000"/>
              </a:solidFill>
            </a:endParaRPr>
          </a:p>
        </p:txBody>
      </p:sp>
      <p:pic>
        <p:nvPicPr>
          <p:cNvPr id="13" name="Google Shape;180;p22"/>
          <p:cNvPicPr preferRelativeResize="0"/>
          <p:nvPr/>
        </p:nvPicPr>
        <p:blipFill>
          <a:blip r:embed="rId3"/>
          <a:stretch>
            <a:fillRect/>
          </a:stretch>
        </p:blipFill>
        <p:spPr>
          <a:xfrm>
            <a:off x="3926303" y="1980091"/>
            <a:ext cx="5101319" cy="4617261"/>
          </a:xfrm>
          <a:prstGeom prst="rect">
            <a:avLst/>
          </a:prstGeom>
          <a:noFill/>
          <a:ln>
            <a:noFill/>
          </a:ln>
        </p:spPr>
      </p:pic>
      <p:sp>
        <p:nvSpPr>
          <p:cNvPr id="14" name="Google Shape;181;p22"/>
          <p:cNvSpPr txBox="1"/>
          <p:nvPr/>
        </p:nvSpPr>
        <p:spPr>
          <a:xfrm>
            <a:off x="230678" y="2350579"/>
            <a:ext cx="3695625" cy="2562525"/>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pPr marL="342900" indent="-304800" defTabSz="685800" fontAlgn="auto">
              <a:spcBef>
                <a:spcPts val="750"/>
              </a:spcBef>
              <a:buClr>
                <a:srgbClr val="000000"/>
              </a:buClr>
              <a:defRPr/>
            </a:pPr>
            <a:r>
              <a:rPr lang="en-US" sz="2400" kern="0" dirty="0">
                <a:solidFill>
                  <a:srgbClr val="7030A0"/>
                </a:solidFill>
                <a:latin typeface="Times New Roman Regular" panose="02020503050405090304" charset="0"/>
                <a:cs typeface="Times New Roman Regular" panose="02020503050405090304" charset="0"/>
              </a:rPr>
              <a:t>You define in it which peers have access to the ledger and which </a:t>
            </a:r>
            <a:r>
              <a:rPr lang="en-US" sz="2400" kern="0" dirty="0" err="1">
                <a:solidFill>
                  <a:srgbClr val="7030A0"/>
                </a:solidFill>
                <a:latin typeface="Times New Roman Regular" panose="02020503050405090304" charset="0"/>
                <a:cs typeface="Times New Roman Regular" panose="02020503050405090304" charset="0"/>
              </a:rPr>
              <a:t>orderer</a:t>
            </a:r>
            <a:r>
              <a:rPr lang="en-US" sz="2400" kern="0" dirty="0">
                <a:solidFill>
                  <a:srgbClr val="7030A0"/>
                </a:solidFill>
                <a:latin typeface="Times New Roman Regular" panose="02020503050405090304" charset="0"/>
                <a:cs typeface="Times New Roman Regular" panose="02020503050405090304" charset="0"/>
              </a:rPr>
              <a:t> will be used to validate blocks</a:t>
            </a:r>
            <a:endParaRPr lang="en-US" sz="2400" kern="0" dirty="0">
              <a:solidFill>
                <a:srgbClr val="7030A0"/>
              </a:solidFill>
              <a:latin typeface="Times New Roman Regular" panose="02020503050405090304" charset="0"/>
              <a:cs typeface="Times New Roman Regular" panose="02020503050405090304" charset="0"/>
            </a:endParaRPr>
          </a:p>
          <a:p>
            <a:pPr marL="0" indent="0" defTabSz="685800" fontAlgn="auto">
              <a:spcBef>
                <a:spcPts val="750"/>
              </a:spcBef>
              <a:buClr>
                <a:srgbClr val="000000"/>
              </a:buClr>
              <a:buNone/>
              <a:defRPr/>
            </a:pPr>
            <a:endParaRPr lang="en-US" sz="2400" kern="0" dirty="0">
              <a:solidFill>
                <a:srgbClr val="7030A0"/>
              </a:solidFill>
              <a:latin typeface="Times New Roman Regular" panose="02020503050405090304" charset="0"/>
              <a:cs typeface="Times New Roman Regular" panose="020205030504050903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1"/>
          <p:cNvSpPr txBox="1"/>
          <p:nvPr/>
        </p:nvSpPr>
        <p:spPr>
          <a:xfrm>
            <a:off x="88265" y="64135"/>
            <a:ext cx="8173720" cy="1174750"/>
          </a:xfrm>
          <a:prstGeom prst="rect">
            <a:avLst/>
          </a:prstGeom>
          <a:solidFill>
            <a:schemeClr val="bg1"/>
          </a:solidFill>
          <a:ln>
            <a:noFill/>
          </a:ln>
        </p:spPr>
        <p:txBody>
          <a:bodyPr spcFirstLastPara="1" wrap="square" lIns="68569" tIns="68569" rIns="68569" bIns="68569" anchor="ctr" anchorCtr="0">
            <a:noAutofit/>
          </a:bodyPr>
          <a:lstStyle/>
          <a:p>
            <a:pPr lvl="0"/>
            <a:r>
              <a:rPr lang="en-US" sz="4400" dirty="0">
                <a:latin typeface="Trebuchet MS" panose="020B0603020202020204" charset="0"/>
                <a:ea typeface="Trebuchet MS" panose="020B0603020202020204" charset="0"/>
                <a:cs typeface="Trebuchet MS" panose="020B0603020202020204" charset="0"/>
              </a:rPr>
              <a:t>A New Ledger of Transactions</a:t>
            </a:r>
            <a:endParaRPr sz="4400" dirty="0">
              <a:latin typeface="Trebuchet MS" panose="020B0603020202020204" charset="0"/>
              <a:ea typeface="Trebuchet MS" panose="020B0603020202020204" charset="0"/>
              <a:cs typeface="Trebuchet MS" panose="020B0603020202020204" charset="0"/>
            </a:endParaRPr>
          </a:p>
        </p:txBody>
      </p:sp>
      <p:sp>
        <p:nvSpPr>
          <p:cNvPr id="106" name="Google Shape;106;p11"/>
          <p:cNvSpPr txBox="1"/>
          <p:nvPr/>
        </p:nvSpPr>
        <p:spPr>
          <a:xfrm>
            <a:off x="374074" y="2064503"/>
            <a:ext cx="6603401" cy="3271230"/>
          </a:xfrm>
          <a:prstGeom prst="rect">
            <a:avLst/>
          </a:prstGeom>
          <a:noFill/>
          <a:ln>
            <a:noFill/>
          </a:ln>
        </p:spPr>
        <p:txBody>
          <a:bodyPr spcFirstLastPara="1" wrap="square" lIns="68569" tIns="68569" rIns="68569" bIns="68569" anchor="t" anchorCtr="0">
            <a:noAutofit/>
          </a:bodyPr>
          <a:lstStyle/>
          <a:p>
            <a:pPr marL="198755" indent="-198755" defTabSz="914400">
              <a:spcBef>
                <a:spcPct val="20000"/>
              </a:spcBef>
              <a:buClr>
                <a:srgbClr val="B5397D"/>
              </a:buClr>
              <a:buFont typeface="Wingdings" panose="05000000000000000000" pitchFamily="2" charset="2"/>
              <a:buChar char="§"/>
            </a:pPr>
            <a:endParaRPr lang="fr-FR" sz="2000" dirty="0">
              <a:solidFill>
                <a:srgbClr val="184A7C"/>
              </a:solidFill>
              <a:latin typeface="Calibri"/>
              <a:ea typeface="+mn-ea"/>
            </a:endParaRPr>
          </a:p>
        </p:txBody>
      </p:sp>
      <p:sp>
        <p:nvSpPr>
          <p:cNvPr id="5" name="Espace réservé du contenu 2"/>
          <p:cNvSpPr txBox="1"/>
          <p:nvPr/>
        </p:nvSpPr>
        <p:spPr>
          <a:xfrm>
            <a:off x="116378" y="17737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7" name="Espace réservé du contenu 2"/>
          <p:cNvSpPr txBox="1"/>
          <p:nvPr/>
        </p:nvSpPr>
        <p:spPr>
          <a:xfrm>
            <a:off x="230678" y="18880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8" name="Espace réservé du contenu 2"/>
          <p:cNvSpPr txBox="1"/>
          <p:nvPr/>
        </p:nvSpPr>
        <p:spPr>
          <a:xfrm>
            <a:off x="344978" y="20023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10" name="Google Shape;187;p23"/>
          <p:cNvSpPr txBox="1"/>
          <p:nvPr/>
        </p:nvSpPr>
        <p:spPr>
          <a:xfrm>
            <a:off x="769244" y="1245905"/>
            <a:ext cx="6899099" cy="3263400"/>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pPr marL="0" indent="0" defTabSz="685800" fontAlgn="auto">
              <a:spcBef>
                <a:spcPts val="750"/>
              </a:spcBef>
              <a:buClr>
                <a:srgbClr val="000000"/>
              </a:buClr>
              <a:buNone/>
              <a:defRPr/>
            </a:pPr>
            <a:endParaRPr lang="en-US" kern="0" dirty="0">
              <a:solidFill>
                <a:srgbClr val="7030A0"/>
              </a:solidFill>
              <a:latin typeface="Times New Roman Regular" panose="02020503050405090304" charset="0"/>
              <a:cs typeface="Times New Roman Regular" panose="02020503050405090304" charset="0"/>
            </a:endParaRPr>
          </a:p>
          <a:p>
            <a:pPr marL="0" indent="0" defTabSz="685800" fontAlgn="auto">
              <a:spcBef>
                <a:spcPts val="750"/>
              </a:spcBef>
              <a:buClr>
                <a:srgbClr val="000000"/>
              </a:buClr>
              <a:buNone/>
              <a:defRPr/>
            </a:pPr>
            <a:r>
              <a:rPr lang="en-US" sz="3600" kern="0" dirty="0">
                <a:solidFill>
                  <a:srgbClr val="7030A0"/>
                </a:solidFill>
                <a:latin typeface="Times New Roman Regular" panose="02020503050405090304" charset="0"/>
                <a:cs typeface="Times New Roman Regular" panose="02020503050405090304" charset="0"/>
              </a:rPr>
              <a:t>With the genesis block file and your certificates, you are all set to start sending transactions</a:t>
            </a:r>
            <a:endParaRPr lang="en-US" sz="3600" kern="0" dirty="0">
              <a:solidFill>
                <a:srgbClr val="7030A0"/>
              </a:solidFill>
              <a:latin typeface="Times New Roman Regular" panose="02020503050405090304" charset="0"/>
              <a:cs typeface="Times New Roman Regular" panose="0202050305040509030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1"/>
          <p:cNvSpPr txBox="1"/>
          <p:nvPr/>
        </p:nvSpPr>
        <p:spPr>
          <a:xfrm>
            <a:off x="116378" y="33246"/>
            <a:ext cx="8173730" cy="1106181"/>
          </a:xfrm>
          <a:prstGeom prst="rect">
            <a:avLst/>
          </a:prstGeom>
          <a:solidFill>
            <a:schemeClr val="bg1"/>
          </a:solidFill>
          <a:ln>
            <a:noFill/>
          </a:ln>
        </p:spPr>
        <p:txBody>
          <a:bodyPr spcFirstLastPara="1" wrap="square" lIns="68569" tIns="68569" rIns="68569" bIns="68569" anchor="t" anchorCtr="0">
            <a:noAutofit/>
          </a:bodyPr>
          <a:lstStyle/>
          <a:p>
            <a:pPr lvl="0"/>
            <a:r>
              <a:rPr lang="fr-FR" sz="4000" dirty="0" err="1"/>
              <a:t>Chaincodes</a:t>
            </a:r>
            <a:endParaRPr lang="fr-FR" sz="4000" dirty="0"/>
          </a:p>
          <a:p>
            <a:pPr lvl="0"/>
            <a:endParaRPr sz="4000" b="1" dirty="0">
              <a:latin typeface="Trebuchet MS" panose="020B0603020202020204" charset="0"/>
              <a:ea typeface="Trebuchet MS" panose="020B0603020202020204" charset="0"/>
              <a:cs typeface="Trebuchet MS" panose="020B0603020202020204" charset="0"/>
            </a:endParaRPr>
          </a:p>
        </p:txBody>
      </p:sp>
      <p:sp>
        <p:nvSpPr>
          <p:cNvPr id="106" name="Google Shape;106;p11"/>
          <p:cNvSpPr txBox="1"/>
          <p:nvPr/>
        </p:nvSpPr>
        <p:spPr>
          <a:xfrm>
            <a:off x="374074" y="2064503"/>
            <a:ext cx="6603401" cy="3271230"/>
          </a:xfrm>
          <a:prstGeom prst="rect">
            <a:avLst/>
          </a:prstGeom>
          <a:noFill/>
          <a:ln>
            <a:noFill/>
          </a:ln>
        </p:spPr>
        <p:txBody>
          <a:bodyPr spcFirstLastPara="1" wrap="square" lIns="68569" tIns="68569" rIns="68569" bIns="68569" anchor="t" anchorCtr="0">
            <a:noAutofit/>
          </a:bodyPr>
          <a:lstStyle/>
          <a:p>
            <a:pPr marL="198755" indent="-198755" defTabSz="914400">
              <a:spcBef>
                <a:spcPct val="20000"/>
              </a:spcBef>
              <a:buClr>
                <a:srgbClr val="B5397D"/>
              </a:buClr>
              <a:buFont typeface="Wingdings" panose="05000000000000000000" pitchFamily="2" charset="2"/>
              <a:buChar char="§"/>
            </a:pPr>
            <a:endParaRPr lang="fr-FR" sz="2000" dirty="0">
              <a:solidFill>
                <a:srgbClr val="184A7C"/>
              </a:solidFill>
              <a:latin typeface="Calibri"/>
              <a:ea typeface="+mn-ea"/>
            </a:endParaRPr>
          </a:p>
        </p:txBody>
      </p:sp>
      <p:sp>
        <p:nvSpPr>
          <p:cNvPr id="5" name="Espace réservé du contenu 2"/>
          <p:cNvSpPr txBox="1"/>
          <p:nvPr/>
        </p:nvSpPr>
        <p:spPr>
          <a:xfrm>
            <a:off x="116378" y="17737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7" name="Espace réservé du contenu 2"/>
          <p:cNvSpPr txBox="1"/>
          <p:nvPr/>
        </p:nvSpPr>
        <p:spPr>
          <a:xfrm>
            <a:off x="230678" y="18880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8" name="Espace réservé du contenu 2"/>
          <p:cNvSpPr txBox="1"/>
          <p:nvPr/>
        </p:nvSpPr>
        <p:spPr>
          <a:xfrm>
            <a:off x="344978" y="20023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10" name="Google Shape;193;p24"/>
          <p:cNvSpPr txBox="1"/>
          <p:nvPr/>
        </p:nvSpPr>
        <p:spPr>
          <a:xfrm>
            <a:off x="259774" y="980728"/>
            <a:ext cx="8510152" cy="5112568"/>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pPr marL="342900" indent="-304800" defTabSz="685800" fontAlgn="auto">
              <a:spcBef>
                <a:spcPts val="750"/>
              </a:spcBef>
              <a:buClr>
                <a:srgbClr val="000000"/>
              </a:buClr>
              <a:defRPr/>
            </a:pPr>
            <a:r>
              <a:rPr lang="en-US" dirty="0">
                <a:solidFill>
                  <a:srgbClr val="12357C"/>
                </a:solidFill>
                <a:latin typeface="Times New Roman Regular" panose="02020503050405090304" charset="0"/>
                <a:cs typeface="Times New Roman Regular" panose="02020503050405090304" charset="0"/>
              </a:rPr>
              <a:t>Hyperledger </a:t>
            </a:r>
            <a:r>
              <a:rPr lang="en-US" dirty="0">
                <a:solidFill>
                  <a:srgbClr val="FF0000"/>
                </a:solidFill>
                <a:latin typeface="Times New Roman Regular" panose="02020503050405090304" charset="0"/>
                <a:cs typeface="Times New Roman Regular" panose="02020503050405090304" charset="0"/>
              </a:rPr>
              <a:t>s</a:t>
            </a:r>
            <a:r>
              <a:rPr lang="en-US" kern="0" dirty="0">
                <a:solidFill>
                  <a:srgbClr val="FF0000"/>
                </a:solidFill>
                <a:latin typeface="Times New Roman Regular" panose="02020503050405090304" charset="0"/>
                <a:cs typeface="Times New Roman Regular" panose="02020503050405090304" charset="0"/>
              </a:rPr>
              <a:t>mart contracts</a:t>
            </a:r>
            <a:r>
              <a:rPr lang="en-US" kern="0" dirty="0">
                <a:solidFill>
                  <a:srgbClr val="12357C"/>
                </a:solidFill>
                <a:latin typeface="Times New Roman Regular" panose="02020503050405090304" charset="0"/>
                <a:cs typeface="Times New Roman Regular" panose="02020503050405090304" charset="0"/>
              </a:rPr>
              <a:t>, called “</a:t>
            </a:r>
            <a:r>
              <a:rPr lang="en-US" kern="0" dirty="0" err="1">
                <a:solidFill>
                  <a:srgbClr val="12357C"/>
                </a:solidFill>
                <a:latin typeface="Times New Roman Regular" panose="02020503050405090304" charset="0"/>
                <a:cs typeface="Times New Roman Regular" panose="02020503050405090304" charset="0"/>
              </a:rPr>
              <a:t>chaincodes</a:t>
            </a:r>
            <a:r>
              <a:rPr lang="en-US" kern="0" dirty="0">
                <a:solidFill>
                  <a:srgbClr val="12357C"/>
                </a:solidFill>
                <a:latin typeface="Times New Roman Regular" panose="02020503050405090304" charset="0"/>
                <a:cs typeface="Times New Roman Regular" panose="02020503050405090304" charset="0"/>
              </a:rPr>
              <a:t>”, can be written in multiple languages</a:t>
            </a:r>
            <a:endParaRPr lang="en-US" kern="0" dirty="0">
              <a:solidFill>
                <a:srgbClr val="12357C"/>
              </a:solidFill>
              <a:latin typeface="Times New Roman Regular" panose="02020503050405090304" charset="0"/>
              <a:cs typeface="Times New Roman Regular" panose="02020503050405090304" charset="0"/>
            </a:endParaRPr>
          </a:p>
          <a:p>
            <a:pPr lvl="1" indent="-304800">
              <a:spcBef>
                <a:spcPts val="750"/>
              </a:spcBef>
              <a:buClr>
                <a:srgbClr val="000000"/>
              </a:buClr>
              <a:buSzPts val="2800"/>
              <a:defRPr/>
            </a:pPr>
            <a:r>
              <a:rPr lang="en-US" kern="0" dirty="0">
                <a:solidFill>
                  <a:srgbClr val="12357C"/>
                </a:solidFill>
                <a:latin typeface="Times New Roman Regular" panose="02020503050405090304" charset="0"/>
                <a:cs typeface="Times New Roman Regular" panose="02020503050405090304" charset="0"/>
              </a:rPr>
              <a:t>Example: Node, Go, Java</a:t>
            </a:r>
            <a:endParaRPr lang="en-US" sz="2800" kern="0" dirty="0">
              <a:solidFill>
                <a:srgbClr val="12357C"/>
              </a:solidFill>
              <a:latin typeface="Times New Roman Regular" panose="02020503050405090304" charset="0"/>
              <a:cs typeface="Times New Roman Regular" panose="02020503050405090304" charset="0"/>
            </a:endParaRPr>
          </a:p>
          <a:p>
            <a:pPr marL="342900" indent="-304800" defTabSz="685800" fontAlgn="auto">
              <a:lnSpc>
                <a:spcPct val="150000"/>
              </a:lnSpc>
              <a:spcBef>
                <a:spcPts val="750"/>
              </a:spcBef>
              <a:buClr>
                <a:srgbClr val="000000"/>
              </a:buClr>
              <a:defRPr/>
            </a:pPr>
            <a:r>
              <a:rPr lang="en-US" kern="0" dirty="0">
                <a:solidFill>
                  <a:srgbClr val="FF0000"/>
                </a:solidFill>
                <a:latin typeface="Times New Roman Regular" panose="02020503050405090304" charset="0"/>
                <a:cs typeface="Times New Roman Regular" panose="02020503050405090304" charset="0"/>
              </a:rPr>
              <a:t>Non-deterministic</a:t>
            </a:r>
            <a:r>
              <a:rPr lang="en-US" kern="0" dirty="0">
                <a:solidFill>
                  <a:srgbClr val="12357C"/>
                </a:solidFill>
                <a:latin typeface="Times New Roman Regular" panose="02020503050405090304" charset="0"/>
                <a:cs typeface="Times New Roman Regular" panose="02020503050405090304" charset="0"/>
              </a:rPr>
              <a:t> code cannot be used!</a:t>
            </a:r>
            <a:endParaRPr lang="en-US" kern="0" dirty="0">
              <a:solidFill>
                <a:srgbClr val="12357C"/>
              </a:solidFill>
              <a:latin typeface="Times New Roman Regular" panose="02020503050405090304" charset="0"/>
              <a:cs typeface="Times New Roman Regular" panose="02020503050405090304" charset="0"/>
            </a:endParaRPr>
          </a:p>
          <a:p>
            <a:pPr marL="685800" lvl="1" indent="-285750" defTabSz="685800" fontAlgn="auto">
              <a:lnSpc>
                <a:spcPct val="150000"/>
              </a:lnSpc>
              <a:spcBef>
                <a:spcPts val="0"/>
              </a:spcBef>
              <a:buClr>
                <a:srgbClr val="000000"/>
              </a:buClr>
              <a:defRPr/>
            </a:pPr>
            <a:r>
              <a:rPr lang="en-US" kern="0" dirty="0">
                <a:solidFill>
                  <a:srgbClr val="12357C"/>
                </a:solidFill>
                <a:latin typeface="Times New Roman Regular" panose="02020503050405090304" charset="0"/>
                <a:cs typeface="Times New Roman Regular" panose="02020503050405090304" charset="0"/>
              </a:rPr>
              <a:t>HTTP Requests</a:t>
            </a:r>
            <a:endParaRPr lang="en-US" kern="0" dirty="0">
              <a:solidFill>
                <a:srgbClr val="12357C"/>
              </a:solidFill>
              <a:latin typeface="Times New Roman Regular" panose="02020503050405090304" charset="0"/>
              <a:cs typeface="Times New Roman Regular" panose="02020503050405090304" charset="0"/>
            </a:endParaRPr>
          </a:p>
          <a:p>
            <a:pPr marL="685800" lvl="1" indent="-285750" defTabSz="685800" fontAlgn="auto">
              <a:lnSpc>
                <a:spcPct val="150000"/>
              </a:lnSpc>
              <a:spcBef>
                <a:spcPts val="0"/>
              </a:spcBef>
              <a:buClr>
                <a:srgbClr val="000000"/>
              </a:buClr>
              <a:defRPr/>
            </a:pPr>
            <a:r>
              <a:rPr lang="en-US" kern="0" dirty="0">
                <a:solidFill>
                  <a:srgbClr val="12357C"/>
                </a:solidFill>
                <a:latin typeface="Times New Roman Regular" panose="02020503050405090304" charset="0"/>
                <a:cs typeface="Times New Roman Regular" panose="02020503050405090304" charset="0"/>
              </a:rPr>
              <a:t>Random number generators</a:t>
            </a:r>
            <a:endParaRPr lang="en-US" kern="0" dirty="0">
              <a:solidFill>
                <a:srgbClr val="12357C"/>
              </a:solidFill>
              <a:latin typeface="Times New Roman Regular" panose="02020503050405090304" charset="0"/>
              <a:cs typeface="Times New Roman Regular" panose="02020503050405090304" charset="0"/>
            </a:endParaRPr>
          </a:p>
          <a:p>
            <a:pPr marL="685800" lvl="1" indent="-285750" defTabSz="685800" fontAlgn="auto">
              <a:lnSpc>
                <a:spcPct val="150000"/>
              </a:lnSpc>
              <a:spcBef>
                <a:spcPts val="0"/>
              </a:spcBef>
              <a:buClr>
                <a:srgbClr val="000000"/>
              </a:buClr>
              <a:defRPr/>
            </a:pPr>
            <a:r>
              <a:rPr lang="en-US" kern="0" dirty="0">
                <a:solidFill>
                  <a:srgbClr val="12357C"/>
                </a:solidFill>
                <a:latin typeface="Times New Roman Regular" panose="02020503050405090304" charset="0"/>
                <a:cs typeface="Times New Roman Regular" panose="02020503050405090304" charset="0"/>
              </a:rPr>
              <a:t>Any code which would behave differently on multiple nodes</a:t>
            </a:r>
            <a:endParaRPr lang="en-US" kern="0" dirty="0">
              <a:solidFill>
                <a:srgbClr val="12357C"/>
              </a:solidFill>
              <a:latin typeface="Times New Roman Regular" panose="02020503050405090304" charset="0"/>
              <a:cs typeface="Times New Roman Regular" panose="02020503050405090304" charset="0"/>
            </a:endParaRPr>
          </a:p>
          <a:p>
            <a:pPr marL="685800" lvl="1" indent="-285750" defTabSz="685800" fontAlgn="auto">
              <a:lnSpc>
                <a:spcPct val="150000"/>
              </a:lnSpc>
              <a:spcBef>
                <a:spcPts val="0"/>
              </a:spcBef>
              <a:buClr>
                <a:srgbClr val="000000"/>
              </a:buClr>
              <a:defRPr/>
            </a:pPr>
            <a:r>
              <a:rPr lang="en-US" i="1" kern="0" dirty="0">
                <a:solidFill>
                  <a:srgbClr val="FF0000"/>
                </a:solidFill>
                <a:latin typeface="Times New Roman Italic" panose="02020503050405090304" charset="0"/>
                <a:cs typeface="Times New Roman Italic" panose="02020503050405090304" charset="0"/>
              </a:rPr>
              <a:t>Solidity</a:t>
            </a:r>
            <a:r>
              <a:rPr lang="en-US" kern="0" dirty="0">
                <a:solidFill>
                  <a:srgbClr val="12357C"/>
                </a:solidFill>
                <a:latin typeface="Times New Roman Regular" panose="02020503050405090304" charset="0"/>
                <a:cs typeface="Times New Roman Regular" panose="02020503050405090304" charset="0"/>
              </a:rPr>
              <a:t> is inherently deterministic, which is not the case of these languages</a:t>
            </a:r>
            <a:endParaRPr lang="en-US" kern="0" dirty="0">
              <a:solidFill>
                <a:srgbClr val="12357C"/>
              </a:solidFill>
              <a:latin typeface="Times New Roman Regular" panose="02020503050405090304" charset="0"/>
              <a:cs typeface="Times New Roman Regular" panose="020205030504050903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1"/>
          <p:cNvSpPr txBox="1"/>
          <p:nvPr/>
        </p:nvSpPr>
        <p:spPr>
          <a:xfrm>
            <a:off x="243562" y="1081706"/>
            <a:ext cx="8173730" cy="639900"/>
          </a:xfrm>
          <a:prstGeom prst="rect">
            <a:avLst/>
          </a:prstGeom>
          <a:noFill/>
          <a:ln>
            <a:noFill/>
          </a:ln>
        </p:spPr>
        <p:txBody>
          <a:bodyPr spcFirstLastPara="1" wrap="square" lIns="68569" tIns="68569" rIns="68569" bIns="68569" anchor="t" anchorCtr="0">
            <a:noAutofit/>
          </a:bodyPr>
          <a:lstStyle/>
          <a:p>
            <a:pPr lvl="0"/>
            <a:endParaRPr sz="2700" b="1" dirty="0">
              <a:latin typeface="Trebuchet MS" panose="020B0603020202020204" charset="0"/>
              <a:ea typeface="Trebuchet MS" panose="020B0603020202020204" charset="0"/>
              <a:cs typeface="Trebuchet MS" panose="020B0603020202020204" charset="0"/>
            </a:endParaRPr>
          </a:p>
        </p:txBody>
      </p:sp>
      <p:sp>
        <p:nvSpPr>
          <p:cNvPr id="106" name="Google Shape;106;p11"/>
          <p:cNvSpPr txBox="1"/>
          <p:nvPr/>
        </p:nvSpPr>
        <p:spPr>
          <a:xfrm>
            <a:off x="374074" y="2064503"/>
            <a:ext cx="6603401" cy="3271230"/>
          </a:xfrm>
          <a:prstGeom prst="rect">
            <a:avLst/>
          </a:prstGeom>
          <a:noFill/>
          <a:ln>
            <a:noFill/>
          </a:ln>
        </p:spPr>
        <p:txBody>
          <a:bodyPr spcFirstLastPara="1" wrap="square" lIns="68569" tIns="68569" rIns="68569" bIns="68569" anchor="t" anchorCtr="0">
            <a:noAutofit/>
          </a:bodyPr>
          <a:lstStyle/>
          <a:p>
            <a:pPr marL="198755" indent="-198755" defTabSz="914400">
              <a:spcBef>
                <a:spcPct val="20000"/>
              </a:spcBef>
              <a:buClr>
                <a:srgbClr val="B5397D"/>
              </a:buClr>
              <a:buFont typeface="Wingdings" panose="05000000000000000000" pitchFamily="2" charset="2"/>
              <a:buChar char="§"/>
            </a:pPr>
            <a:endParaRPr lang="fr-FR" sz="2000" dirty="0">
              <a:solidFill>
                <a:srgbClr val="184A7C"/>
              </a:solidFill>
              <a:latin typeface="Calibri"/>
              <a:ea typeface="+mn-ea"/>
            </a:endParaRPr>
          </a:p>
        </p:txBody>
      </p:sp>
      <p:sp>
        <p:nvSpPr>
          <p:cNvPr id="5" name="Espace réservé du contenu 2"/>
          <p:cNvSpPr txBox="1"/>
          <p:nvPr/>
        </p:nvSpPr>
        <p:spPr>
          <a:xfrm>
            <a:off x="116378" y="17737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7" name="Espace réservé du contenu 2"/>
          <p:cNvSpPr txBox="1"/>
          <p:nvPr/>
        </p:nvSpPr>
        <p:spPr>
          <a:xfrm>
            <a:off x="230678" y="18880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8" name="Espace réservé du contenu 2"/>
          <p:cNvSpPr txBox="1"/>
          <p:nvPr/>
        </p:nvSpPr>
        <p:spPr>
          <a:xfrm>
            <a:off x="344978" y="20023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11" name="Google Shape;199;p25"/>
          <p:cNvSpPr txBox="1"/>
          <p:nvPr/>
        </p:nvSpPr>
        <p:spPr>
          <a:xfrm>
            <a:off x="374074" y="1362607"/>
            <a:ext cx="8286780" cy="3263400"/>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pPr marL="342900" indent="-304800" defTabSz="685800" fontAlgn="auto">
              <a:spcBef>
                <a:spcPts val="750"/>
              </a:spcBef>
              <a:buClr>
                <a:srgbClr val="000000"/>
              </a:buClr>
              <a:defRPr/>
            </a:pPr>
            <a:r>
              <a:rPr lang="en-US" kern="0" dirty="0">
                <a:solidFill>
                  <a:srgbClr val="12357C"/>
                </a:solidFill>
                <a:latin typeface="Times New Roman Regular" panose="02020503050405090304" charset="0"/>
                <a:cs typeface="Times New Roman Regular" panose="02020503050405090304" charset="0"/>
              </a:rPr>
              <a:t>Using Go, you can write a smart contract by importing Hyperledger libraries and creating a custom type object for your contract</a:t>
            </a:r>
            <a:endParaRPr lang="en-US" kern="0" dirty="0">
              <a:solidFill>
                <a:srgbClr val="12357C"/>
              </a:solidFill>
              <a:latin typeface="Times New Roman Regular" panose="02020503050405090304" charset="0"/>
              <a:cs typeface="Times New Roman Regular" panose="02020503050405090304" charset="0"/>
            </a:endParaRPr>
          </a:p>
        </p:txBody>
      </p:sp>
      <p:pic>
        <p:nvPicPr>
          <p:cNvPr id="12" name="Google Shape;200;p25"/>
          <p:cNvPicPr preferRelativeResize="0"/>
          <p:nvPr/>
        </p:nvPicPr>
        <p:blipFill>
          <a:blip r:embed="rId3"/>
          <a:stretch>
            <a:fillRect/>
          </a:stretch>
        </p:blipFill>
        <p:spPr>
          <a:xfrm>
            <a:off x="798705" y="3006478"/>
            <a:ext cx="7618587" cy="2954845"/>
          </a:xfrm>
          <a:prstGeom prst="rect">
            <a:avLst/>
          </a:prstGeom>
          <a:noFill/>
          <a:ln>
            <a:noFill/>
          </a:ln>
        </p:spPr>
      </p:pic>
      <p:sp>
        <p:nvSpPr>
          <p:cNvPr id="9" name="Google Shape;105;p11"/>
          <p:cNvSpPr txBox="1"/>
          <p:nvPr/>
        </p:nvSpPr>
        <p:spPr>
          <a:xfrm>
            <a:off x="0" y="32031"/>
            <a:ext cx="8173730" cy="1413208"/>
          </a:xfrm>
          <a:prstGeom prst="rect">
            <a:avLst/>
          </a:prstGeom>
          <a:solidFill>
            <a:schemeClr val="bg1"/>
          </a:solidFill>
          <a:ln>
            <a:noFill/>
          </a:ln>
        </p:spPr>
        <p:txBody>
          <a:bodyPr spcFirstLastPara="1" wrap="square" lIns="68569" tIns="68569" rIns="68569" bIns="68569" anchor="t" anchorCtr="0">
            <a:noAutofit/>
          </a:bodyPr>
          <a:lstStyle/>
          <a:p>
            <a:pPr lvl="0"/>
            <a:r>
              <a:rPr lang="fr-FR" sz="4000" dirty="0" err="1"/>
              <a:t>Writing</a:t>
            </a:r>
            <a:r>
              <a:rPr lang="fr-FR" sz="4000" dirty="0"/>
              <a:t> </a:t>
            </a:r>
            <a:r>
              <a:rPr lang="en-US" sz="4000" dirty="0">
                <a:latin typeface="Trebuchet MS" panose="020B0603020202020204" charset="0"/>
                <a:ea typeface="Trebuchet MS" panose="020B0603020202020204" charset="0"/>
                <a:cs typeface="Trebuchet MS" panose="020B0603020202020204" charset="0"/>
              </a:rPr>
              <a:t>Hyperledger </a:t>
            </a:r>
            <a:r>
              <a:rPr lang="fr-FR" sz="4000" dirty="0"/>
              <a:t>Smart </a:t>
            </a:r>
            <a:r>
              <a:rPr lang="fr-FR" sz="4000" dirty="0" err="1"/>
              <a:t>Contracts</a:t>
            </a:r>
            <a:r>
              <a:rPr lang="fr-FR" sz="4000" dirty="0"/>
              <a:t> </a:t>
            </a:r>
            <a:endParaRPr sz="4000" b="1" dirty="0">
              <a:latin typeface="Trebuchet MS" panose="020B0603020202020204" charset="0"/>
              <a:ea typeface="Trebuchet MS" panose="020B0603020202020204" charset="0"/>
              <a:cs typeface="Trebuchet MS" panose="020B06030202020202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1"/>
          <p:cNvSpPr txBox="1"/>
          <p:nvPr/>
        </p:nvSpPr>
        <p:spPr>
          <a:xfrm>
            <a:off x="116205" y="635"/>
            <a:ext cx="8173720" cy="1504950"/>
          </a:xfrm>
          <a:prstGeom prst="rect">
            <a:avLst/>
          </a:prstGeom>
          <a:solidFill>
            <a:schemeClr val="bg1"/>
          </a:solidFill>
          <a:ln>
            <a:noFill/>
          </a:ln>
        </p:spPr>
        <p:txBody>
          <a:bodyPr spcFirstLastPara="1" wrap="square" lIns="68569" tIns="68569" rIns="68569" bIns="68569" anchor="t" anchorCtr="0">
            <a:noAutofit/>
          </a:bodyPr>
          <a:lstStyle/>
          <a:p>
            <a:pPr lvl="0"/>
            <a:r>
              <a:rPr lang="fr-FR" sz="4000" dirty="0" err="1"/>
              <a:t>Writing</a:t>
            </a:r>
            <a:r>
              <a:rPr lang="fr-FR" sz="4000" dirty="0"/>
              <a:t> </a:t>
            </a:r>
            <a:r>
              <a:rPr lang="fr-FR" sz="4000" dirty="0" err="1">
                <a:latin typeface="Trebuchet MS" panose="020B0603020202020204" charset="0"/>
                <a:ea typeface="Trebuchet MS" panose="020B0603020202020204" charset="0"/>
                <a:cs typeface="Trebuchet MS" panose="020B0603020202020204" charset="0"/>
              </a:rPr>
              <a:t>Hyperledger</a:t>
            </a:r>
            <a:r>
              <a:rPr lang="fr-FR" sz="4000" dirty="0">
                <a:latin typeface="Trebuchet MS" panose="020B0603020202020204" charset="0"/>
                <a:ea typeface="Trebuchet MS" panose="020B0603020202020204" charset="0"/>
                <a:cs typeface="Trebuchet MS" panose="020B0603020202020204" charset="0"/>
              </a:rPr>
              <a:t> </a:t>
            </a:r>
            <a:r>
              <a:rPr lang="fr-FR" sz="4000" dirty="0"/>
              <a:t>Smart </a:t>
            </a:r>
            <a:r>
              <a:rPr lang="fr-FR" sz="4000" dirty="0" err="1"/>
              <a:t>Contracts</a:t>
            </a:r>
            <a:r>
              <a:rPr lang="fr-FR" sz="4000" dirty="0"/>
              <a:t> </a:t>
            </a:r>
            <a:endParaRPr lang="fr-FR" sz="4000" b="1" dirty="0">
              <a:latin typeface="Trebuchet MS" panose="020B0603020202020204" charset="0"/>
              <a:ea typeface="Trebuchet MS" panose="020B0603020202020204" charset="0"/>
              <a:cs typeface="Trebuchet MS" panose="020B0603020202020204" charset="0"/>
            </a:endParaRPr>
          </a:p>
        </p:txBody>
      </p:sp>
      <p:sp>
        <p:nvSpPr>
          <p:cNvPr id="106" name="Google Shape;106;p11"/>
          <p:cNvSpPr txBox="1"/>
          <p:nvPr/>
        </p:nvSpPr>
        <p:spPr>
          <a:xfrm>
            <a:off x="374074" y="2064503"/>
            <a:ext cx="6603401" cy="3271230"/>
          </a:xfrm>
          <a:prstGeom prst="rect">
            <a:avLst/>
          </a:prstGeom>
          <a:noFill/>
          <a:ln>
            <a:noFill/>
          </a:ln>
        </p:spPr>
        <p:txBody>
          <a:bodyPr spcFirstLastPara="1" wrap="square" lIns="68569" tIns="68569" rIns="68569" bIns="68569" anchor="t" anchorCtr="0">
            <a:noAutofit/>
          </a:bodyPr>
          <a:lstStyle/>
          <a:p>
            <a:pPr marL="198755" indent="-198755" defTabSz="914400">
              <a:spcBef>
                <a:spcPct val="20000"/>
              </a:spcBef>
              <a:buClr>
                <a:srgbClr val="B5397D"/>
              </a:buClr>
              <a:buFont typeface="Wingdings" panose="05000000000000000000" pitchFamily="2" charset="2"/>
              <a:buChar char="§"/>
            </a:pPr>
            <a:endParaRPr lang="fr-FR" sz="2000" dirty="0">
              <a:solidFill>
                <a:srgbClr val="184A7C"/>
              </a:solidFill>
              <a:latin typeface="Calibri"/>
              <a:ea typeface="+mn-ea"/>
            </a:endParaRPr>
          </a:p>
        </p:txBody>
      </p:sp>
      <p:sp>
        <p:nvSpPr>
          <p:cNvPr id="5" name="Espace réservé du contenu 2"/>
          <p:cNvSpPr txBox="1"/>
          <p:nvPr/>
        </p:nvSpPr>
        <p:spPr>
          <a:xfrm>
            <a:off x="116378" y="17737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7" name="Espace réservé du contenu 2"/>
          <p:cNvSpPr txBox="1"/>
          <p:nvPr/>
        </p:nvSpPr>
        <p:spPr>
          <a:xfrm>
            <a:off x="230678" y="18880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8" name="Espace réservé du contenu 2"/>
          <p:cNvSpPr txBox="1"/>
          <p:nvPr/>
        </p:nvSpPr>
        <p:spPr>
          <a:xfrm>
            <a:off x="344978" y="20023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11" name="Google Shape;206;p26"/>
          <p:cNvSpPr txBox="1"/>
          <p:nvPr/>
        </p:nvSpPr>
        <p:spPr>
          <a:xfrm>
            <a:off x="230678" y="1361491"/>
            <a:ext cx="8539566" cy="1995501"/>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pPr marL="342900" indent="-304800" defTabSz="685800" fontAlgn="auto">
              <a:spcBef>
                <a:spcPts val="750"/>
              </a:spcBef>
              <a:buClr>
                <a:srgbClr val="000000"/>
              </a:buClr>
              <a:defRPr/>
            </a:pPr>
            <a:r>
              <a:rPr lang="en-US" kern="0" dirty="0">
                <a:solidFill>
                  <a:srgbClr val="12357C"/>
                </a:solidFill>
              </a:rPr>
              <a:t>Then, you append your functions to this object using prototypes</a:t>
            </a:r>
            <a:endParaRPr lang="en-US" kern="0" dirty="0">
              <a:solidFill>
                <a:srgbClr val="12357C"/>
              </a:solidFill>
            </a:endParaRPr>
          </a:p>
        </p:txBody>
      </p:sp>
      <p:pic>
        <p:nvPicPr>
          <p:cNvPr id="12" name="Google Shape;207;p26"/>
          <p:cNvPicPr preferRelativeResize="0"/>
          <p:nvPr/>
        </p:nvPicPr>
        <p:blipFill>
          <a:blip r:embed="rId3"/>
          <a:stretch>
            <a:fillRect/>
          </a:stretch>
        </p:blipFill>
        <p:spPr>
          <a:xfrm>
            <a:off x="116378" y="2457604"/>
            <a:ext cx="8911244" cy="406774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1"/>
          <p:cNvSpPr txBox="1"/>
          <p:nvPr/>
        </p:nvSpPr>
        <p:spPr>
          <a:xfrm>
            <a:off x="100047" y="50633"/>
            <a:ext cx="8173730" cy="1195166"/>
          </a:xfrm>
          <a:prstGeom prst="rect">
            <a:avLst/>
          </a:prstGeom>
          <a:solidFill>
            <a:schemeClr val="bg1"/>
          </a:solidFill>
          <a:ln>
            <a:noFill/>
          </a:ln>
        </p:spPr>
        <p:txBody>
          <a:bodyPr spcFirstLastPara="1" wrap="square" lIns="68569" tIns="68569" rIns="68569" bIns="68569" anchor="t" anchorCtr="0">
            <a:noAutofit/>
          </a:bodyPr>
          <a:lstStyle/>
          <a:p>
            <a:pPr lvl="0"/>
            <a:r>
              <a:rPr lang="fr-FR" sz="3600" dirty="0" err="1"/>
              <a:t>Hyperledger</a:t>
            </a:r>
            <a:r>
              <a:rPr lang="fr-FR" sz="3600" dirty="0"/>
              <a:t> </a:t>
            </a:r>
            <a:r>
              <a:rPr lang="fr-FR" sz="3600" dirty="0" err="1"/>
              <a:t>Resources</a:t>
            </a:r>
            <a:r>
              <a:rPr lang="fr-FR" sz="3600" dirty="0"/>
              <a:t> </a:t>
            </a:r>
            <a:endParaRPr lang="fr-FR" sz="3600" dirty="0"/>
          </a:p>
          <a:p>
            <a:pPr lvl="0"/>
            <a:endParaRPr sz="3600" b="1" dirty="0">
              <a:latin typeface="Trebuchet MS" panose="020B0603020202020204" charset="0"/>
              <a:ea typeface="Trebuchet MS" panose="020B0603020202020204" charset="0"/>
              <a:cs typeface="Trebuchet MS" panose="020B0603020202020204" charset="0"/>
            </a:endParaRPr>
          </a:p>
        </p:txBody>
      </p:sp>
      <p:sp>
        <p:nvSpPr>
          <p:cNvPr id="106" name="Google Shape;106;p11"/>
          <p:cNvSpPr txBox="1"/>
          <p:nvPr/>
        </p:nvSpPr>
        <p:spPr>
          <a:xfrm>
            <a:off x="374074" y="2064503"/>
            <a:ext cx="6603401" cy="3271230"/>
          </a:xfrm>
          <a:prstGeom prst="rect">
            <a:avLst/>
          </a:prstGeom>
          <a:noFill/>
          <a:ln>
            <a:noFill/>
          </a:ln>
        </p:spPr>
        <p:txBody>
          <a:bodyPr spcFirstLastPara="1" wrap="square" lIns="68569" tIns="68569" rIns="68569" bIns="68569" anchor="t" anchorCtr="0">
            <a:noAutofit/>
          </a:bodyPr>
          <a:lstStyle/>
          <a:p>
            <a:pPr marL="198755" indent="-198755" defTabSz="914400">
              <a:spcBef>
                <a:spcPct val="20000"/>
              </a:spcBef>
              <a:buClr>
                <a:srgbClr val="B5397D"/>
              </a:buClr>
              <a:buFont typeface="Wingdings" panose="05000000000000000000" pitchFamily="2" charset="2"/>
              <a:buChar char="§"/>
            </a:pPr>
            <a:endParaRPr lang="fr-FR" sz="2000" dirty="0">
              <a:solidFill>
                <a:srgbClr val="184A7C"/>
              </a:solidFill>
              <a:latin typeface="Calibri"/>
              <a:ea typeface="+mn-ea"/>
            </a:endParaRPr>
          </a:p>
        </p:txBody>
      </p:sp>
      <p:sp>
        <p:nvSpPr>
          <p:cNvPr id="5" name="Espace réservé du contenu 2"/>
          <p:cNvSpPr txBox="1"/>
          <p:nvPr/>
        </p:nvSpPr>
        <p:spPr>
          <a:xfrm>
            <a:off x="116378" y="17737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7" name="Espace réservé du contenu 2"/>
          <p:cNvSpPr txBox="1"/>
          <p:nvPr/>
        </p:nvSpPr>
        <p:spPr>
          <a:xfrm>
            <a:off x="230678" y="18880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8" name="Espace réservé du contenu 2"/>
          <p:cNvSpPr txBox="1"/>
          <p:nvPr/>
        </p:nvSpPr>
        <p:spPr>
          <a:xfrm>
            <a:off x="344978" y="2002311"/>
            <a:ext cx="8875223" cy="3716262"/>
          </a:xfrm>
          <a:prstGeom prst="rect">
            <a:avLst/>
          </a:prstGeom>
        </p:spPr>
        <p:txBody>
          <a:bodyPr vert="horz" lIns="68580" tIns="34290" rIns="68580" bIns="34290" rtlCol="0">
            <a:normAutofit/>
          </a:bodyPr>
          <a:lstStyle>
            <a:lvl1pPr marL="265430" marR="0" indent="-265430" algn="l" defTabSz="12192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defRPr sz="2665" b="0" kern="1200">
                <a:solidFill>
                  <a:srgbClr val="184A7C"/>
                </a:solidFill>
                <a:latin typeface="+mn-lt"/>
                <a:ea typeface="+mn-ea"/>
                <a:cs typeface="+mn-cs"/>
              </a:defRPr>
            </a:lvl1pPr>
            <a:lvl2pPr marL="538480" marR="0" indent="-208280" algn="l" defTabSz="1219200" rtl="0" eaLnBrk="1" fontAlgn="auto" latinLnBrk="0" hangingPunct="1">
              <a:lnSpc>
                <a:spcPct val="100000"/>
              </a:lnSpc>
              <a:spcBef>
                <a:spcPct val="20000"/>
              </a:spcBef>
              <a:spcAft>
                <a:spcPts val="0"/>
              </a:spcAft>
              <a:buClr>
                <a:schemeClr val="accent2"/>
              </a:buClr>
              <a:buSzTx/>
              <a:buFont typeface="Wingdings" panose="05000000000000000000" pitchFamily="2" charset="2"/>
              <a:buChar char="§"/>
              <a:defRPr sz="2135" kern="1200">
                <a:solidFill>
                  <a:srgbClr val="184A7C"/>
                </a:solidFill>
                <a:latin typeface="+mn-lt"/>
                <a:ea typeface="+mn-ea"/>
                <a:cs typeface="+mn-cs"/>
              </a:defRPr>
            </a:lvl2pPr>
            <a:lvl3pPr marL="956945" marR="0" indent="-355600" algn="l" defTabSz="1219200" rtl="0" eaLnBrk="1" fontAlgn="auto" latinLnBrk="0" hangingPunct="1">
              <a:lnSpc>
                <a:spcPct val="100000"/>
              </a:lnSpc>
              <a:spcBef>
                <a:spcPct val="20000"/>
              </a:spcBef>
              <a:spcAft>
                <a:spcPts val="0"/>
              </a:spcAft>
              <a:buClr>
                <a:schemeClr val="accent4"/>
              </a:buClr>
              <a:buSzTx/>
              <a:buFont typeface="Wingdings" panose="05000000000000000000" pitchFamily="2" charset="2"/>
              <a:buChar char="§"/>
              <a:defRPr sz="1865" kern="1200">
                <a:solidFill>
                  <a:srgbClr val="184A7C"/>
                </a:solidFill>
                <a:latin typeface="+mn-lt"/>
                <a:ea typeface="+mn-ea"/>
                <a:cs typeface="+mn-cs"/>
              </a:defRPr>
            </a:lvl3pPr>
            <a:lvl4pPr marL="1316355" marR="0" indent="-304800" algn="l" defTabSz="1219200" rtl="0" eaLnBrk="1" fontAlgn="auto" latinLnBrk="0" hangingPunct="1">
              <a:lnSpc>
                <a:spcPct val="100000"/>
              </a:lnSpc>
              <a:spcBef>
                <a:spcPct val="20000"/>
              </a:spcBef>
              <a:spcAft>
                <a:spcPts val="0"/>
              </a:spcAft>
              <a:buClrTx/>
              <a:buSzTx/>
              <a:buFontTx/>
              <a:buBlip>
                <a:blip r:embed="rId1"/>
              </a:buBlip>
              <a:defRPr sz="2135" i="1" kern="1200">
                <a:solidFill>
                  <a:srgbClr val="184A7C"/>
                </a:solidFill>
                <a:latin typeface="+mn-lt"/>
                <a:ea typeface="+mn-ea"/>
                <a:cs typeface="+mn-cs"/>
              </a:defRPr>
            </a:lvl4pPr>
            <a:lvl5pPr marL="1661795" marR="0" indent="-304800" algn="l" defTabSz="1219200" rtl="0" eaLnBrk="1" fontAlgn="auto" latinLnBrk="0" hangingPunct="1">
              <a:lnSpc>
                <a:spcPct val="100000"/>
              </a:lnSpc>
              <a:spcBef>
                <a:spcPct val="20000"/>
              </a:spcBef>
              <a:spcAft>
                <a:spcPts val="0"/>
              </a:spcAft>
              <a:buClrTx/>
              <a:buSzTx/>
              <a:buFontTx/>
              <a:buBlip>
                <a:blip r:embed="rId2"/>
              </a:buBlip>
              <a:defRPr sz="2135" kern="1200">
                <a:solidFill>
                  <a:srgbClr val="184A7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198755" indent="-198755" defTabSz="914400">
              <a:buClr>
                <a:srgbClr val="B5397D"/>
              </a:buClr>
              <a:defRPr/>
            </a:pPr>
            <a:endParaRPr lang="fr-FR" sz="2000" dirty="0">
              <a:latin typeface="Calibri"/>
            </a:endParaRPr>
          </a:p>
        </p:txBody>
      </p:sp>
      <p:sp>
        <p:nvSpPr>
          <p:cNvPr id="10" name="Google Shape;227;p29"/>
          <p:cNvSpPr txBox="1"/>
          <p:nvPr/>
        </p:nvSpPr>
        <p:spPr>
          <a:xfrm>
            <a:off x="387076" y="1783799"/>
            <a:ext cx="8526245" cy="3820474"/>
          </a:xfrm>
          <a:prstGeom prst="rect">
            <a:avLst/>
          </a:prstGeom>
          <a:no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pPr marL="342900" indent="-285750" defTabSz="685800" fontAlgn="auto">
              <a:lnSpc>
                <a:spcPct val="108000"/>
              </a:lnSpc>
              <a:spcBef>
                <a:spcPts val="0"/>
              </a:spcBef>
              <a:buClr>
                <a:srgbClr val="000000"/>
              </a:buClr>
              <a:buSzPts val="2400"/>
              <a:buFont typeface="Noto Sans Symbols"/>
              <a:buChar char="•"/>
              <a:defRPr/>
            </a:pPr>
            <a:r>
              <a:rPr lang="fr-FR" sz="3200" kern="0" dirty="0" err="1">
                <a:solidFill>
                  <a:srgbClr val="12357C"/>
                </a:solidFill>
              </a:rPr>
              <a:t>Project’s</a:t>
            </a:r>
            <a:r>
              <a:rPr lang="fr-FR" sz="3200" kern="0" dirty="0">
                <a:solidFill>
                  <a:srgbClr val="12357C"/>
                </a:solidFill>
              </a:rPr>
              <a:t> </a:t>
            </a:r>
            <a:r>
              <a:rPr lang="fr-FR" sz="3200" kern="0" dirty="0" err="1">
                <a:solidFill>
                  <a:srgbClr val="12357C"/>
                </a:solidFill>
              </a:rPr>
              <a:t>website</a:t>
            </a:r>
            <a:r>
              <a:rPr lang="fr-FR" sz="3200" kern="0" dirty="0">
                <a:solidFill>
                  <a:srgbClr val="12357C"/>
                </a:solidFill>
              </a:rPr>
              <a:t>: </a:t>
            </a:r>
            <a:r>
              <a:rPr lang="fr-FR" u="sng" kern="0" dirty="0">
                <a:solidFill>
                  <a:srgbClr val="12357C"/>
                </a:solidFill>
                <a:hlinkClick r:id="rId3"/>
              </a:rPr>
              <a:t>https://www.hyperledger.org/projects/fabric</a:t>
            </a:r>
            <a:endParaRPr lang="fr-FR" kern="0" dirty="0">
              <a:solidFill>
                <a:srgbClr val="12357C"/>
              </a:solidFill>
            </a:endParaRPr>
          </a:p>
          <a:p>
            <a:pPr marL="0" indent="0" defTabSz="685800" fontAlgn="auto">
              <a:lnSpc>
                <a:spcPct val="108000"/>
              </a:lnSpc>
              <a:spcBef>
                <a:spcPts val="0"/>
              </a:spcBef>
              <a:buClr>
                <a:srgbClr val="000000"/>
              </a:buClr>
              <a:buNone/>
              <a:defRPr/>
            </a:pPr>
            <a:endParaRPr lang="fr-FR" kern="0" dirty="0">
              <a:solidFill>
                <a:srgbClr val="12357C"/>
              </a:solidFill>
            </a:endParaRPr>
          </a:p>
          <a:p>
            <a:pPr marL="0" indent="0" defTabSz="685800" fontAlgn="auto">
              <a:lnSpc>
                <a:spcPct val="108000"/>
              </a:lnSpc>
              <a:spcBef>
                <a:spcPts val="0"/>
              </a:spcBef>
              <a:buClr>
                <a:srgbClr val="000000"/>
              </a:buClr>
              <a:buNone/>
              <a:defRPr/>
            </a:pPr>
            <a:endParaRPr lang="fr-FR" kern="0" dirty="0">
              <a:solidFill>
                <a:srgbClr val="12357C"/>
              </a:solidFill>
            </a:endParaRPr>
          </a:p>
          <a:p>
            <a:pPr marL="342900" indent="-285750" defTabSz="685800" fontAlgn="auto">
              <a:lnSpc>
                <a:spcPct val="108000"/>
              </a:lnSpc>
              <a:spcBef>
                <a:spcPts val="0"/>
              </a:spcBef>
              <a:buClr>
                <a:srgbClr val="000000"/>
              </a:buClr>
              <a:buSzPts val="2400"/>
              <a:buFont typeface="Noto Sans Symbols"/>
              <a:buChar char="•"/>
              <a:defRPr/>
            </a:pPr>
            <a:r>
              <a:rPr lang="fr-FR" kern="0" dirty="0" err="1">
                <a:solidFill>
                  <a:srgbClr val="12357C"/>
                </a:solidFill>
              </a:rPr>
              <a:t>Github</a:t>
            </a:r>
            <a:r>
              <a:rPr lang="fr-FR" kern="0" dirty="0">
                <a:solidFill>
                  <a:srgbClr val="12357C"/>
                </a:solidFill>
              </a:rPr>
              <a:t>: </a:t>
            </a:r>
            <a:r>
              <a:rPr lang="fr-FR" u="sng" kern="0" dirty="0">
                <a:solidFill>
                  <a:srgbClr val="12357C"/>
                </a:solidFill>
                <a:hlinkClick r:id="rId4"/>
              </a:rPr>
              <a:t>https://github.com/hyperledger/fabric#releases</a:t>
            </a:r>
            <a:endParaRPr lang="fr-FR" kern="0" dirty="0">
              <a:solidFill>
                <a:srgbClr val="12357C"/>
              </a:solidFill>
            </a:endParaRPr>
          </a:p>
          <a:p>
            <a:pPr marL="0" indent="0" defTabSz="685800" fontAlgn="auto">
              <a:lnSpc>
                <a:spcPct val="108000"/>
              </a:lnSpc>
              <a:spcBef>
                <a:spcPts val="0"/>
              </a:spcBef>
              <a:buClr>
                <a:srgbClr val="000000"/>
              </a:buClr>
              <a:buNone/>
              <a:defRPr/>
            </a:pPr>
            <a:endParaRPr lang="fr-FR" kern="0" dirty="0">
              <a:solidFill>
                <a:srgbClr val="12357C"/>
              </a:solidFill>
            </a:endParaRPr>
          </a:p>
          <a:p>
            <a:pPr marL="0" indent="0" defTabSz="685800" fontAlgn="auto">
              <a:lnSpc>
                <a:spcPct val="108000"/>
              </a:lnSpc>
              <a:spcBef>
                <a:spcPts val="0"/>
              </a:spcBef>
              <a:buClr>
                <a:srgbClr val="000000"/>
              </a:buClr>
              <a:buNone/>
              <a:defRPr/>
            </a:pPr>
            <a:endParaRPr lang="fr-FR" kern="0" dirty="0">
              <a:solidFill>
                <a:srgbClr val="12357C"/>
              </a:solidFill>
            </a:endParaRPr>
          </a:p>
          <a:p>
            <a:pPr marL="342900" indent="-285750" defTabSz="685800" fontAlgn="auto">
              <a:lnSpc>
                <a:spcPct val="108000"/>
              </a:lnSpc>
              <a:spcBef>
                <a:spcPts val="0"/>
              </a:spcBef>
              <a:buClr>
                <a:srgbClr val="000000"/>
              </a:buClr>
              <a:buSzPts val="2400"/>
              <a:buFont typeface="Noto Sans Symbols"/>
              <a:buChar char="•"/>
              <a:defRPr/>
            </a:pPr>
            <a:r>
              <a:rPr lang="fr-FR" kern="0" dirty="0" err="1">
                <a:solidFill>
                  <a:srgbClr val="12357C"/>
                </a:solidFill>
              </a:rPr>
              <a:t>Technical</a:t>
            </a:r>
            <a:r>
              <a:rPr lang="fr-FR" kern="0" dirty="0">
                <a:solidFill>
                  <a:srgbClr val="12357C"/>
                </a:solidFill>
              </a:rPr>
              <a:t> documentation: </a:t>
            </a:r>
            <a:r>
              <a:rPr lang="fr-FR" u="sng" kern="0" dirty="0">
                <a:solidFill>
                  <a:srgbClr val="12357C"/>
                </a:solidFill>
                <a:hlinkClick r:id="rId5"/>
              </a:rPr>
              <a:t>https://hyperledger-fabric.readthedocs.io</a:t>
            </a:r>
            <a:r>
              <a:rPr lang="fr-FR" kern="0" dirty="0">
                <a:solidFill>
                  <a:srgbClr val="12357C"/>
                </a:solidFill>
              </a:rPr>
              <a:t> </a:t>
            </a:r>
            <a:endParaRPr lang="fr-FR" kern="0" dirty="0">
              <a:solidFill>
                <a:srgbClr val="12357C"/>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7544" y="1844824"/>
            <a:ext cx="8568952" cy="2862322"/>
          </a:xfrm>
          <a:prstGeom prst="rect">
            <a:avLst/>
          </a:prstGeom>
          <a:noFill/>
        </p:spPr>
        <p:txBody>
          <a:bodyPr wrap="square">
            <a:spAutoFit/>
          </a:bodyPr>
          <a:lstStyle/>
          <a:p>
            <a:pPr marL="342900" indent="-342900" algn="l">
              <a:buFont typeface="Arial" panose="020B0604020202090204" pitchFamily="34" charset="0"/>
              <a:buChar char="•"/>
            </a:pPr>
            <a:r>
              <a:rPr lang="en-US" altLang="zh-CN" sz="2000" dirty="0">
                <a:solidFill>
                  <a:srgbClr val="0277BE"/>
                </a:solidFill>
                <a:effectLst/>
                <a:latin typeface="Times" pitchFamily="2" charset="0"/>
              </a:rPr>
              <a:t>Blockchain in Enterprise: How Companies are using Blockchain Today</a:t>
            </a:r>
            <a:endParaRPr lang="en-US" altLang="zh-CN" sz="2000" dirty="0">
              <a:solidFill>
                <a:srgbClr val="0277BE"/>
              </a:solidFill>
              <a:effectLst/>
              <a:latin typeface="Times" pitchFamily="2" charset="0"/>
            </a:endParaRPr>
          </a:p>
          <a:p>
            <a:pPr algn="l"/>
            <a:r>
              <a:rPr lang="en-US" altLang="zh-CN" sz="2000" dirty="0">
                <a:solidFill>
                  <a:srgbClr val="F43B48"/>
                </a:solidFill>
                <a:effectLst/>
                <a:latin typeface="Times" pitchFamily="2" charset="0"/>
              </a:rPr>
              <a:t>https://</a:t>
            </a:r>
            <a:r>
              <a:rPr lang="en-US" altLang="zh-CN" sz="2000" dirty="0" err="1">
                <a:solidFill>
                  <a:srgbClr val="F43B48"/>
                </a:solidFill>
                <a:effectLst/>
                <a:latin typeface="Times" pitchFamily="2" charset="0"/>
              </a:rPr>
              <a:t>blockchainatberkeley.blog</a:t>
            </a:r>
            <a:r>
              <a:rPr lang="en-US" altLang="zh-CN" sz="2000" dirty="0">
                <a:solidFill>
                  <a:srgbClr val="F43B48"/>
                </a:solidFill>
                <a:effectLst/>
                <a:latin typeface="Times" pitchFamily="2" charset="0"/>
              </a:rPr>
              <a:t>/a-snapshot-of-blockchain-in-enterprise-d140a51</a:t>
            </a:r>
            <a:endParaRPr lang="en-US" altLang="zh-CN" sz="2000" dirty="0">
              <a:solidFill>
                <a:srgbClr val="F43B48"/>
              </a:solidFill>
              <a:effectLst/>
              <a:latin typeface="Times" pitchFamily="2" charset="0"/>
            </a:endParaRPr>
          </a:p>
          <a:p>
            <a:pPr algn="l"/>
            <a:r>
              <a:rPr lang="en-US" altLang="zh-CN" sz="2000" dirty="0">
                <a:solidFill>
                  <a:srgbClr val="F43B48"/>
                </a:solidFill>
                <a:effectLst/>
                <a:latin typeface="Times" pitchFamily="2" charset="0"/>
              </a:rPr>
              <a:t>1e5fd</a:t>
            </a:r>
            <a:endParaRPr lang="en-US" altLang="zh-CN" sz="2000" dirty="0">
              <a:solidFill>
                <a:srgbClr val="F43B48"/>
              </a:solidFill>
              <a:effectLst/>
              <a:latin typeface="Times" pitchFamily="2" charset="0"/>
            </a:endParaRPr>
          </a:p>
          <a:p>
            <a:pPr algn="l"/>
            <a:endParaRPr lang="en-US" altLang="zh-CN" sz="2000" dirty="0">
              <a:solidFill>
                <a:srgbClr val="F43B48"/>
              </a:solidFill>
              <a:effectLst/>
              <a:latin typeface="Times" pitchFamily="2" charset="0"/>
            </a:endParaRPr>
          </a:p>
          <a:p>
            <a:pPr marL="342900" indent="-342900" algn="l">
              <a:buFont typeface="Arial" panose="020B0604020202090204" pitchFamily="34" charset="0"/>
              <a:buChar char="•"/>
            </a:pPr>
            <a:r>
              <a:rPr lang="en-US" altLang="zh-CN" sz="2000" dirty="0">
                <a:solidFill>
                  <a:srgbClr val="0277BE"/>
                </a:solidFill>
                <a:effectLst/>
                <a:latin typeface="Times" pitchFamily="2" charset="0"/>
              </a:rPr>
              <a:t>Enterprise Blockchain is Ready to Go Live</a:t>
            </a:r>
            <a:endParaRPr lang="en-US" altLang="zh-CN" sz="2000" dirty="0">
              <a:solidFill>
                <a:srgbClr val="0277BE"/>
              </a:solidFill>
              <a:effectLst/>
              <a:latin typeface="Times" pitchFamily="2" charset="0"/>
            </a:endParaRPr>
          </a:p>
          <a:p>
            <a:pPr algn="l"/>
            <a:r>
              <a:rPr lang="en-US" altLang="zh-CN" sz="2000" dirty="0">
                <a:solidFill>
                  <a:srgbClr val="F43B48"/>
                </a:solidFill>
                <a:effectLst/>
                <a:latin typeface="Times" pitchFamily="2" charset="0"/>
                <a:hlinkClick r:id="rId1"/>
              </a:rPr>
              <a:t>https://www.coindesk.com/enterprise-blockchain-ready-go-live-2018/</a:t>
            </a:r>
            <a:endParaRPr lang="en-US" altLang="zh-CN" sz="2000" dirty="0">
              <a:solidFill>
                <a:srgbClr val="F43B48"/>
              </a:solidFill>
              <a:effectLst/>
              <a:latin typeface="Times" pitchFamily="2" charset="0"/>
            </a:endParaRPr>
          </a:p>
          <a:p>
            <a:pPr algn="l"/>
            <a:endParaRPr lang="en-US" altLang="zh-CN" sz="2000" dirty="0">
              <a:solidFill>
                <a:srgbClr val="F43B48"/>
              </a:solidFill>
              <a:effectLst/>
              <a:latin typeface="Times" pitchFamily="2" charset="0"/>
            </a:endParaRPr>
          </a:p>
          <a:p>
            <a:pPr marL="342900" indent="-342900" algn="l">
              <a:buFont typeface="Arial" panose="020B0604020202090204" pitchFamily="34" charset="0"/>
              <a:buChar char="•"/>
            </a:pPr>
            <a:r>
              <a:rPr lang="en-US" altLang="zh-CN" sz="2000" dirty="0">
                <a:solidFill>
                  <a:srgbClr val="0277BE"/>
                </a:solidFill>
                <a:effectLst/>
                <a:latin typeface="Times" pitchFamily="2" charset="0"/>
              </a:rPr>
              <a:t>Enterprise Blockchain Ready for Breakout</a:t>
            </a:r>
            <a:endParaRPr lang="en-US" altLang="zh-CN" sz="2000" dirty="0">
              <a:solidFill>
                <a:srgbClr val="0277BE"/>
              </a:solidFill>
              <a:effectLst/>
              <a:latin typeface="Times" pitchFamily="2" charset="0"/>
            </a:endParaRPr>
          </a:p>
          <a:p>
            <a:pPr algn="l"/>
            <a:r>
              <a:rPr lang="en-US" altLang="zh-CN" sz="2000" dirty="0">
                <a:solidFill>
                  <a:srgbClr val="F43B48"/>
                </a:solidFill>
                <a:effectLst/>
                <a:latin typeface="Times" pitchFamily="2" charset="0"/>
              </a:rPr>
              <a:t>https://</a:t>
            </a:r>
            <a:r>
              <a:rPr lang="en-US" altLang="zh-CN" sz="2000" dirty="0" err="1">
                <a:solidFill>
                  <a:srgbClr val="F43B48"/>
                </a:solidFill>
                <a:effectLst/>
                <a:latin typeface="Times" pitchFamily="2" charset="0"/>
              </a:rPr>
              <a:t>www.coindesk.com</a:t>
            </a:r>
            <a:r>
              <a:rPr lang="en-US" altLang="zh-CN" sz="2000" dirty="0">
                <a:solidFill>
                  <a:srgbClr val="F43B48"/>
                </a:solidFill>
                <a:effectLst/>
                <a:latin typeface="Times" pitchFamily="2" charset="0"/>
              </a:rPr>
              <a:t>/enterprise-blockchain-may-finally-ready-breakout/</a:t>
            </a:r>
            <a:endParaRPr lang="en-US" altLang="zh-CN" sz="2000" dirty="0">
              <a:solidFill>
                <a:srgbClr val="F43B48"/>
              </a:solidFill>
              <a:effectLst/>
              <a:latin typeface="Times" pitchFamily="2" charset="0"/>
            </a:endParaRPr>
          </a:p>
        </p:txBody>
      </p:sp>
      <p:sp>
        <p:nvSpPr>
          <p:cNvPr id="4" name="文本框 3"/>
          <p:cNvSpPr txBox="1"/>
          <p:nvPr/>
        </p:nvSpPr>
        <p:spPr>
          <a:xfrm>
            <a:off x="146449" y="116632"/>
            <a:ext cx="2736304" cy="1198880"/>
          </a:xfrm>
          <a:prstGeom prst="rect">
            <a:avLst/>
          </a:prstGeom>
          <a:solidFill>
            <a:schemeClr val="bg1"/>
          </a:solidFill>
        </p:spPr>
        <p:txBody>
          <a:bodyPr wrap="square" rtlCol="0">
            <a:spAutoFit/>
          </a:bodyPr>
          <a:lstStyle/>
          <a:p>
            <a:pPr algn="l"/>
            <a:endParaRPr kumimoji="1" lang="en-US" altLang="zh-CN" sz="3600" dirty="0">
              <a:solidFill>
                <a:srgbClr val="12357C"/>
              </a:solidFill>
            </a:endParaRPr>
          </a:p>
          <a:p>
            <a:r>
              <a:rPr kumimoji="1" lang="en-US" altLang="zh-CN" sz="3600" dirty="0">
                <a:solidFill>
                  <a:srgbClr val="12357C"/>
                </a:solidFill>
              </a:rPr>
              <a:t>References</a:t>
            </a:r>
            <a:endParaRPr kumimoji="1" lang="zh-CN" altLang="en-US" sz="3600" dirty="0">
              <a:solidFill>
                <a:srgbClr val="12357C"/>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305" y="116840"/>
            <a:ext cx="6705600" cy="482600"/>
          </a:xfrm>
          <a:solidFill>
            <a:schemeClr val="bg1"/>
          </a:solidFill>
        </p:spPr>
        <p:txBody>
          <a:bodyPr anchor="ctr" anchorCtr="0"/>
          <a:lstStyle/>
          <a:p>
            <a:r>
              <a:rPr kumimoji="1" lang="en-US" altLang="zh-CN" sz="4400" dirty="0"/>
              <a:t>Group Assignment</a:t>
            </a:r>
            <a:endParaRPr kumimoji="1" lang="zh-CN" altLang="en-US" sz="4400" dirty="0"/>
          </a:p>
        </p:txBody>
      </p:sp>
      <p:sp>
        <p:nvSpPr>
          <p:cNvPr id="3" name="文本占位符 2"/>
          <p:cNvSpPr>
            <a:spLocks noGrp="1"/>
          </p:cNvSpPr>
          <p:nvPr>
            <p:ph type="body" idx="1"/>
          </p:nvPr>
        </p:nvSpPr>
        <p:spPr>
          <a:xfrm>
            <a:off x="395605" y="955040"/>
            <a:ext cx="8259445" cy="5678170"/>
          </a:xfrm>
          <a:solidFill>
            <a:schemeClr val="bg1"/>
          </a:solidFill>
        </p:spPr>
        <p:txBody>
          <a:bodyPr/>
          <a:lstStyle/>
          <a:p>
            <a:r>
              <a:rPr kumimoji="1" lang="en-US" altLang="zh-CN" sz="2000" dirty="0">
                <a:solidFill>
                  <a:schemeClr val="accent6"/>
                </a:solidFill>
                <a:latin typeface="Times New Roman Regular" panose="02020503050405090304" charset="0"/>
                <a:cs typeface="Times New Roman Regular" panose="02020503050405090304" charset="0"/>
              </a:rPr>
              <a:t>Group discussion to decide your final report topics: e.g. </a:t>
            </a:r>
            <a:endParaRPr kumimoji="1" lang="en-US" altLang="zh-CN" sz="2000" dirty="0">
              <a:solidFill>
                <a:schemeClr val="accent6"/>
              </a:solidFill>
              <a:latin typeface="Times New Roman Regular" panose="02020503050405090304" charset="0"/>
              <a:cs typeface="Times New Roman Regular" panose="02020503050405090304" charset="0"/>
            </a:endParaRPr>
          </a:p>
          <a:p>
            <a:pPr lvl="1">
              <a:lnSpc>
                <a:spcPct val="100000"/>
              </a:lnSpc>
            </a:pPr>
            <a:r>
              <a:rPr kumimoji="1" lang="en-US" altLang="zh-CN" sz="1800" dirty="0">
                <a:solidFill>
                  <a:schemeClr val="accent2"/>
                </a:solidFill>
                <a:latin typeface="Times New Roman Regular" panose="02020503050405090304" charset="0"/>
                <a:cs typeface="Times New Roman Regular" panose="02020503050405090304" charset="0"/>
                <a:sym typeface="+mn-ea"/>
              </a:rPr>
              <a:t>Layer 2 Scaling Solutions</a:t>
            </a:r>
            <a:endParaRPr kumimoji="1" lang="en-US" altLang="zh-CN" sz="1800" dirty="0">
              <a:solidFill>
                <a:schemeClr val="accent2"/>
              </a:solidFill>
              <a:latin typeface="Times New Roman Regular" panose="02020503050405090304" charset="0"/>
              <a:cs typeface="Times New Roman Regular" panose="02020503050405090304" charset="0"/>
            </a:endParaRPr>
          </a:p>
          <a:p>
            <a:pPr lvl="1">
              <a:lnSpc>
                <a:spcPct val="100000"/>
              </a:lnSpc>
            </a:pPr>
            <a:r>
              <a:rPr kumimoji="1" lang="en-US" altLang="zh-CN" sz="1800" dirty="0">
                <a:solidFill>
                  <a:schemeClr val="accent2"/>
                </a:solidFill>
                <a:latin typeface="Times New Roman Regular" panose="02020503050405090304" charset="0"/>
                <a:cs typeface="Times New Roman Regular" panose="02020503050405090304" charset="0"/>
                <a:sym typeface="+mn-ea"/>
              </a:rPr>
              <a:t>Modular Blockchain - sharding</a:t>
            </a:r>
            <a:endParaRPr kumimoji="1" lang="en-US" altLang="zh-CN" sz="1800" dirty="0">
              <a:solidFill>
                <a:schemeClr val="accent2"/>
              </a:solidFill>
              <a:latin typeface="Times New Roman Regular" panose="02020503050405090304" charset="0"/>
              <a:cs typeface="Times New Roman Regular" panose="02020503050405090304" charset="0"/>
            </a:endParaRPr>
          </a:p>
          <a:p>
            <a:pPr lvl="1">
              <a:lnSpc>
                <a:spcPct val="100000"/>
              </a:lnSpc>
            </a:pPr>
            <a:r>
              <a:rPr kumimoji="1" lang="en-US" altLang="zh-CN" sz="1800" dirty="0">
                <a:solidFill>
                  <a:schemeClr val="accent2"/>
                </a:solidFill>
                <a:latin typeface="Times New Roman Regular" panose="02020503050405090304" charset="0"/>
                <a:cs typeface="Times New Roman Regular" panose="02020503050405090304" charset="0"/>
                <a:sym typeface="+mn-ea"/>
              </a:rPr>
              <a:t>Cross-Chain Tech: Cross-Chain Bridges, Cross-Chain Messaging Protocols</a:t>
            </a:r>
            <a:endParaRPr kumimoji="1" lang="en-US" altLang="zh-CN" sz="1800" dirty="0">
              <a:solidFill>
                <a:schemeClr val="accent2"/>
              </a:solidFill>
              <a:latin typeface="Times New Roman Regular" panose="02020503050405090304" charset="0"/>
              <a:cs typeface="Times New Roman Regular" panose="02020503050405090304" charset="0"/>
            </a:endParaRPr>
          </a:p>
          <a:p>
            <a:pPr lvl="1">
              <a:lnSpc>
                <a:spcPct val="100000"/>
              </a:lnSpc>
            </a:pPr>
            <a:r>
              <a:rPr kumimoji="1" lang="en-US" altLang="zh-CN" sz="1800" dirty="0">
                <a:solidFill>
                  <a:schemeClr val="accent2"/>
                </a:solidFill>
                <a:latin typeface="Times New Roman Regular" panose="02020503050405090304" charset="0"/>
                <a:cs typeface="Times New Roman Regular" panose="02020503050405090304" charset="0"/>
                <a:sym typeface="+mn-ea"/>
              </a:rPr>
              <a:t>Zero-Knowledge (ZK) Proofs and Privacy</a:t>
            </a:r>
            <a:endParaRPr kumimoji="1" lang="en-US" altLang="zh-CN" sz="1800" dirty="0">
              <a:solidFill>
                <a:schemeClr val="accent2"/>
              </a:solidFill>
              <a:latin typeface="Times New Roman Regular" panose="02020503050405090304" charset="0"/>
              <a:cs typeface="Times New Roman Regular" panose="02020503050405090304" charset="0"/>
            </a:endParaRPr>
          </a:p>
          <a:p>
            <a:pPr lvl="1">
              <a:lnSpc>
                <a:spcPct val="100000"/>
              </a:lnSpc>
            </a:pPr>
            <a:r>
              <a:rPr kumimoji="1" lang="en-US" altLang="zh-CN" sz="1800" dirty="0">
                <a:solidFill>
                  <a:schemeClr val="accent2"/>
                </a:solidFill>
                <a:latin typeface="Times New Roman Regular" panose="02020503050405090304" charset="0"/>
                <a:cs typeface="Times New Roman Regular" panose="02020503050405090304" charset="0"/>
                <a:sym typeface="+mn-ea"/>
              </a:rPr>
              <a:t>Real-World Asset (RWA) Tokenization</a:t>
            </a:r>
            <a:endParaRPr kumimoji="1" lang="en-US" altLang="zh-CN" sz="1800" dirty="0">
              <a:solidFill>
                <a:schemeClr val="accent2"/>
              </a:solidFill>
              <a:latin typeface="Times New Roman Regular" panose="02020503050405090304" charset="0"/>
              <a:cs typeface="Times New Roman Regular" panose="02020503050405090304" charset="0"/>
            </a:endParaRPr>
          </a:p>
          <a:p>
            <a:pPr lvl="1">
              <a:lnSpc>
                <a:spcPct val="100000"/>
              </a:lnSpc>
            </a:pPr>
            <a:r>
              <a:rPr kumimoji="1" lang="en-US" altLang="zh-CN" sz="1800" dirty="0">
                <a:solidFill>
                  <a:schemeClr val="accent2"/>
                </a:solidFill>
                <a:latin typeface="Times New Roman Regular" panose="02020503050405090304" charset="0"/>
                <a:cs typeface="Times New Roman Regular" panose="02020503050405090304" charset="0"/>
                <a:sym typeface="+mn-ea"/>
              </a:rPr>
              <a:t>Decentralized Physical Infrastructure Networks (DePIN)</a:t>
            </a:r>
            <a:endParaRPr kumimoji="1" lang="en-US" altLang="zh-CN" sz="1800" dirty="0">
              <a:solidFill>
                <a:schemeClr val="accent2"/>
              </a:solidFill>
              <a:latin typeface="Times New Roman Regular" panose="02020503050405090304" charset="0"/>
              <a:cs typeface="Times New Roman Regular" panose="02020503050405090304" charset="0"/>
            </a:endParaRPr>
          </a:p>
          <a:p>
            <a:pPr lvl="1">
              <a:lnSpc>
                <a:spcPct val="100000"/>
              </a:lnSpc>
            </a:pPr>
            <a:r>
              <a:rPr kumimoji="1" lang="en-US" altLang="zh-CN" sz="1800" dirty="0">
                <a:solidFill>
                  <a:schemeClr val="accent2"/>
                </a:solidFill>
                <a:latin typeface="Times New Roman Regular" panose="02020503050405090304" charset="0"/>
                <a:cs typeface="Times New Roman Regular" panose="02020503050405090304" charset="0"/>
                <a:sym typeface="+mn-ea"/>
              </a:rPr>
              <a:t>New Smart Contract Platforms: e.g., Solana</a:t>
            </a:r>
            <a:endParaRPr kumimoji="1" lang="en-US" altLang="zh-CN" sz="1800" dirty="0">
              <a:solidFill>
                <a:schemeClr val="accent2"/>
              </a:solidFill>
              <a:latin typeface="Times New Roman Regular" panose="02020503050405090304" charset="0"/>
              <a:cs typeface="Times New Roman Regular" panose="02020503050405090304" charset="0"/>
            </a:endParaRPr>
          </a:p>
          <a:p>
            <a:pPr lvl="1">
              <a:lnSpc>
                <a:spcPct val="100000"/>
              </a:lnSpc>
            </a:pPr>
            <a:r>
              <a:rPr kumimoji="1" lang="en-US" altLang="zh-CN" sz="1800" dirty="0">
                <a:solidFill>
                  <a:schemeClr val="accent2"/>
                </a:solidFill>
                <a:latin typeface="Times New Roman Regular" panose="02020503050405090304" charset="0"/>
                <a:cs typeface="Times New Roman Regular" panose="02020503050405090304" charset="0"/>
                <a:sym typeface="+mn-ea"/>
              </a:rPr>
              <a:t>AI x Blockchain: e.g., Decentralized AI Training</a:t>
            </a:r>
            <a:endParaRPr kumimoji="1" lang="en-US" altLang="zh-CN" sz="1800" dirty="0">
              <a:solidFill>
                <a:schemeClr val="accent2"/>
              </a:solidFill>
              <a:latin typeface="Times New Roman Regular" panose="02020503050405090304" charset="0"/>
              <a:cs typeface="Times New Roman Regular" panose="02020503050405090304" charset="0"/>
            </a:endParaRPr>
          </a:p>
          <a:p>
            <a:r>
              <a:rPr kumimoji="1" lang="en-US" altLang="zh-CN" sz="2000" dirty="0">
                <a:solidFill>
                  <a:schemeClr val="accent6"/>
                </a:solidFill>
                <a:latin typeface="Times New Roman Regular" panose="02020503050405090304" charset="0"/>
                <a:cs typeface="Times New Roman Regular" panose="02020503050405090304" charset="0"/>
              </a:rPr>
              <a:t>Find at least 5 </a:t>
            </a:r>
            <a:r>
              <a:rPr kumimoji="1" lang="en-US" altLang="zh-CN" sz="2000" dirty="0">
                <a:solidFill>
                  <a:schemeClr val="accent6"/>
                </a:solidFill>
                <a:latin typeface="Times New Roman Regular" panose="02020503050405090304" charset="0"/>
                <a:cs typeface="Times New Roman Regular" panose="02020503050405090304" charset="0"/>
              </a:rPr>
              <a:t>reference papers on this topic </a:t>
            </a:r>
            <a:r>
              <a:rPr kumimoji="1" lang="zh-CN" altLang="en-US" sz="2000" dirty="0">
                <a:solidFill>
                  <a:schemeClr val="accent6"/>
                </a:solidFill>
                <a:latin typeface="Times New Roman Regular" panose="02020503050405090304" charset="0"/>
                <a:cs typeface="Times New Roman Regular" panose="02020503050405090304" charset="0"/>
              </a:rPr>
              <a:t>：</a:t>
            </a:r>
            <a:endParaRPr kumimoji="1" lang="en-US" altLang="zh-CN" sz="2000" dirty="0">
              <a:solidFill>
                <a:schemeClr val="accent6"/>
              </a:solidFill>
              <a:latin typeface="Times New Roman Regular" panose="02020503050405090304" charset="0"/>
              <a:cs typeface="Times New Roman Regular" panose="02020503050405090304" charset="0"/>
            </a:endParaRPr>
          </a:p>
          <a:p>
            <a:r>
              <a:rPr kumimoji="1" lang="en-US" altLang="zh-CN" sz="2000" dirty="0">
                <a:solidFill>
                  <a:schemeClr val="accent6"/>
                </a:solidFill>
                <a:latin typeface="Times New Roman Regular" panose="02020503050405090304" charset="0"/>
                <a:cs typeface="Times New Roman Regular" panose="02020503050405090304" charset="0"/>
              </a:rPr>
              <a:t>Submit your selected report topic, </a:t>
            </a:r>
            <a:r>
              <a:rPr kumimoji="1" lang="en-US" altLang="zh-CN" sz="2000" dirty="0">
                <a:solidFill>
                  <a:schemeClr val="accent6"/>
                </a:solidFill>
                <a:latin typeface="Times New Roman Regular" panose="02020503050405090304" charset="0"/>
                <a:cs typeface="Times New Roman Regular" panose="02020503050405090304" charset="0"/>
                <a:sym typeface="+mn-ea"/>
              </a:rPr>
              <a:t>your group name, </a:t>
            </a:r>
            <a:r>
              <a:rPr kumimoji="1" lang="en-US" altLang="zh-CN" sz="2000" dirty="0">
                <a:solidFill>
                  <a:schemeClr val="accent6"/>
                </a:solidFill>
                <a:latin typeface="Times New Roman Regular" panose="02020503050405090304" charset="0"/>
                <a:cs typeface="Times New Roman Regular" panose="02020503050405090304" charset="0"/>
              </a:rPr>
              <a:t>table of content, and the 5 reference papers. </a:t>
            </a:r>
            <a:endParaRPr kumimoji="1" lang="en-US" altLang="zh-CN" sz="2000" dirty="0">
              <a:solidFill>
                <a:schemeClr val="accent6"/>
              </a:solidFill>
              <a:latin typeface="Times New Roman Regular" panose="02020503050405090304" charset="0"/>
              <a:cs typeface="Times New Roman Regular" panose="02020503050405090304" charset="0"/>
            </a:endParaRPr>
          </a:p>
          <a:p>
            <a:r>
              <a:rPr kumimoji="1" lang="en-US" altLang="zh-CN" sz="2000" dirty="0">
                <a:solidFill>
                  <a:schemeClr val="accent6"/>
                </a:solidFill>
                <a:latin typeface="Times New Roman Regular" panose="02020503050405090304" charset="0"/>
                <a:cs typeface="Times New Roman Regular" panose="02020503050405090304" charset="0"/>
              </a:rPr>
              <a:t>Reference style (IEEE Citation): </a:t>
            </a:r>
            <a:endParaRPr kumimoji="1" lang="en-US" altLang="zh-CN" sz="2000" dirty="0">
              <a:solidFill>
                <a:schemeClr val="accent6"/>
              </a:solidFill>
              <a:latin typeface="Times New Roman Regular" panose="02020503050405090304" charset="0"/>
              <a:cs typeface="Times New Roman Regular" panose="02020503050405090304" charset="0"/>
            </a:endParaRPr>
          </a:p>
          <a:p>
            <a:pPr marL="0" indent="0">
              <a:buNone/>
            </a:pPr>
            <a:r>
              <a:rPr kumimoji="1" lang="en-US" altLang="zh-CN" sz="2000" dirty="0">
                <a:solidFill>
                  <a:schemeClr val="accent6"/>
                </a:solidFill>
                <a:latin typeface="Times New Roman Regular" panose="02020503050405090304" charset="0"/>
                <a:cs typeface="Times New Roman Regular" panose="02020503050405090304" charset="0"/>
              </a:rPr>
              <a:t>   </a:t>
            </a:r>
            <a:r>
              <a:rPr kumimoji="1" lang="en-US" altLang="zh-CN" sz="1800" dirty="0">
                <a:solidFill>
                  <a:schemeClr val="accent6"/>
                </a:solidFill>
                <a:latin typeface="Times New Roman Regular" panose="02020503050405090304" charset="0"/>
                <a:cs typeface="Times New Roman Regular" panose="02020503050405090304" charset="0"/>
              </a:rPr>
              <a:t>[1] X. Zeng, N. Hao, J. Zheng and X. Xu, "A consortium blockchain paradigm on hyperledger-based peer-to-peer lending system," in China Communications, vol. 16, no. 8, pp. 38-50, Aug. 2019</a:t>
            </a:r>
            <a:endParaRPr kumimoji="1" lang="en-US" altLang="zh-CN" sz="1800" dirty="0">
              <a:solidFill>
                <a:schemeClr val="accent6"/>
              </a:solidFill>
              <a:latin typeface="Times New Roman Regular" panose="02020503050405090304" charset="0"/>
              <a:cs typeface="Times New Roman Regular" panose="02020503050405090304" charset="0"/>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1031820"/>
            <a:ext cx="8136904" cy="5077460"/>
          </a:xfrm>
          <a:prstGeom prst="rect">
            <a:avLst/>
          </a:prstGeom>
          <a:solidFill>
            <a:schemeClr val="bg1"/>
          </a:solidFill>
        </p:spPr>
        <p:txBody>
          <a:bodyPr wrap="square">
            <a:spAutoFit/>
          </a:bodyPr>
          <a:lstStyle/>
          <a:p>
            <a:pPr algn="l"/>
            <a:r>
              <a:rPr lang="en-US" altLang="zh-CN" sz="1800" dirty="0">
                <a:effectLst/>
                <a:latin typeface="Times New Roman Regular" panose="02020503050405090304" charset="0"/>
                <a:cs typeface="Times New Roman Regular" panose="02020503050405090304" charset="0"/>
              </a:rPr>
              <a:t>1</a:t>
            </a:r>
            <a:r>
              <a:rPr lang="zh-CN" altLang="en-US" sz="1800" dirty="0">
                <a:effectLst/>
                <a:latin typeface="Times New Roman Regular" panose="02020503050405090304" charset="0"/>
                <a:cs typeface="Times New Roman Regular" panose="02020503050405090304" charset="0"/>
              </a:rPr>
              <a:t>）</a:t>
            </a:r>
            <a:r>
              <a:rPr lang="en-US" altLang="zh-CN" sz="1800" dirty="0">
                <a:effectLst/>
                <a:latin typeface="Times New Roman Regular" panose="02020503050405090304" charset="0"/>
                <a:cs typeface="Times New Roman Regular" panose="02020503050405090304" charset="0"/>
              </a:rPr>
              <a:t>Install Fabric </a:t>
            </a:r>
            <a:endParaRPr lang="en-US" altLang="zh-CN" sz="1800" dirty="0">
              <a:effectLst/>
              <a:latin typeface="Times New Roman Regular" panose="02020503050405090304" charset="0"/>
              <a:cs typeface="Times New Roman Regular" panose="02020503050405090304" charset="0"/>
            </a:endParaRPr>
          </a:p>
          <a:p>
            <a:pPr algn="l"/>
            <a:r>
              <a:rPr lang="en-US" altLang="zh-CN" sz="1800" dirty="0">
                <a:latin typeface="Times New Roman Regular" panose="02020503050405090304" charset="0"/>
                <a:cs typeface="Times New Roman Regular" panose="02020503050405090304" charset="0"/>
              </a:rPr>
              <a:t>Recommended setup: </a:t>
            </a:r>
            <a:r>
              <a:rPr lang="en-US" altLang="zh-CN" sz="1800" dirty="0">
                <a:effectLst/>
                <a:latin typeface="Times New Roman Regular" panose="02020503050405090304" charset="0"/>
                <a:cs typeface="Times New Roman Regular" panose="02020503050405090304" charset="0"/>
              </a:rPr>
              <a:t>ECS account</a:t>
            </a:r>
            <a:r>
              <a:rPr lang="zh-CN" altLang="en-US" sz="1800" dirty="0">
                <a:effectLst/>
                <a:latin typeface="Times New Roman Regular" panose="02020503050405090304" charset="0"/>
                <a:cs typeface="Times New Roman Regular" panose="02020503050405090304" charset="0"/>
              </a:rPr>
              <a:t> </a:t>
            </a:r>
            <a:r>
              <a:rPr lang="en-US" altLang="zh-CN" sz="1800" dirty="0">
                <a:effectLst/>
                <a:latin typeface="Times New Roman Regular" panose="02020503050405090304" charset="0"/>
                <a:cs typeface="Times New Roman Regular" panose="02020503050405090304" charset="0"/>
              </a:rPr>
              <a:t>,</a:t>
            </a:r>
            <a:r>
              <a:rPr lang="zh-CN" altLang="en-US" sz="1800" dirty="0">
                <a:effectLst/>
                <a:latin typeface="Times New Roman Regular" panose="02020503050405090304" charset="0"/>
                <a:cs typeface="Times New Roman Regular" panose="02020503050405090304" charset="0"/>
              </a:rPr>
              <a:t> </a:t>
            </a:r>
            <a:r>
              <a:rPr lang="en-US" altLang="zh-CN" sz="1800" dirty="0">
                <a:effectLst/>
                <a:latin typeface="Times New Roman Regular" panose="02020503050405090304" charset="0"/>
                <a:cs typeface="Times New Roman Regular" panose="02020503050405090304" charset="0"/>
              </a:rPr>
              <a:t> X86, 2 Core CPU, 1G memory</a:t>
            </a:r>
            <a:r>
              <a:rPr lang="zh-CN" altLang="en-US" sz="1800" dirty="0">
                <a:effectLst/>
                <a:latin typeface="Times New Roman Regular" panose="02020503050405090304" charset="0"/>
                <a:cs typeface="Times New Roman Regular" panose="02020503050405090304" charset="0"/>
              </a:rPr>
              <a:t>， </a:t>
            </a:r>
            <a:r>
              <a:rPr lang="en-US" altLang="zh-CN" sz="1800" dirty="0">
                <a:effectLst/>
                <a:latin typeface="Times New Roman Regular" panose="02020503050405090304" charset="0"/>
                <a:cs typeface="Times New Roman Regular" panose="02020503050405090304" charset="0"/>
              </a:rPr>
              <a:t>t6, public mirror</a:t>
            </a:r>
            <a:r>
              <a:rPr lang="zh-CN" altLang="en-US" sz="1800" dirty="0">
                <a:effectLst/>
                <a:latin typeface="Times New Roman Regular" panose="02020503050405090304" charset="0"/>
                <a:cs typeface="Times New Roman Regular" panose="02020503050405090304" charset="0"/>
              </a:rPr>
              <a:t>，</a:t>
            </a:r>
            <a:r>
              <a:rPr lang="en-US" altLang="zh-CN" sz="1800" dirty="0">
                <a:effectLst/>
                <a:latin typeface="Times New Roman Regular" panose="02020503050405090304" charset="0"/>
                <a:cs typeface="Times New Roman Regular" panose="02020503050405090304" charset="0"/>
              </a:rPr>
              <a:t>L</a:t>
            </a:r>
            <a:r>
              <a:rPr lang="en-US" altLang="zh-CN" sz="1800" dirty="0">
                <a:latin typeface="Times New Roman Regular" panose="02020503050405090304" charset="0"/>
                <a:cs typeface="Times New Roman Regular" panose="02020503050405090304" charset="0"/>
              </a:rPr>
              <a:t>inux version</a:t>
            </a:r>
            <a:r>
              <a:rPr lang="zh-CN" altLang="en-US" sz="1800" dirty="0">
                <a:effectLst/>
                <a:latin typeface="Times New Roman Regular" panose="02020503050405090304" charset="0"/>
                <a:cs typeface="Times New Roman Regular" panose="02020503050405090304" charset="0"/>
              </a:rPr>
              <a:t> </a:t>
            </a:r>
            <a:r>
              <a:rPr lang="en-US" altLang="zh-CN" sz="1800" dirty="0">
                <a:effectLst/>
                <a:latin typeface="Times New Roman Regular" panose="02020503050405090304" charset="0"/>
                <a:cs typeface="Times New Roman Regular" panose="02020503050405090304" charset="0"/>
              </a:rPr>
              <a:t>ubuntu 20 </a:t>
            </a:r>
            <a:r>
              <a:rPr lang="zh-CN" altLang="en-US" sz="1800" dirty="0">
                <a:effectLst/>
                <a:latin typeface="Times New Roman Regular" panose="02020503050405090304" charset="0"/>
                <a:cs typeface="Times New Roman Regular" panose="02020503050405090304" charset="0"/>
              </a:rPr>
              <a:t>，</a:t>
            </a:r>
            <a:r>
              <a:rPr lang="en-US" altLang="zh-CN" sz="1800" dirty="0">
                <a:effectLst/>
                <a:latin typeface="Times New Roman Regular" panose="02020503050405090304" charset="0"/>
                <a:cs typeface="Times New Roman Regular" panose="02020503050405090304" charset="0"/>
              </a:rPr>
              <a:t>with all shared resources you can limit the price to 0.05</a:t>
            </a:r>
            <a:r>
              <a:rPr lang="en-US" altLang="zh-CN" sz="1800" dirty="0">
                <a:latin typeface="Times New Roman Regular" panose="02020503050405090304" charset="0"/>
                <a:cs typeface="Times New Roman Regular" panose="02020503050405090304" charset="0"/>
              </a:rPr>
              <a:t>RMB</a:t>
            </a:r>
            <a:r>
              <a:rPr lang="en-US" altLang="zh-CN" sz="1800" dirty="0">
                <a:effectLst/>
                <a:latin typeface="Times New Roman Regular" panose="02020503050405090304" charset="0"/>
                <a:cs typeface="Times New Roman Regular" panose="02020503050405090304" charset="0"/>
              </a:rPr>
              <a:t>/h,  Bandwidth: 1M</a:t>
            </a:r>
            <a:r>
              <a:rPr lang="zh-CN" altLang="en-US" sz="1800" dirty="0">
                <a:effectLst/>
                <a:latin typeface="Times New Roman Regular" panose="02020503050405090304" charset="0"/>
                <a:cs typeface="Times New Roman Regular" panose="02020503050405090304" charset="0"/>
              </a:rPr>
              <a:t>。</a:t>
            </a:r>
            <a:endParaRPr lang="zh-CN" altLang="en-US" sz="1800" dirty="0">
              <a:effectLst/>
              <a:latin typeface="Times New Roman Regular" panose="02020503050405090304" charset="0"/>
              <a:cs typeface="Times New Roman Regular" panose="02020503050405090304" charset="0"/>
            </a:endParaRPr>
          </a:p>
          <a:p>
            <a:pPr algn="l"/>
            <a:r>
              <a:rPr lang="en-US" altLang="zh-CN" sz="1800" dirty="0">
                <a:effectLst/>
                <a:latin typeface="Times New Roman Regular" panose="02020503050405090304" charset="0"/>
                <a:cs typeface="Times New Roman Regular" panose="02020503050405090304" charset="0"/>
              </a:rPr>
              <a:t>Set password for your instance, select private network connection (VPN).</a:t>
            </a:r>
            <a:endParaRPr lang="en-US" altLang="zh-CN" sz="1800" dirty="0">
              <a:effectLst/>
              <a:latin typeface="Times New Roman Regular" panose="02020503050405090304" charset="0"/>
              <a:cs typeface="Times New Roman Regular" panose="02020503050405090304" charset="0"/>
            </a:endParaRPr>
          </a:p>
          <a:p>
            <a:pPr algn="l"/>
            <a:r>
              <a:rPr lang="en-US" altLang="zh-CN" sz="1800" dirty="0">
                <a:effectLst/>
                <a:latin typeface="Times New Roman Regular" panose="02020503050405090304" charset="0"/>
                <a:cs typeface="Times New Roman Regular" panose="02020503050405090304" charset="0"/>
              </a:rPr>
              <a:t>By </a:t>
            </a:r>
            <a:r>
              <a:rPr lang="en-US" altLang="zh-CN" sz="1800" dirty="0">
                <a:latin typeface="Times New Roman Regular" panose="02020503050405090304" charset="0"/>
                <a:cs typeface="Times New Roman Regular" panose="02020503050405090304" charset="0"/>
              </a:rPr>
              <a:t>using cloud server nodes abroad, you can avoid the GWF to interrupt downloading opensource code. E.g., servers in Singapore.</a:t>
            </a:r>
            <a:endParaRPr lang="zh-CN" altLang="en-US" sz="1800" dirty="0">
              <a:effectLst/>
              <a:latin typeface="Times New Roman Regular" panose="02020503050405090304" charset="0"/>
              <a:cs typeface="Times New Roman Regular" panose="02020503050405090304" charset="0"/>
            </a:endParaRPr>
          </a:p>
          <a:p>
            <a:pPr algn="l"/>
            <a:r>
              <a:rPr lang="en-US" altLang="zh-CN" sz="1800" dirty="0">
                <a:solidFill>
                  <a:srgbClr val="DCA10D"/>
                </a:solidFill>
                <a:effectLst/>
                <a:latin typeface="Times New Roman Regular" panose="02020503050405090304" charset="0"/>
                <a:cs typeface="Times New Roman Regular" panose="02020503050405090304" charset="0"/>
                <a:hlinkClick r:id="rId1"/>
              </a:rPr>
              <a:t>https://ecs-buy.aliyun.com/wizard?spm=5176.ecscore_server_list.0.0.4c8b4df5L771Xu#/spotPostpay/cn-zhangjiakou</a:t>
            </a:r>
            <a:endParaRPr lang="en-US" altLang="zh-CN" sz="1800" dirty="0">
              <a:solidFill>
                <a:srgbClr val="DCA10D"/>
              </a:solidFill>
              <a:effectLst/>
              <a:latin typeface="Times New Roman Regular" panose="02020503050405090304" charset="0"/>
              <a:cs typeface="Times New Roman Regular" panose="02020503050405090304" charset="0"/>
            </a:endParaRPr>
          </a:p>
          <a:p>
            <a:pPr algn="l"/>
            <a:endParaRPr lang="en-US" altLang="zh-CN" sz="1800" dirty="0">
              <a:effectLst/>
              <a:latin typeface="Times New Roman Regular" panose="02020503050405090304" charset="0"/>
              <a:cs typeface="Times New Roman Regular" panose="02020503050405090304" charset="0"/>
            </a:endParaRPr>
          </a:p>
          <a:p>
            <a:pPr algn="l"/>
            <a:r>
              <a:rPr lang="en-US" altLang="zh-CN" sz="1800" dirty="0">
                <a:solidFill>
                  <a:srgbClr val="DCA10D"/>
                </a:solidFill>
                <a:effectLst/>
                <a:latin typeface="Times New Roman Regular" panose="02020503050405090304" charset="0"/>
                <a:cs typeface="Times New Roman Regular" panose="02020503050405090304" charset="0"/>
                <a:hlinkClick r:id="rId2"/>
              </a:rPr>
              <a:t>https://ecs-buy.aliyun.com/wizard?spm=5176.ecscore_server_list.0.0.11bd4df52J6hFy#/prepay/ap-southeast-1</a:t>
            </a:r>
            <a:endParaRPr lang="en-US" altLang="zh-CN" sz="1800" dirty="0">
              <a:solidFill>
                <a:srgbClr val="DCA10D"/>
              </a:solidFill>
              <a:effectLst/>
              <a:latin typeface="Times New Roman Regular" panose="02020503050405090304" charset="0"/>
              <a:cs typeface="Times New Roman Regular" panose="02020503050405090304" charset="0"/>
            </a:endParaRPr>
          </a:p>
          <a:p>
            <a:pPr algn="l"/>
            <a:endParaRPr lang="en-US" altLang="zh-CN" sz="1800" dirty="0">
              <a:solidFill>
                <a:srgbClr val="DCA10D"/>
              </a:solidFill>
              <a:latin typeface="Times New Roman Regular" panose="02020503050405090304" charset="0"/>
              <a:cs typeface="Times New Roman Regular" panose="02020503050405090304" charset="0"/>
            </a:endParaRPr>
          </a:p>
          <a:p>
            <a:pPr algn="l"/>
            <a:r>
              <a:rPr lang="en-US" altLang="zh-CN" sz="1800" dirty="0">
                <a:solidFill>
                  <a:srgbClr val="DCA10D"/>
                </a:solidFill>
                <a:effectLst/>
                <a:latin typeface="Times New Roman Regular" panose="02020503050405090304" charset="0"/>
                <a:cs typeface="Times New Roman Regular" panose="02020503050405090304" charset="0"/>
              </a:rPr>
              <a:t>2</a:t>
            </a:r>
            <a:r>
              <a:rPr lang="zh-CN" altLang="en-US" sz="1800" dirty="0">
                <a:solidFill>
                  <a:srgbClr val="DCA10D"/>
                </a:solidFill>
                <a:effectLst/>
                <a:latin typeface="Times New Roman Regular" panose="02020503050405090304" charset="0"/>
                <a:cs typeface="Times New Roman Regular" panose="02020503050405090304" charset="0"/>
              </a:rPr>
              <a:t>）</a:t>
            </a:r>
            <a:r>
              <a:rPr lang="en-US" altLang="zh-CN" sz="1800" dirty="0">
                <a:solidFill>
                  <a:srgbClr val="DCA10D"/>
                </a:solidFill>
                <a:effectLst/>
                <a:latin typeface="Times New Roman Regular" panose="02020503050405090304" charset="0"/>
                <a:cs typeface="Times New Roman Regular" panose="02020503050405090304" charset="0"/>
              </a:rPr>
              <a:t>Run</a:t>
            </a:r>
            <a:r>
              <a:rPr lang="zh-CN" altLang="en-US" sz="1800" dirty="0">
                <a:effectLst/>
                <a:latin typeface="Times New Roman Regular" panose="02020503050405090304" charset="0"/>
                <a:cs typeface="Times New Roman Regular" panose="02020503050405090304" charset="0"/>
              </a:rPr>
              <a:t> </a:t>
            </a:r>
            <a:r>
              <a:rPr lang="en-US" altLang="zh-CN" sz="1800" dirty="0">
                <a:effectLst/>
                <a:latin typeface="Times New Roman Regular" panose="02020503050405090304" charset="0"/>
                <a:cs typeface="Times New Roman Regular" panose="02020503050405090304" charset="0"/>
              </a:rPr>
              <a:t>shell scripts for Fabric, line</a:t>
            </a:r>
            <a:r>
              <a:rPr lang="zh-CN" altLang="en-US" sz="1800" dirty="0">
                <a:effectLst/>
                <a:latin typeface="Times New Roman Regular" panose="02020503050405090304" charset="0"/>
                <a:cs typeface="Times New Roman Regular" panose="02020503050405090304" charset="0"/>
              </a:rPr>
              <a:t> </a:t>
            </a:r>
            <a:r>
              <a:rPr lang="en-US" altLang="zh-CN" sz="1800" dirty="0">
                <a:effectLst/>
                <a:latin typeface="Times New Roman Regular" panose="02020503050405090304" charset="0"/>
                <a:cs typeface="Times New Roman Regular" panose="02020503050405090304" charset="0"/>
              </a:rPr>
              <a:t>1-61</a:t>
            </a:r>
            <a:endParaRPr lang="zh-CN" altLang="en-US" sz="1800" dirty="0">
              <a:effectLst/>
              <a:latin typeface="Times New Roman Regular" panose="02020503050405090304" charset="0"/>
              <a:cs typeface="Times New Roman Regular" panose="02020503050405090304" charset="0"/>
            </a:endParaRPr>
          </a:p>
          <a:p>
            <a:pPr algn="l"/>
            <a:r>
              <a:rPr lang="en-US" altLang="zh-CN" sz="1800" dirty="0">
                <a:effectLst/>
                <a:latin typeface="Times New Roman Regular" panose="02020503050405090304" charset="0"/>
                <a:cs typeface="Times New Roman Regular" panose="02020503050405090304" charset="0"/>
              </a:rPr>
              <a:t>Which include install Docker</a:t>
            </a:r>
            <a:r>
              <a:rPr lang="zh-CN" altLang="en-US" sz="1800" dirty="0">
                <a:effectLst/>
                <a:latin typeface="Times New Roman Regular" panose="02020503050405090304" charset="0"/>
                <a:cs typeface="Times New Roman Regular" panose="02020503050405090304" charset="0"/>
              </a:rPr>
              <a:t>。</a:t>
            </a:r>
            <a:endParaRPr lang="zh-CN" altLang="en-US" sz="1800" dirty="0">
              <a:effectLst/>
              <a:latin typeface="Times New Roman Regular" panose="02020503050405090304" charset="0"/>
              <a:cs typeface="Times New Roman Regular" panose="02020503050405090304" charset="0"/>
            </a:endParaRPr>
          </a:p>
          <a:p>
            <a:pPr algn="l"/>
            <a:r>
              <a:rPr lang="en-US" altLang="zh-CN" sz="1800" dirty="0">
                <a:effectLst/>
                <a:latin typeface="Times New Roman Regular" panose="02020503050405090304" charset="0"/>
                <a:cs typeface="Times New Roman Regular" panose="02020503050405090304" charset="0"/>
              </a:rPr>
              <a:t>After exercise, turn off VM, which stop running the instance but keep your code on it.</a:t>
            </a:r>
            <a:endParaRPr lang="en-US" altLang="zh-CN" sz="1800" dirty="0">
              <a:solidFill>
                <a:srgbClr val="DCA10D"/>
              </a:solidFill>
              <a:effectLst/>
              <a:latin typeface="Times New Roman Regular" panose="02020503050405090304" charset="0"/>
              <a:cs typeface="Times New Roman Regular" panose="02020503050405090304" charset="0"/>
            </a:endParaRPr>
          </a:p>
        </p:txBody>
      </p:sp>
      <p:sp>
        <p:nvSpPr>
          <p:cNvPr id="4" name="文本框 3"/>
          <p:cNvSpPr txBox="1"/>
          <p:nvPr/>
        </p:nvSpPr>
        <p:spPr>
          <a:xfrm>
            <a:off x="107972" y="0"/>
            <a:ext cx="8469299" cy="1014730"/>
          </a:xfrm>
          <a:prstGeom prst="rect">
            <a:avLst/>
          </a:prstGeom>
          <a:solidFill>
            <a:schemeClr val="bg1"/>
          </a:solidFill>
        </p:spPr>
        <p:txBody>
          <a:bodyPr wrap="square" rtlCol="0">
            <a:spAutoFit/>
          </a:bodyPr>
          <a:lstStyle/>
          <a:p>
            <a:pPr algn="l"/>
            <a:r>
              <a:rPr kumimoji="1" lang="en-US" altLang="zh-CN" sz="3600" dirty="0">
                <a:solidFill>
                  <a:srgbClr val="7030A0"/>
                </a:solidFill>
                <a:latin typeface="Times New Roman Regular" panose="02020503050405090304" charset="0"/>
                <a:ea typeface="+mj-ea"/>
                <a:cs typeface="Times New Roman Regular" panose="02020503050405090304" charset="0"/>
              </a:rPr>
              <a:t>Exercise</a:t>
            </a:r>
            <a:r>
              <a:rPr kumimoji="1" lang="zh-CN" altLang="en-US" sz="3600" dirty="0">
                <a:solidFill>
                  <a:srgbClr val="7030A0"/>
                </a:solidFill>
                <a:latin typeface="Times New Roman Regular" panose="02020503050405090304" charset="0"/>
                <a:ea typeface="+mj-ea"/>
                <a:cs typeface="Times New Roman Regular" panose="02020503050405090304" charset="0"/>
              </a:rPr>
              <a:t>：</a:t>
            </a:r>
            <a:r>
              <a:rPr lang="en-US" altLang="zh-CN" dirty="0">
                <a:solidFill>
                  <a:srgbClr val="7030A0"/>
                </a:solidFill>
                <a:effectLst/>
                <a:latin typeface="Times New Roman Regular" panose="02020503050405090304" charset="0"/>
                <a:cs typeface="Times New Roman Regular" panose="02020503050405090304" charset="0"/>
              </a:rPr>
              <a:t>Open a Linux virtual machine on Ali Cloud</a:t>
            </a:r>
            <a:r>
              <a:rPr lang="zh-CN" altLang="en-US" dirty="0">
                <a:solidFill>
                  <a:srgbClr val="7030A0"/>
                </a:solidFill>
                <a:effectLst/>
                <a:latin typeface="Times New Roman Regular" panose="02020503050405090304" charset="0"/>
                <a:cs typeface="Times New Roman Regular" panose="02020503050405090304" charset="0"/>
              </a:rPr>
              <a:t>，</a:t>
            </a:r>
            <a:r>
              <a:rPr lang="en-US" altLang="zh-CN" dirty="0">
                <a:solidFill>
                  <a:srgbClr val="7030A0"/>
                </a:solidFill>
                <a:effectLst/>
                <a:latin typeface="Times New Roman Regular" panose="02020503050405090304" charset="0"/>
                <a:cs typeface="Times New Roman Regular" panose="02020503050405090304" charset="0"/>
              </a:rPr>
              <a:t>install  </a:t>
            </a:r>
            <a:r>
              <a:rPr lang="en-US" altLang="zh-CN" dirty="0">
                <a:solidFill>
                  <a:srgbClr val="7030A0"/>
                </a:solidFill>
                <a:latin typeface="Times New Roman Regular" panose="02020503050405090304" charset="0"/>
                <a:cs typeface="Times New Roman Regular" panose="02020503050405090304" charset="0"/>
              </a:rPr>
              <a:t>Hyperledger </a:t>
            </a:r>
            <a:r>
              <a:rPr lang="en-US" altLang="zh-CN" dirty="0">
                <a:solidFill>
                  <a:srgbClr val="7030A0"/>
                </a:solidFill>
                <a:effectLst/>
                <a:latin typeface="Times New Roman Regular" panose="02020503050405090304" charset="0"/>
                <a:cs typeface="Times New Roman Regular" panose="02020503050405090304" charset="0"/>
              </a:rPr>
              <a:t>Fabric in Docker</a:t>
            </a:r>
            <a:endParaRPr lang="en-US" altLang="zh-CN" sz="2800" dirty="0">
              <a:solidFill>
                <a:srgbClr val="7030A0"/>
              </a:solidFill>
              <a:effectLst/>
              <a:latin typeface="Times New Roman Regular" panose="02020503050405090304" charset="0"/>
              <a:cs typeface="Times New Roman Regular" panose="0202050305040509030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91680" y="2228671"/>
            <a:ext cx="5040560" cy="1200329"/>
          </a:xfrm>
          <a:prstGeom prst="rect">
            <a:avLst/>
          </a:prstGeom>
          <a:noFill/>
        </p:spPr>
        <p:txBody>
          <a:bodyPr wrap="square" rtlCol="0">
            <a:spAutoFit/>
          </a:bodyPr>
          <a:lstStyle/>
          <a:p>
            <a:pPr algn="l"/>
            <a:r>
              <a:rPr kumimoji="1" lang="en-US" altLang="zh-CN" sz="7200" dirty="0">
                <a:solidFill>
                  <a:srgbClr val="12357C"/>
                </a:solidFill>
                <a:latin typeface="American Typewriter" panose="02090604020004020304" pitchFamily="18" charset="0"/>
              </a:rPr>
              <a:t>The End</a:t>
            </a:r>
            <a:endParaRPr kumimoji="1" lang="zh-CN" altLang="en-US" sz="7200" dirty="0">
              <a:solidFill>
                <a:srgbClr val="12357C"/>
              </a:solidFill>
              <a:latin typeface="American Typewriter" panose="02090604020004020304" pitchFamily="18" charset="0"/>
            </a:endParaRPr>
          </a:p>
        </p:txBody>
      </p:sp>
    </p:spTree>
  </p:cSld>
  <p:clrMapOvr>
    <a:masterClrMapping/>
  </p:clrMapOvr>
</p:sld>
</file>

<file path=ppt/tags/tag1.xml><?xml version="1.0" encoding="utf-8"?>
<p:tagLst xmlns:p="http://schemas.openxmlformats.org/presentationml/2006/main">
  <p:tag name="commondata" val="eyJoZGlkIjoiMTMzNmIzYWU0ZmYyNmVhMGVjMTA1MmFhYTM4MDZkMjEifQ=="/>
</p:tagLst>
</file>

<file path=ppt/theme/theme1.xml><?xml version="1.0" encoding="utf-8"?>
<a:theme xmlns:a="http://schemas.openxmlformats.org/drawingml/2006/main" name="北京交通大学ppt模板_修改校徽">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华文新魏"/>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DDDDDD"/>
        </a:solidFill>
        <a:ln w="28575" cap="flat" cmpd="sng" algn="ctr">
          <a:solidFill>
            <a:srgbClr val="922706"/>
          </a:solidFill>
          <a:prstDash val="solid"/>
          <a:round/>
          <a:headEnd type="none" w="med" len="med"/>
          <a:tailEnd type="none" w="med" len="med"/>
        </a:ln>
      </a:spPr>
      <a:bodyPr vert="horz" wrap="none" lIns="90000" tIns="46800" rIns="90000" bIns="46800" numCol="1" anchor="ctr"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Arial" panose="020B0604020202090204" pitchFamily="34" charset="0"/>
            <a:ea typeface="黑体" panose="02010609060101010101" pitchFamily="2" charset="-122"/>
          </a:defRPr>
        </a:defPPr>
      </a:lstStyle>
    </a:spDef>
    <a:lnDef>
      <a:spPr bwMode="auto">
        <a:xfrm>
          <a:off x="0" y="0"/>
          <a:ext cx="1" cy="1"/>
        </a:xfrm>
        <a:custGeom>
          <a:avLst/>
          <a:gdLst/>
          <a:ahLst/>
          <a:cxnLst/>
          <a:rect l="0" t="0" r="0" b="0"/>
          <a:pathLst/>
        </a:custGeom>
        <a:solidFill>
          <a:srgbClr val="DDDDDD"/>
        </a:solidFill>
        <a:ln w="28575" cap="flat" cmpd="sng" algn="ctr">
          <a:solidFill>
            <a:srgbClr val="922706"/>
          </a:solidFill>
          <a:prstDash val="solid"/>
          <a:round/>
          <a:headEnd type="none" w="med" len="med"/>
          <a:tailEnd type="none" w="med" len="med"/>
        </a:ln>
      </a:spPr>
      <a:bodyPr vert="horz" wrap="none" lIns="90000" tIns="46800" rIns="90000" bIns="46800" numCol="1" anchor="ctr"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Arial" panose="020B0604020202090204" pitchFamily="34" charset="0"/>
            <a:ea typeface="黑体" panose="02010609060101010101" pitchFamily="2" charset="-122"/>
          </a:defRPr>
        </a:defPPr>
      </a:lstStyle>
    </a:lnDef>
    <a:txDef>
      <a:spPr>
        <a:noFill/>
      </a:spPr>
      <a:bodyPr wrap="square" rtlCol="0">
        <a:spAutoFit/>
      </a:bodyPr>
      <a:lstStyle>
        <a:defPPr algn="l">
          <a:buFont typeface="Wingdings" panose="05000000000000000000" pitchFamily="2" charset="2"/>
          <a:buChar char="ü"/>
          <a:defRPr dirty="0" smtClean="0"/>
        </a:defPPr>
      </a:lstStyle>
    </a:tx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北京交通大学ppt模板_修改校徽">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华文新魏"/>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DDDDDD"/>
        </a:solidFill>
        <a:ln w="28575" cap="flat" cmpd="sng" algn="ctr">
          <a:solidFill>
            <a:srgbClr val="922706"/>
          </a:solidFill>
          <a:prstDash val="solid"/>
          <a:round/>
          <a:headEnd type="none" w="med" len="med"/>
          <a:tailEnd type="none" w="med" len="med"/>
        </a:ln>
      </a:spPr>
      <a:bodyPr vert="horz" wrap="none" lIns="90000" tIns="46800" rIns="90000" bIns="46800" numCol="1" anchor="ctr"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Arial" panose="020B0604020202090204" pitchFamily="34" charset="0"/>
            <a:ea typeface="黑体" panose="02010609060101010101" pitchFamily="2" charset="-122"/>
          </a:defRPr>
        </a:defPPr>
      </a:lstStyle>
    </a:spDef>
    <a:lnDef>
      <a:spPr bwMode="auto">
        <a:xfrm>
          <a:off x="0" y="0"/>
          <a:ext cx="1" cy="1"/>
        </a:xfrm>
        <a:custGeom>
          <a:avLst/>
          <a:gdLst/>
          <a:ahLst/>
          <a:cxnLst/>
          <a:rect l="0" t="0" r="0" b="0"/>
          <a:pathLst/>
        </a:custGeom>
        <a:solidFill>
          <a:srgbClr val="DDDDDD"/>
        </a:solidFill>
        <a:ln w="28575" cap="flat" cmpd="sng" algn="ctr">
          <a:solidFill>
            <a:srgbClr val="922706"/>
          </a:solidFill>
          <a:prstDash val="solid"/>
          <a:round/>
          <a:headEnd type="none" w="med" len="med"/>
          <a:tailEnd type="none" w="med" len="med"/>
        </a:ln>
      </a:spPr>
      <a:bodyPr vert="horz" wrap="none" lIns="90000" tIns="46800" rIns="90000" bIns="46800" numCol="1" anchor="ctr"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Arial" panose="020B0604020202090204" pitchFamily="34" charset="0"/>
            <a:ea typeface="黑体" panose="02010609060101010101" pitchFamily="2" charset="-122"/>
          </a:defRPr>
        </a:defPPr>
      </a:lstStyle>
    </a:lnDef>
    <a:txDef>
      <a:spPr>
        <a:noFill/>
      </a:spPr>
      <a:bodyPr wrap="square" rtlCol="0">
        <a:spAutoFit/>
      </a:bodyPr>
      <a:lstStyle>
        <a:defPPr algn="l">
          <a:buFont typeface="Wingdings" panose="05000000000000000000" pitchFamily="2" charset="2"/>
          <a:buChar char="ü"/>
          <a:defRPr dirty="0" smtClean="0"/>
        </a:defPPr>
      </a:lstStyle>
    </a:tx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北京交通大学ppt模板_修改校徽">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华文新魏"/>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DDDDDD"/>
        </a:solidFill>
        <a:ln w="28575" cap="flat" cmpd="sng" algn="ctr">
          <a:solidFill>
            <a:srgbClr val="922706"/>
          </a:solidFill>
          <a:prstDash val="solid"/>
          <a:round/>
          <a:headEnd type="none" w="med" len="med"/>
          <a:tailEnd type="none" w="med" len="med"/>
        </a:ln>
      </a:spPr>
      <a:bodyPr vert="horz" wrap="none" lIns="90000" tIns="46800" rIns="90000" bIns="46800" numCol="1" anchor="ctr"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Arial" panose="020B0604020202090204" pitchFamily="34" charset="0"/>
            <a:ea typeface="黑体" panose="02010609060101010101" pitchFamily="2" charset="-122"/>
          </a:defRPr>
        </a:defPPr>
      </a:lstStyle>
    </a:spDef>
    <a:lnDef>
      <a:spPr bwMode="auto">
        <a:xfrm>
          <a:off x="0" y="0"/>
          <a:ext cx="1" cy="1"/>
        </a:xfrm>
        <a:custGeom>
          <a:avLst/>
          <a:gdLst/>
          <a:ahLst/>
          <a:cxnLst/>
          <a:rect l="0" t="0" r="0" b="0"/>
          <a:pathLst/>
        </a:custGeom>
        <a:solidFill>
          <a:srgbClr val="DDDDDD"/>
        </a:solidFill>
        <a:ln w="28575" cap="flat" cmpd="sng" algn="ctr">
          <a:solidFill>
            <a:srgbClr val="922706"/>
          </a:solidFill>
          <a:prstDash val="solid"/>
          <a:round/>
          <a:headEnd type="none" w="med" len="med"/>
          <a:tailEnd type="none" w="med" len="med"/>
        </a:ln>
      </a:spPr>
      <a:bodyPr vert="horz" wrap="none" lIns="90000" tIns="46800" rIns="90000" bIns="46800" numCol="1" anchor="ctr"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Arial" panose="020B0604020202090204" pitchFamily="34" charset="0"/>
            <a:ea typeface="黑体" panose="02010609060101010101" pitchFamily="2" charset="-122"/>
          </a:defRPr>
        </a:defPPr>
      </a:lstStyle>
    </a:lnDef>
    <a:txDef>
      <a:spPr>
        <a:noFill/>
      </a:spPr>
      <a:bodyPr wrap="square" rtlCol="0">
        <a:spAutoFit/>
      </a:bodyPr>
      <a:lstStyle>
        <a:defPPr algn="l">
          <a:buFont typeface="Wingdings" panose="05000000000000000000" pitchFamily="2" charset="2"/>
          <a:buChar char="ü"/>
          <a:defRPr dirty="0" smtClean="0"/>
        </a:defPPr>
      </a:lstStyle>
    </a:tx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北京交通大学ppt模板_修改校徽">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华文新魏"/>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DDDDDD"/>
        </a:solidFill>
        <a:ln w="28575" cap="flat" cmpd="sng" algn="ctr">
          <a:solidFill>
            <a:srgbClr val="922706"/>
          </a:solidFill>
          <a:prstDash val="solid"/>
          <a:round/>
          <a:headEnd type="none" w="med" len="med"/>
          <a:tailEnd type="none" w="med" len="med"/>
        </a:ln>
      </a:spPr>
      <a:bodyPr vert="horz" wrap="none" lIns="90000" tIns="46800" rIns="90000" bIns="46800" numCol="1" anchor="ctr"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Arial" panose="020B0604020202090204" pitchFamily="34" charset="0"/>
            <a:ea typeface="黑体" panose="02010609060101010101" pitchFamily="2" charset="-122"/>
          </a:defRPr>
        </a:defPPr>
      </a:lstStyle>
    </a:spDef>
    <a:lnDef>
      <a:spPr bwMode="auto">
        <a:xfrm>
          <a:off x="0" y="0"/>
          <a:ext cx="1" cy="1"/>
        </a:xfrm>
        <a:custGeom>
          <a:avLst/>
          <a:gdLst/>
          <a:ahLst/>
          <a:cxnLst/>
          <a:rect l="0" t="0" r="0" b="0"/>
          <a:pathLst/>
        </a:custGeom>
        <a:solidFill>
          <a:srgbClr val="DDDDDD"/>
        </a:solidFill>
        <a:ln w="28575" cap="flat" cmpd="sng" algn="ctr">
          <a:solidFill>
            <a:srgbClr val="922706"/>
          </a:solidFill>
          <a:prstDash val="solid"/>
          <a:round/>
          <a:headEnd type="none" w="med" len="med"/>
          <a:tailEnd type="none" w="med" len="med"/>
        </a:ln>
      </a:spPr>
      <a:bodyPr vert="horz" wrap="none" lIns="90000" tIns="46800" rIns="90000" bIns="46800" numCol="1" anchor="ctr"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Arial" panose="020B0604020202090204" pitchFamily="34" charset="0"/>
            <a:ea typeface="黑体" panose="02010609060101010101" pitchFamily="2" charset="-122"/>
          </a:defRPr>
        </a:defPPr>
      </a:lstStyle>
    </a:lnDef>
    <a:txDef>
      <a:spPr>
        <a:noFill/>
      </a:spPr>
      <a:bodyPr wrap="square" rtlCol="0">
        <a:spAutoFit/>
      </a:bodyPr>
      <a:lstStyle>
        <a:defPPr algn="l">
          <a:buFont typeface="Wingdings" panose="05000000000000000000" pitchFamily="2" charset="2"/>
          <a:buChar char="ü"/>
          <a:defRPr dirty="0" smtClean="0"/>
        </a:defPPr>
      </a:lstStyle>
    </a:tx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区块链及其在通信中的应用2</Template>
  <TotalTime>0</TotalTime>
  <Words>6517</Words>
  <Application>WPS 演示</Application>
  <PresentationFormat>全屏显示(4:3)</PresentationFormat>
  <Paragraphs>258</Paragraphs>
  <Slides>37</Slides>
  <Notes>5</Notes>
  <HiddenSlides>2</HiddenSlides>
  <MMClips>0</MMClips>
  <ScaleCrop>false</ScaleCrop>
  <HeadingPairs>
    <vt:vector size="6" baseType="variant">
      <vt:variant>
        <vt:lpstr>已用的字体</vt:lpstr>
      </vt:variant>
      <vt:variant>
        <vt:i4>33</vt:i4>
      </vt:variant>
      <vt:variant>
        <vt:lpstr>主题</vt:lpstr>
      </vt:variant>
      <vt:variant>
        <vt:i4>4</vt:i4>
      </vt:variant>
      <vt:variant>
        <vt:lpstr>幻灯片标题</vt:lpstr>
      </vt:variant>
      <vt:variant>
        <vt:i4>37</vt:i4>
      </vt:variant>
    </vt:vector>
  </HeadingPairs>
  <TitlesOfParts>
    <vt:vector size="74" baseType="lpstr">
      <vt:lpstr>Arial</vt:lpstr>
      <vt:lpstr>宋体</vt:lpstr>
      <vt:lpstr>Wingdings</vt:lpstr>
      <vt:lpstr>黑体</vt:lpstr>
      <vt:lpstr>汉仪中黑KW</vt:lpstr>
      <vt:lpstr>华文新魏</vt:lpstr>
      <vt:lpstr>宋体-简</vt:lpstr>
      <vt:lpstr>汉仪书宋二KW</vt:lpstr>
      <vt:lpstr>华文楷体</vt:lpstr>
      <vt:lpstr>American Typewriter</vt:lpstr>
      <vt:lpstr>Times</vt:lpstr>
      <vt:lpstr>Times New Roman</vt:lpstr>
      <vt:lpstr>Arial MT</vt:lpstr>
      <vt:lpstr>Calibri</vt:lpstr>
      <vt:lpstr>Times New Roman Regular</vt:lpstr>
      <vt:lpstr>Arial</vt:lpstr>
      <vt:lpstr>Helvetica Neue</vt:lpstr>
      <vt:lpstr>Trebuchet MS</vt:lpstr>
      <vt:lpstr>Helvetica</vt:lpstr>
      <vt:lpstr>微软雅黑</vt:lpstr>
      <vt:lpstr>汉仪旗黑</vt:lpstr>
      <vt:lpstr>宋体</vt:lpstr>
      <vt:lpstr>Arial Unicode MS</vt:lpstr>
      <vt:lpstr>Arial Italic</vt:lpstr>
      <vt:lpstr>Times New Roman Italic</vt:lpstr>
      <vt:lpstr>Noto Sans Symbols</vt:lpstr>
      <vt:lpstr>Thonburi</vt:lpstr>
      <vt:lpstr>Arial MT</vt:lpstr>
      <vt:lpstr>Noto Sans Symbols</vt:lpstr>
      <vt:lpstr>Wingdings</vt:lpstr>
      <vt:lpstr>华文新魏</vt:lpstr>
      <vt:lpstr>黑体</vt:lpstr>
      <vt:lpstr>苹方-简</vt:lpstr>
      <vt:lpstr>北京交通大学ppt模板_修改校徽</vt:lpstr>
      <vt:lpstr>1_北京交通大学ppt模板_修改校徽</vt:lpstr>
      <vt:lpstr>2_北京交通大学ppt模板_修改校徽</vt:lpstr>
      <vt:lpstr>3_北京交通大学ppt模板_修改校徽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Group Assignment</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马 腾</dc:creator>
  <cp:lastModifiedBy>王海波</cp:lastModifiedBy>
  <cp:revision>39</cp:revision>
  <cp:lastPrinted>2025-10-21T11:29:06Z</cp:lastPrinted>
  <dcterms:created xsi:type="dcterms:W3CDTF">2025-10-21T11:29:06Z</dcterms:created>
  <dcterms:modified xsi:type="dcterms:W3CDTF">2025-10-21T11:29:06Z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KSOProductBuildVer">
    <vt:lpwstr>2052-12.1.21861.21861</vt:lpwstr>
  </property>
  <property fmtid="{D5CDD505-2E9C-101B-9397-08002B2CF9AE}" pid="4" name="KSORubyTemplateID">
    <vt:lpwstr>8</vt:lpwstr>
  </property>
  <property fmtid="{D5CDD505-2E9C-101B-9397-08002B2CF9AE}" pid="5" name="ICV">
    <vt:lpwstr>CE64445207B2F45D37E930654BAF70DD_43</vt:lpwstr>
  </property>
</Properties>
</file>