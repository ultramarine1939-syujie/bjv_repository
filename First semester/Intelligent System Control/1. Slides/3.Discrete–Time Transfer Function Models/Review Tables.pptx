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4966-9D76-2933-F878-F4DA68E4B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DBA74-761D-1738-6B5A-196B68100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C2990-D1E1-60CA-A0A3-730125E9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D7B6C-B4BF-28A5-5A9F-8E8EC7B1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D29D9-DEA8-1823-3579-2BC49C36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2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4675-4D01-1281-AFAA-2295CB3CA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AF2BA-2BB0-7623-A182-382C8D3AC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CA168-2E0E-C21F-FC0C-DDBAB1BBC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CAE67-2F1B-36DB-054B-214ED9CC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B4A6-4033-9F28-9B92-8A605E6F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3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60913-F475-3E1D-193A-C058BEDD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228C7-C0A8-0BBC-DBE2-5F1F500CD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D08B7-9883-4196-8B82-25688997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31A55-340B-75F9-1711-867969FD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0BEA1-787B-85DC-455A-A58F3279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52D2-C878-07C4-D3BF-A6C5A606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27E7B-A46B-F3E4-CDA8-53C93D295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F4B09-D793-DD4A-036A-DB7A4FC86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3BC8F-458B-FE49-E434-E6EABB9C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46497-DA39-A934-0B2A-4252C59F0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7DF9-F17A-7638-3815-E16CA191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1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9EE5-19F9-9D7E-3973-93C8FB16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7A7C4-A4B1-AA8E-9C0A-A4D501750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827EC-9292-3972-6254-D87DF84B5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76669-69B4-A4AE-B4F0-61FC6EEE33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E8C98-9427-5CE4-20A5-62AFCCB80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9526F6-D856-6F91-0C34-4F281A5E3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ED395-FB10-62C7-DBEB-C7A282B7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B788C-5D7C-F9B8-ED48-E1137146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0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4EBC-1A2F-057B-BAC1-3EA1FAD29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962CD9-C830-D199-B050-1808AF213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7547E-A54A-268F-E4C8-FEC62FA6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5B9BF-7C36-36F2-9780-507ACA41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7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B6505-3135-4C4E-B32F-02A04F420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B948F-CE58-B8E3-0B55-5F7142454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F52D7-F0FE-5844-5756-76384758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6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7B75-01E7-E8EB-2948-46598283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524A-5571-CB1C-0884-7467ACD79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768C2-E113-311D-B217-CA7C6507E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49161-9C46-BADB-414B-BAEFB49A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79567-6C4C-30C8-BB5F-85AC6C38C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866C5-0800-9585-01F0-94F8B0F2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81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7797-5D84-15DE-E064-C02EFAC7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387436-C2FB-43D3-271E-A7C30F510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8893D-60D9-FEAA-1E37-9BE83483F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AC00F-2934-AC11-26DC-50A216CF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DD5E5-4ACD-A659-A0DE-E41B3289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18C49-371A-9EA3-F8EF-72382E9F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2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4E71-A60C-EB13-CBF2-D8FF8EB6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61DE1-3E88-1B55-D285-CF0D08013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A700A-84CE-CDBC-CD25-5FDDEDC7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BE861-5C26-A5CC-494F-A29B4E86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A633E-5B5E-09C3-6EE4-79E8C1F4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3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D9F217-892E-776C-BBA6-112DD0F45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A46A4-54F5-89D1-FEFE-11BB192E7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C4C86-78B5-754F-7C28-483ADA48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91FCC-5CDC-9A7B-5F9E-6B3C2594C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3931-487E-A1ED-EB19-DA2AEEEA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8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758BBE-4A30-4AA3-E5CD-112CEC76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780F8-1D6F-E9E7-0715-9B6978CF3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7D06E-EDB0-58BA-1282-096AC97C5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A0DFF-C5E6-4DEE-8838-C917366420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E8E76-CF07-4AA5-10BF-E1E734BE1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8385C-BC92-DD91-3F7D-0703AD0FE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93C0D-B223-43F0-BB66-37E01D120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0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0F45-43AA-3D42-45C1-8497C9850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2249"/>
            <a:ext cx="9144000" cy="1936522"/>
          </a:xfrm>
        </p:spPr>
        <p:txBody>
          <a:bodyPr/>
          <a:lstStyle/>
          <a:p>
            <a:r>
              <a:rPr lang="en-US" dirty="0"/>
              <a:t>Review Tables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054E7-FE00-1D6E-A5B6-E3898E27F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70666"/>
            <a:ext cx="9144000" cy="1655762"/>
          </a:xfrm>
        </p:spPr>
        <p:txBody>
          <a:bodyPr/>
          <a:lstStyle/>
          <a:p>
            <a:r>
              <a:rPr lang="en-US" sz="6000" dirty="0">
                <a:latin typeface="+mj-lt"/>
                <a:ea typeface="+mj-ea"/>
                <a:cs typeface="+mj-cs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872460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481E18-2E72-6DE9-4911-034D835CF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44" y="167116"/>
            <a:ext cx="8349342" cy="63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84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A5C9EA-5B98-2FD7-7566-392DA4D55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9821"/>
            <a:ext cx="9024257" cy="637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97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63734A-E7B7-5B07-9815-B2BAC6356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85" y="77006"/>
            <a:ext cx="8556172" cy="644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5DE2AE-3286-B7A5-41DD-B9823680B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81000"/>
            <a:ext cx="9753599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71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8F738B-7150-67D2-8473-66C8E3DF1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40822"/>
            <a:ext cx="9764486" cy="576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9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Review Tables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Abrar, Muhammad</dc:creator>
  <cp:lastModifiedBy>Abrar, Muhammad</cp:lastModifiedBy>
  <cp:revision>1</cp:revision>
  <dcterms:created xsi:type="dcterms:W3CDTF">2025-09-24T13:33:34Z</dcterms:created>
  <dcterms:modified xsi:type="dcterms:W3CDTF">2025-09-24T14:26:03Z</dcterms:modified>
</cp:coreProperties>
</file>