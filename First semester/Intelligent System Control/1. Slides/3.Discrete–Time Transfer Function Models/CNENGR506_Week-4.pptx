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9" r:id="rId62"/>
    <p:sldId id="330" r:id="rId63"/>
    <p:sldId id="334" r:id="rId64"/>
    <p:sldId id="339" r:id="rId65"/>
    <p:sldId id="340" r:id="rId66"/>
    <p:sldId id="341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0" r:id="rId76"/>
    <p:sldId id="357" r:id="rId77"/>
    <p:sldId id="358" r:id="rId78"/>
    <p:sldId id="359" r:id="rId79"/>
    <p:sldId id="360" r:id="rId80"/>
    <p:sldId id="361" r:id="rId81"/>
    <p:sldId id="362" r:id="rId82"/>
    <p:sldId id="363" r:id="rId83"/>
    <p:sldId id="364" r:id="rId84"/>
    <p:sldId id="365" r:id="rId85"/>
    <p:sldId id="366" r:id="rId86"/>
    <p:sldId id="371" r:id="rId87"/>
    <p:sldId id="372" r:id="rId88"/>
    <p:sldId id="376" r:id="rId89"/>
    <p:sldId id="377" r:id="rId90"/>
    <p:sldId id="378" r:id="rId91"/>
    <p:sldId id="379" r:id="rId92"/>
    <p:sldId id="380" r:id="rId93"/>
    <p:sldId id="381" r:id="rId94"/>
    <p:sldId id="382" r:id="rId95"/>
    <p:sldId id="383" r:id="rId96"/>
    <p:sldId id="384" r:id="rId97"/>
    <p:sldId id="385" r:id="rId98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2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115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Nunito Sans" pitchFamily="2" charset="0"/>
              </a:rPr>
              <a:t>Mathematical modelling is the process of describing a real world problem in mathematical terms, usually in the form of equations, 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833" y="692475"/>
            <a:ext cx="8074333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4536" y="2095544"/>
            <a:ext cx="8054927" cy="1572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001" y="6190289"/>
            <a:ext cx="2851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nnvl.noaa.gov/view/#GOES" TargetMode="External"/><Relationship Id="rId4" Type="http://schemas.openxmlformats.org/officeDocument/2006/relationships/image" Target="../media/image2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0600" y="2411793"/>
            <a:ext cx="5943600" cy="1330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3600" b="1" dirty="0">
                <a:solidFill>
                  <a:srgbClr val="B5121B"/>
                </a:solidFill>
                <a:latin typeface="Calibri"/>
                <a:cs typeface="Calibri"/>
              </a:rPr>
              <a:t>CNE</a:t>
            </a:r>
            <a:r>
              <a:rPr lang="en-NZ" sz="3600" b="1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lang="en-NZ" sz="3600" b="1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lang="en-NZ" sz="3600" b="1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</a:p>
          <a:p>
            <a:pPr marL="12700">
              <a:lnSpc>
                <a:spcPts val="5350"/>
              </a:lnSpc>
            </a:pPr>
            <a:r>
              <a:rPr lang="en-NZ" sz="3600" b="1" spc="-10" dirty="0">
                <a:latin typeface="Calibri"/>
                <a:cs typeface="Calibri"/>
              </a:rPr>
              <a:t>I</a:t>
            </a:r>
            <a:r>
              <a:rPr lang="en-NZ" sz="3600" b="1" spc="-50" dirty="0">
                <a:latin typeface="Calibri"/>
                <a:cs typeface="Calibri"/>
              </a:rPr>
              <a:t>n</a:t>
            </a:r>
            <a:r>
              <a:rPr lang="en-NZ" sz="3600" b="1" spc="-55" dirty="0">
                <a:latin typeface="Calibri"/>
                <a:cs typeface="Calibri"/>
              </a:rPr>
              <a:t>t</a:t>
            </a:r>
            <a:r>
              <a:rPr lang="en-NZ" sz="3600" b="1" spc="5" dirty="0">
                <a:latin typeface="Calibri"/>
                <a:cs typeface="Calibri"/>
              </a:rPr>
              <a:t>e</a:t>
            </a:r>
            <a:r>
              <a:rPr lang="en-NZ" sz="3600" b="1" dirty="0">
                <a:latin typeface="Calibri"/>
                <a:cs typeface="Calibri"/>
              </a:rPr>
              <a:t>l</a:t>
            </a:r>
            <a:r>
              <a:rPr lang="en-NZ" sz="3600" b="1" spc="-5" dirty="0">
                <a:latin typeface="Calibri"/>
                <a:cs typeface="Calibri"/>
              </a:rPr>
              <a:t>li</a:t>
            </a:r>
            <a:r>
              <a:rPr lang="en-NZ" sz="3600" b="1" spc="-45" dirty="0">
                <a:latin typeface="Calibri"/>
                <a:cs typeface="Calibri"/>
              </a:rPr>
              <a:t>g</a:t>
            </a:r>
            <a:r>
              <a:rPr lang="en-NZ" sz="3600" b="1" spc="-15" dirty="0">
                <a:latin typeface="Calibri"/>
                <a:cs typeface="Calibri"/>
              </a:rPr>
              <a:t>e</a:t>
            </a:r>
            <a:r>
              <a:rPr lang="en-NZ" sz="3600" b="1" spc="-70" dirty="0">
                <a:latin typeface="Calibri"/>
                <a:cs typeface="Calibri"/>
              </a:rPr>
              <a:t>n</a:t>
            </a:r>
            <a:r>
              <a:rPr lang="en-NZ" sz="3600" b="1" spc="-15" dirty="0">
                <a:latin typeface="Calibri"/>
                <a:cs typeface="Calibri"/>
              </a:rPr>
              <a:t>t</a:t>
            </a:r>
            <a:r>
              <a:rPr lang="en-NZ" sz="3600" b="1" spc="-110" dirty="0">
                <a:latin typeface="Times New Roman"/>
                <a:cs typeface="Times New Roman"/>
              </a:rPr>
              <a:t> </a:t>
            </a:r>
            <a:r>
              <a:rPr lang="en-NZ" sz="3600" b="1" spc="-45" dirty="0">
                <a:latin typeface="Calibri"/>
                <a:cs typeface="Calibri"/>
              </a:rPr>
              <a:t>S</a:t>
            </a:r>
            <a:r>
              <a:rPr lang="en-NZ" sz="3600" b="1" spc="-60" dirty="0">
                <a:latin typeface="Calibri"/>
                <a:cs typeface="Calibri"/>
              </a:rPr>
              <a:t>y</a:t>
            </a:r>
            <a:r>
              <a:rPr lang="en-NZ" sz="3600" b="1" spc="-50" dirty="0">
                <a:latin typeface="Calibri"/>
                <a:cs typeface="Calibri"/>
              </a:rPr>
              <a:t>s</a:t>
            </a:r>
            <a:r>
              <a:rPr lang="en-NZ" sz="3600" b="1" spc="-55" dirty="0">
                <a:latin typeface="Calibri"/>
                <a:cs typeface="Calibri"/>
              </a:rPr>
              <a:t>t</a:t>
            </a:r>
            <a:r>
              <a:rPr lang="en-NZ" sz="3600" b="1" spc="-15" dirty="0">
                <a:latin typeface="Calibri"/>
                <a:cs typeface="Calibri"/>
              </a:rPr>
              <a:t>e</a:t>
            </a:r>
            <a:r>
              <a:rPr lang="en-NZ" sz="3600" b="1" spc="-30" dirty="0">
                <a:latin typeface="Calibri"/>
                <a:cs typeface="Calibri"/>
              </a:rPr>
              <a:t>m</a:t>
            </a:r>
            <a:r>
              <a:rPr lang="en-NZ" sz="3600" b="1" spc="-90" dirty="0">
                <a:latin typeface="Times New Roman"/>
                <a:cs typeface="Times New Roman"/>
              </a:rPr>
              <a:t> </a:t>
            </a:r>
            <a:r>
              <a:rPr lang="en-NZ" sz="3600" b="1" spc="5" dirty="0">
                <a:latin typeface="Calibri"/>
                <a:cs typeface="Calibri"/>
              </a:rPr>
              <a:t>Co</a:t>
            </a:r>
            <a:r>
              <a:rPr lang="en-NZ" sz="3600" b="1" spc="-50" dirty="0">
                <a:latin typeface="Calibri"/>
                <a:cs typeface="Calibri"/>
              </a:rPr>
              <a:t>n</a:t>
            </a:r>
            <a:r>
              <a:rPr lang="en-NZ" sz="3600" b="1" spc="-15" dirty="0">
                <a:latin typeface="Calibri"/>
                <a:cs typeface="Calibri"/>
              </a:rPr>
              <a:t>t</a:t>
            </a:r>
            <a:r>
              <a:rPr lang="en-NZ" sz="3600" b="1" spc="-85" dirty="0">
                <a:latin typeface="Calibri"/>
                <a:cs typeface="Calibri"/>
              </a:rPr>
              <a:t>r</a:t>
            </a:r>
            <a:r>
              <a:rPr lang="en-NZ" sz="3600" b="1" spc="5" dirty="0">
                <a:latin typeface="Calibri"/>
                <a:cs typeface="Calibri"/>
              </a:rPr>
              <a:t>ol</a:t>
            </a:r>
            <a:endParaRPr lang="en-NZ" sz="36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45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5" dirty="0">
                <a:latin typeface="Calibri"/>
                <a:cs typeface="Calibri"/>
              </a:rPr>
              <a:t>ll</a:t>
            </a:r>
            <a:r>
              <a:rPr spc="-10" dirty="0">
                <a:latin typeface="Calibri"/>
                <a:cs typeface="Calibri"/>
              </a:rPr>
              <a:t>abus</a:t>
            </a:r>
          </a:p>
        </p:txBody>
      </p:sp>
      <p:sp>
        <p:nvSpPr>
          <p:cNvPr id="5" name="object 5"/>
          <p:cNvSpPr/>
          <p:nvPr/>
        </p:nvSpPr>
        <p:spPr>
          <a:xfrm>
            <a:off x="331469" y="3290560"/>
            <a:ext cx="2844800" cy="1198880"/>
          </a:xfrm>
          <a:custGeom>
            <a:avLst/>
            <a:gdLst/>
            <a:ahLst/>
            <a:cxnLst/>
            <a:rect l="l" t="t" r="r" b="b"/>
            <a:pathLst>
              <a:path w="2844800" h="1198879">
                <a:moveTo>
                  <a:pt x="0" y="199826"/>
                </a:moveTo>
                <a:lnTo>
                  <a:pt x="5807" y="151813"/>
                </a:lnTo>
                <a:lnTo>
                  <a:pt x="22304" y="108005"/>
                </a:lnTo>
                <a:lnTo>
                  <a:pt x="48101" y="69791"/>
                </a:lnTo>
                <a:lnTo>
                  <a:pt x="81810" y="38561"/>
                </a:lnTo>
                <a:lnTo>
                  <a:pt x="122043" y="15706"/>
                </a:lnTo>
                <a:lnTo>
                  <a:pt x="167411" y="2616"/>
                </a:lnTo>
                <a:lnTo>
                  <a:pt x="199823" y="0"/>
                </a:lnTo>
                <a:lnTo>
                  <a:pt x="2644972" y="0"/>
                </a:lnTo>
                <a:lnTo>
                  <a:pt x="2692991" y="5808"/>
                </a:lnTo>
                <a:lnTo>
                  <a:pt x="2736800" y="22308"/>
                </a:lnTo>
                <a:lnTo>
                  <a:pt x="2775012" y="48109"/>
                </a:lnTo>
                <a:lnTo>
                  <a:pt x="2806237" y="81821"/>
                </a:lnTo>
                <a:lnTo>
                  <a:pt x="2829087" y="122055"/>
                </a:lnTo>
                <a:lnTo>
                  <a:pt x="2842174" y="167419"/>
                </a:lnTo>
                <a:lnTo>
                  <a:pt x="2844789" y="199826"/>
                </a:lnTo>
                <a:lnTo>
                  <a:pt x="2844789" y="999070"/>
                </a:lnTo>
                <a:lnTo>
                  <a:pt x="2838982" y="1047089"/>
                </a:lnTo>
                <a:lnTo>
                  <a:pt x="2822486" y="1090897"/>
                </a:lnTo>
                <a:lnTo>
                  <a:pt x="2796690" y="1129108"/>
                </a:lnTo>
                <a:lnTo>
                  <a:pt x="2762982" y="1160331"/>
                </a:lnTo>
                <a:lnTo>
                  <a:pt x="2722751" y="1183180"/>
                </a:lnTo>
                <a:lnTo>
                  <a:pt x="2677384" y="1196266"/>
                </a:lnTo>
                <a:lnTo>
                  <a:pt x="2644972" y="1198882"/>
                </a:lnTo>
                <a:lnTo>
                  <a:pt x="199823" y="1198882"/>
                </a:lnTo>
                <a:lnTo>
                  <a:pt x="151804" y="1193075"/>
                </a:lnTo>
                <a:lnTo>
                  <a:pt x="107993" y="1176580"/>
                </a:lnTo>
                <a:lnTo>
                  <a:pt x="69780" y="1150785"/>
                </a:lnTo>
                <a:lnTo>
                  <a:pt x="38554" y="1117079"/>
                </a:lnTo>
                <a:lnTo>
                  <a:pt x="15703" y="1076848"/>
                </a:lnTo>
                <a:lnTo>
                  <a:pt x="2615" y="1031482"/>
                </a:lnTo>
                <a:lnTo>
                  <a:pt x="0" y="999070"/>
                </a:lnTo>
                <a:lnTo>
                  <a:pt x="0" y="199826"/>
                </a:lnTo>
                <a:close/>
              </a:path>
            </a:pathLst>
          </a:custGeom>
          <a:ln w="634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81999" y="2721589"/>
            <a:ext cx="2484120" cy="2700020"/>
          </a:xfrm>
          <a:custGeom>
            <a:avLst/>
            <a:gdLst/>
            <a:ahLst/>
            <a:cxnLst/>
            <a:rect l="l" t="t" r="r" b="b"/>
            <a:pathLst>
              <a:path w="2484120" h="2700020">
                <a:moveTo>
                  <a:pt x="0" y="414040"/>
                </a:moveTo>
                <a:lnTo>
                  <a:pt x="5419" y="346882"/>
                </a:lnTo>
                <a:lnTo>
                  <a:pt x="21108" y="283174"/>
                </a:lnTo>
                <a:lnTo>
                  <a:pt x="46215" y="223768"/>
                </a:lnTo>
                <a:lnTo>
                  <a:pt x="79887" y="169516"/>
                </a:lnTo>
                <a:lnTo>
                  <a:pt x="121272" y="121272"/>
                </a:lnTo>
                <a:lnTo>
                  <a:pt x="169516" y="79887"/>
                </a:lnTo>
                <a:lnTo>
                  <a:pt x="223768" y="46215"/>
                </a:lnTo>
                <a:lnTo>
                  <a:pt x="283174" y="21108"/>
                </a:lnTo>
                <a:lnTo>
                  <a:pt x="346882" y="5419"/>
                </a:lnTo>
                <a:lnTo>
                  <a:pt x="414040" y="0"/>
                </a:lnTo>
                <a:lnTo>
                  <a:pt x="2070110" y="0"/>
                </a:lnTo>
                <a:lnTo>
                  <a:pt x="2137267" y="5419"/>
                </a:lnTo>
                <a:lnTo>
                  <a:pt x="2200972" y="21108"/>
                </a:lnTo>
                <a:lnTo>
                  <a:pt x="2260375" y="46215"/>
                </a:lnTo>
                <a:lnTo>
                  <a:pt x="2314623" y="79887"/>
                </a:lnTo>
                <a:lnTo>
                  <a:pt x="2362862" y="121272"/>
                </a:lnTo>
                <a:lnTo>
                  <a:pt x="2404242" y="169516"/>
                </a:lnTo>
                <a:lnTo>
                  <a:pt x="2437910" y="223768"/>
                </a:lnTo>
                <a:lnTo>
                  <a:pt x="2463014" y="283174"/>
                </a:lnTo>
                <a:lnTo>
                  <a:pt x="2478701" y="346882"/>
                </a:lnTo>
                <a:lnTo>
                  <a:pt x="2484119" y="414040"/>
                </a:lnTo>
                <a:lnTo>
                  <a:pt x="2484119" y="2286012"/>
                </a:lnTo>
                <a:lnTo>
                  <a:pt x="2478701" y="2353169"/>
                </a:lnTo>
                <a:lnTo>
                  <a:pt x="2463014" y="2416875"/>
                </a:lnTo>
                <a:lnTo>
                  <a:pt x="2437910" y="2476279"/>
                </a:lnTo>
                <a:lnTo>
                  <a:pt x="2404242" y="2530527"/>
                </a:lnTo>
                <a:lnTo>
                  <a:pt x="2362862" y="2578767"/>
                </a:lnTo>
                <a:lnTo>
                  <a:pt x="2314623" y="2620148"/>
                </a:lnTo>
                <a:lnTo>
                  <a:pt x="2260375" y="2653817"/>
                </a:lnTo>
                <a:lnTo>
                  <a:pt x="2200972" y="2678921"/>
                </a:lnTo>
                <a:lnTo>
                  <a:pt x="2137267" y="2694609"/>
                </a:lnTo>
                <a:lnTo>
                  <a:pt x="2070110" y="2700028"/>
                </a:lnTo>
                <a:lnTo>
                  <a:pt x="414040" y="2700028"/>
                </a:lnTo>
                <a:lnTo>
                  <a:pt x="346882" y="2694609"/>
                </a:lnTo>
                <a:lnTo>
                  <a:pt x="283174" y="2678921"/>
                </a:lnTo>
                <a:lnTo>
                  <a:pt x="223768" y="2653817"/>
                </a:lnTo>
                <a:lnTo>
                  <a:pt x="169516" y="2620148"/>
                </a:lnTo>
                <a:lnTo>
                  <a:pt x="121272" y="2578767"/>
                </a:lnTo>
                <a:lnTo>
                  <a:pt x="79887" y="2530527"/>
                </a:lnTo>
                <a:lnTo>
                  <a:pt x="46215" y="2476279"/>
                </a:lnTo>
                <a:lnTo>
                  <a:pt x="21108" y="2416875"/>
                </a:lnTo>
                <a:lnTo>
                  <a:pt x="5419" y="2353169"/>
                </a:lnTo>
                <a:lnTo>
                  <a:pt x="0" y="2286012"/>
                </a:lnTo>
                <a:lnTo>
                  <a:pt x="0" y="414040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5844" y="1838959"/>
            <a:ext cx="1236975" cy="15062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52983" y="2981959"/>
            <a:ext cx="1236975" cy="15062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75079" y="2179964"/>
            <a:ext cx="395605" cy="185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735" y="2182796"/>
            <a:ext cx="2050414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ept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no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10" dirty="0">
                <a:latin typeface="Calibri"/>
                <a:cs typeface="Calibri"/>
              </a:rPr>
              <a:t>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tiv</a:t>
            </a:r>
            <a:r>
              <a:rPr sz="1800" b="1" spc="-10" dirty="0">
                <a:latin typeface="Calibri"/>
                <a:cs typeface="Calibri"/>
              </a:rPr>
              <a:t>es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717" y="3502746"/>
            <a:ext cx="2091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b="1" spc="-9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Fun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on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ep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717" y="4051386"/>
            <a:ext cx="2318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if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op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ra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29489" y="1249689"/>
            <a:ext cx="1236975" cy="15062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51886" y="158981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7145" y="1766578"/>
            <a:ext cx="704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Sy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64988" y="2040898"/>
            <a:ext cx="12865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10" dirty="0">
                <a:latin typeface="Calibri"/>
                <a:cs typeface="Calibri"/>
              </a:rPr>
              <a:t>fi</a:t>
            </a:r>
            <a:r>
              <a:rPr sz="1800" b="1" spc="-15" dirty="0">
                <a:latin typeface="Calibri"/>
                <a:cs typeface="Calibri"/>
              </a:rPr>
              <a:t>c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11399" y="4638044"/>
            <a:ext cx="1236978" cy="15062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1717" y="4978754"/>
            <a:ext cx="263461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50"/>
              </a:lnSpc>
              <a:tabLst>
                <a:tab pos="2273935" algn="l"/>
              </a:tabLst>
            </a:pPr>
            <a:r>
              <a:rPr sz="1800" b="1" spc="-20" dirty="0">
                <a:latin typeface="Calibri"/>
                <a:cs typeface="Calibri"/>
              </a:rPr>
              <a:t>po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10" dirty="0">
                <a:latin typeface="Calibri"/>
                <a:cs typeface="Calibri"/>
              </a:rPr>
              <a:t>ssi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ts val="1035"/>
              </a:lnSpc>
            </a:pP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0" dirty="0">
                <a:latin typeface="Calibri"/>
                <a:cs typeface="Calibri"/>
              </a:rPr>
              <a:t>lo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</a:t>
            </a:r>
            <a:r>
              <a:rPr sz="1800" b="1" spc="-40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m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ana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spc="-25" dirty="0">
                <a:latin typeface="Calibri"/>
                <a:cs typeface="Calibri"/>
              </a:rPr>
              <a:t>y</a:t>
            </a:r>
            <a:r>
              <a:rPr sz="1800" b="1" spc="-10" dirty="0">
                <a:latin typeface="Calibri"/>
                <a:cs typeface="Calibri"/>
              </a:rPr>
              <a:t>sis,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r</a:t>
            </a:r>
            <a:r>
              <a:rPr sz="1800" b="1" spc="-30" dirty="0">
                <a:latin typeface="Calibri"/>
                <a:cs typeface="Calibri"/>
              </a:rPr>
              <a:t>et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im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33610" y="3157218"/>
            <a:ext cx="1236978" cy="15062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255162" y="3497933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89903" y="3023663"/>
            <a:ext cx="173799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160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rodu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“</a:t>
            </a:r>
            <a:r>
              <a:rPr sz="1800" b="1" spc="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5684" y="3572304"/>
            <a:ext cx="687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eo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8156" y="4018991"/>
            <a:ext cx="13246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r</a:t>
            </a:r>
            <a:r>
              <a:rPr sz="1800" b="1" spc="-10" dirty="0">
                <a:latin typeface="Calibri"/>
                <a:cs typeface="Calibri"/>
              </a:rPr>
              <a:t>i</a:t>
            </a:r>
            <a:r>
              <a:rPr sz="1800" b="1" spc="-20" dirty="0">
                <a:latin typeface="Calibri"/>
                <a:cs typeface="Calibri"/>
              </a:rPr>
              <a:t>ab</a:t>
            </a: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2139" y="4293311"/>
            <a:ext cx="175387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-20" dirty="0">
                <a:latin typeface="Calibri"/>
                <a:cs typeface="Calibri"/>
              </a:rPr>
              <a:t>ba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k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si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g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minim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40" dirty="0">
                <a:latin typeface="Calibri"/>
                <a:cs typeface="Calibri"/>
              </a:rPr>
              <a:t>a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0" dirty="0">
                <a:latin typeface="Calibri"/>
                <a:cs typeface="Calibri"/>
              </a:rPr>
              <a:t>pa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20" dirty="0">
                <a:latin typeface="Calibri"/>
                <a:cs typeface="Calibri"/>
              </a:rPr>
              <a:t>od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98966" y="5579414"/>
            <a:ext cx="1157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RE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PI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12089" y="2997199"/>
            <a:ext cx="1231903" cy="15062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333175" y="3337849"/>
            <a:ext cx="37338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spc="-3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68369" y="2362818"/>
            <a:ext cx="15170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tim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54285" y="5675236"/>
            <a:ext cx="25679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lti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ab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&amp;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Non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ea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20058" y="3154918"/>
            <a:ext cx="1410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R</a:t>
            </a:r>
            <a:r>
              <a:rPr sz="1800" b="1" spc="-20" dirty="0">
                <a:latin typeface="Calibri"/>
                <a:cs typeface="Calibri"/>
              </a:rPr>
              <a:t>obu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21069" y="4892508"/>
            <a:ext cx="20275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eed</a:t>
            </a:r>
            <a:r>
              <a:rPr sz="1800" b="1" spc="5" dirty="0">
                <a:latin typeface="Calibri"/>
                <a:cs typeface="Calibri"/>
              </a:rPr>
              <a:t>-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20" dirty="0">
                <a:latin typeface="Calibri"/>
                <a:cs typeface="Calibri"/>
              </a:rPr>
              <a:t>r</a:t>
            </a:r>
            <a:r>
              <a:rPr sz="1800" b="1" spc="-25" dirty="0">
                <a:latin typeface="Calibri"/>
                <a:cs typeface="Calibri"/>
              </a:rPr>
              <a:t>w</a:t>
            </a:r>
            <a:r>
              <a:rPr sz="1800" b="1" spc="-20" dirty="0">
                <a:latin typeface="Calibri"/>
                <a:cs typeface="Calibri"/>
              </a:rPr>
              <a:t>ar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17213" y="3965771"/>
            <a:ext cx="17075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s</a:t>
            </a:r>
            <a:r>
              <a:rPr sz="1800" b="1" spc="-15" dirty="0">
                <a:latin typeface="Calibri"/>
                <a:cs typeface="Calibri"/>
              </a:rPr>
              <a:t>ti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libri"/>
                <a:cs typeface="Calibri"/>
              </a:rPr>
              <a:t>c</a:t>
            </a:r>
            <a:r>
              <a:rPr sz="1800" b="1" spc="-20" dirty="0">
                <a:latin typeface="Calibri"/>
                <a:cs typeface="Calibri"/>
              </a:rPr>
              <a:t>o</a:t>
            </a:r>
            <a:r>
              <a:rPr sz="1800" b="1" spc="-40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t</a:t>
            </a:r>
            <a:r>
              <a:rPr sz="1800" b="1" spc="-20" dirty="0">
                <a:latin typeface="Calibri"/>
                <a:cs typeface="Calibri"/>
              </a:rPr>
              <a:t>ro</a:t>
            </a:r>
            <a:r>
              <a:rPr sz="1800" b="1" spc="-5" dirty="0"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829300" y="2678856"/>
            <a:ext cx="401320" cy="209550"/>
          </a:xfrm>
          <a:custGeom>
            <a:avLst/>
            <a:gdLst/>
            <a:ahLst/>
            <a:cxnLst/>
            <a:rect l="l" t="t" r="r" b="b"/>
            <a:pathLst>
              <a:path w="401320" h="209550">
                <a:moveTo>
                  <a:pt x="0" y="209184"/>
                </a:moveTo>
                <a:lnTo>
                  <a:pt x="40075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41933" y="2674711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1147" y="78821"/>
                </a:moveTo>
                <a:lnTo>
                  <a:pt x="88117" y="4145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82639" y="3321893"/>
            <a:ext cx="441325" cy="104775"/>
          </a:xfrm>
          <a:custGeom>
            <a:avLst/>
            <a:gdLst/>
            <a:ahLst/>
            <a:cxnLst/>
            <a:rect l="l" t="t" r="r" b="b"/>
            <a:pathLst>
              <a:path w="441325" h="104775">
                <a:moveTo>
                  <a:pt x="0" y="104607"/>
                </a:moveTo>
                <a:lnTo>
                  <a:pt x="440984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39225" y="3296229"/>
            <a:ext cx="84455" cy="86995"/>
          </a:xfrm>
          <a:custGeom>
            <a:avLst/>
            <a:gdLst/>
            <a:ahLst/>
            <a:cxnLst/>
            <a:rect l="l" t="t" r="r" b="b"/>
            <a:pathLst>
              <a:path w="84454" h="86995">
                <a:moveTo>
                  <a:pt x="20543" y="86502"/>
                </a:moveTo>
                <a:lnTo>
                  <a:pt x="84399" y="25664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69929" y="4109097"/>
            <a:ext cx="551180" cy="52705"/>
          </a:xfrm>
          <a:custGeom>
            <a:avLst/>
            <a:gdLst/>
            <a:ahLst/>
            <a:cxnLst/>
            <a:rect l="l" t="t" r="r" b="b"/>
            <a:pathLst>
              <a:path w="551179" h="52704">
                <a:moveTo>
                  <a:pt x="0" y="52709"/>
                </a:moveTo>
                <a:lnTo>
                  <a:pt x="550621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40449" y="4072115"/>
            <a:ext cx="80645" cy="88900"/>
          </a:xfrm>
          <a:custGeom>
            <a:avLst/>
            <a:gdLst/>
            <a:ahLst/>
            <a:cxnLst/>
            <a:rect l="l" t="t" r="r" b="b"/>
            <a:pathLst>
              <a:path w="80645" h="88900">
                <a:moveTo>
                  <a:pt x="8473" y="88498"/>
                </a:moveTo>
                <a:lnTo>
                  <a:pt x="80070" y="36981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77549" y="4610100"/>
            <a:ext cx="445770" cy="177800"/>
          </a:xfrm>
          <a:custGeom>
            <a:avLst/>
            <a:gdLst/>
            <a:ahLst/>
            <a:cxnLst/>
            <a:rect l="l" t="t" r="r" b="b"/>
            <a:pathLst>
              <a:path w="445770" h="177800">
                <a:moveTo>
                  <a:pt x="0" y="0"/>
                </a:moveTo>
                <a:lnTo>
                  <a:pt x="445526" y="177225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35842" y="4717853"/>
            <a:ext cx="87630" cy="83185"/>
          </a:xfrm>
          <a:custGeom>
            <a:avLst/>
            <a:gdLst/>
            <a:ahLst/>
            <a:cxnLst/>
            <a:rect l="l" t="t" r="r" b="b"/>
            <a:pathLst>
              <a:path w="87629" h="83185">
                <a:moveTo>
                  <a:pt x="32857" y="0"/>
                </a:moveTo>
                <a:lnTo>
                  <a:pt x="87233" y="69473"/>
                </a:lnTo>
                <a:lnTo>
                  <a:pt x="0" y="82603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56569" y="5384804"/>
            <a:ext cx="408940" cy="365125"/>
          </a:xfrm>
          <a:custGeom>
            <a:avLst/>
            <a:gdLst/>
            <a:ahLst/>
            <a:cxnLst/>
            <a:rect l="l" t="t" r="r" b="b"/>
            <a:pathLst>
              <a:path w="408939" h="365125">
                <a:moveTo>
                  <a:pt x="0" y="0"/>
                </a:moveTo>
                <a:lnTo>
                  <a:pt x="408919" y="364723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9017" y="5665625"/>
            <a:ext cx="86995" cy="84455"/>
          </a:xfrm>
          <a:custGeom>
            <a:avLst/>
            <a:gdLst/>
            <a:ahLst/>
            <a:cxnLst/>
            <a:rect l="l" t="t" r="r" b="b"/>
            <a:pathLst>
              <a:path w="86995" h="84454">
                <a:moveTo>
                  <a:pt x="59192" y="0"/>
                </a:moveTo>
                <a:lnTo>
                  <a:pt x="86471" y="83902"/>
                </a:lnTo>
                <a:lnTo>
                  <a:pt x="0" y="66351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03504" y="3035289"/>
            <a:ext cx="760095" cy="274955"/>
          </a:xfrm>
          <a:custGeom>
            <a:avLst/>
            <a:gdLst/>
            <a:ahLst/>
            <a:cxnLst/>
            <a:rect l="l" t="t" r="r" b="b"/>
            <a:pathLst>
              <a:path w="760095" h="274954">
                <a:moveTo>
                  <a:pt x="0" y="0"/>
                </a:moveTo>
                <a:lnTo>
                  <a:pt x="759720" y="27474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76447" y="3242310"/>
            <a:ext cx="86995" cy="83820"/>
          </a:xfrm>
          <a:custGeom>
            <a:avLst/>
            <a:gdLst/>
            <a:ahLst/>
            <a:cxnLst/>
            <a:rect l="l" t="t" r="r" b="b"/>
            <a:pathLst>
              <a:path w="86995" h="83820">
                <a:moveTo>
                  <a:pt x="30236" y="0"/>
                </a:moveTo>
                <a:lnTo>
                  <a:pt x="86776" y="67726"/>
                </a:lnTo>
                <a:lnTo>
                  <a:pt x="0" y="83606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603504" y="3964935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50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85804" y="3920490"/>
            <a:ext cx="76200" cy="88900"/>
          </a:xfrm>
          <a:custGeom>
            <a:avLst/>
            <a:gdLst/>
            <a:ahLst/>
            <a:cxnLst/>
            <a:rect l="l" t="t" r="r" b="b"/>
            <a:pathLst>
              <a:path w="76200" h="88900">
                <a:moveTo>
                  <a:pt x="0" y="88904"/>
                </a:moveTo>
                <a:lnTo>
                  <a:pt x="76199" y="44458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87323" y="4760046"/>
            <a:ext cx="648335" cy="172720"/>
          </a:xfrm>
          <a:custGeom>
            <a:avLst/>
            <a:gdLst/>
            <a:ahLst/>
            <a:cxnLst/>
            <a:rect l="l" t="t" r="r" b="b"/>
            <a:pathLst>
              <a:path w="648335" h="172720">
                <a:moveTo>
                  <a:pt x="0" y="172486"/>
                </a:moveTo>
                <a:lnTo>
                  <a:pt x="648285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50539" y="4736686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22859" y="85917"/>
                </a:moveTo>
                <a:lnTo>
                  <a:pt x="85069" y="23372"/>
                </a:lnTo>
                <a:lnTo>
                  <a:pt x="0" y="0"/>
                </a:lnTo>
              </a:path>
            </a:pathLst>
          </a:custGeom>
          <a:ln w="2032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628400" y="1606539"/>
            <a:ext cx="1897380" cy="840740"/>
          </a:xfrm>
          <a:custGeom>
            <a:avLst/>
            <a:gdLst/>
            <a:ahLst/>
            <a:cxnLst/>
            <a:rect l="l" t="t" r="r" b="b"/>
            <a:pathLst>
              <a:path w="1897379" h="840739">
                <a:moveTo>
                  <a:pt x="0" y="140147"/>
                </a:moveTo>
                <a:lnTo>
                  <a:pt x="6613" y="97465"/>
                </a:lnTo>
                <a:lnTo>
                  <a:pt x="25089" y="60089"/>
                </a:lnTo>
                <a:lnTo>
                  <a:pt x="53377" y="30067"/>
                </a:lnTo>
                <a:lnTo>
                  <a:pt x="89428" y="9448"/>
                </a:lnTo>
                <a:lnTo>
                  <a:pt x="131192" y="279"/>
                </a:lnTo>
                <a:lnTo>
                  <a:pt x="1757232" y="0"/>
                </a:lnTo>
                <a:lnTo>
                  <a:pt x="1771916" y="760"/>
                </a:lnTo>
                <a:lnTo>
                  <a:pt x="1813045" y="11553"/>
                </a:lnTo>
                <a:lnTo>
                  <a:pt x="1848195" y="33525"/>
                </a:lnTo>
                <a:lnTo>
                  <a:pt x="1875315" y="64628"/>
                </a:lnTo>
                <a:lnTo>
                  <a:pt x="1892353" y="102814"/>
                </a:lnTo>
                <a:lnTo>
                  <a:pt x="1897379" y="700643"/>
                </a:lnTo>
                <a:lnTo>
                  <a:pt x="1896619" y="715324"/>
                </a:lnTo>
                <a:lnTo>
                  <a:pt x="1885816" y="756444"/>
                </a:lnTo>
                <a:lnTo>
                  <a:pt x="1863830" y="791584"/>
                </a:lnTo>
                <a:lnTo>
                  <a:pt x="1832712" y="818691"/>
                </a:lnTo>
                <a:lnTo>
                  <a:pt x="1794516" y="835716"/>
                </a:lnTo>
                <a:lnTo>
                  <a:pt x="140116" y="840729"/>
                </a:lnTo>
                <a:lnTo>
                  <a:pt x="125428" y="839969"/>
                </a:lnTo>
                <a:lnTo>
                  <a:pt x="84292" y="829169"/>
                </a:lnTo>
                <a:lnTo>
                  <a:pt x="49142" y="807189"/>
                </a:lnTo>
                <a:lnTo>
                  <a:pt x="22031" y="776079"/>
                </a:lnTo>
                <a:lnTo>
                  <a:pt x="5008" y="737892"/>
                </a:lnTo>
                <a:lnTo>
                  <a:pt x="0" y="140147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624059" y="2335530"/>
            <a:ext cx="0" cy="551180"/>
          </a:xfrm>
          <a:custGeom>
            <a:avLst/>
            <a:gdLst/>
            <a:ahLst/>
            <a:cxnLst/>
            <a:rect l="l" t="t" r="r" b="b"/>
            <a:pathLst>
              <a:path h="551180">
                <a:moveTo>
                  <a:pt x="0" y="0"/>
                </a:moveTo>
                <a:lnTo>
                  <a:pt x="0" y="550743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512960" y="2695742"/>
            <a:ext cx="222250" cy="191135"/>
          </a:xfrm>
          <a:custGeom>
            <a:avLst/>
            <a:gdLst/>
            <a:ahLst/>
            <a:cxnLst/>
            <a:rect l="l" t="t" r="r" b="b"/>
            <a:pathLst>
              <a:path w="222250" h="191135">
                <a:moveTo>
                  <a:pt x="222260" y="30"/>
                </a:moveTo>
                <a:lnTo>
                  <a:pt x="111099" y="190530"/>
                </a:lnTo>
                <a:lnTo>
                  <a:pt x="0" y="0"/>
                </a:lnTo>
              </a:path>
            </a:pathLst>
          </a:custGeom>
          <a:ln w="634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2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E</a:t>
            </a:r>
            <a:r>
              <a:rPr spc="-20" dirty="0">
                <a:latin typeface="Calibri"/>
                <a:cs typeface="Calibri"/>
              </a:rPr>
              <a:t>N</a:t>
            </a:r>
            <a:r>
              <a:rPr spc="-30" dirty="0">
                <a:latin typeface="Calibri"/>
                <a:cs typeface="Calibri"/>
              </a:rPr>
              <a:t>GR</a:t>
            </a:r>
            <a:r>
              <a:rPr spc="-25" dirty="0">
                <a:latin typeface="Calibri"/>
                <a:cs typeface="Calibri"/>
              </a:rPr>
              <a:t>40</a:t>
            </a:r>
            <a:r>
              <a:rPr spc="-20" dirty="0">
                <a:latin typeface="Calibri"/>
                <a:cs typeface="Calibri"/>
              </a:rPr>
              <a:t>6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5" dirty="0">
                <a:latin typeface="Calibri"/>
                <a:cs typeface="Calibri"/>
              </a:rPr>
              <a:t>506)</a:t>
            </a:r>
          </a:p>
          <a:p>
            <a:pPr marL="165100">
              <a:lnSpc>
                <a:spcPts val="384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5" dirty="0">
                <a:latin typeface="Calibri"/>
                <a:cs typeface="Calibri"/>
              </a:rPr>
              <a:t>li</a:t>
            </a:r>
            <a:r>
              <a:rPr spc="-45" dirty="0">
                <a:latin typeface="Calibri"/>
                <a:cs typeface="Calibri"/>
              </a:rPr>
              <a:t>g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5" dirty="0">
                <a:latin typeface="Calibri"/>
                <a:cs typeface="Calibri"/>
              </a:rPr>
              <a:t>S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3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6938009" cy="328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D</a:t>
            </a:r>
            <a:r>
              <a:rPr sz="2600" u="heavy" dirty="0">
                <a:latin typeface="Calibri"/>
                <a:cs typeface="Calibri"/>
              </a:rPr>
              <a:t>is</a:t>
            </a:r>
            <a:r>
              <a:rPr sz="2600" u="heavy" spc="-15" dirty="0">
                <a:latin typeface="Calibri"/>
                <a:cs typeface="Calibri"/>
              </a:rPr>
              <a:t>c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-30" dirty="0">
                <a:latin typeface="Calibri"/>
                <a:cs typeface="Calibri"/>
              </a:rPr>
              <a:t>e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5" dirty="0">
                <a:latin typeface="Calibri"/>
                <a:cs typeface="Calibri"/>
              </a:rPr>
              <a:t>–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25" dirty="0">
                <a:latin typeface="Calibri"/>
                <a:cs typeface="Calibri"/>
              </a:rPr>
              <a:t>m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45" dirty="0">
                <a:latin typeface="Calibri"/>
                <a:cs typeface="Calibri"/>
              </a:rPr>
              <a:t> </a:t>
            </a:r>
            <a:r>
              <a:rPr sz="2600" u="heavy" spc="-170" dirty="0">
                <a:latin typeface="Calibri"/>
                <a:cs typeface="Calibri"/>
              </a:rPr>
              <a:t>T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an</a:t>
            </a:r>
            <a:r>
              <a:rPr sz="2600" u="heavy" spc="-20" dirty="0">
                <a:latin typeface="Calibri"/>
                <a:cs typeface="Calibri"/>
              </a:rPr>
              <a:t>s</a:t>
            </a:r>
            <a:r>
              <a:rPr sz="2600" u="heavy" spc="-55" dirty="0">
                <a:latin typeface="Calibri"/>
                <a:cs typeface="Calibri"/>
              </a:rPr>
              <a:t>f</a:t>
            </a:r>
            <a:r>
              <a:rPr sz="2600" u="heavy" spc="-10" dirty="0">
                <a:latin typeface="Calibri"/>
                <a:cs typeface="Calibri"/>
              </a:rPr>
              <a:t>er</a:t>
            </a:r>
            <a:r>
              <a:rPr sz="2600" u="heavy" spc="5" dirty="0">
                <a:latin typeface="Calibri"/>
                <a:cs typeface="Calibri"/>
              </a:rPr>
              <a:t> F</a:t>
            </a:r>
            <a:r>
              <a:rPr sz="2600" u="heavy" spc="-10" dirty="0">
                <a:latin typeface="Calibri"/>
                <a:cs typeface="Calibri"/>
              </a:rPr>
              <a:t>un</a:t>
            </a:r>
            <a:r>
              <a:rPr sz="2600" u="heavy" dirty="0">
                <a:latin typeface="Calibri"/>
                <a:cs typeface="Calibri"/>
              </a:rPr>
              <a:t>c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dirty="0">
                <a:latin typeface="Calibri"/>
                <a:cs typeface="Calibri"/>
              </a:rPr>
              <a:t>n</a:t>
            </a:r>
            <a:r>
              <a:rPr sz="2600" u="heavy" spc="-15" dirty="0">
                <a:latin typeface="Calibri"/>
                <a:cs typeface="Calibri"/>
              </a:rPr>
              <a:t> </a:t>
            </a:r>
            <a:r>
              <a:rPr sz="2600" u="heavy" spc="-30" dirty="0">
                <a:latin typeface="Calibri"/>
                <a:cs typeface="Calibri"/>
              </a:rPr>
              <a:t>M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25" dirty="0">
                <a:latin typeface="Calibri"/>
                <a:cs typeface="Calibri"/>
              </a:rPr>
              <a:t>d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dirty="0">
                <a:latin typeface="Calibri"/>
                <a:cs typeface="Calibri"/>
              </a:rPr>
              <a:t>ls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Sy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eedba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k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Addit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Ca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4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5335270" cy="376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W</a:t>
            </a:r>
            <a:r>
              <a:rPr sz="2600" u="heavy" spc="-50" dirty="0">
                <a:latin typeface="Calibri"/>
                <a:cs typeface="Calibri"/>
              </a:rPr>
              <a:t>h</a:t>
            </a:r>
            <a:r>
              <a:rPr sz="2600" u="heavy" spc="-15" dirty="0">
                <a:latin typeface="Calibri"/>
                <a:cs typeface="Calibri"/>
              </a:rPr>
              <a:t>y</a:t>
            </a:r>
            <a:r>
              <a:rPr sz="2600" u="heavy" spc="-30" dirty="0">
                <a:latin typeface="Calibri"/>
                <a:cs typeface="Calibri"/>
              </a:rPr>
              <a:t> M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de</a:t>
            </a:r>
            <a:r>
              <a:rPr sz="2600" u="heavy" dirty="0">
                <a:latin typeface="Calibri"/>
                <a:cs typeface="Calibri"/>
              </a:rPr>
              <a:t>l?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pe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7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ms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aus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an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E</a:t>
            </a:r>
            <a:r>
              <a:rPr spc="-40" dirty="0">
                <a:latin typeface="Calibri"/>
                <a:cs typeface="Calibri"/>
              </a:rPr>
              <a:t>f</a:t>
            </a:r>
            <a:r>
              <a:rPr spc="-80" dirty="0">
                <a:latin typeface="Calibri"/>
                <a:cs typeface="Calibri"/>
              </a:rPr>
              <a:t>f</a:t>
            </a:r>
            <a:r>
              <a:rPr spc="-15" dirty="0">
                <a:latin typeface="Calibri"/>
                <a:cs typeface="Calibri"/>
              </a:rPr>
              <a:t>ect</a:t>
            </a:r>
          </a:p>
        </p:txBody>
      </p:sp>
      <p:sp>
        <p:nvSpPr>
          <p:cNvPr id="5" name="object 5"/>
          <p:cNvSpPr/>
          <p:nvPr/>
        </p:nvSpPr>
        <p:spPr>
          <a:xfrm>
            <a:off x="2449829" y="2673339"/>
            <a:ext cx="3619500" cy="2258695"/>
          </a:xfrm>
          <a:custGeom>
            <a:avLst/>
            <a:gdLst/>
            <a:ahLst/>
            <a:cxnLst/>
            <a:rect l="l" t="t" r="r" b="b"/>
            <a:pathLst>
              <a:path w="3619500" h="2258695">
                <a:moveTo>
                  <a:pt x="3243132" y="0"/>
                </a:moveTo>
                <a:lnTo>
                  <a:pt x="376357" y="0"/>
                </a:lnTo>
                <a:lnTo>
                  <a:pt x="345491" y="1247"/>
                </a:lnTo>
                <a:lnTo>
                  <a:pt x="285917" y="10939"/>
                </a:lnTo>
                <a:lnTo>
                  <a:pt x="229865" y="29579"/>
                </a:lnTo>
                <a:lnTo>
                  <a:pt x="178111" y="56392"/>
                </a:lnTo>
                <a:lnTo>
                  <a:pt x="131431" y="90604"/>
                </a:lnTo>
                <a:lnTo>
                  <a:pt x="90598" y="131439"/>
                </a:lnTo>
                <a:lnTo>
                  <a:pt x="56388" y="178121"/>
                </a:lnTo>
                <a:lnTo>
                  <a:pt x="29577" y="229875"/>
                </a:lnTo>
                <a:lnTo>
                  <a:pt x="10938" y="285927"/>
                </a:lnTo>
                <a:lnTo>
                  <a:pt x="1247" y="345501"/>
                </a:lnTo>
                <a:lnTo>
                  <a:pt x="0" y="376367"/>
                </a:lnTo>
                <a:lnTo>
                  <a:pt x="0" y="1881716"/>
                </a:lnTo>
                <a:lnTo>
                  <a:pt x="4926" y="1942764"/>
                </a:lnTo>
                <a:lnTo>
                  <a:pt x="19187" y="2000676"/>
                </a:lnTo>
                <a:lnTo>
                  <a:pt x="42009" y="2054676"/>
                </a:lnTo>
                <a:lnTo>
                  <a:pt x="72617" y="2103990"/>
                </a:lnTo>
                <a:lnTo>
                  <a:pt x="110235" y="2147843"/>
                </a:lnTo>
                <a:lnTo>
                  <a:pt x="154089" y="2185460"/>
                </a:lnTo>
                <a:lnTo>
                  <a:pt x="203403" y="2216066"/>
                </a:lnTo>
                <a:lnTo>
                  <a:pt x="257402" y="2238887"/>
                </a:lnTo>
                <a:lnTo>
                  <a:pt x="315312" y="2253148"/>
                </a:lnTo>
                <a:lnTo>
                  <a:pt x="376357" y="2258074"/>
                </a:lnTo>
                <a:lnTo>
                  <a:pt x="3243132" y="2258074"/>
                </a:lnTo>
                <a:lnTo>
                  <a:pt x="3304177" y="2253148"/>
                </a:lnTo>
                <a:lnTo>
                  <a:pt x="3362086" y="2238887"/>
                </a:lnTo>
                <a:lnTo>
                  <a:pt x="3416086" y="2216066"/>
                </a:lnTo>
                <a:lnTo>
                  <a:pt x="3465402" y="2185460"/>
                </a:lnTo>
                <a:lnTo>
                  <a:pt x="3509257" y="2147843"/>
                </a:lnTo>
                <a:lnTo>
                  <a:pt x="3546877" y="2103990"/>
                </a:lnTo>
                <a:lnTo>
                  <a:pt x="3577486" y="2054676"/>
                </a:lnTo>
                <a:lnTo>
                  <a:pt x="3600310" y="2000676"/>
                </a:lnTo>
                <a:lnTo>
                  <a:pt x="3614573" y="1942764"/>
                </a:lnTo>
                <a:lnTo>
                  <a:pt x="3619499" y="1881716"/>
                </a:lnTo>
                <a:lnTo>
                  <a:pt x="3619499" y="376367"/>
                </a:lnTo>
                <a:lnTo>
                  <a:pt x="3614573" y="315322"/>
                </a:lnTo>
                <a:lnTo>
                  <a:pt x="3600310" y="257413"/>
                </a:lnTo>
                <a:lnTo>
                  <a:pt x="3577486" y="203412"/>
                </a:lnTo>
                <a:lnTo>
                  <a:pt x="3546877" y="154097"/>
                </a:lnTo>
                <a:lnTo>
                  <a:pt x="3509257" y="110242"/>
                </a:lnTo>
                <a:lnTo>
                  <a:pt x="3465402" y="72622"/>
                </a:lnTo>
                <a:lnTo>
                  <a:pt x="3416086" y="42012"/>
                </a:lnTo>
                <a:lnTo>
                  <a:pt x="3362086" y="19189"/>
                </a:lnTo>
                <a:lnTo>
                  <a:pt x="3304177" y="4926"/>
                </a:lnTo>
                <a:lnTo>
                  <a:pt x="32431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49829" y="2673339"/>
            <a:ext cx="3619500" cy="2258695"/>
          </a:xfrm>
          <a:custGeom>
            <a:avLst/>
            <a:gdLst/>
            <a:ahLst/>
            <a:cxnLst/>
            <a:rect l="l" t="t" r="r" b="b"/>
            <a:pathLst>
              <a:path w="3619500" h="2258695">
                <a:moveTo>
                  <a:pt x="0" y="376367"/>
                </a:moveTo>
                <a:lnTo>
                  <a:pt x="4926" y="315322"/>
                </a:lnTo>
                <a:lnTo>
                  <a:pt x="19187" y="257413"/>
                </a:lnTo>
                <a:lnTo>
                  <a:pt x="42009" y="203412"/>
                </a:lnTo>
                <a:lnTo>
                  <a:pt x="72617" y="154097"/>
                </a:lnTo>
                <a:lnTo>
                  <a:pt x="110235" y="110242"/>
                </a:lnTo>
                <a:lnTo>
                  <a:pt x="154089" y="72622"/>
                </a:lnTo>
                <a:lnTo>
                  <a:pt x="203403" y="42012"/>
                </a:lnTo>
                <a:lnTo>
                  <a:pt x="257402" y="19189"/>
                </a:lnTo>
                <a:lnTo>
                  <a:pt x="315312" y="4926"/>
                </a:lnTo>
                <a:lnTo>
                  <a:pt x="376357" y="0"/>
                </a:lnTo>
                <a:lnTo>
                  <a:pt x="3243132" y="0"/>
                </a:lnTo>
                <a:lnTo>
                  <a:pt x="3304177" y="4926"/>
                </a:lnTo>
                <a:lnTo>
                  <a:pt x="3362086" y="19189"/>
                </a:lnTo>
                <a:lnTo>
                  <a:pt x="3416086" y="42012"/>
                </a:lnTo>
                <a:lnTo>
                  <a:pt x="3465402" y="72622"/>
                </a:lnTo>
                <a:lnTo>
                  <a:pt x="3509257" y="110242"/>
                </a:lnTo>
                <a:lnTo>
                  <a:pt x="3546877" y="154097"/>
                </a:lnTo>
                <a:lnTo>
                  <a:pt x="3577486" y="203412"/>
                </a:lnTo>
                <a:lnTo>
                  <a:pt x="3600310" y="257413"/>
                </a:lnTo>
                <a:lnTo>
                  <a:pt x="3614573" y="315322"/>
                </a:lnTo>
                <a:lnTo>
                  <a:pt x="3619499" y="376367"/>
                </a:lnTo>
                <a:lnTo>
                  <a:pt x="3619499" y="1881716"/>
                </a:lnTo>
                <a:lnTo>
                  <a:pt x="3614573" y="1942764"/>
                </a:lnTo>
                <a:lnTo>
                  <a:pt x="3600310" y="2000676"/>
                </a:lnTo>
                <a:lnTo>
                  <a:pt x="3577486" y="2054676"/>
                </a:lnTo>
                <a:lnTo>
                  <a:pt x="3546877" y="2103990"/>
                </a:lnTo>
                <a:lnTo>
                  <a:pt x="3509257" y="2147843"/>
                </a:lnTo>
                <a:lnTo>
                  <a:pt x="3465402" y="2185460"/>
                </a:lnTo>
                <a:lnTo>
                  <a:pt x="3416086" y="2216066"/>
                </a:lnTo>
                <a:lnTo>
                  <a:pt x="3362086" y="2238887"/>
                </a:lnTo>
                <a:lnTo>
                  <a:pt x="3304177" y="2253148"/>
                </a:lnTo>
                <a:lnTo>
                  <a:pt x="3243132" y="2258074"/>
                </a:lnTo>
                <a:lnTo>
                  <a:pt x="376357" y="2258074"/>
                </a:lnTo>
                <a:lnTo>
                  <a:pt x="315312" y="2253148"/>
                </a:lnTo>
                <a:lnTo>
                  <a:pt x="257402" y="2238887"/>
                </a:lnTo>
                <a:lnTo>
                  <a:pt x="203403" y="2216066"/>
                </a:lnTo>
                <a:lnTo>
                  <a:pt x="154089" y="2185460"/>
                </a:lnTo>
                <a:lnTo>
                  <a:pt x="110235" y="2147843"/>
                </a:lnTo>
                <a:lnTo>
                  <a:pt x="72617" y="2103990"/>
                </a:lnTo>
                <a:lnTo>
                  <a:pt x="42009" y="2054676"/>
                </a:lnTo>
                <a:lnTo>
                  <a:pt x="19187" y="2000676"/>
                </a:lnTo>
                <a:lnTo>
                  <a:pt x="4926" y="1942764"/>
                </a:lnTo>
                <a:lnTo>
                  <a:pt x="0" y="1881716"/>
                </a:lnTo>
                <a:lnTo>
                  <a:pt x="0" y="376367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5171" y="39700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46889" y="392706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60429" y="4005584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02138" y="396262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60053" y="5028411"/>
            <a:ext cx="117348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y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st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5965" y="4213582"/>
            <a:ext cx="105600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7703" y="4213582"/>
            <a:ext cx="131254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5171" y="371603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46889" y="36730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5171" y="346457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46889" y="34215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83289" y="375413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24998" y="37111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6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83289" y="353567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24998" y="349273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6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43859" y="3009900"/>
            <a:ext cx="2603500" cy="1463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5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25" dirty="0">
                <a:latin typeface="Calibri"/>
                <a:cs typeface="Calibri"/>
              </a:rPr>
              <a:t>g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10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-</a:t>
            </a:r>
            <a:r>
              <a:rPr spc="-10" dirty="0">
                <a:latin typeface="Calibri"/>
                <a:cs typeface="Calibri"/>
              </a:rPr>
              <a:t>Inpu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,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gl</a:t>
            </a:r>
            <a:r>
              <a:rPr spc="-10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-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pu</a:t>
            </a:r>
            <a:r>
              <a:rPr spc="-15" dirty="0">
                <a:latin typeface="Calibri"/>
                <a:cs typeface="Calibri"/>
              </a:rPr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2449829" y="2673339"/>
            <a:ext cx="3619500" cy="2258695"/>
          </a:xfrm>
          <a:custGeom>
            <a:avLst/>
            <a:gdLst/>
            <a:ahLst/>
            <a:cxnLst/>
            <a:rect l="l" t="t" r="r" b="b"/>
            <a:pathLst>
              <a:path w="3619500" h="2258695">
                <a:moveTo>
                  <a:pt x="3243132" y="0"/>
                </a:moveTo>
                <a:lnTo>
                  <a:pt x="376357" y="0"/>
                </a:lnTo>
                <a:lnTo>
                  <a:pt x="345491" y="1247"/>
                </a:lnTo>
                <a:lnTo>
                  <a:pt x="285917" y="10939"/>
                </a:lnTo>
                <a:lnTo>
                  <a:pt x="229865" y="29579"/>
                </a:lnTo>
                <a:lnTo>
                  <a:pt x="178111" y="56392"/>
                </a:lnTo>
                <a:lnTo>
                  <a:pt x="131431" y="90604"/>
                </a:lnTo>
                <a:lnTo>
                  <a:pt x="90598" y="131439"/>
                </a:lnTo>
                <a:lnTo>
                  <a:pt x="56388" y="178121"/>
                </a:lnTo>
                <a:lnTo>
                  <a:pt x="29577" y="229875"/>
                </a:lnTo>
                <a:lnTo>
                  <a:pt x="10938" y="285927"/>
                </a:lnTo>
                <a:lnTo>
                  <a:pt x="1247" y="345501"/>
                </a:lnTo>
                <a:lnTo>
                  <a:pt x="0" y="376367"/>
                </a:lnTo>
                <a:lnTo>
                  <a:pt x="0" y="1881716"/>
                </a:lnTo>
                <a:lnTo>
                  <a:pt x="4926" y="1942764"/>
                </a:lnTo>
                <a:lnTo>
                  <a:pt x="19187" y="2000676"/>
                </a:lnTo>
                <a:lnTo>
                  <a:pt x="42009" y="2054676"/>
                </a:lnTo>
                <a:lnTo>
                  <a:pt x="72617" y="2103990"/>
                </a:lnTo>
                <a:lnTo>
                  <a:pt x="110235" y="2147843"/>
                </a:lnTo>
                <a:lnTo>
                  <a:pt x="154089" y="2185460"/>
                </a:lnTo>
                <a:lnTo>
                  <a:pt x="203403" y="2216066"/>
                </a:lnTo>
                <a:lnTo>
                  <a:pt x="257402" y="2238887"/>
                </a:lnTo>
                <a:lnTo>
                  <a:pt x="315312" y="2253148"/>
                </a:lnTo>
                <a:lnTo>
                  <a:pt x="376357" y="2258074"/>
                </a:lnTo>
                <a:lnTo>
                  <a:pt x="3243132" y="2258074"/>
                </a:lnTo>
                <a:lnTo>
                  <a:pt x="3304177" y="2253148"/>
                </a:lnTo>
                <a:lnTo>
                  <a:pt x="3362086" y="2238887"/>
                </a:lnTo>
                <a:lnTo>
                  <a:pt x="3416086" y="2216066"/>
                </a:lnTo>
                <a:lnTo>
                  <a:pt x="3465402" y="2185460"/>
                </a:lnTo>
                <a:lnTo>
                  <a:pt x="3509257" y="2147843"/>
                </a:lnTo>
                <a:lnTo>
                  <a:pt x="3546877" y="2103990"/>
                </a:lnTo>
                <a:lnTo>
                  <a:pt x="3577486" y="2054676"/>
                </a:lnTo>
                <a:lnTo>
                  <a:pt x="3600310" y="2000676"/>
                </a:lnTo>
                <a:lnTo>
                  <a:pt x="3614573" y="1942764"/>
                </a:lnTo>
                <a:lnTo>
                  <a:pt x="3619499" y="1881716"/>
                </a:lnTo>
                <a:lnTo>
                  <a:pt x="3619499" y="376367"/>
                </a:lnTo>
                <a:lnTo>
                  <a:pt x="3614573" y="315322"/>
                </a:lnTo>
                <a:lnTo>
                  <a:pt x="3600310" y="257413"/>
                </a:lnTo>
                <a:lnTo>
                  <a:pt x="3577486" y="203412"/>
                </a:lnTo>
                <a:lnTo>
                  <a:pt x="3546877" y="154097"/>
                </a:lnTo>
                <a:lnTo>
                  <a:pt x="3509257" y="110242"/>
                </a:lnTo>
                <a:lnTo>
                  <a:pt x="3465402" y="72622"/>
                </a:lnTo>
                <a:lnTo>
                  <a:pt x="3416086" y="42012"/>
                </a:lnTo>
                <a:lnTo>
                  <a:pt x="3362086" y="19189"/>
                </a:lnTo>
                <a:lnTo>
                  <a:pt x="3304177" y="4926"/>
                </a:lnTo>
                <a:lnTo>
                  <a:pt x="32431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49829" y="2673339"/>
            <a:ext cx="3619500" cy="2258695"/>
          </a:xfrm>
          <a:custGeom>
            <a:avLst/>
            <a:gdLst/>
            <a:ahLst/>
            <a:cxnLst/>
            <a:rect l="l" t="t" r="r" b="b"/>
            <a:pathLst>
              <a:path w="3619500" h="2258695">
                <a:moveTo>
                  <a:pt x="0" y="376367"/>
                </a:moveTo>
                <a:lnTo>
                  <a:pt x="4926" y="315322"/>
                </a:lnTo>
                <a:lnTo>
                  <a:pt x="19187" y="257413"/>
                </a:lnTo>
                <a:lnTo>
                  <a:pt x="42009" y="203412"/>
                </a:lnTo>
                <a:lnTo>
                  <a:pt x="72617" y="154097"/>
                </a:lnTo>
                <a:lnTo>
                  <a:pt x="110235" y="110242"/>
                </a:lnTo>
                <a:lnTo>
                  <a:pt x="154089" y="72622"/>
                </a:lnTo>
                <a:lnTo>
                  <a:pt x="203403" y="42012"/>
                </a:lnTo>
                <a:lnTo>
                  <a:pt x="257402" y="19189"/>
                </a:lnTo>
                <a:lnTo>
                  <a:pt x="315312" y="4926"/>
                </a:lnTo>
                <a:lnTo>
                  <a:pt x="376357" y="0"/>
                </a:lnTo>
                <a:lnTo>
                  <a:pt x="3243132" y="0"/>
                </a:lnTo>
                <a:lnTo>
                  <a:pt x="3304177" y="4926"/>
                </a:lnTo>
                <a:lnTo>
                  <a:pt x="3362086" y="19189"/>
                </a:lnTo>
                <a:lnTo>
                  <a:pt x="3416086" y="42012"/>
                </a:lnTo>
                <a:lnTo>
                  <a:pt x="3465402" y="72622"/>
                </a:lnTo>
                <a:lnTo>
                  <a:pt x="3509257" y="110242"/>
                </a:lnTo>
                <a:lnTo>
                  <a:pt x="3546877" y="154097"/>
                </a:lnTo>
                <a:lnTo>
                  <a:pt x="3577486" y="203412"/>
                </a:lnTo>
                <a:lnTo>
                  <a:pt x="3600310" y="257413"/>
                </a:lnTo>
                <a:lnTo>
                  <a:pt x="3614573" y="315322"/>
                </a:lnTo>
                <a:lnTo>
                  <a:pt x="3619499" y="376367"/>
                </a:lnTo>
                <a:lnTo>
                  <a:pt x="3619499" y="1881716"/>
                </a:lnTo>
                <a:lnTo>
                  <a:pt x="3614573" y="1942764"/>
                </a:lnTo>
                <a:lnTo>
                  <a:pt x="3600310" y="2000676"/>
                </a:lnTo>
                <a:lnTo>
                  <a:pt x="3577486" y="2054676"/>
                </a:lnTo>
                <a:lnTo>
                  <a:pt x="3546877" y="2103990"/>
                </a:lnTo>
                <a:lnTo>
                  <a:pt x="3509257" y="2147843"/>
                </a:lnTo>
                <a:lnTo>
                  <a:pt x="3465402" y="2185460"/>
                </a:lnTo>
                <a:lnTo>
                  <a:pt x="3416086" y="2216066"/>
                </a:lnTo>
                <a:lnTo>
                  <a:pt x="3362086" y="2238887"/>
                </a:lnTo>
                <a:lnTo>
                  <a:pt x="3304177" y="2253148"/>
                </a:lnTo>
                <a:lnTo>
                  <a:pt x="3243132" y="2258074"/>
                </a:lnTo>
                <a:lnTo>
                  <a:pt x="376357" y="2258074"/>
                </a:lnTo>
                <a:lnTo>
                  <a:pt x="315312" y="2253148"/>
                </a:lnTo>
                <a:lnTo>
                  <a:pt x="257402" y="2238887"/>
                </a:lnTo>
                <a:lnTo>
                  <a:pt x="203403" y="2216066"/>
                </a:lnTo>
                <a:lnTo>
                  <a:pt x="154089" y="2185460"/>
                </a:lnTo>
                <a:lnTo>
                  <a:pt x="110235" y="2147843"/>
                </a:lnTo>
                <a:lnTo>
                  <a:pt x="72617" y="2103990"/>
                </a:lnTo>
                <a:lnTo>
                  <a:pt x="42009" y="2054676"/>
                </a:lnTo>
                <a:lnTo>
                  <a:pt x="19187" y="2000676"/>
                </a:lnTo>
                <a:lnTo>
                  <a:pt x="4926" y="1942764"/>
                </a:lnTo>
                <a:lnTo>
                  <a:pt x="0" y="1881716"/>
                </a:lnTo>
                <a:lnTo>
                  <a:pt x="0" y="376367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5171" y="382524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46889" y="37822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19"/>
                </a:lnTo>
                <a:lnTo>
                  <a:pt x="0" y="88891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60429" y="384810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02138" y="38051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30" y="44519"/>
                </a:lnTo>
                <a:lnTo>
                  <a:pt x="0" y="88891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60053" y="5028411"/>
            <a:ext cx="117348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y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st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4807" y="4006318"/>
            <a:ext cx="8959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8983" y="3961610"/>
            <a:ext cx="11525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3200" y="2811780"/>
            <a:ext cx="2964179" cy="19735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6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I</a:t>
            </a:r>
            <a:r>
              <a:rPr spc="-5" dirty="0">
                <a:latin typeface="Calibri"/>
                <a:cs typeface="Calibri"/>
              </a:rPr>
              <a:t>ll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40" dirty="0">
                <a:latin typeface="Calibri"/>
                <a:cs typeface="Calibri"/>
              </a:rPr>
              <a:t>v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2620005" y="2279629"/>
            <a:ext cx="3622675" cy="1717675"/>
          </a:xfrm>
          <a:custGeom>
            <a:avLst/>
            <a:gdLst/>
            <a:ahLst/>
            <a:cxnLst/>
            <a:rect l="l" t="t" r="r" b="b"/>
            <a:pathLst>
              <a:path w="3622675" h="1717675">
                <a:moveTo>
                  <a:pt x="3335846" y="0"/>
                </a:moveTo>
                <a:lnTo>
                  <a:pt x="286191" y="0"/>
                </a:lnTo>
                <a:lnTo>
                  <a:pt x="262720" y="948"/>
                </a:lnTo>
                <a:lnTo>
                  <a:pt x="217417" y="8317"/>
                </a:lnTo>
                <a:lnTo>
                  <a:pt x="174794" y="22491"/>
                </a:lnTo>
                <a:lnTo>
                  <a:pt x="135439" y="42880"/>
                </a:lnTo>
                <a:lnTo>
                  <a:pt x="99942" y="68894"/>
                </a:lnTo>
                <a:lnTo>
                  <a:pt x="68892" y="99946"/>
                </a:lnTo>
                <a:lnTo>
                  <a:pt x="42878" y="135444"/>
                </a:lnTo>
                <a:lnTo>
                  <a:pt x="22490" y="174801"/>
                </a:lnTo>
                <a:lnTo>
                  <a:pt x="8317" y="217427"/>
                </a:lnTo>
                <a:lnTo>
                  <a:pt x="948" y="262733"/>
                </a:lnTo>
                <a:lnTo>
                  <a:pt x="0" y="286207"/>
                </a:lnTo>
                <a:lnTo>
                  <a:pt x="0" y="1430883"/>
                </a:lnTo>
                <a:lnTo>
                  <a:pt x="3745" y="1477303"/>
                </a:lnTo>
                <a:lnTo>
                  <a:pt x="14590" y="1521338"/>
                </a:lnTo>
                <a:lnTo>
                  <a:pt x="31944" y="1562399"/>
                </a:lnTo>
                <a:lnTo>
                  <a:pt x="55219" y="1599897"/>
                </a:lnTo>
                <a:lnTo>
                  <a:pt x="83824" y="1633242"/>
                </a:lnTo>
                <a:lnTo>
                  <a:pt x="117171" y="1661845"/>
                </a:lnTo>
                <a:lnTo>
                  <a:pt x="154671" y="1685118"/>
                </a:lnTo>
                <a:lnTo>
                  <a:pt x="195734" y="1702471"/>
                </a:lnTo>
                <a:lnTo>
                  <a:pt x="239770" y="1713314"/>
                </a:lnTo>
                <a:lnTo>
                  <a:pt x="286191" y="1717060"/>
                </a:lnTo>
                <a:lnTo>
                  <a:pt x="3335846" y="1717060"/>
                </a:lnTo>
                <a:lnTo>
                  <a:pt x="3382271" y="1713314"/>
                </a:lnTo>
                <a:lnTo>
                  <a:pt x="3426311" y="1702471"/>
                </a:lnTo>
                <a:lnTo>
                  <a:pt x="3467376" y="1685118"/>
                </a:lnTo>
                <a:lnTo>
                  <a:pt x="3504877" y="1661845"/>
                </a:lnTo>
                <a:lnTo>
                  <a:pt x="3538226" y="1633242"/>
                </a:lnTo>
                <a:lnTo>
                  <a:pt x="3566833" y="1599897"/>
                </a:lnTo>
                <a:lnTo>
                  <a:pt x="3590108" y="1562399"/>
                </a:lnTo>
                <a:lnTo>
                  <a:pt x="3607463" y="1521338"/>
                </a:lnTo>
                <a:lnTo>
                  <a:pt x="3618308" y="1477303"/>
                </a:lnTo>
                <a:lnTo>
                  <a:pt x="3622054" y="1430883"/>
                </a:lnTo>
                <a:lnTo>
                  <a:pt x="3622054" y="286207"/>
                </a:lnTo>
                <a:lnTo>
                  <a:pt x="3618308" y="239782"/>
                </a:lnTo>
                <a:lnTo>
                  <a:pt x="3607463" y="195743"/>
                </a:lnTo>
                <a:lnTo>
                  <a:pt x="3590108" y="154677"/>
                </a:lnTo>
                <a:lnTo>
                  <a:pt x="3566833" y="117176"/>
                </a:lnTo>
                <a:lnTo>
                  <a:pt x="3538226" y="83827"/>
                </a:lnTo>
                <a:lnTo>
                  <a:pt x="3504877" y="55220"/>
                </a:lnTo>
                <a:lnTo>
                  <a:pt x="3467376" y="31945"/>
                </a:lnTo>
                <a:lnTo>
                  <a:pt x="3426311" y="14590"/>
                </a:lnTo>
                <a:lnTo>
                  <a:pt x="3382271" y="3745"/>
                </a:lnTo>
                <a:lnTo>
                  <a:pt x="33358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20005" y="2279629"/>
            <a:ext cx="3622675" cy="1717675"/>
          </a:xfrm>
          <a:custGeom>
            <a:avLst/>
            <a:gdLst/>
            <a:ahLst/>
            <a:cxnLst/>
            <a:rect l="l" t="t" r="r" b="b"/>
            <a:pathLst>
              <a:path w="3622675" h="1717675">
                <a:moveTo>
                  <a:pt x="0" y="286207"/>
                </a:moveTo>
                <a:lnTo>
                  <a:pt x="3745" y="239782"/>
                </a:lnTo>
                <a:lnTo>
                  <a:pt x="14590" y="195743"/>
                </a:lnTo>
                <a:lnTo>
                  <a:pt x="31944" y="154677"/>
                </a:lnTo>
                <a:lnTo>
                  <a:pt x="55219" y="117176"/>
                </a:lnTo>
                <a:lnTo>
                  <a:pt x="83824" y="83827"/>
                </a:lnTo>
                <a:lnTo>
                  <a:pt x="117171" y="55220"/>
                </a:lnTo>
                <a:lnTo>
                  <a:pt x="154671" y="31945"/>
                </a:lnTo>
                <a:lnTo>
                  <a:pt x="195734" y="14590"/>
                </a:lnTo>
                <a:lnTo>
                  <a:pt x="239770" y="3745"/>
                </a:lnTo>
                <a:lnTo>
                  <a:pt x="286191" y="0"/>
                </a:lnTo>
                <a:lnTo>
                  <a:pt x="3335846" y="0"/>
                </a:lnTo>
                <a:lnTo>
                  <a:pt x="3382271" y="3745"/>
                </a:lnTo>
                <a:lnTo>
                  <a:pt x="3426311" y="14590"/>
                </a:lnTo>
                <a:lnTo>
                  <a:pt x="3467376" y="31945"/>
                </a:lnTo>
                <a:lnTo>
                  <a:pt x="3504877" y="55220"/>
                </a:lnTo>
                <a:lnTo>
                  <a:pt x="3538226" y="83827"/>
                </a:lnTo>
                <a:lnTo>
                  <a:pt x="3566833" y="117176"/>
                </a:lnTo>
                <a:lnTo>
                  <a:pt x="3590108" y="154677"/>
                </a:lnTo>
                <a:lnTo>
                  <a:pt x="3607463" y="195743"/>
                </a:lnTo>
                <a:lnTo>
                  <a:pt x="3618308" y="239782"/>
                </a:lnTo>
                <a:lnTo>
                  <a:pt x="3622054" y="286207"/>
                </a:lnTo>
                <a:lnTo>
                  <a:pt x="3622054" y="1430883"/>
                </a:lnTo>
                <a:lnTo>
                  <a:pt x="3618308" y="1477303"/>
                </a:lnTo>
                <a:lnTo>
                  <a:pt x="3607463" y="1521338"/>
                </a:lnTo>
                <a:lnTo>
                  <a:pt x="3590108" y="1562399"/>
                </a:lnTo>
                <a:lnTo>
                  <a:pt x="3566833" y="1599897"/>
                </a:lnTo>
                <a:lnTo>
                  <a:pt x="3538226" y="1633242"/>
                </a:lnTo>
                <a:lnTo>
                  <a:pt x="3504877" y="1661845"/>
                </a:lnTo>
                <a:lnTo>
                  <a:pt x="3467376" y="1685118"/>
                </a:lnTo>
                <a:lnTo>
                  <a:pt x="3426311" y="1702471"/>
                </a:lnTo>
                <a:lnTo>
                  <a:pt x="3382271" y="1713314"/>
                </a:lnTo>
                <a:lnTo>
                  <a:pt x="3335846" y="1717060"/>
                </a:lnTo>
                <a:lnTo>
                  <a:pt x="286191" y="1717060"/>
                </a:lnTo>
                <a:lnTo>
                  <a:pt x="239770" y="1713314"/>
                </a:lnTo>
                <a:lnTo>
                  <a:pt x="195734" y="1702471"/>
                </a:lnTo>
                <a:lnTo>
                  <a:pt x="154671" y="1685118"/>
                </a:lnTo>
                <a:lnTo>
                  <a:pt x="117171" y="1661845"/>
                </a:lnTo>
                <a:lnTo>
                  <a:pt x="83824" y="1633242"/>
                </a:lnTo>
                <a:lnTo>
                  <a:pt x="55219" y="1599897"/>
                </a:lnTo>
                <a:lnTo>
                  <a:pt x="31944" y="1562399"/>
                </a:lnTo>
                <a:lnTo>
                  <a:pt x="14590" y="1521338"/>
                </a:lnTo>
                <a:lnTo>
                  <a:pt x="3745" y="1477303"/>
                </a:lnTo>
                <a:lnTo>
                  <a:pt x="0" y="1430883"/>
                </a:lnTo>
                <a:lnTo>
                  <a:pt x="0" y="286207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14484" y="3136893"/>
            <a:ext cx="3274060" cy="0"/>
          </a:xfrm>
          <a:custGeom>
            <a:avLst/>
            <a:gdLst/>
            <a:ahLst/>
            <a:cxnLst/>
            <a:rect l="l" t="t" r="r" b="b"/>
            <a:pathLst>
              <a:path w="3274060">
                <a:moveTo>
                  <a:pt x="0" y="0"/>
                </a:moveTo>
                <a:lnTo>
                  <a:pt x="327355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69109" y="2632598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8107" y="2632598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30563" y="2632598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5753" y="2714384"/>
            <a:ext cx="144462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7555" algn="l"/>
              </a:tabLst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9160" y="2714384"/>
            <a:ext cx="6838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22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8275" y="3151961"/>
            <a:ext cx="134429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67435" algn="l"/>
              </a:tabLst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72236" y="3151961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87779" y="3233747"/>
            <a:ext cx="298704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14755" algn="l"/>
                <a:tab pos="2289175" algn="l"/>
              </a:tabLst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5359" y="318006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5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17065" y="313712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33159" y="316739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74868" y="312441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79125" y="2512170"/>
            <a:ext cx="28765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7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6218" y="2512170"/>
            <a:ext cx="3086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6887" y="4094807"/>
            <a:ext cx="5317490" cy="2153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0780" marR="13335" indent="363220">
              <a:lnSpc>
                <a:spcPct val="78100"/>
              </a:lnSpc>
            </a:pP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c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-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me</a:t>
            </a:r>
            <a:r>
              <a:rPr sz="3200" spc="-1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20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7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80" dirty="0">
                <a:solidFill>
                  <a:srgbClr val="4471C4"/>
                </a:solidFill>
                <a:latin typeface="Calibri"/>
                <a:cs typeface="Calibri"/>
              </a:rPr>
              <a:t>f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er</a:t>
            </a:r>
            <a:r>
              <a:rPr sz="3200" spc="-12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F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un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cti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42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b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ack</a:t>
            </a:r>
            <a:r>
              <a:rPr sz="3200" spc="-7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spc="-10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h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if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7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7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9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  <a:p>
            <a:pPr marL="512445">
              <a:lnSpc>
                <a:spcPts val="342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me</a:t>
            </a:r>
            <a:r>
              <a:rPr sz="3200" spc="-9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le</a:t>
            </a:r>
            <a:r>
              <a:rPr sz="3200" spc="-7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7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z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,</a:t>
            </a:r>
            <a:r>
              <a:rPr sz="3200" spc="-8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q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,</a:t>
            </a:r>
            <a:r>
              <a:rPr sz="3200" spc="-6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65" dirty="0">
                <a:solidFill>
                  <a:srgbClr val="4471C4"/>
                </a:solidFill>
                <a:latin typeface="Calibri"/>
                <a:cs typeface="Calibri"/>
              </a:rPr>
              <a:t>B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,</a:t>
            </a:r>
            <a:r>
              <a:rPr sz="3200" spc="-8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c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.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6488" y="3360442"/>
            <a:ext cx="8959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30664" y="3281599"/>
            <a:ext cx="11525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20" dirty="0">
                <a:latin typeface="Calibri"/>
                <a:cs typeface="Calibri"/>
              </a:rPr>
              <a:t>N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i</a:t>
            </a:r>
            <a:r>
              <a:rPr spc="-35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2058673" y="271143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4687128" y="0"/>
                </a:moveTo>
                <a:lnTo>
                  <a:pt x="286179" y="0"/>
                </a:lnTo>
                <a:lnTo>
                  <a:pt x="262707" y="948"/>
                </a:lnTo>
                <a:lnTo>
                  <a:pt x="217406" y="8317"/>
                </a:lnTo>
                <a:lnTo>
                  <a:pt x="174783" y="22490"/>
                </a:lnTo>
                <a:lnTo>
                  <a:pt x="135430" y="42878"/>
                </a:lnTo>
                <a:lnTo>
                  <a:pt x="99935" y="68891"/>
                </a:lnTo>
                <a:lnTo>
                  <a:pt x="68887" y="99940"/>
                </a:lnTo>
                <a:lnTo>
                  <a:pt x="42875" y="135436"/>
                </a:lnTo>
                <a:lnTo>
                  <a:pt x="22488" y="174788"/>
                </a:lnTo>
                <a:lnTo>
                  <a:pt x="8316" y="217409"/>
                </a:lnTo>
                <a:lnTo>
                  <a:pt x="948" y="262707"/>
                </a:lnTo>
                <a:lnTo>
                  <a:pt x="0" y="286176"/>
                </a:lnTo>
                <a:lnTo>
                  <a:pt x="0" y="1430862"/>
                </a:lnTo>
                <a:lnTo>
                  <a:pt x="3745" y="1477286"/>
                </a:lnTo>
                <a:lnTo>
                  <a:pt x="14589" y="1521323"/>
                </a:lnTo>
                <a:lnTo>
                  <a:pt x="31942" y="1562385"/>
                </a:lnTo>
                <a:lnTo>
                  <a:pt x="55214" y="1599883"/>
                </a:lnTo>
                <a:lnTo>
                  <a:pt x="83818" y="1633228"/>
                </a:lnTo>
                <a:lnTo>
                  <a:pt x="117163" y="1661830"/>
                </a:lnTo>
                <a:lnTo>
                  <a:pt x="154661" y="1685102"/>
                </a:lnTo>
                <a:lnTo>
                  <a:pt x="195723" y="1702453"/>
                </a:lnTo>
                <a:lnTo>
                  <a:pt x="239758" y="1713296"/>
                </a:lnTo>
                <a:lnTo>
                  <a:pt x="286179" y="1717041"/>
                </a:lnTo>
                <a:lnTo>
                  <a:pt x="4687128" y="1717041"/>
                </a:lnTo>
                <a:lnTo>
                  <a:pt x="4733552" y="1713296"/>
                </a:lnTo>
                <a:lnTo>
                  <a:pt x="4777589" y="1702453"/>
                </a:lnTo>
                <a:lnTo>
                  <a:pt x="4818651" y="1685102"/>
                </a:lnTo>
                <a:lnTo>
                  <a:pt x="4856149" y="1661830"/>
                </a:lnTo>
                <a:lnTo>
                  <a:pt x="4889493" y="1633228"/>
                </a:lnTo>
                <a:lnTo>
                  <a:pt x="4918095" y="1599883"/>
                </a:lnTo>
                <a:lnTo>
                  <a:pt x="4941366" y="1562385"/>
                </a:lnTo>
                <a:lnTo>
                  <a:pt x="4958717" y="1521323"/>
                </a:lnTo>
                <a:lnTo>
                  <a:pt x="4969560" y="1477286"/>
                </a:lnTo>
                <a:lnTo>
                  <a:pt x="4973305" y="1430862"/>
                </a:lnTo>
                <a:lnTo>
                  <a:pt x="4973305" y="286176"/>
                </a:lnTo>
                <a:lnTo>
                  <a:pt x="4969560" y="239760"/>
                </a:lnTo>
                <a:lnTo>
                  <a:pt x="4958717" y="195727"/>
                </a:lnTo>
                <a:lnTo>
                  <a:pt x="4941366" y="154667"/>
                </a:lnTo>
                <a:lnTo>
                  <a:pt x="4918095" y="117169"/>
                </a:lnTo>
                <a:lnTo>
                  <a:pt x="4889493" y="83823"/>
                </a:lnTo>
                <a:lnTo>
                  <a:pt x="4856149" y="55219"/>
                </a:lnTo>
                <a:lnTo>
                  <a:pt x="4818651" y="31944"/>
                </a:lnTo>
                <a:lnTo>
                  <a:pt x="4777589" y="14590"/>
                </a:lnTo>
                <a:lnTo>
                  <a:pt x="4733552" y="3745"/>
                </a:lnTo>
                <a:lnTo>
                  <a:pt x="46871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8673" y="271143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0" y="286176"/>
                </a:moveTo>
                <a:lnTo>
                  <a:pt x="3745" y="239760"/>
                </a:lnTo>
                <a:lnTo>
                  <a:pt x="14589" y="195727"/>
                </a:lnTo>
                <a:lnTo>
                  <a:pt x="31942" y="154667"/>
                </a:lnTo>
                <a:lnTo>
                  <a:pt x="55214" y="117169"/>
                </a:lnTo>
                <a:lnTo>
                  <a:pt x="83818" y="83823"/>
                </a:lnTo>
                <a:lnTo>
                  <a:pt x="117163" y="55219"/>
                </a:lnTo>
                <a:lnTo>
                  <a:pt x="154661" y="31944"/>
                </a:lnTo>
                <a:lnTo>
                  <a:pt x="195723" y="14590"/>
                </a:lnTo>
                <a:lnTo>
                  <a:pt x="239758" y="3745"/>
                </a:lnTo>
                <a:lnTo>
                  <a:pt x="286179" y="0"/>
                </a:lnTo>
                <a:lnTo>
                  <a:pt x="4687128" y="0"/>
                </a:lnTo>
                <a:lnTo>
                  <a:pt x="4733552" y="3745"/>
                </a:lnTo>
                <a:lnTo>
                  <a:pt x="4777589" y="14590"/>
                </a:lnTo>
                <a:lnTo>
                  <a:pt x="4818651" y="31944"/>
                </a:lnTo>
                <a:lnTo>
                  <a:pt x="4856149" y="55219"/>
                </a:lnTo>
                <a:lnTo>
                  <a:pt x="4889493" y="83823"/>
                </a:lnTo>
                <a:lnTo>
                  <a:pt x="4918095" y="117169"/>
                </a:lnTo>
                <a:lnTo>
                  <a:pt x="4941366" y="154667"/>
                </a:lnTo>
                <a:lnTo>
                  <a:pt x="4958717" y="195727"/>
                </a:lnTo>
                <a:lnTo>
                  <a:pt x="4969560" y="239760"/>
                </a:lnTo>
                <a:lnTo>
                  <a:pt x="4973305" y="286176"/>
                </a:lnTo>
                <a:lnTo>
                  <a:pt x="4973305" y="1430862"/>
                </a:lnTo>
                <a:lnTo>
                  <a:pt x="4969560" y="1477286"/>
                </a:lnTo>
                <a:lnTo>
                  <a:pt x="4958717" y="1521323"/>
                </a:lnTo>
                <a:lnTo>
                  <a:pt x="4941366" y="1562385"/>
                </a:lnTo>
                <a:lnTo>
                  <a:pt x="4918095" y="1599883"/>
                </a:lnTo>
                <a:lnTo>
                  <a:pt x="4889493" y="1633228"/>
                </a:lnTo>
                <a:lnTo>
                  <a:pt x="4856149" y="1661830"/>
                </a:lnTo>
                <a:lnTo>
                  <a:pt x="4818651" y="1685102"/>
                </a:lnTo>
                <a:lnTo>
                  <a:pt x="4777589" y="1702453"/>
                </a:lnTo>
                <a:lnTo>
                  <a:pt x="4733552" y="1713296"/>
                </a:lnTo>
                <a:lnTo>
                  <a:pt x="4687128" y="1717041"/>
                </a:lnTo>
                <a:lnTo>
                  <a:pt x="286179" y="1717041"/>
                </a:lnTo>
                <a:lnTo>
                  <a:pt x="239758" y="1713296"/>
                </a:lnTo>
                <a:lnTo>
                  <a:pt x="195723" y="1702453"/>
                </a:lnTo>
                <a:lnTo>
                  <a:pt x="154661" y="1685102"/>
                </a:lnTo>
                <a:lnTo>
                  <a:pt x="117163" y="1661830"/>
                </a:lnTo>
                <a:lnTo>
                  <a:pt x="83818" y="1633228"/>
                </a:lnTo>
                <a:lnTo>
                  <a:pt x="55214" y="1599883"/>
                </a:lnTo>
                <a:lnTo>
                  <a:pt x="31942" y="1562385"/>
                </a:lnTo>
                <a:lnTo>
                  <a:pt x="14589" y="1521323"/>
                </a:lnTo>
                <a:lnTo>
                  <a:pt x="3745" y="1477286"/>
                </a:lnTo>
                <a:lnTo>
                  <a:pt x="0" y="1430862"/>
                </a:lnTo>
                <a:lnTo>
                  <a:pt x="0" y="28617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0916" y="3632847"/>
            <a:ext cx="4332605" cy="0"/>
          </a:xfrm>
          <a:custGeom>
            <a:avLst/>
            <a:gdLst/>
            <a:ahLst/>
            <a:cxnLst/>
            <a:rect l="l" t="t" r="r" b="b"/>
            <a:pathLst>
              <a:path w="4332605">
                <a:moveTo>
                  <a:pt x="0" y="0"/>
                </a:moveTo>
                <a:lnTo>
                  <a:pt x="4332420" y="0"/>
                </a:lnTo>
              </a:path>
            </a:pathLst>
          </a:custGeom>
          <a:ln w="116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7101" y="3216593"/>
            <a:ext cx="4306570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5" dirty="0">
                <a:latin typeface="Times New Roman"/>
                <a:cs typeface="Times New Roman"/>
              </a:rPr>
              <a:t>27.4671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44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65.641</a:t>
            </a:r>
            <a:r>
              <a:rPr sz="2200" spc="-20" dirty="0">
                <a:latin typeface="Times New Roman"/>
                <a:cs typeface="Times New Roman"/>
              </a:rPr>
              <a:t>8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2</a:t>
            </a:r>
            <a:r>
              <a:rPr sz="2475" spc="232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91.100</a:t>
            </a:r>
            <a:r>
              <a:rPr sz="2200" spc="-20" dirty="0">
                <a:latin typeface="Times New Roman"/>
                <a:cs typeface="Times New Roman"/>
              </a:rPr>
              <a:t>6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3</a:t>
            </a:r>
            <a:endParaRPr sz="2475" baseline="3367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5745" y="3643253"/>
            <a:ext cx="425894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2.4425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44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2.2794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2</a:t>
            </a:r>
            <a:r>
              <a:rPr sz="2475" spc="232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0.8274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3</a:t>
            </a:r>
            <a:endParaRPr sz="2475" baseline="3367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1311" y="360935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3029" y="35663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25640" y="359664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67348" y="35536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936071" y="3097749"/>
            <a:ext cx="1371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20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8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5906" y="2941418"/>
            <a:ext cx="174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y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0777" y="3097749"/>
            <a:ext cx="1371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20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9648" y="2941418"/>
            <a:ext cx="193040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8469" y="4524347"/>
            <a:ext cx="2890520" cy="81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63220">
              <a:lnSpc>
                <a:spcPct val="78100"/>
              </a:lnSpc>
            </a:pP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c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-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me</a:t>
            </a:r>
            <a:r>
              <a:rPr sz="3200" spc="-1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20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7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80" dirty="0">
                <a:solidFill>
                  <a:srgbClr val="4471C4"/>
                </a:solidFill>
                <a:latin typeface="Calibri"/>
                <a:cs typeface="Calibri"/>
              </a:rPr>
              <a:t>f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er</a:t>
            </a:r>
            <a:r>
              <a:rPr sz="3200" spc="-12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F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un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cti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086" y="3789982"/>
            <a:ext cx="8959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2828" y="3711150"/>
            <a:ext cx="11525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17766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?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9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855871"/>
            <a:ext cx="8382000" cy="4852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cie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pot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esis</a:t>
            </a:r>
            <a:r>
              <a:rPr sz="26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udy</a:t>
            </a:r>
            <a:endParaRPr lang="en-NZ" sz="2600" spc="-1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000" b="1" dirty="0"/>
              <a:t>Mathematical modelling is the process of describing a real world problem in mathematical terms, usually in the form of equations, </a:t>
            </a:r>
            <a:endParaRPr sz="2000" b="1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l?</a:t>
            </a:r>
          </a:p>
          <a:p>
            <a:pPr marL="698500" lvl="1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und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ng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ng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ul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ann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ng</a:t>
            </a:r>
            <a:endParaRPr sz="2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imis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  <a:p>
            <a:pPr marL="698500" lvl="1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ol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esi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Sci</a:t>
            </a:r>
            <a:r>
              <a:rPr spc="10" dirty="0">
                <a:latin typeface="Calibri"/>
                <a:cs typeface="Calibri"/>
              </a:rPr>
              <a:t>e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tif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dirty="0">
                <a:latin typeface="Calibri"/>
                <a:cs typeface="Calibri"/>
              </a:rPr>
              <a:t>c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-3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6899909" cy="734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297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pper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15" dirty="0">
                <a:latin typeface="Calibri"/>
                <a:cs typeface="Calibri"/>
              </a:rPr>
              <a:t>1959)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eed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ia</a:t>
            </a:r>
          </a:p>
          <a:p>
            <a:pPr marL="241300">
              <a:lnSpc>
                <a:spcPts val="2970"/>
              </a:lnSpc>
            </a:pP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5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ci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lsi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4104" y="2978146"/>
            <a:ext cx="19094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lli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Fl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3400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ha</a:t>
            </a:r>
            <a:r>
              <a:rPr sz="3400" spc="-25" dirty="0">
                <a:solidFill>
                  <a:srgbClr val="C00000"/>
                </a:solidFill>
                <a:latin typeface="Calibri"/>
                <a:cs typeface="Calibri"/>
              </a:rPr>
              <a:t>rt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0736" y="180197"/>
            <a:ext cx="4948976" cy="26489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0737" y="180199"/>
            <a:ext cx="4949190" cy="2649220"/>
          </a:xfrm>
          <a:custGeom>
            <a:avLst/>
            <a:gdLst/>
            <a:ahLst/>
            <a:cxnLst/>
            <a:rect l="l" t="t" r="r" b="b"/>
            <a:pathLst>
              <a:path w="4949190" h="2649220">
                <a:moveTo>
                  <a:pt x="0" y="0"/>
                </a:moveTo>
                <a:lnTo>
                  <a:pt x="4948985" y="0"/>
                </a:lnTo>
                <a:lnTo>
                  <a:pt x="4948985" y="2649009"/>
                </a:lnTo>
                <a:lnTo>
                  <a:pt x="0" y="2649009"/>
                </a:lnTo>
                <a:lnTo>
                  <a:pt x="0" y="0"/>
                </a:lnTo>
                <a:close/>
              </a:path>
            </a:pathLst>
          </a:custGeom>
          <a:ln w="106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53533" y="317967"/>
            <a:ext cx="1256030" cy="625475"/>
          </a:xfrm>
          <a:custGeom>
            <a:avLst/>
            <a:gdLst/>
            <a:ahLst/>
            <a:cxnLst/>
            <a:rect l="l" t="t" r="r" b="b"/>
            <a:pathLst>
              <a:path w="1256029" h="625475">
                <a:moveTo>
                  <a:pt x="1213088" y="0"/>
                </a:moveTo>
                <a:lnTo>
                  <a:pt x="35639" y="524"/>
                </a:lnTo>
                <a:lnTo>
                  <a:pt x="2709" y="23997"/>
                </a:lnTo>
                <a:lnTo>
                  <a:pt x="0" y="37063"/>
                </a:lnTo>
                <a:lnTo>
                  <a:pt x="610" y="594371"/>
                </a:lnTo>
                <a:lnTo>
                  <a:pt x="5671" y="606585"/>
                </a:lnTo>
                <a:lnTo>
                  <a:pt x="15054" y="616341"/>
                </a:lnTo>
                <a:lnTo>
                  <a:pt x="27796" y="622805"/>
                </a:lnTo>
                <a:lnTo>
                  <a:pt x="42934" y="625144"/>
                </a:lnTo>
                <a:lnTo>
                  <a:pt x="1220419" y="624615"/>
                </a:lnTo>
                <a:lnTo>
                  <a:pt x="1234559" y="620241"/>
                </a:lnTo>
                <a:lnTo>
                  <a:pt x="1245849" y="612135"/>
                </a:lnTo>
                <a:lnTo>
                  <a:pt x="1253328" y="601127"/>
                </a:lnTo>
                <a:lnTo>
                  <a:pt x="1256035" y="588050"/>
                </a:lnTo>
                <a:lnTo>
                  <a:pt x="1255426" y="30761"/>
                </a:lnTo>
                <a:lnTo>
                  <a:pt x="1250368" y="18556"/>
                </a:lnTo>
                <a:lnTo>
                  <a:pt x="1240985" y="8803"/>
                </a:lnTo>
                <a:lnTo>
                  <a:pt x="1228237" y="2340"/>
                </a:lnTo>
                <a:lnTo>
                  <a:pt x="1213088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53531" y="317947"/>
            <a:ext cx="1256030" cy="625475"/>
          </a:xfrm>
          <a:custGeom>
            <a:avLst/>
            <a:gdLst/>
            <a:ahLst/>
            <a:cxnLst/>
            <a:rect l="l" t="t" r="r" b="b"/>
            <a:pathLst>
              <a:path w="1256029" h="625475">
                <a:moveTo>
                  <a:pt x="0" y="37094"/>
                </a:moveTo>
                <a:lnTo>
                  <a:pt x="21480" y="4902"/>
                </a:lnTo>
                <a:lnTo>
                  <a:pt x="1213104" y="0"/>
                </a:lnTo>
                <a:lnTo>
                  <a:pt x="1228238" y="2342"/>
                </a:lnTo>
                <a:lnTo>
                  <a:pt x="1240977" y="8811"/>
                </a:lnTo>
                <a:lnTo>
                  <a:pt x="1250358" y="18571"/>
                </a:lnTo>
                <a:lnTo>
                  <a:pt x="1255415" y="30786"/>
                </a:lnTo>
                <a:lnTo>
                  <a:pt x="1256024" y="588086"/>
                </a:lnTo>
                <a:lnTo>
                  <a:pt x="1253315" y="601162"/>
                </a:lnTo>
                <a:lnTo>
                  <a:pt x="1245833" y="612172"/>
                </a:lnTo>
                <a:lnTo>
                  <a:pt x="1234541" y="620281"/>
                </a:lnTo>
                <a:lnTo>
                  <a:pt x="1220405" y="624654"/>
                </a:lnTo>
                <a:lnTo>
                  <a:pt x="42935" y="625180"/>
                </a:lnTo>
                <a:lnTo>
                  <a:pt x="27797" y="622839"/>
                </a:lnTo>
                <a:lnTo>
                  <a:pt x="15054" y="616373"/>
                </a:lnTo>
                <a:lnTo>
                  <a:pt x="5671" y="606616"/>
                </a:lnTo>
                <a:lnTo>
                  <a:pt x="611" y="594404"/>
                </a:lnTo>
                <a:lnTo>
                  <a:pt x="0" y="37094"/>
                </a:lnTo>
                <a:close/>
              </a:path>
            </a:pathLst>
          </a:custGeom>
          <a:ln w="10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21325" y="286176"/>
            <a:ext cx="1256030" cy="625475"/>
          </a:xfrm>
          <a:custGeom>
            <a:avLst/>
            <a:gdLst/>
            <a:ahLst/>
            <a:cxnLst/>
            <a:rect l="l" t="t" r="r" b="b"/>
            <a:pathLst>
              <a:path w="1256029" h="625475">
                <a:moveTo>
                  <a:pt x="1213079" y="0"/>
                </a:moveTo>
                <a:lnTo>
                  <a:pt x="35638" y="526"/>
                </a:lnTo>
                <a:lnTo>
                  <a:pt x="2709" y="23999"/>
                </a:lnTo>
                <a:lnTo>
                  <a:pt x="0" y="37063"/>
                </a:lnTo>
                <a:lnTo>
                  <a:pt x="608" y="594390"/>
                </a:lnTo>
                <a:lnTo>
                  <a:pt x="5667" y="606602"/>
                </a:lnTo>
                <a:lnTo>
                  <a:pt x="15052" y="616350"/>
                </a:lnTo>
                <a:lnTo>
                  <a:pt x="27799" y="622808"/>
                </a:lnTo>
                <a:lnTo>
                  <a:pt x="42946" y="625144"/>
                </a:lnTo>
                <a:lnTo>
                  <a:pt x="1220388" y="624619"/>
                </a:lnTo>
                <a:lnTo>
                  <a:pt x="1234536" y="620256"/>
                </a:lnTo>
                <a:lnTo>
                  <a:pt x="1245833" y="612159"/>
                </a:lnTo>
                <a:lnTo>
                  <a:pt x="1253317" y="601158"/>
                </a:lnTo>
                <a:lnTo>
                  <a:pt x="1256025" y="588081"/>
                </a:lnTo>
                <a:lnTo>
                  <a:pt x="1255417" y="30761"/>
                </a:lnTo>
                <a:lnTo>
                  <a:pt x="1250359" y="18556"/>
                </a:lnTo>
                <a:lnTo>
                  <a:pt x="1240975" y="8803"/>
                </a:lnTo>
                <a:lnTo>
                  <a:pt x="1228228" y="2340"/>
                </a:lnTo>
                <a:lnTo>
                  <a:pt x="1213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21324" y="286152"/>
            <a:ext cx="1256030" cy="625475"/>
          </a:xfrm>
          <a:custGeom>
            <a:avLst/>
            <a:gdLst/>
            <a:ahLst/>
            <a:cxnLst/>
            <a:rect l="l" t="t" r="r" b="b"/>
            <a:pathLst>
              <a:path w="1256029" h="625475">
                <a:moveTo>
                  <a:pt x="0" y="37094"/>
                </a:moveTo>
                <a:lnTo>
                  <a:pt x="21479" y="4906"/>
                </a:lnTo>
                <a:lnTo>
                  <a:pt x="1213098" y="0"/>
                </a:lnTo>
                <a:lnTo>
                  <a:pt x="1228232" y="2342"/>
                </a:lnTo>
                <a:lnTo>
                  <a:pt x="1240971" y="8811"/>
                </a:lnTo>
                <a:lnTo>
                  <a:pt x="1250352" y="18571"/>
                </a:lnTo>
                <a:lnTo>
                  <a:pt x="1255409" y="30786"/>
                </a:lnTo>
                <a:lnTo>
                  <a:pt x="1256018" y="588086"/>
                </a:lnTo>
                <a:lnTo>
                  <a:pt x="1253309" y="601174"/>
                </a:lnTo>
                <a:lnTo>
                  <a:pt x="1245827" y="612184"/>
                </a:lnTo>
                <a:lnTo>
                  <a:pt x="1234535" y="620288"/>
                </a:lnTo>
                <a:lnTo>
                  <a:pt x="1220399" y="624655"/>
                </a:lnTo>
                <a:lnTo>
                  <a:pt x="42947" y="625180"/>
                </a:lnTo>
                <a:lnTo>
                  <a:pt x="27806" y="622843"/>
                </a:lnTo>
                <a:lnTo>
                  <a:pt x="15061" y="616385"/>
                </a:lnTo>
                <a:lnTo>
                  <a:pt x="5676" y="606635"/>
                </a:lnTo>
                <a:lnTo>
                  <a:pt x="612" y="594421"/>
                </a:lnTo>
                <a:lnTo>
                  <a:pt x="0" y="37094"/>
                </a:lnTo>
                <a:close/>
              </a:path>
            </a:pathLst>
          </a:custGeom>
          <a:ln w="10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91178" y="431661"/>
            <a:ext cx="947419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7475">
              <a:lnSpc>
                <a:spcPts val="1250"/>
              </a:lnSpc>
            </a:pPr>
            <a:r>
              <a:rPr sz="1250" b="1" spc="15" dirty="0">
                <a:latin typeface="Times New Roman"/>
                <a:cs typeface="Times New Roman"/>
              </a:rPr>
              <a:t>D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-85" dirty="0">
                <a:latin typeface="Times New Roman"/>
                <a:cs typeface="Times New Roman"/>
              </a:rPr>
              <a:t>f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dirty="0">
                <a:latin typeface="Times New Roman"/>
                <a:cs typeface="Times New Roman"/>
              </a:rPr>
              <a:t>f</a:t>
            </a:r>
            <a:r>
              <a:rPr sz="1250" b="1" spc="-60" dirty="0">
                <a:latin typeface="Times New Roman"/>
                <a:cs typeface="Times New Roman"/>
              </a:rPr>
              <a:t> </a:t>
            </a:r>
            <a:r>
              <a:rPr sz="1250" b="1" spc="30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b</a:t>
            </a:r>
            <a:r>
              <a:rPr sz="1250" b="1" spc="-85" dirty="0">
                <a:latin typeface="Times New Roman"/>
                <a:cs typeface="Times New Roman"/>
              </a:rPr>
              <a:t>j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v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dirty="0">
                <a:latin typeface="Times New Roman"/>
                <a:cs typeface="Times New Roman"/>
              </a:rPr>
              <a:t>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8083" y="296753"/>
            <a:ext cx="1266825" cy="657225"/>
          </a:xfrm>
          <a:custGeom>
            <a:avLst/>
            <a:gdLst/>
            <a:ahLst/>
            <a:cxnLst/>
            <a:rect l="l" t="t" r="r" b="b"/>
            <a:pathLst>
              <a:path w="1266825" h="657225">
                <a:moveTo>
                  <a:pt x="1223832" y="0"/>
                </a:moveTo>
                <a:lnTo>
                  <a:pt x="35620" y="529"/>
                </a:lnTo>
                <a:lnTo>
                  <a:pt x="2708" y="24017"/>
                </a:lnTo>
                <a:lnTo>
                  <a:pt x="0" y="37094"/>
                </a:lnTo>
                <a:lnTo>
                  <a:pt x="612" y="626201"/>
                </a:lnTo>
                <a:lnTo>
                  <a:pt x="5678" y="638412"/>
                </a:lnTo>
                <a:lnTo>
                  <a:pt x="15065" y="648165"/>
                </a:lnTo>
                <a:lnTo>
                  <a:pt x="27809" y="654626"/>
                </a:lnTo>
                <a:lnTo>
                  <a:pt x="42946" y="656965"/>
                </a:lnTo>
                <a:lnTo>
                  <a:pt x="1231148" y="656438"/>
                </a:lnTo>
                <a:lnTo>
                  <a:pt x="1245285" y="652066"/>
                </a:lnTo>
                <a:lnTo>
                  <a:pt x="1256577" y="643959"/>
                </a:lnTo>
                <a:lnTo>
                  <a:pt x="1264058" y="632950"/>
                </a:lnTo>
                <a:lnTo>
                  <a:pt x="1266767" y="619871"/>
                </a:lnTo>
                <a:lnTo>
                  <a:pt x="1266156" y="30773"/>
                </a:lnTo>
                <a:lnTo>
                  <a:pt x="1261095" y="18559"/>
                </a:lnTo>
                <a:lnTo>
                  <a:pt x="1251712" y="8803"/>
                </a:lnTo>
                <a:lnTo>
                  <a:pt x="1238970" y="2339"/>
                </a:lnTo>
                <a:lnTo>
                  <a:pt x="1223832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8083" y="296750"/>
            <a:ext cx="1266825" cy="657225"/>
          </a:xfrm>
          <a:custGeom>
            <a:avLst/>
            <a:gdLst/>
            <a:ahLst/>
            <a:cxnLst/>
            <a:rect l="l" t="t" r="r" b="b"/>
            <a:pathLst>
              <a:path w="1266825" h="657225">
                <a:moveTo>
                  <a:pt x="0" y="37094"/>
                </a:moveTo>
                <a:lnTo>
                  <a:pt x="21483" y="4906"/>
                </a:lnTo>
                <a:lnTo>
                  <a:pt x="1223832" y="0"/>
                </a:lnTo>
                <a:lnTo>
                  <a:pt x="1238969" y="2341"/>
                </a:lnTo>
                <a:lnTo>
                  <a:pt x="1251711" y="8808"/>
                </a:lnTo>
                <a:lnTo>
                  <a:pt x="1261094" y="18565"/>
                </a:lnTo>
                <a:lnTo>
                  <a:pt x="1266154" y="30778"/>
                </a:lnTo>
                <a:lnTo>
                  <a:pt x="1266764" y="619881"/>
                </a:lnTo>
                <a:lnTo>
                  <a:pt x="1264056" y="632955"/>
                </a:lnTo>
                <a:lnTo>
                  <a:pt x="1256575" y="643964"/>
                </a:lnTo>
                <a:lnTo>
                  <a:pt x="1245283" y="652073"/>
                </a:lnTo>
                <a:lnTo>
                  <a:pt x="1231146" y="656447"/>
                </a:lnTo>
                <a:lnTo>
                  <a:pt x="42947" y="656975"/>
                </a:lnTo>
                <a:lnTo>
                  <a:pt x="27810" y="654635"/>
                </a:lnTo>
                <a:lnTo>
                  <a:pt x="15065" y="648170"/>
                </a:lnTo>
                <a:lnTo>
                  <a:pt x="5678" y="638416"/>
                </a:lnTo>
                <a:lnTo>
                  <a:pt x="613" y="626208"/>
                </a:lnTo>
                <a:lnTo>
                  <a:pt x="0" y="37094"/>
                </a:lnTo>
                <a:close/>
              </a:path>
            </a:pathLst>
          </a:custGeom>
          <a:ln w="10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5878" y="264962"/>
            <a:ext cx="1266825" cy="657225"/>
          </a:xfrm>
          <a:custGeom>
            <a:avLst/>
            <a:gdLst/>
            <a:ahLst/>
            <a:cxnLst/>
            <a:rect l="l" t="t" r="r" b="b"/>
            <a:pathLst>
              <a:path w="1266825" h="657225">
                <a:moveTo>
                  <a:pt x="1223829" y="0"/>
                </a:moveTo>
                <a:lnTo>
                  <a:pt x="35619" y="529"/>
                </a:lnTo>
                <a:lnTo>
                  <a:pt x="2708" y="24017"/>
                </a:lnTo>
                <a:lnTo>
                  <a:pt x="0" y="37094"/>
                </a:lnTo>
                <a:lnTo>
                  <a:pt x="612" y="626201"/>
                </a:lnTo>
                <a:lnTo>
                  <a:pt x="5677" y="638412"/>
                </a:lnTo>
                <a:lnTo>
                  <a:pt x="15064" y="648165"/>
                </a:lnTo>
                <a:lnTo>
                  <a:pt x="27808" y="654626"/>
                </a:lnTo>
                <a:lnTo>
                  <a:pt x="42946" y="656965"/>
                </a:lnTo>
                <a:lnTo>
                  <a:pt x="1231145" y="656438"/>
                </a:lnTo>
                <a:lnTo>
                  <a:pt x="1245282" y="652066"/>
                </a:lnTo>
                <a:lnTo>
                  <a:pt x="1256574" y="643959"/>
                </a:lnTo>
                <a:lnTo>
                  <a:pt x="1264055" y="632950"/>
                </a:lnTo>
                <a:lnTo>
                  <a:pt x="1266764" y="619871"/>
                </a:lnTo>
                <a:lnTo>
                  <a:pt x="1266153" y="30773"/>
                </a:lnTo>
                <a:lnTo>
                  <a:pt x="1261092" y="18559"/>
                </a:lnTo>
                <a:lnTo>
                  <a:pt x="1251709" y="8803"/>
                </a:lnTo>
                <a:lnTo>
                  <a:pt x="1238967" y="2339"/>
                </a:lnTo>
                <a:lnTo>
                  <a:pt x="1223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5876" y="264986"/>
            <a:ext cx="1266825" cy="657225"/>
          </a:xfrm>
          <a:custGeom>
            <a:avLst/>
            <a:gdLst/>
            <a:ahLst/>
            <a:cxnLst/>
            <a:rect l="l" t="t" r="r" b="b"/>
            <a:pathLst>
              <a:path w="1266825" h="657225">
                <a:moveTo>
                  <a:pt x="0" y="37063"/>
                </a:moveTo>
                <a:lnTo>
                  <a:pt x="21496" y="4891"/>
                </a:lnTo>
                <a:lnTo>
                  <a:pt x="1223832" y="0"/>
                </a:lnTo>
                <a:lnTo>
                  <a:pt x="1238974" y="2339"/>
                </a:lnTo>
                <a:lnTo>
                  <a:pt x="1251719" y="8801"/>
                </a:lnTo>
                <a:lnTo>
                  <a:pt x="1261102" y="18554"/>
                </a:lnTo>
                <a:lnTo>
                  <a:pt x="1266157" y="30767"/>
                </a:lnTo>
                <a:lnTo>
                  <a:pt x="1266764" y="619851"/>
                </a:lnTo>
                <a:lnTo>
                  <a:pt x="1264056" y="632924"/>
                </a:lnTo>
                <a:lnTo>
                  <a:pt x="1256575" y="643933"/>
                </a:lnTo>
                <a:lnTo>
                  <a:pt x="1245283" y="652043"/>
                </a:lnTo>
                <a:lnTo>
                  <a:pt x="1231146" y="656417"/>
                </a:lnTo>
                <a:lnTo>
                  <a:pt x="42947" y="656945"/>
                </a:lnTo>
                <a:lnTo>
                  <a:pt x="27810" y="654605"/>
                </a:lnTo>
                <a:lnTo>
                  <a:pt x="15065" y="648140"/>
                </a:lnTo>
                <a:lnTo>
                  <a:pt x="5678" y="638386"/>
                </a:lnTo>
                <a:lnTo>
                  <a:pt x="613" y="626178"/>
                </a:lnTo>
                <a:lnTo>
                  <a:pt x="0" y="37063"/>
                </a:lnTo>
                <a:close/>
              </a:path>
            </a:pathLst>
          </a:custGeom>
          <a:ln w="10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0102" y="315100"/>
            <a:ext cx="823594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96520">
              <a:lnSpc>
                <a:spcPct val="89000"/>
              </a:lnSpc>
            </a:pPr>
            <a:r>
              <a:rPr sz="1250" b="1" i="1" spc="5" dirty="0">
                <a:latin typeface="Times New Roman"/>
                <a:cs typeface="Times New Roman"/>
              </a:rPr>
              <a:t>A</a:t>
            </a:r>
            <a:r>
              <a:rPr sz="1250" b="1" i="1" spc="25" dirty="0">
                <a:latin typeface="Times New Roman"/>
                <a:cs typeface="Times New Roman"/>
              </a:rPr>
              <a:t> </a:t>
            </a:r>
            <a:r>
              <a:rPr sz="1250" b="1" i="1" spc="45" dirty="0">
                <a:latin typeface="Times New Roman"/>
                <a:cs typeface="Times New Roman"/>
              </a:rPr>
              <a:t>p</a:t>
            </a:r>
            <a:r>
              <a:rPr sz="1250" b="1" i="1" spc="10" dirty="0">
                <a:latin typeface="Times New Roman"/>
                <a:cs typeface="Times New Roman"/>
              </a:rPr>
              <a:t>r</a:t>
            </a:r>
            <a:r>
              <a:rPr sz="1250" b="1" i="1" spc="-15" dirty="0">
                <a:latin typeface="Times New Roman"/>
                <a:cs typeface="Times New Roman"/>
              </a:rPr>
              <a:t>i</a:t>
            </a:r>
            <a:r>
              <a:rPr sz="1250" b="1" i="1" spc="-40" dirty="0">
                <a:latin typeface="Times New Roman"/>
                <a:cs typeface="Times New Roman"/>
              </a:rPr>
              <a:t>o</a:t>
            </a:r>
            <a:r>
              <a:rPr sz="1250" b="1" i="1" spc="10" dirty="0">
                <a:latin typeface="Times New Roman"/>
                <a:cs typeface="Times New Roman"/>
              </a:rPr>
              <a:t>ri 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5" dirty="0">
                <a:latin typeface="Times New Roman"/>
                <a:cs typeface="Times New Roman"/>
              </a:rPr>
              <a:t>ta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5" dirty="0">
                <a:latin typeface="Times New Roman"/>
                <a:cs typeface="Times New Roman"/>
              </a:rPr>
              <a:t>d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-85" dirty="0">
                <a:latin typeface="Times New Roman"/>
                <a:cs typeface="Times New Roman"/>
              </a:rPr>
              <a:t>f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-40" dirty="0">
                <a:latin typeface="Times New Roman"/>
                <a:cs typeface="Times New Roman"/>
              </a:rPr>
              <a:t>ma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42792" y="1356360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1223829" y="0"/>
                </a:moveTo>
                <a:lnTo>
                  <a:pt x="39456" y="101"/>
                </a:lnTo>
                <a:lnTo>
                  <a:pt x="3042" y="19943"/>
                </a:lnTo>
                <a:lnTo>
                  <a:pt x="0" y="31790"/>
                </a:lnTo>
                <a:lnTo>
                  <a:pt x="137" y="489991"/>
                </a:lnTo>
                <a:lnTo>
                  <a:pt x="4376" y="501494"/>
                </a:lnTo>
                <a:lnTo>
                  <a:pt x="13693" y="510762"/>
                </a:lnTo>
                <a:lnTo>
                  <a:pt x="26934" y="516946"/>
                </a:lnTo>
                <a:lnTo>
                  <a:pt x="42946" y="519196"/>
                </a:lnTo>
                <a:lnTo>
                  <a:pt x="1227320" y="519094"/>
                </a:lnTo>
                <a:lnTo>
                  <a:pt x="1242854" y="515959"/>
                </a:lnTo>
                <a:lnTo>
                  <a:pt x="1255376" y="509066"/>
                </a:lnTo>
                <a:lnTo>
                  <a:pt x="1263734" y="499265"/>
                </a:lnTo>
                <a:lnTo>
                  <a:pt x="1266776" y="487405"/>
                </a:lnTo>
                <a:lnTo>
                  <a:pt x="1266638" y="29209"/>
                </a:lnTo>
                <a:lnTo>
                  <a:pt x="1262400" y="17715"/>
                </a:lnTo>
                <a:lnTo>
                  <a:pt x="1253085" y="8444"/>
                </a:lnTo>
                <a:lnTo>
                  <a:pt x="1239844" y="2254"/>
                </a:lnTo>
                <a:lnTo>
                  <a:pt x="1223829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42793" y="1356372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0" y="31764"/>
                </a:moveTo>
                <a:lnTo>
                  <a:pt x="39475" y="100"/>
                </a:lnTo>
                <a:lnTo>
                  <a:pt x="1223841" y="0"/>
                </a:lnTo>
                <a:lnTo>
                  <a:pt x="1239851" y="2252"/>
                </a:lnTo>
                <a:lnTo>
                  <a:pt x="1253089" y="8441"/>
                </a:lnTo>
                <a:lnTo>
                  <a:pt x="1262400" y="17713"/>
                </a:lnTo>
                <a:lnTo>
                  <a:pt x="1266628" y="29216"/>
                </a:lnTo>
                <a:lnTo>
                  <a:pt x="1266761" y="487402"/>
                </a:lnTo>
                <a:lnTo>
                  <a:pt x="1263718" y="499268"/>
                </a:lnTo>
                <a:lnTo>
                  <a:pt x="1255357" y="509073"/>
                </a:lnTo>
                <a:lnTo>
                  <a:pt x="1242834" y="515966"/>
                </a:lnTo>
                <a:lnTo>
                  <a:pt x="1227305" y="519097"/>
                </a:lnTo>
                <a:lnTo>
                  <a:pt x="42944" y="519197"/>
                </a:lnTo>
                <a:lnTo>
                  <a:pt x="26933" y="516947"/>
                </a:lnTo>
                <a:lnTo>
                  <a:pt x="13693" y="510763"/>
                </a:lnTo>
                <a:lnTo>
                  <a:pt x="4376" y="501494"/>
                </a:lnTo>
                <a:lnTo>
                  <a:pt x="137" y="489989"/>
                </a:lnTo>
                <a:lnTo>
                  <a:pt x="0" y="31764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10586" y="1335176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1223817" y="0"/>
                </a:moveTo>
                <a:lnTo>
                  <a:pt x="39456" y="101"/>
                </a:lnTo>
                <a:lnTo>
                  <a:pt x="3042" y="19931"/>
                </a:lnTo>
                <a:lnTo>
                  <a:pt x="0" y="31790"/>
                </a:lnTo>
                <a:lnTo>
                  <a:pt x="137" y="489991"/>
                </a:lnTo>
                <a:lnTo>
                  <a:pt x="4376" y="501494"/>
                </a:lnTo>
                <a:lnTo>
                  <a:pt x="13693" y="510762"/>
                </a:lnTo>
                <a:lnTo>
                  <a:pt x="26934" y="516946"/>
                </a:lnTo>
                <a:lnTo>
                  <a:pt x="42946" y="519196"/>
                </a:lnTo>
                <a:lnTo>
                  <a:pt x="1227308" y="519094"/>
                </a:lnTo>
                <a:lnTo>
                  <a:pt x="1242842" y="515959"/>
                </a:lnTo>
                <a:lnTo>
                  <a:pt x="1255364" y="509066"/>
                </a:lnTo>
                <a:lnTo>
                  <a:pt x="1263722" y="499265"/>
                </a:lnTo>
                <a:lnTo>
                  <a:pt x="1266764" y="487405"/>
                </a:lnTo>
                <a:lnTo>
                  <a:pt x="1266626" y="29204"/>
                </a:lnTo>
                <a:lnTo>
                  <a:pt x="1262388" y="17702"/>
                </a:lnTo>
                <a:lnTo>
                  <a:pt x="1253073" y="8434"/>
                </a:lnTo>
                <a:lnTo>
                  <a:pt x="1239832" y="2250"/>
                </a:lnTo>
                <a:lnTo>
                  <a:pt x="12238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10586" y="1335175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0" y="31764"/>
                </a:moveTo>
                <a:lnTo>
                  <a:pt x="39475" y="100"/>
                </a:lnTo>
                <a:lnTo>
                  <a:pt x="1223835" y="0"/>
                </a:lnTo>
                <a:lnTo>
                  <a:pt x="1239844" y="2252"/>
                </a:lnTo>
                <a:lnTo>
                  <a:pt x="1253083" y="8441"/>
                </a:lnTo>
                <a:lnTo>
                  <a:pt x="1262394" y="17713"/>
                </a:lnTo>
                <a:lnTo>
                  <a:pt x="1266622" y="29216"/>
                </a:lnTo>
                <a:lnTo>
                  <a:pt x="1266755" y="487402"/>
                </a:lnTo>
                <a:lnTo>
                  <a:pt x="1263711" y="499268"/>
                </a:lnTo>
                <a:lnTo>
                  <a:pt x="1255351" y="509073"/>
                </a:lnTo>
                <a:lnTo>
                  <a:pt x="1242828" y="515966"/>
                </a:lnTo>
                <a:lnTo>
                  <a:pt x="1227299" y="519097"/>
                </a:lnTo>
                <a:lnTo>
                  <a:pt x="42944" y="519197"/>
                </a:lnTo>
                <a:lnTo>
                  <a:pt x="26933" y="516947"/>
                </a:lnTo>
                <a:lnTo>
                  <a:pt x="13693" y="510763"/>
                </a:lnTo>
                <a:lnTo>
                  <a:pt x="4376" y="501494"/>
                </a:lnTo>
                <a:lnTo>
                  <a:pt x="137" y="489989"/>
                </a:lnTo>
                <a:lnTo>
                  <a:pt x="0" y="31764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94510" y="1438277"/>
            <a:ext cx="116014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355" marR="5080" indent="-161290">
              <a:lnSpc>
                <a:spcPts val="1250"/>
              </a:lnSpc>
            </a:pPr>
            <a:r>
              <a:rPr sz="1250" b="1" spc="75" dirty="0">
                <a:latin typeface="Times New Roman"/>
                <a:cs typeface="Times New Roman"/>
              </a:rPr>
              <a:t>M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-85" dirty="0">
                <a:latin typeface="Times New Roman"/>
                <a:cs typeface="Times New Roman"/>
              </a:rPr>
              <a:t>f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-35" dirty="0">
                <a:latin typeface="Times New Roman"/>
                <a:cs typeface="Times New Roman"/>
              </a:rPr>
              <a:t>m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61323" y="1250411"/>
            <a:ext cx="805180" cy="731520"/>
          </a:xfrm>
          <a:custGeom>
            <a:avLst/>
            <a:gdLst/>
            <a:ahLst/>
            <a:cxnLst/>
            <a:rect l="l" t="t" r="r" b="b"/>
            <a:pathLst>
              <a:path w="805180" h="731519">
                <a:moveTo>
                  <a:pt x="778309" y="0"/>
                </a:moveTo>
                <a:lnTo>
                  <a:pt x="16729" y="3066"/>
                </a:lnTo>
                <a:lnTo>
                  <a:pt x="8017" y="12063"/>
                </a:lnTo>
                <a:lnTo>
                  <a:pt x="2149" y="25623"/>
                </a:lnTo>
                <a:lnTo>
                  <a:pt x="0" y="42367"/>
                </a:lnTo>
                <a:lnTo>
                  <a:pt x="1948" y="704720"/>
                </a:lnTo>
                <a:lnTo>
                  <a:pt x="7648" y="718473"/>
                </a:lnTo>
                <a:lnTo>
                  <a:pt x="16234" y="727732"/>
                </a:lnTo>
                <a:lnTo>
                  <a:pt x="26834" y="731123"/>
                </a:lnTo>
                <a:lnTo>
                  <a:pt x="788432" y="728046"/>
                </a:lnTo>
                <a:lnTo>
                  <a:pt x="797137" y="719043"/>
                </a:lnTo>
                <a:lnTo>
                  <a:pt x="802999" y="705479"/>
                </a:lnTo>
                <a:lnTo>
                  <a:pt x="805147" y="688726"/>
                </a:lnTo>
                <a:lnTo>
                  <a:pt x="803204" y="26412"/>
                </a:lnTo>
                <a:lnTo>
                  <a:pt x="797505" y="12657"/>
                </a:lnTo>
                <a:lnTo>
                  <a:pt x="788916" y="3394"/>
                </a:lnTo>
                <a:lnTo>
                  <a:pt x="778309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1321" y="1250419"/>
            <a:ext cx="805180" cy="731520"/>
          </a:xfrm>
          <a:custGeom>
            <a:avLst/>
            <a:gdLst/>
            <a:ahLst/>
            <a:cxnLst/>
            <a:rect l="l" t="t" r="r" b="b"/>
            <a:pathLst>
              <a:path w="805180" h="731519">
                <a:moveTo>
                  <a:pt x="0" y="42363"/>
                </a:moveTo>
                <a:lnTo>
                  <a:pt x="2150" y="25620"/>
                </a:lnTo>
                <a:lnTo>
                  <a:pt x="8018" y="12061"/>
                </a:lnTo>
                <a:lnTo>
                  <a:pt x="16732" y="3065"/>
                </a:lnTo>
                <a:lnTo>
                  <a:pt x="778311" y="0"/>
                </a:lnTo>
                <a:lnTo>
                  <a:pt x="788919" y="3394"/>
                </a:lnTo>
                <a:lnTo>
                  <a:pt x="797508" y="12657"/>
                </a:lnTo>
                <a:lnTo>
                  <a:pt x="803207" y="26413"/>
                </a:lnTo>
                <a:lnTo>
                  <a:pt x="805149" y="688740"/>
                </a:lnTo>
                <a:lnTo>
                  <a:pt x="802999" y="705483"/>
                </a:lnTo>
                <a:lnTo>
                  <a:pt x="797131" y="719041"/>
                </a:lnTo>
                <a:lnTo>
                  <a:pt x="788416" y="728037"/>
                </a:lnTo>
                <a:lnTo>
                  <a:pt x="26838" y="731103"/>
                </a:lnTo>
                <a:lnTo>
                  <a:pt x="16230" y="727709"/>
                </a:lnTo>
                <a:lnTo>
                  <a:pt x="7641" y="718445"/>
                </a:lnTo>
                <a:lnTo>
                  <a:pt x="1941" y="704690"/>
                </a:lnTo>
                <a:lnTo>
                  <a:pt x="0" y="42363"/>
                </a:lnTo>
                <a:close/>
              </a:path>
            </a:pathLst>
          </a:custGeom>
          <a:ln w="10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39856" y="1218620"/>
            <a:ext cx="805180" cy="731520"/>
          </a:xfrm>
          <a:custGeom>
            <a:avLst/>
            <a:gdLst/>
            <a:ahLst/>
            <a:cxnLst/>
            <a:rect l="l" t="t" r="r" b="b"/>
            <a:pathLst>
              <a:path w="805180" h="731519">
                <a:moveTo>
                  <a:pt x="778309" y="0"/>
                </a:moveTo>
                <a:lnTo>
                  <a:pt x="16729" y="3066"/>
                </a:lnTo>
                <a:lnTo>
                  <a:pt x="8017" y="12063"/>
                </a:lnTo>
                <a:lnTo>
                  <a:pt x="2149" y="25623"/>
                </a:lnTo>
                <a:lnTo>
                  <a:pt x="0" y="42367"/>
                </a:lnTo>
                <a:lnTo>
                  <a:pt x="1948" y="704720"/>
                </a:lnTo>
                <a:lnTo>
                  <a:pt x="7648" y="718473"/>
                </a:lnTo>
                <a:lnTo>
                  <a:pt x="16234" y="727732"/>
                </a:lnTo>
                <a:lnTo>
                  <a:pt x="26834" y="731123"/>
                </a:lnTo>
                <a:lnTo>
                  <a:pt x="788432" y="728046"/>
                </a:lnTo>
                <a:lnTo>
                  <a:pt x="797137" y="719043"/>
                </a:lnTo>
                <a:lnTo>
                  <a:pt x="802999" y="705479"/>
                </a:lnTo>
                <a:lnTo>
                  <a:pt x="805147" y="688726"/>
                </a:lnTo>
                <a:lnTo>
                  <a:pt x="803204" y="26412"/>
                </a:lnTo>
                <a:lnTo>
                  <a:pt x="797505" y="12657"/>
                </a:lnTo>
                <a:lnTo>
                  <a:pt x="788916" y="3394"/>
                </a:lnTo>
                <a:lnTo>
                  <a:pt x="7783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39855" y="1218624"/>
            <a:ext cx="805180" cy="731520"/>
          </a:xfrm>
          <a:custGeom>
            <a:avLst/>
            <a:gdLst/>
            <a:ahLst/>
            <a:cxnLst/>
            <a:rect l="l" t="t" r="r" b="b"/>
            <a:pathLst>
              <a:path w="805180" h="731519">
                <a:moveTo>
                  <a:pt x="0" y="42363"/>
                </a:moveTo>
                <a:lnTo>
                  <a:pt x="2150" y="25620"/>
                </a:lnTo>
                <a:lnTo>
                  <a:pt x="8018" y="12061"/>
                </a:lnTo>
                <a:lnTo>
                  <a:pt x="16732" y="3065"/>
                </a:lnTo>
                <a:lnTo>
                  <a:pt x="778311" y="0"/>
                </a:lnTo>
                <a:lnTo>
                  <a:pt x="788918" y="3394"/>
                </a:lnTo>
                <a:lnTo>
                  <a:pt x="797507" y="12658"/>
                </a:lnTo>
                <a:lnTo>
                  <a:pt x="803205" y="26414"/>
                </a:lnTo>
                <a:lnTo>
                  <a:pt x="805146" y="688740"/>
                </a:lnTo>
                <a:lnTo>
                  <a:pt x="802996" y="705483"/>
                </a:lnTo>
                <a:lnTo>
                  <a:pt x="797129" y="719042"/>
                </a:lnTo>
                <a:lnTo>
                  <a:pt x="788415" y="728038"/>
                </a:lnTo>
                <a:lnTo>
                  <a:pt x="26838" y="731103"/>
                </a:lnTo>
                <a:lnTo>
                  <a:pt x="16230" y="727709"/>
                </a:lnTo>
                <a:lnTo>
                  <a:pt x="7641" y="718445"/>
                </a:lnTo>
                <a:lnTo>
                  <a:pt x="1941" y="704690"/>
                </a:lnTo>
                <a:lnTo>
                  <a:pt x="0" y="42363"/>
                </a:lnTo>
                <a:close/>
              </a:path>
            </a:pathLst>
          </a:custGeom>
          <a:ln w="10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02296" y="1306994"/>
            <a:ext cx="688975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 marR="5080" indent="-64769">
              <a:lnSpc>
                <a:spcPts val="1080"/>
              </a:lnSpc>
            </a:pPr>
            <a:r>
              <a:rPr sz="1050" dirty="0">
                <a:latin typeface="Times New Roman"/>
                <a:cs typeface="Times New Roman"/>
              </a:rPr>
              <a:t>S</a:t>
            </a:r>
            <a:r>
              <a:rPr sz="1050" spc="55" dirty="0">
                <a:latin typeface="Times New Roman"/>
                <a:cs typeface="Times New Roman"/>
              </a:rPr>
              <a:t>p</a:t>
            </a:r>
            <a:r>
              <a:rPr sz="1050" spc="25" dirty="0">
                <a:latin typeface="Times New Roman"/>
                <a:cs typeface="Times New Roman"/>
              </a:rPr>
              <a:t>e</a:t>
            </a:r>
            <a:r>
              <a:rPr sz="1050" spc="30" dirty="0">
                <a:latin typeface="Times New Roman"/>
                <a:cs typeface="Times New Roman"/>
              </a:rPr>
              <a:t>c</a:t>
            </a:r>
            <a:r>
              <a:rPr sz="1050" spc="55" dirty="0">
                <a:latin typeface="Times New Roman"/>
                <a:cs typeface="Times New Roman"/>
              </a:rPr>
              <a:t>u</a:t>
            </a:r>
            <a:r>
              <a:rPr sz="1050" spc="-45" dirty="0">
                <a:latin typeface="Times New Roman"/>
                <a:cs typeface="Times New Roman"/>
              </a:rPr>
              <a:t>l</a:t>
            </a:r>
            <a:r>
              <a:rPr sz="1050" spc="25" dirty="0">
                <a:latin typeface="Times New Roman"/>
                <a:cs typeface="Times New Roman"/>
              </a:rPr>
              <a:t>a</a:t>
            </a:r>
            <a:r>
              <a:rPr sz="1050" spc="40" dirty="0">
                <a:latin typeface="Times New Roman"/>
                <a:cs typeface="Times New Roman"/>
              </a:rPr>
              <a:t>t</a:t>
            </a:r>
            <a:r>
              <a:rPr sz="1050" spc="-45" dirty="0">
                <a:latin typeface="Times New Roman"/>
                <a:cs typeface="Times New Roman"/>
              </a:rPr>
              <a:t>i</a:t>
            </a:r>
            <a:r>
              <a:rPr sz="1050" spc="55" dirty="0">
                <a:latin typeface="Times New Roman"/>
                <a:cs typeface="Times New Roman"/>
              </a:rPr>
              <a:t>v</a:t>
            </a:r>
            <a:r>
              <a:rPr sz="1050" spc="15" dirty="0">
                <a:latin typeface="Times New Roman"/>
                <a:cs typeface="Times New Roman"/>
              </a:rPr>
              <a:t>e</a:t>
            </a:r>
            <a:r>
              <a:rPr sz="1050" spc="10" dirty="0">
                <a:latin typeface="Times New Roman"/>
                <a:cs typeface="Times New Roman"/>
              </a:rPr>
              <a:t> </a:t>
            </a:r>
            <a:r>
              <a:rPr sz="1050" spc="-35" dirty="0">
                <a:latin typeface="Times New Roman"/>
                <a:cs typeface="Times New Roman"/>
              </a:rPr>
              <a:t>B</a:t>
            </a:r>
            <a:r>
              <a:rPr sz="1050" spc="25" dirty="0">
                <a:latin typeface="Times New Roman"/>
                <a:cs typeface="Times New Roman"/>
              </a:rPr>
              <a:t>a</a:t>
            </a:r>
            <a:r>
              <a:rPr sz="1050" spc="55" dirty="0">
                <a:latin typeface="Times New Roman"/>
                <a:cs typeface="Times New Roman"/>
              </a:rPr>
              <a:t>y</a:t>
            </a:r>
            <a:r>
              <a:rPr sz="1050" spc="25" dirty="0">
                <a:latin typeface="Times New Roman"/>
                <a:cs typeface="Times New Roman"/>
              </a:rPr>
              <a:t>e</a:t>
            </a:r>
            <a:r>
              <a:rPr sz="1050" spc="90" dirty="0">
                <a:latin typeface="Times New Roman"/>
                <a:cs typeface="Times New Roman"/>
              </a:rPr>
              <a:t>s</a:t>
            </a:r>
            <a:r>
              <a:rPr sz="1050" spc="-45" dirty="0">
                <a:latin typeface="Times New Roman"/>
                <a:cs typeface="Times New Roman"/>
              </a:rPr>
              <a:t>i</a:t>
            </a:r>
            <a:r>
              <a:rPr sz="1050" spc="25" dirty="0">
                <a:latin typeface="Times New Roman"/>
                <a:cs typeface="Times New Roman"/>
              </a:rPr>
              <a:t>a</a:t>
            </a:r>
            <a:r>
              <a:rPr sz="1050" spc="20" dirty="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76835" marR="40005" indent="-21590">
              <a:lnSpc>
                <a:spcPts val="1080"/>
              </a:lnSpc>
              <a:spcBef>
                <a:spcPts val="5"/>
              </a:spcBef>
            </a:pPr>
            <a:r>
              <a:rPr sz="1050" spc="90" dirty="0">
                <a:latin typeface="Times New Roman"/>
                <a:cs typeface="Times New Roman"/>
              </a:rPr>
              <a:t>s</a:t>
            </a:r>
            <a:r>
              <a:rPr sz="1050" spc="-45" dirty="0">
                <a:latin typeface="Times New Roman"/>
                <a:cs typeface="Times New Roman"/>
              </a:rPr>
              <a:t>i</a:t>
            </a:r>
            <a:r>
              <a:rPr sz="1050" spc="-65" dirty="0">
                <a:latin typeface="Times New Roman"/>
                <a:cs typeface="Times New Roman"/>
              </a:rPr>
              <a:t>m</a:t>
            </a:r>
            <a:r>
              <a:rPr sz="1050" spc="55" dirty="0">
                <a:latin typeface="Times New Roman"/>
                <a:cs typeface="Times New Roman"/>
              </a:rPr>
              <a:t>u</a:t>
            </a:r>
            <a:r>
              <a:rPr sz="1050" spc="-45" dirty="0">
                <a:latin typeface="Times New Roman"/>
                <a:cs typeface="Times New Roman"/>
              </a:rPr>
              <a:t>l</a:t>
            </a:r>
            <a:r>
              <a:rPr sz="1050" spc="25" dirty="0">
                <a:latin typeface="Times New Roman"/>
                <a:cs typeface="Times New Roman"/>
              </a:rPr>
              <a:t>a</a:t>
            </a:r>
            <a:r>
              <a:rPr sz="1050" spc="40" dirty="0">
                <a:latin typeface="Times New Roman"/>
                <a:cs typeface="Times New Roman"/>
              </a:rPr>
              <a:t>t</a:t>
            </a:r>
            <a:r>
              <a:rPr sz="1050" spc="-45" dirty="0">
                <a:latin typeface="Times New Roman"/>
                <a:cs typeface="Times New Roman"/>
              </a:rPr>
              <a:t>i</a:t>
            </a:r>
            <a:r>
              <a:rPr sz="1050" spc="55" dirty="0">
                <a:latin typeface="Times New Roman"/>
                <a:cs typeface="Times New Roman"/>
              </a:rPr>
              <a:t>o</a:t>
            </a:r>
            <a:r>
              <a:rPr sz="1050" spc="20" dirty="0">
                <a:latin typeface="Times New Roman"/>
                <a:cs typeface="Times New Roman"/>
              </a:rPr>
              <a:t>n</a:t>
            </a:r>
            <a:r>
              <a:rPr sz="1050" spc="10" dirty="0">
                <a:latin typeface="Times New Roman"/>
                <a:cs typeface="Times New Roman"/>
              </a:rPr>
              <a:t> </a:t>
            </a:r>
            <a:r>
              <a:rPr sz="1050" spc="-65" dirty="0">
                <a:latin typeface="Times New Roman"/>
                <a:cs typeface="Times New Roman"/>
              </a:rPr>
              <a:t>m</a:t>
            </a:r>
            <a:r>
              <a:rPr sz="1050" spc="55" dirty="0">
                <a:latin typeface="Times New Roman"/>
                <a:cs typeface="Times New Roman"/>
              </a:rPr>
              <a:t>od</a:t>
            </a:r>
            <a:r>
              <a:rPr sz="1050" spc="25" dirty="0">
                <a:latin typeface="Times New Roman"/>
                <a:cs typeface="Times New Roman"/>
              </a:rPr>
              <a:t>e</a:t>
            </a:r>
            <a:r>
              <a:rPr sz="1050" spc="-45" dirty="0">
                <a:latin typeface="Times New Roman"/>
                <a:cs typeface="Times New Roman"/>
              </a:rPr>
              <a:t>lli</a:t>
            </a:r>
            <a:r>
              <a:rPr sz="1050" spc="55" dirty="0">
                <a:latin typeface="Times New Roman"/>
                <a:cs typeface="Times New Roman"/>
              </a:rPr>
              <a:t>n</a:t>
            </a:r>
            <a:r>
              <a:rPr sz="1050" spc="20" dirty="0">
                <a:latin typeface="Times New Roman"/>
                <a:cs typeface="Times New Roman"/>
              </a:rPr>
              <a:t>g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53533" y="2225222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1223817" y="0"/>
                </a:moveTo>
                <a:lnTo>
                  <a:pt x="39457" y="100"/>
                </a:lnTo>
                <a:lnTo>
                  <a:pt x="3043" y="19941"/>
                </a:lnTo>
                <a:lnTo>
                  <a:pt x="0" y="31790"/>
                </a:lnTo>
                <a:lnTo>
                  <a:pt x="136" y="490008"/>
                </a:lnTo>
                <a:lnTo>
                  <a:pt x="4372" y="501505"/>
                </a:lnTo>
                <a:lnTo>
                  <a:pt x="13687" y="510778"/>
                </a:lnTo>
                <a:lnTo>
                  <a:pt x="26926" y="516971"/>
                </a:lnTo>
                <a:lnTo>
                  <a:pt x="42934" y="519226"/>
                </a:lnTo>
                <a:lnTo>
                  <a:pt x="1227308" y="519125"/>
                </a:lnTo>
                <a:lnTo>
                  <a:pt x="1242842" y="515984"/>
                </a:lnTo>
                <a:lnTo>
                  <a:pt x="1255364" y="509084"/>
                </a:lnTo>
                <a:lnTo>
                  <a:pt x="1263722" y="499283"/>
                </a:lnTo>
                <a:lnTo>
                  <a:pt x="1266764" y="487436"/>
                </a:lnTo>
                <a:lnTo>
                  <a:pt x="1266626" y="29209"/>
                </a:lnTo>
                <a:lnTo>
                  <a:pt x="1262388" y="17715"/>
                </a:lnTo>
                <a:lnTo>
                  <a:pt x="1253073" y="8444"/>
                </a:lnTo>
                <a:lnTo>
                  <a:pt x="1239832" y="2254"/>
                </a:lnTo>
                <a:lnTo>
                  <a:pt x="1223817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53531" y="2225224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0" y="31795"/>
                </a:moveTo>
                <a:lnTo>
                  <a:pt x="39454" y="101"/>
                </a:lnTo>
                <a:lnTo>
                  <a:pt x="1223811" y="0"/>
                </a:lnTo>
                <a:lnTo>
                  <a:pt x="1239825" y="2253"/>
                </a:lnTo>
                <a:lnTo>
                  <a:pt x="1253066" y="8443"/>
                </a:lnTo>
                <a:lnTo>
                  <a:pt x="1262383" y="17712"/>
                </a:lnTo>
                <a:lnTo>
                  <a:pt x="1266623" y="29206"/>
                </a:lnTo>
                <a:lnTo>
                  <a:pt x="1266761" y="487432"/>
                </a:lnTo>
                <a:lnTo>
                  <a:pt x="1263720" y="499281"/>
                </a:lnTo>
                <a:lnTo>
                  <a:pt x="1255363" y="509083"/>
                </a:lnTo>
                <a:lnTo>
                  <a:pt x="1242843" y="515983"/>
                </a:lnTo>
                <a:lnTo>
                  <a:pt x="1227310" y="519125"/>
                </a:lnTo>
                <a:lnTo>
                  <a:pt x="42935" y="519227"/>
                </a:lnTo>
                <a:lnTo>
                  <a:pt x="26927" y="516973"/>
                </a:lnTo>
                <a:lnTo>
                  <a:pt x="13688" y="510780"/>
                </a:lnTo>
                <a:lnTo>
                  <a:pt x="4373" y="501507"/>
                </a:lnTo>
                <a:lnTo>
                  <a:pt x="136" y="490009"/>
                </a:lnTo>
                <a:lnTo>
                  <a:pt x="0" y="31795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21325" y="2204039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1223808" y="0"/>
                </a:moveTo>
                <a:lnTo>
                  <a:pt x="39456" y="101"/>
                </a:lnTo>
                <a:lnTo>
                  <a:pt x="3042" y="19943"/>
                </a:lnTo>
                <a:lnTo>
                  <a:pt x="0" y="31790"/>
                </a:lnTo>
                <a:lnTo>
                  <a:pt x="137" y="489991"/>
                </a:lnTo>
                <a:lnTo>
                  <a:pt x="4376" y="501494"/>
                </a:lnTo>
                <a:lnTo>
                  <a:pt x="13693" y="510762"/>
                </a:lnTo>
                <a:lnTo>
                  <a:pt x="26934" y="516946"/>
                </a:lnTo>
                <a:lnTo>
                  <a:pt x="42946" y="519196"/>
                </a:lnTo>
                <a:lnTo>
                  <a:pt x="1227299" y="519094"/>
                </a:lnTo>
                <a:lnTo>
                  <a:pt x="1242833" y="515959"/>
                </a:lnTo>
                <a:lnTo>
                  <a:pt x="1255355" y="509066"/>
                </a:lnTo>
                <a:lnTo>
                  <a:pt x="1263713" y="499265"/>
                </a:lnTo>
                <a:lnTo>
                  <a:pt x="1266754" y="487405"/>
                </a:lnTo>
                <a:lnTo>
                  <a:pt x="1266617" y="29209"/>
                </a:lnTo>
                <a:lnTo>
                  <a:pt x="1262379" y="17715"/>
                </a:lnTo>
                <a:lnTo>
                  <a:pt x="1253063" y="8444"/>
                </a:lnTo>
                <a:lnTo>
                  <a:pt x="1239823" y="2254"/>
                </a:lnTo>
                <a:lnTo>
                  <a:pt x="12238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21324" y="2204057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30">
                <a:moveTo>
                  <a:pt x="0" y="31764"/>
                </a:moveTo>
                <a:lnTo>
                  <a:pt x="39475" y="100"/>
                </a:lnTo>
                <a:lnTo>
                  <a:pt x="1223835" y="0"/>
                </a:lnTo>
                <a:lnTo>
                  <a:pt x="1239844" y="2252"/>
                </a:lnTo>
                <a:lnTo>
                  <a:pt x="1253083" y="8441"/>
                </a:lnTo>
                <a:lnTo>
                  <a:pt x="1262394" y="17713"/>
                </a:lnTo>
                <a:lnTo>
                  <a:pt x="1266622" y="29216"/>
                </a:lnTo>
                <a:lnTo>
                  <a:pt x="1266755" y="487402"/>
                </a:lnTo>
                <a:lnTo>
                  <a:pt x="1263711" y="499256"/>
                </a:lnTo>
                <a:lnTo>
                  <a:pt x="1255351" y="509061"/>
                </a:lnTo>
                <a:lnTo>
                  <a:pt x="1242828" y="515960"/>
                </a:lnTo>
                <a:lnTo>
                  <a:pt x="1227299" y="519097"/>
                </a:lnTo>
                <a:lnTo>
                  <a:pt x="42947" y="519197"/>
                </a:lnTo>
                <a:lnTo>
                  <a:pt x="26936" y="516943"/>
                </a:lnTo>
                <a:lnTo>
                  <a:pt x="13695" y="510753"/>
                </a:lnTo>
                <a:lnTo>
                  <a:pt x="4378" y="501483"/>
                </a:lnTo>
                <a:lnTo>
                  <a:pt x="137" y="489988"/>
                </a:lnTo>
                <a:lnTo>
                  <a:pt x="0" y="31764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483779" y="2285964"/>
            <a:ext cx="116014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175" marR="5080" indent="-118110">
              <a:lnSpc>
                <a:spcPts val="1250"/>
              </a:lnSpc>
            </a:pPr>
            <a:r>
              <a:rPr sz="1250" b="1" spc="75" dirty="0">
                <a:latin typeface="Times New Roman"/>
                <a:cs typeface="Times New Roman"/>
              </a:rPr>
              <a:t>M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-85" dirty="0">
                <a:latin typeface="Times New Roman"/>
                <a:cs typeface="Times New Roman"/>
              </a:rPr>
              <a:t>f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8389" y="2193462"/>
            <a:ext cx="934085" cy="540385"/>
          </a:xfrm>
          <a:custGeom>
            <a:avLst/>
            <a:gdLst/>
            <a:ahLst/>
            <a:cxnLst/>
            <a:rect l="l" t="t" r="r" b="b"/>
            <a:pathLst>
              <a:path w="934085" h="540385">
                <a:moveTo>
                  <a:pt x="901753" y="0"/>
                </a:moveTo>
                <a:lnTo>
                  <a:pt x="24046" y="1010"/>
                </a:lnTo>
                <a:lnTo>
                  <a:pt x="11633" y="7247"/>
                </a:lnTo>
                <a:lnTo>
                  <a:pt x="3145" y="17965"/>
                </a:lnTo>
                <a:lnTo>
                  <a:pt x="0" y="31760"/>
                </a:lnTo>
                <a:lnTo>
                  <a:pt x="1029" y="516663"/>
                </a:lnTo>
                <a:lnTo>
                  <a:pt x="7353" y="528906"/>
                </a:lnTo>
                <a:lnTo>
                  <a:pt x="18217" y="537278"/>
                </a:lnTo>
                <a:lnTo>
                  <a:pt x="32205" y="540379"/>
                </a:lnTo>
                <a:lnTo>
                  <a:pt x="909930" y="539363"/>
                </a:lnTo>
                <a:lnTo>
                  <a:pt x="922332" y="533121"/>
                </a:lnTo>
                <a:lnTo>
                  <a:pt x="930817" y="522397"/>
                </a:lnTo>
                <a:lnTo>
                  <a:pt x="933962" y="508589"/>
                </a:lnTo>
                <a:lnTo>
                  <a:pt x="932936" y="23715"/>
                </a:lnTo>
                <a:lnTo>
                  <a:pt x="926611" y="11476"/>
                </a:lnTo>
                <a:lnTo>
                  <a:pt x="915742" y="3103"/>
                </a:lnTo>
                <a:lnTo>
                  <a:pt x="901753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8389" y="2193459"/>
            <a:ext cx="934085" cy="540385"/>
          </a:xfrm>
          <a:custGeom>
            <a:avLst/>
            <a:gdLst/>
            <a:ahLst/>
            <a:cxnLst/>
            <a:rect l="l" t="t" r="r" b="b"/>
            <a:pathLst>
              <a:path w="934085" h="540385">
                <a:moveTo>
                  <a:pt x="0" y="31764"/>
                </a:moveTo>
                <a:lnTo>
                  <a:pt x="3144" y="17967"/>
                </a:lnTo>
                <a:lnTo>
                  <a:pt x="11632" y="7248"/>
                </a:lnTo>
                <a:lnTo>
                  <a:pt x="24043" y="1011"/>
                </a:lnTo>
                <a:lnTo>
                  <a:pt x="901754" y="0"/>
                </a:lnTo>
                <a:lnTo>
                  <a:pt x="915742" y="3102"/>
                </a:lnTo>
                <a:lnTo>
                  <a:pt x="926610" y="11475"/>
                </a:lnTo>
                <a:lnTo>
                  <a:pt x="932935" y="23716"/>
                </a:lnTo>
                <a:lnTo>
                  <a:pt x="933961" y="508599"/>
                </a:lnTo>
                <a:lnTo>
                  <a:pt x="930817" y="522396"/>
                </a:lnTo>
                <a:lnTo>
                  <a:pt x="922334" y="533124"/>
                </a:lnTo>
                <a:lnTo>
                  <a:pt x="909933" y="539375"/>
                </a:lnTo>
                <a:lnTo>
                  <a:pt x="32206" y="540394"/>
                </a:lnTo>
                <a:lnTo>
                  <a:pt x="18220" y="537288"/>
                </a:lnTo>
                <a:lnTo>
                  <a:pt x="7355" y="528910"/>
                </a:lnTo>
                <a:lnTo>
                  <a:pt x="1030" y="516668"/>
                </a:lnTo>
                <a:lnTo>
                  <a:pt x="0" y="31764"/>
                </a:lnTo>
                <a:close/>
              </a:path>
            </a:pathLst>
          </a:custGeom>
          <a:ln w="10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6910" y="2172248"/>
            <a:ext cx="934085" cy="541020"/>
          </a:xfrm>
          <a:custGeom>
            <a:avLst/>
            <a:gdLst/>
            <a:ahLst/>
            <a:cxnLst/>
            <a:rect l="l" t="t" r="r" b="b"/>
            <a:pathLst>
              <a:path w="934085" h="541019">
                <a:moveTo>
                  <a:pt x="901766" y="0"/>
                </a:moveTo>
                <a:lnTo>
                  <a:pt x="24030" y="1018"/>
                </a:lnTo>
                <a:lnTo>
                  <a:pt x="11628" y="7267"/>
                </a:lnTo>
                <a:lnTo>
                  <a:pt x="3144" y="17995"/>
                </a:lnTo>
                <a:lnTo>
                  <a:pt x="0" y="31790"/>
                </a:lnTo>
                <a:lnTo>
                  <a:pt x="1030" y="516683"/>
                </a:lnTo>
                <a:lnTo>
                  <a:pt x="7357" y="528924"/>
                </a:lnTo>
                <a:lnTo>
                  <a:pt x="18222" y="537303"/>
                </a:lnTo>
                <a:lnTo>
                  <a:pt x="32205" y="540410"/>
                </a:lnTo>
                <a:lnTo>
                  <a:pt x="909942" y="539391"/>
                </a:lnTo>
                <a:lnTo>
                  <a:pt x="922344" y="533141"/>
                </a:lnTo>
                <a:lnTo>
                  <a:pt x="930829" y="522414"/>
                </a:lnTo>
                <a:lnTo>
                  <a:pt x="933974" y="508619"/>
                </a:lnTo>
                <a:lnTo>
                  <a:pt x="932943" y="23724"/>
                </a:lnTo>
                <a:lnTo>
                  <a:pt x="926615" y="11484"/>
                </a:lnTo>
                <a:lnTo>
                  <a:pt x="915748" y="3106"/>
                </a:lnTo>
                <a:lnTo>
                  <a:pt x="9017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96910" y="2172262"/>
            <a:ext cx="934085" cy="540385"/>
          </a:xfrm>
          <a:custGeom>
            <a:avLst/>
            <a:gdLst/>
            <a:ahLst/>
            <a:cxnLst/>
            <a:rect l="l" t="t" r="r" b="b"/>
            <a:pathLst>
              <a:path w="934085" h="540385">
                <a:moveTo>
                  <a:pt x="0" y="31795"/>
                </a:moveTo>
                <a:lnTo>
                  <a:pt x="3143" y="17983"/>
                </a:lnTo>
                <a:lnTo>
                  <a:pt x="11626" y="7258"/>
                </a:lnTo>
                <a:lnTo>
                  <a:pt x="24027" y="1016"/>
                </a:lnTo>
                <a:lnTo>
                  <a:pt x="901767" y="0"/>
                </a:lnTo>
                <a:lnTo>
                  <a:pt x="915748" y="3101"/>
                </a:lnTo>
                <a:lnTo>
                  <a:pt x="926613" y="11472"/>
                </a:lnTo>
                <a:lnTo>
                  <a:pt x="932940" y="23716"/>
                </a:lnTo>
                <a:lnTo>
                  <a:pt x="933971" y="508599"/>
                </a:lnTo>
                <a:lnTo>
                  <a:pt x="930827" y="522396"/>
                </a:lnTo>
                <a:lnTo>
                  <a:pt x="922344" y="533125"/>
                </a:lnTo>
                <a:lnTo>
                  <a:pt x="909943" y="539375"/>
                </a:lnTo>
                <a:lnTo>
                  <a:pt x="32203" y="540394"/>
                </a:lnTo>
                <a:lnTo>
                  <a:pt x="18222" y="537287"/>
                </a:lnTo>
                <a:lnTo>
                  <a:pt x="7357" y="528909"/>
                </a:lnTo>
                <a:lnTo>
                  <a:pt x="1030" y="516666"/>
                </a:lnTo>
                <a:lnTo>
                  <a:pt x="0" y="31795"/>
                </a:lnTo>
                <a:close/>
              </a:path>
            </a:pathLst>
          </a:custGeom>
          <a:ln w="10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45242" y="2211796"/>
            <a:ext cx="706120" cy="502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2560" marR="51435" indent="-150495">
              <a:lnSpc>
                <a:spcPts val="1250"/>
              </a:lnSpc>
            </a:pPr>
            <a:r>
              <a:rPr sz="1250" b="1" spc="15" dirty="0">
                <a:latin typeface="Times New Roman"/>
                <a:cs typeface="Times New Roman"/>
              </a:rPr>
              <a:t>R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45" dirty="0">
                <a:latin typeface="Times New Roman"/>
                <a:cs typeface="Times New Roman"/>
              </a:rPr>
              <a:t>v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dirty="0">
                <a:latin typeface="Times New Roman"/>
                <a:cs typeface="Times New Roman"/>
              </a:rPr>
              <a:t>t 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5" dirty="0">
                <a:latin typeface="Times New Roman"/>
                <a:cs typeface="Times New Roman"/>
              </a:rPr>
              <a:t>ta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</a:pP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15" dirty="0">
                <a:latin typeface="Times New Roman"/>
                <a:cs typeface="Times New Roman"/>
              </a:rPr>
              <a:t>ll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453533" y="3072932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1223817" y="0"/>
                </a:moveTo>
                <a:lnTo>
                  <a:pt x="39457" y="100"/>
                </a:lnTo>
                <a:lnTo>
                  <a:pt x="3043" y="19929"/>
                </a:lnTo>
                <a:lnTo>
                  <a:pt x="0" y="31790"/>
                </a:lnTo>
                <a:lnTo>
                  <a:pt x="136" y="489978"/>
                </a:lnTo>
                <a:lnTo>
                  <a:pt x="4372" y="501474"/>
                </a:lnTo>
                <a:lnTo>
                  <a:pt x="13687" y="510748"/>
                </a:lnTo>
                <a:lnTo>
                  <a:pt x="26926" y="516941"/>
                </a:lnTo>
                <a:lnTo>
                  <a:pt x="42934" y="519196"/>
                </a:lnTo>
                <a:lnTo>
                  <a:pt x="1227308" y="519094"/>
                </a:lnTo>
                <a:lnTo>
                  <a:pt x="1242842" y="515954"/>
                </a:lnTo>
                <a:lnTo>
                  <a:pt x="1255364" y="509054"/>
                </a:lnTo>
                <a:lnTo>
                  <a:pt x="1263722" y="499252"/>
                </a:lnTo>
                <a:lnTo>
                  <a:pt x="1266764" y="487405"/>
                </a:lnTo>
                <a:lnTo>
                  <a:pt x="1266626" y="29204"/>
                </a:lnTo>
                <a:lnTo>
                  <a:pt x="1262388" y="17702"/>
                </a:lnTo>
                <a:lnTo>
                  <a:pt x="1253073" y="8434"/>
                </a:lnTo>
                <a:lnTo>
                  <a:pt x="1239832" y="2250"/>
                </a:lnTo>
                <a:lnTo>
                  <a:pt x="1223817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53531" y="3072909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0" y="31795"/>
                </a:moveTo>
                <a:lnTo>
                  <a:pt x="39454" y="101"/>
                </a:lnTo>
                <a:lnTo>
                  <a:pt x="1223811" y="0"/>
                </a:lnTo>
                <a:lnTo>
                  <a:pt x="1239825" y="2253"/>
                </a:lnTo>
                <a:lnTo>
                  <a:pt x="1253066" y="8443"/>
                </a:lnTo>
                <a:lnTo>
                  <a:pt x="1262383" y="17712"/>
                </a:lnTo>
                <a:lnTo>
                  <a:pt x="1266623" y="29206"/>
                </a:lnTo>
                <a:lnTo>
                  <a:pt x="1266761" y="487432"/>
                </a:lnTo>
                <a:lnTo>
                  <a:pt x="1263718" y="499280"/>
                </a:lnTo>
                <a:lnTo>
                  <a:pt x="1255356" y="509075"/>
                </a:lnTo>
                <a:lnTo>
                  <a:pt x="1242828" y="515964"/>
                </a:lnTo>
                <a:lnTo>
                  <a:pt x="1227287" y="519096"/>
                </a:lnTo>
                <a:lnTo>
                  <a:pt x="42935" y="519197"/>
                </a:lnTo>
                <a:lnTo>
                  <a:pt x="26922" y="516945"/>
                </a:lnTo>
                <a:lnTo>
                  <a:pt x="13680" y="510759"/>
                </a:lnTo>
                <a:lnTo>
                  <a:pt x="4366" y="501490"/>
                </a:lnTo>
                <a:lnTo>
                  <a:pt x="134" y="489992"/>
                </a:lnTo>
                <a:lnTo>
                  <a:pt x="0" y="31795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21325" y="3051718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1223808" y="0"/>
                </a:moveTo>
                <a:lnTo>
                  <a:pt x="39456" y="101"/>
                </a:lnTo>
                <a:lnTo>
                  <a:pt x="3042" y="19943"/>
                </a:lnTo>
                <a:lnTo>
                  <a:pt x="0" y="31790"/>
                </a:lnTo>
                <a:lnTo>
                  <a:pt x="135" y="490000"/>
                </a:lnTo>
                <a:lnTo>
                  <a:pt x="4369" y="501494"/>
                </a:lnTo>
                <a:lnTo>
                  <a:pt x="13685" y="510760"/>
                </a:lnTo>
                <a:lnTo>
                  <a:pt x="26929" y="516945"/>
                </a:lnTo>
                <a:lnTo>
                  <a:pt x="42946" y="519196"/>
                </a:lnTo>
                <a:lnTo>
                  <a:pt x="1227276" y="519096"/>
                </a:lnTo>
                <a:lnTo>
                  <a:pt x="1242819" y="515965"/>
                </a:lnTo>
                <a:lnTo>
                  <a:pt x="1255348" y="509076"/>
                </a:lnTo>
                <a:lnTo>
                  <a:pt x="1263711" y="499282"/>
                </a:lnTo>
                <a:lnTo>
                  <a:pt x="1266754" y="487436"/>
                </a:lnTo>
                <a:lnTo>
                  <a:pt x="1266617" y="29209"/>
                </a:lnTo>
                <a:lnTo>
                  <a:pt x="1262379" y="17715"/>
                </a:lnTo>
                <a:lnTo>
                  <a:pt x="1253063" y="8444"/>
                </a:lnTo>
                <a:lnTo>
                  <a:pt x="1239823" y="2254"/>
                </a:lnTo>
                <a:lnTo>
                  <a:pt x="12238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21324" y="3051712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0" y="31795"/>
                </a:moveTo>
                <a:lnTo>
                  <a:pt x="39453" y="101"/>
                </a:lnTo>
                <a:lnTo>
                  <a:pt x="1223835" y="0"/>
                </a:lnTo>
                <a:lnTo>
                  <a:pt x="1239839" y="2255"/>
                </a:lnTo>
                <a:lnTo>
                  <a:pt x="1253075" y="8450"/>
                </a:lnTo>
                <a:lnTo>
                  <a:pt x="1262387" y="17727"/>
                </a:lnTo>
                <a:lnTo>
                  <a:pt x="1266620" y="29229"/>
                </a:lnTo>
                <a:lnTo>
                  <a:pt x="1266755" y="487432"/>
                </a:lnTo>
                <a:lnTo>
                  <a:pt x="1263709" y="499285"/>
                </a:lnTo>
                <a:lnTo>
                  <a:pt x="1255343" y="509083"/>
                </a:lnTo>
                <a:lnTo>
                  <a:pt x="1242814" y="515972"/>
                </a:lnTo>
                <a:lnTo>
                  <a:pt x="1227277" y="519098"/>
                </a:lnTo>
                <a:lnTo>
                  <a:pt x="42947" y="519197"/>
                </a:lnTo>
                <a:lnTo>
                  <a:pt x="26931" y="516946"/>
                </a:lnTo>
                <a:lnTo>
                  <a:pt x="13688" y="510762"/>
                </a:lnTo>
                <a:lnTo>
                  <a:pt x="4371" y="501496"/>
                </a:lnTo>
                <a:lnTo>
                  <a:pt x="135" y="490001"/>
                </a:lnTo>
                <a:lnTo>
                  <a:pt x="0" y="31795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677009" y="3133639"/>
            <a:ext cx="78105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 marR="5080" indent="-21590">
              <a:lnSpc>
                <a:spcPts val="1250"/>
              </a:lnSpc>
            </a:pPr>
            <a:r>
              <a:rPr sz="1250" b="1" spc="-10" dirty="0">
                <a:latin typeface="Times New Roman"/>
                <a:cs typeface="Times New Roman"/>
              </a:rPr>
              <a:t>P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-40" dirty="0">
                <a:latin typeface="Times New Roman"/>
                <a:cs typeface="Times New Roman"/>
              </a:rPr>
              <a:t>am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5" dirty="0">
                <a:latin typeface="Times New Roman"/>
                <a:cs typeface="Times New Roman"/>
              </a:rPr>
              <a:t>r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-40" dirty="0">
                <a:latin typeface="Times New Roman"/>
                <a:cs typeface="Times New Roman"/>
              </a:rPr>
              <a:t>ma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453533" y="3910002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1223817" y="0"/>
                </a:moveTo>
                <a:lnTo>
                  <a:pt x="39460" y="100"/>
                </a:lnTo>
                <a:lnTo>
                  <a:pt x="3043" y="19929"/>
                </a:lnTo>
                <a:lnTo>
                  <a:pt x="0" y="31787"/>
                </a:lnTo>
                <a:lnTo>
                  <a:pt x="136" y="489989"/>
                </a:lnTo>
                <a:lnTo>
                  <a:pt x="4371" y="501489"/>
                </a:lnTo>
                <a:lnTo>
                  <a:pt x="13686" y="510761"/>
                </a:lnTo>
                <a:lnTo>
                  <a:pt x="26925" y="516952"/>
                </a:lnTo>
                <a:lnTo>
                  <a:pt x="42934" y="519205"/>
                </a:lnTo>
                <a:lnTo>
                  <a:pt x="1227306" y="519103"/>
                </a:lnTo>
                <a:lnTo>
                  <a:pt x="1242841" y="515965"/>
                </a:lnTo>
                <a:lnTo>
                  <a:pt x="1255363" y="509069"/>
                </a:lnTo>
                <a:lnTo>
                  <a:pt x="1263722" y="499268"/>
                </a:lnTo>
                <a:lnTo>
                  <a:pt x="1266764" y="487417"/>
                </a:lnTo>
                <a:lnTo>
                  <a:pt x="1266626" y="29204"/>
                </a:lnTo>
                <a:lnTo>
                  <a:pt x="1262389" y="17704"/>
                </a:lnTo>
                <a:lnTo>
                  <a:pt x="1253073" y="8436"/>
                </a:lnTo>
                <a:lnTo>
                  <a:pt x="1239832" y="2251"/>
                </a:lnTo>
                <a:lnTo>
                  <a:pt x="1223817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453531" y="3909999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0" y="31788"/>
                </a:moveTo>
                <a:lnTo>
                  <a:pt x="39458" y="100"/>
                </a:lnTo>
                <a:lnTo>
                  <a:pt x="1223811" y="0"/>
                </a:lnTo>
                <a:lnTo>
                  <a:pt x="1239826" y="2250"/>
                </a:lnTo>
                <a:lnTo>
                  <a:pt x="1253068" y="8435"/>
                </a:lnTo>
                <a:lnTo>
                  <a:pt x="1262384" y="17703"/>
                </a:lnTo>
                <a:lnTo>
                  <a:pt x="1266624" y="29202"/>
                </a:lnTo>
                <a:lnTo>
                  <a:pt x="1266761" y="487417"/>
                </a:lnTo>
                <a:lnTo>
                  <a:pt x="1263720" y="499267"/>
                </a:lnTo>
                <a:lnTo>
                  <a:pt x="1255362" y="509068"/>
                </a:lnTo>
                <a:lnTo>
                  <a:pt x="1242840" y="515965"/>
                </a:lnTo>
                <a:lnTo>
                  <a:pt x="1227305" y="519104"/>
                </a:lnTo>
                <a:lnTo>
                  <a:pt x="42935" y="519206"/>
                </a:lnTo>
                <a:lnTo>
                  <a:pt x="26926" y="516953"/>
                </a:lnTo>
                <a:lnTo>
                  <a:pt x="13687" y="510762"/>
                </a:lnTo>
                <a:lnTo>
                  <a:pt x="4372" y="501490"/>
                </a:lnTo>
                <a:lnTo>
                  <a:pt x="136" y="489991"/>
                </a:lnTo>
                <a:lnTo>
                  <a:pt x="0" y="31788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421325" y="3888806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1223808" y="0"/>
                </a:moveTo>
                <a:lnTo>
                  <a:pt x="39456" y="101"/>
                </a:lnTo>
                <a:lnTo>
                  <a:pt x="3042" y="19934"/>
                </a:lnTo>
                <a:lnTo>
                  <a:pt x="0" y="31790"/>
                </a:lnTo>
                <a:lnTo>
                  <a:pt x="137" y="490001"/>
                </a:lnTo>
                <a:lnTo>
                  <a:pt x="4375" y="501496"/>
                </a:lnTo>
                <a:lnTo>
                  <a:pt x="13692" y="510766"/>
                </a:lnTo>
                <a:lnTo>
                  <a:pt x="26933" y="516955"/>
                </a:lnTo>
                <a:lnTo>
                  <a:pt x="42946" y="519208"/>
                </a:lnTo>
                <a:lnTo>
                  <a:pt x="1227297" y="519106"/>
                </a:lnTo>
                <a:lnTo>
                  <a:pt x="1242832" y="515968"/>
                </a:lnTo>
                <a:lnTo>
                  <a:pt x="1255354" y="509071"/>
                </a:lnTo>
                <a:lnTo>
                  <a:pt x="1263712" y="499270"/>
                </a:lnTo>
                <a:lnTo>
                  <a:pt x="1266754" y="487420"/>
                </a:lnTo>
                <a:lnTo>
                  <a:pt x="1266617" y="29206"/>
                </a:lnTo>
                <a:lnTo>
                  <a:pt x="1262379" y="17706"/>
                </a:lnTo>
                <a:lnTo>
                  <a:pt x="1253063" y="8437"/>
                </a:lnTo>
                <a:lnTo>
                  <a:pt x="1239823" y="2251"/>
                </a:lnTo>
                <a:lnTo>
                  <a:pt x="12238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21324" y="3888806"/>
            <a:ext cx="1266825" cy="519430"/>
          </a:xfrm>
          <a:custGeom>
            <a:avLst/>
            <a:gdLst/>
            <a:ahLst/>
            <a:cxnLst/>
            <a:rect l="l" t="t" r="r" b="b"/>
            <a:pathLst>
              <a:path w="1266825" h="519429">
                <a:moveTo>
                  <a:pt x="0" y="31788"/>
                </a:moveTo>
                <a:lnTo>
                  <a:pt x="39457" y="101"/>
                </a:lnTo>
                <a:lnTo>
                  <a:pt x="1223835" y="0"/>
                </a:lnTo>
                <a:lnTo>
                  <a:pt x="1239840" y="2252"/>
                </a:lnTo>
                <a:lnTo>
                  <a:pt x="1253077" y="8443"/>
                </a:lnTo>
                <a:lnTo>
                  <a:pt x="1262389" y="17718"/>
                </a:lnTo>
                <a:lnTo>
                  <a:pt x="1266620" y="29225"/>
                </a:lnTo>
                <a:lnTo>
                  <a:pt x="1266755" y="487417"/>
                </a:lnTo>
                <a:lnTo>
                  <a:pt x="1263711" y="499272"/>
                </a:lnTo>
                <a:lnTo>
                  <a:pt x="1255350" y="509076"/>
                </a:lnTo>
                <a:lnTo>
                  <a:pt x="1242826" y="515974"/>
                </a:lnTo>
                <a:lnTo>
                  <a:pt x="1227297" y="519109"/>
                </a:lnTo>
                <a:lnTo>
                  <a:pt x="42947" y="519209"/>
                </a:lnTo>
                <a:lnTo>
                  <a:pt x="26936" y="516956"/>
                </a:lnTo>
                <a:lnTo>
                  <a:pt x="13695" y="510767"/>
                </a:lnTo>
                <a:lnTo>
                  <a:pt x="4377" y="501497"/>
                </a:lnTo>
                <a:lnTo>
                  <a:pt x="137" y="490002"/>
                </a:lnTo>
                <a:lnTo>
                  <a:pt x="0" y="31788"/>
                </a:lnTo>
                <a:close/>
              </a:path>
            </a:pathLst>
          </a:custGeom>
          <a:ln w="106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623387" y="3896554"/>
            <a:ext cx="813435" cy="502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2245">
              <a:lnSpc>
                <a:spcPts val="1250"/>
              </a:lnSpc>
            </a:pPr>
            <a:r>
              <a:rPr sz="1250" b="1" spc="75" dirty="0">
                <a:latin typeface="Times New Roman"/>
                <a:cs typeface="Times New Roman"/>
              </a:rPr>
              <a:t>M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 </a:t>
            </a:r>
            <a:r>
              <a:rPr sz="1250" b="1" spc="-85" dirty="0">
                <a:latin typeface="Times New Roman"/>
                <a:cs typeface="Times New Roman"/>
              </a:rPr>
              <a:t>f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-85" dirty="0">
                <a:latin typeface="Times New Roman"/>
                <a:cs typeface="Times New Roman"/>
              </a:rPr>
              <a:t>f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  <a:p>
            <a:pPr marL="130175">
              <a:lnSpc>
                <a:spcPts val="1250"/>
              </a:lnSpc>
            </a:pP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45" dirty="0">
                <a:latin typeface="Times New Roman"/>
                <a:cs typeface="Times New Roman"/>
              </a:rPr>
              <a:t>x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dirty="0">
                <a:latin typeface="Times New Roman"/>
                <a:cs typeface="Times New Roman"/>
              </a:rPr>
              <a:t>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86181" y="3878211"/>
            <a:ext cx="934085" cy="541020"/>
          </a:xfrm>
          <a:custGeom>
            <a:avLst/>
            <a:gdLst/>
            <a:ahLst/>
            <a:cxnLst/>
            <a:rect l="l" t="t" r="r" b="b"/>
            <a:pathLst>
              <a:path w="934085" h="541020">
                <a:moveTo>
                  <a:pt x="901756" y="0"/>
                </a:moveTo>
                <a:lnTo>
                  <a:pt x="24027" y="1017"/>
                </a:lnTo>
                <a:lnTo>
                  <a:pt x="11624" y="7261"/>
                </a:lnTo>
                <a:lnTo>
                  <a:pt x="3142" y="17986"/>
                </a:lnTo>
                <a:lnTo>
                  <a:pt x="0" y="31790"/>
                </a:lnTo>
                <a:lnTo>
                  <a:pt x="1030" y="516679"/>
                </a:lnTo>
                <a:lnTo>
                  <a:pt x="7355" y="528920"/>
                </a:lnTo>
                <a:lnTo>
                  <a:pt x="18220" y="537296"/>
                </a:lnTo>
                <a:lnTo>
                  <a:pt x="32208" y="540401"/>
                </a:lnTo>
                <a:lnTo>
                  <a:pt x="909931" y="539383"/>
                </a:lnTo>
                <a:lnTo>
                  <a:pt x="922333" y="533136"/>
                </a:lnTo>
                <a:lnTo>
                  <a:pt x="930817" y="522409"/>
                </a:lnTo>
                <a:lnTo>
                  <a:pt x="933962" y="508610"/>
                </a:lnTo>
                <a:lnTo>
                  <a:pt x="932931" y="23719"/>
                </a:lnTo>
                <a:lnTo>
                  <a:pt x="926604" y="11476"/>
                </a:lnTo>
                <a:lnTo>
                  <a:pt x="915739" y="3102"/>
                </a:lnTo>
                <a:lnTo>
                  <a:pt x="901756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86182" y="3878210"/>
            <a:ext cx="934085" cy="541020"/>
          </a:xfrm>
          <a:custGeom>
            <a:avLst/>
            <a:gdLst/>
            <a:ahLst/>
            <a:cxnLst/>
            <a:rect l="l" t="t" r="r" b="b"/>
            <a:pathLst>
              <a:path w="934085" h="541020">
                <a:moveTo>
                  <a:pt x="0" y="31788"/>
                </a:moveTo>
                <a:lnTo>
                  <a:pt x="3142" y="17985"/>
                </a:lnTo>
                <a:lnTo>
                  <a:pt x="11624" y="7260"/>
                </a:lnTo>
                <a:lnTo>
                  <a:pt x="24027" y="1016"/>
                </a:lnTo>
                <a:lnTo>
                  <a:pt x="901754" y="0"/>
                </a:lnTo>
                <a:lnTo>
                  <a:pt x="915737" y="3102"/>
                </a:lnTo>
                <a:lnTo>
                  <a:pt x="926604" y="11476"/>
                </a:lnTo>
                <a:lnTo>
                  <a:pt x="932931" y="23718"/>
                </a:lnTo>
                <a:lnTo>
                  <a:pt x="933961" y="508611"/>
                </a:lnTo>
                <a:lnTo>
                  <a:pt x="930817" y="522409"/>
                </a:lnTo>
                <a:lnTo>
                  <a:pt x="922332" y="533135"/>
                </a:lnTo>
                <a:lnTo>
                  <a:pt x="909929" y="539382"/>
                </a:lnTo>
                <a:lnTo>
                  <a:pt x="32206" y="540400"/>
                </a:lnTo>
                <a:lnTo>
                  <a:pt x="18218" y="537295"/>
                </a:lnTo>
                <a:lnTo>
                  <a:pt x="7353" y="528919"/>
                </a:lnTo>
                <a:lnTo>
                  <a:pt x="1029" y="516677"/>
                </a:lnTo>
                <a:lnTo>
                  <a:pt x="0" y="31788"/>
                </a:lnTo>
                <a:close/>
              </a:path>
            </a:pathLst>
          </a:custGeom>
          <a:ln w="10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64702" y="3857018"/>
            <a:ext cx="934085" cy="541020"/>
          </a:xfrm>
          <a:custGeom>
            <a:avLst/>
            <a:gdLst/>
            <a:ahLst/>
            <a:cxnLst/>
            <a:rect l="l" t="t" r="r" b="b"/>
            <a:pathLst>
              <a:path w="934085" h="541020">
                <a:moveTo>
                  <a:pt x="901769" y="0"/>
                </a:moveTo>
                <a:lnTo>
                  <a:pt x="24033" y="1017"/>
                </a:lnTo>
                <a:lnTo>
                  <a:pt x="11630" y="7263"/>
                </a:lnTo>
                <a:lnTo>
                  <a:pt x="3144" y="17989"/>
                </a:lnTo>
                <a:lnTo>
                  <a:pt x="0" y="31787"/>
                </a:lnTo>
                <a:lnTo>
                  <a:pt x="1030" y="516679"/>
                </a:lnTo>
                <a:lnTo>
                  <a:pt x="7359" y="528920"/>
                </a:lnTo>
                <a:lnTo>
                  <a:pt x="18225" y="537296"/>
                </a:lnTo>
                <a:lnTo>
                  <a:pt x="32208" y="540401"/>
                </a:lnTo>
                <a:lnTo>
                  <a:pt x="909943" y="539383"/>
                </a:lnTo>
                <a:lnTo>
                  <a:pt x="922345" y="533136"/>
                </a:lnTo>
                <a:lnTo>
                  <a:pt x="930829" y="522409"/>
                </a:lnTo>
                <a:lnTo>
                  <a:pt x="933974" y="508610"/>
                </a:lnTo>
                <a:lnTo>
                  <a:pt x="932944" y="23722"/>
                </a:lnTo>
                <a:lnTo>
                  <a:pt x="926617" y="11481"/>
                </a:lnTo>
                <a:lnTo>
                  <a:pt x="915751" y="3104"/>
                </a:lnTo>
                <a:lnTo>
                  <a:pt x="9017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4703" y="3857016"/>
            <a:ext cx="934085" cy="541020"/>
          </a:xfrm>
          <a:custGeom>
            <a:avLst/>
            <a:gdLst/>
            <a:ahLst/>
            <a:cxnLst/>
            <a:rect l="l" t="t" r="r" b="b"/>
            <a:pathLst>
              <a:path w="934085" h="541020">
                <a:moveTo>
                  <a:pt x="0" y="31788"/>
                </a:moveTo>
                <a:lnTo>
                  <a:pt x="3144" y="17990"/>
                </a:lnTo>
                <a:lnTo>
                  <a:pt x="11629" y="7264"/>
                </a:lnTo>
                <a:lnTo>
                  <a:pt x="24032" y="1017"/>
                </a:lnTo>
                <a:lnTo>
                  <a:pt x="901767" y="0"/>
                </a:lnTo>
                <a:lnTo>
                  <a:pt x="915749" y="3104"/>
                </a:lnTo>
                <a:lnTo>
                  <a:pt x="926616" y="11481"/>
                </a:lnTo>
                <a:lnTo>
                  <a:pt x="932943" y="23722"/>
                </a:lnTo>
                <a:lnTo>
                  <a:pt x="933974" y="508611"/>
                </a:lnTo>
                <a:lnTo>
                  <a:pt x="930829" y="522409"/>
                </a:lnTo>
                <a:lnTo>
                  <a:pt x="922344" y="533135"/>
                </a:lnTo>
                <a:lnTo>
                  <a:pt x="909941" y="539382"/>
                </a:lnTo>
                <a:lnTo>
                  <a:pt x="32206" y="540400"/>
                </a:lnTo>
                <a:lnTo>
                  <a:pt x="18224" y="537295"/>
                </a:lnTo>
                <a:lnTo>
                  <a:pt x="7357" y="528919"/>
                </a:lnTo>
                <a:lnTo>
                  <a:pt x="1030" y="516677"/>
                </a:lnTo>
                <a:lnTo>
                  <a:pt x="0" y="31788"/>
                </a:lnTo>
                <a:close/>
              </a:path>
            </a:pathLst>
          </a:custGeom>
          <a:ln w="106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970101" y="3896554"/>
            <a:ext cx="748665" cy="502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6535" marR="6985" indent="-204470">
              <a:lnSpc>
                <a:spcPts val="1250"/>
              </a:lnSpc>
            </a:pPr>
            <a:r>
              <a:rPr sz="1250" b="1" spc="15" dirty="0">
                <a:latin typeface="Times New Roman"/>
                <a:cs typeface="Times New Roman"/>
              </a:rPr>
              <a:t>A</a:t>
            </a:r>
            <a:r>
              <a:rPr sz="1250" b="1" spc="-25" dirty="0">
                <a:latin typeface="Times New Roman"/>
                <a:cs typeface="Times New Roman"/>
              </a:rPr>
              <a:t>dd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l 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5" dirty="0">
                <a:latin typeface="Times New Roman"/>
                <a:cs typeface="Times New Roman"/>
              </a:rPr>
              <a:t>ta</a:t>
            </a:r>
            <a:endParaRPr sz="1250">
              <a:latin typeface="Times New Roman"/>
              <a:cs typeface="Times New Roman"/>
            </a:endParaRPr>
          </a:p>
          <a:p>
            <a:pPr marL="55244">
              <a:lnSpc>
                <a:spcPts val="1250"/>
              </a:lnSpc>
            </a:pP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15" dirty="0">
                <a:latin typeface="Times New Roman"/>
                <a:cs typeface="Times New Roman"/>
              </a:rPr>
              <a:t>ll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507205" y="4630530"/>
            <a:ext cx="1137920" cy="593725"/>
          </a:xfrm>
          <a:custGeom>
            <a:avLst/>
            <a:gdLst/>
            <a:ahLst/>
            <a:cxnLst/>
            <a:rect l="l" t="t" r="r" b="b"/>
            <a:pathLst>
              <a:path w="1137920" h="593725">
                <a:moveTo>
                  <a:pt x="568988" y="0"/>
                </a:moveTo>
                <a:lnTo>
                  <a:pt x="522069" y="976"/>
                </a:lnTo>
                <a:lnTo>
                  <a:pt x="476241" y="3856"/>
                </a:lnTo>
                <a:lnTo>
                  <a:pt x="431646" y="8566"/>
                </a:lnTo>
                <a:lnTo>
                  <a:pt x="388426" y="15031"/>
                </a:lnTo>
                <a:lnTo>
                  <a:pt x="346724" y="23177"/>
                </a:lnTo>
                <a:lnTo>
                  <a:pt x="306681" y="32930"/>
                </a:lnTo>
                <a:lnTo>
                  <a:pt x="268441" y="44215"/>
                </a:lnTo>
                <a:lnTo>
                  <a:pt x="232144" y="56960"/>
                </a:lnTo>
                <a:lnTo>
                  <a:pt x="165952" y="86528"/>
                </a:lnTo>
                <a:lnTo>
                  <a:pt x="109243" y="121042"/>
                </a:lnTo>
                <a:lnTo>
                  <a:pt x="63156" y="159907"/>
                </a:lnTo>
                <a:lnTo>
                  <a:pt x="28828" y="202530"/>
                </a:lnTo>
                <a:lnTo>
                  <a:pt x="7396" y="248319"/>
                </a:lnTo>
                <a:lnTo>
                  <a:pt x="0" y="296680"/>
                </a:lnTo>
                <a:lnTo>
                  <a:pt x="1872" y="321146"/>
                </a:lnTo>
                <a:lnTo>
                  <a:pt x="16429" y="368298"/>
                </a:lnTo>
                <a:lnTo>
                  <a:pt x="44451" y="412580"/>
                </a:lnTo>
                <a:lnTo>
                  <a:pt x="84801" y="453401"/>
                </a:lnTo>
                <a:lnTo>
                  <a:pt x="136341" y="490165"/>
                </a:lnTo>
                <a:lnTo>
                  <a:pt x="197934" y="522281"/>
                </a:lnTo>
                <a:lnTo>
                  <a:pt x="268441" y="549155"/>
                </a:lnTo>
                <a:lnTo>
                  <a:pt x="306681" y="560442"/>
                </a:lnTo>
                <a:lnTo>
                  <a:pt x="346724" y="570195"/>
                </a:lnTo>
                <a:lnTo>
                  <a:pt x="388426" y="578341"/>
                </a:lnTo>
                <a:lnTo>
                  <a:pt x="431646" y="584806"/>
                </a:lnTo>
                <a:lnTo>
                  <a:pt x="476241" y="589515"/>
                </a:lnTo>
                <a:lnTo>
                  <a:pt x="522069" y="592395"/>
                </a:lnTo>
                <a:lnTo>
                  <a:pt x="568988" y="593372"/>
                </a:lnTo>
                <a:lnTo>
                  <a:pt x="615902" y="592395"/>
                </a:lnTo>
                <a:lnTo>
                  <a:pt x="661725" y="589515"/>
                </a:lnTo>
                <a:lnTo>
                  <a:pt x="706316" y="584806"/>
                </a:lnTo>
                <a:lnTo>
                  <a:pt x="749531" y="578341"/>
                </a:lnTo>
                <a:lnTo>
                  <a:pt x="791230" y="570195"/>
                </a:lnTo>
                <a:lnTo>
                  <a:pt x="831269" y="560442"/>
                </a:lnTo>
                <a:lnTo>
                  <a:pt x="869507" y="549155"/>
                </a:lnTo>
                <a:lnTo>
                  <a:pt x="905800" y="536411"/>
                </a:lnTo>
                <a:lnTo>
                  <a:pt x="971987" y="506842"/>
                </a:lnTo>
                <a:lnTo>
                  <a:pt x="1028691" y="472327"/>
                </a:lnTo>
                <a:lnTo>
                  <a:pt x="1074775" y="433460"/>
                </a:lnTo>
                <a:lnTo>
                  <a:pt x="1109101" y="390835"/>
                </a:lnTo>
                <a:lnTo>
                  <a:pt x="1130531" y="345044"/>
                </a:lnTo>
                <a:lnTo>
                  <a:pt x="1137928" y="296680"/>
                </a:lnTo>
                <a:lnTo>
                  <a:pt x="1136055" y="272215"/>
                </a:lnTo>
                <a:lnTo>
                  <a:pt x="1121499" y="225066"/>
                </a:lnTo>
                <a:lnTo>
                  <a:pt x="1093479" y="180786"/>
                </a:lnTo>
                <a:lnTo>
                  <a:pt x="1053132" y="139967"/>
                </a:lnTo>
                <a:lnTo>
                  <a:pt x="1001595" y="103204"/>
                </a:lnTo>
                <a:lnTo>
                  <a:pt x="940008" y="71089"/>
                </a:lnTo>
                <a:lnTo>
                  <a:pt x="869507" y="44215"/>
                </a:lnTo>
                <a:lnTo>
                  <a:pt x="831269" y="32930"/>
                </a:lnTo>
                <a:lnTo>
                  <a:pt x="791230" y="23177"/>
                </a:lnTo>
                <a:lnTo>
                  <a:pt x="749531" y="15031"/>
                </a:lnTo>
                <a:lnTo>
                  <a:pt x="706316" y="8566"/>
                </a:lnTo>
                <a:lnTo>
                  <a:pt x="661725" y="3856"/>
                </a:lnTo>
                <a:lnTo>
                  <a:pt x="615902" y="976"/>
                </a:lnTo>
                <a:lnTo>
                  <a:pt x="568988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507204" y="4630529"/>
            <a:ext cx="1138555" cy="593725"/>
          </a:xfrm>
          <a:custGeom>
            <a:avLst/>
            <a:gdLst/>
            <a:ahLst/>
            <a:cxnLst/>
            <a:rect l="l" t="t" r="r" b="b"/>
            <a:pathLst>
              <a:path w="1138554" h="593725">
                <a:moveTo>
                  <a:pt x="0" y="296680"/>
                </a:moveTo>
                <a:lnTo>
                  <a:pt x="7396" y="248320"/>
                </a:lnTo>
                <a:lnTo>
                  <a:pt x="28828" y="202531"/>
                </a:lnTo>
                <a:lnTo>
                  <a:pt x="63156" y="159908"/>
                </a:lnTo>
                <a:lnTo>
                  <a:pt x="109243" y="121043"/>
                </a:lnTo>
                <a:lnTo>
                  <a:pt x="165952" y="86529"/>
                </a:lnTo>
                <a:lnTo>
                  <a:pt x="232143" y="56961"/>
                </a:lnTo>
                <a:lnTo>
                  <a:pt x="268439" y="44216"/>
                </a:lnTo>
                <a:lnTo>
                  <a:pt x="306680" y="32930"/>
                </a:lnTo>
                <a:lnTo>
                  <a:pt x="346722" y="23177"/>
                </a:lnTo>
                <a:lnTo>
                  <a:pt x="388424" y="15031"/>
                </a:lnTo>
                <a:lnTo>
                  <a:pt x="431643" y="8566"/>
                </a:lnTo>
                <a:lnTo>
                  <a:pt x="476237" y="3856"/>
                </a:lnTo>
                <a:lnTo>
                  <a:pt x="522064" y="976"/>
                </a:lnTo>
                <a:lnTo>
                  <a:pt x="568982" y="0"/>
                </a:lnTo>
                <a:lnTo>
                  <a:pt x="615897" y="976"/>
                </a:lnTo>
                <a:lnTo>
                  <a:pt x="661722" y="3856"/>
                </a:lnTo>
                <a:lnTo>
                  <a:pt x="706315" y="8566"/>
                </a:lnTo>
                <a:lnTo>
                  <a:pt x="749532" y="15031"/>
                </a:lnTo>
                <a:lnTo>
                  <a:pt x="791233" y="23177"/>
                </a:lnTo>
                <a:lnTo>
                  <a:pt x="831274" y="32930"/>
                </a:lnTo>
                <a:lnTo>
                  <a:pt x="869514" y="44216"/>
                </a:lnTo>
                <a:lnTo>
                  <a:pt x="905810" y="56961"/>
                </a:lnTo>
                <a:lnTo>
                  <a:pt x="972001" y="86529"/>
                </a:lnTo>
                <a:lnTo>
                  <a:pt x="1028710" y="121043"/>
                </a:lnTo>
                <a:lnTo>
                  <a:pt x="1074797" y="159908"/>
                </a:lnTo>
                <a:lnTo>
                  <a:pt x="1109126" y="202531"/>
                </a:lnTo>
                <a:lnTo>
                  <a:pt x="1130558" y="248320"/>
                </a:lnTo>
                <a:lnTo>
                  <a:pt x="1137955" y="296680"/>
                </a:lnTo>
                <a:lnTo>
                  <a:pt x="1136082" y="321147"/>
                </a:lnTo>
                <a:lnTo>
                  <a:pt x="1121526" y="368299"/>
                </a:lnTo>
                <a:lnTo>
                  <a:pt x="1093503" y="412582"/>
                </a:lnTo>
                <a:lnTo>
                  <a:pt x="1053152" y="453402"/>
                </a:lnTo>
                <a:lnTo>
                  <a:pt x="1001612" y="490167"/>
                </a:lnTo>
                <a:lnTo>
                  <a:pt x="940020" y="522283"/>
                </a:lnTo>
                <a:lnTo>
                  <a:pt x="869514" y="549157"/>
                </a:lnTo>
                <a:lnTo>
                  <a:pt x="831274" y="560443"/>
                </a:lnTo>
                <a:lnTo>
                  <a:pt x="791233" y="570196"/>
                </a:lnTo>
                <a:lnTo>
                  <a:pt x="749532" y="578342"/>
                </a:lnTo>
                <a:lnTo>
                  <a:pt x="706315" y="584807"/>
                </a:lnTo>
                <a:lnTo>
                  <a:pt x="661722" y="589517"/>
                </a:lnTo>
                <a:lnTo>
                  <a:pt x="615897" y="592397"/>
                </a:lnTo>
                <a:lnTo>
                  <a:pt x="568982" y="593373"/>
                </a:lnTo>
                <a:lnTo>
                  <a:pt x="522064" y="592397"/>
                </a:lnTo>
                <a:lnTo>
                  <a:pt x="476237" y="589517"/>
                </a:lnTo>
                <a:lnTo>
                  <a:pt x="431643" y="584807"/>
                </a:lnTo>
                <a:lnTo>
                  <a:pt x="388424" y="578342"/>
                </a:lnTo>
                <a:lnTo>
                  <a:pt x="346722" y="570196"/>
                </a:lnTo>
                <a:lnTo>
                  <a:pt x="306680" y="560443"/>
                </a:lnTo>
                <a:lnTo>
                  <a:pt x="268439" y="549157"/>
                </a:lnTo>
                <a:lnTo>
                  <a:pt x="232143" y="536412"/>
                </a:lnTo>
                <a:lnTo>
                  <a:pt x="165952" y="506843"/>
                </a:lnTo>
                <a:lnTo>
                  <a:pt x="109243" y="472329"/>
                </a:lnTo>
                <a:lnTo>
                  <a:pt x="63156" y="433462"/>
                </a:lnTo>
                <a:lnTo>
                  <a:pt x="28828" y="390836"/>
                </a:lnTo>
                <a:lnTo>
                  <a:pt x="7396" y="345045"/>
                </a:lnTo>
                <a:lnTo>
                  <a:pt x="0" y="296680"/>
                </a:lnTo>
                <a:close/>
              </a:path>
            </a:pathLst>
          </a:custGeom>
          <a:ln w="21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496467" y="4598740"/>
            <a:ext cx="1138555" cy="593725"/>
          </a:xfrm>
          <a:custGeom>
            <a:avLst/>
            <a:gdLst/>
            <a:ahLst/>
            <a:cxnLst/>
            <a:rect l="l" t="t" r="r" b="b"/>
            <a:pathLst>
              <a:path w="1138554" h="593725">
                <a:moveTo>
                  <a:pt x="568967" y="0"/>
                </a:moveTo>
                <a:lnTo>
                  <a:pt x="522053" y="976"/>
                </a:lnTo>
                <a:lnTo>
                  <a:pt x="476229" y="3856"/>
                </a:lnTo>
                <a:lnTo>
                  <a:pt x="431637" y="8566"/>
                </a:lnTo>
                <a:lnTo>
                  <a:pt x="388420" y="15031"/>
                </a:lnTo>
                <a:lnTo>
                  <a:pt x="346720" y="23177"/>
                </a:lnTo>
                <a:lnTo>
                  <a:pt x="306679" y="32930"/>
                </a:lnTo>
                <a:lnTo>
                  <a:pt x="268440" y="44216"/>
                </a:lnTo>
                <a:lnTo>
                  <a:pt x="232145" y="56961"/>
                </a:lnTo>
                <a:lnTo>
                  <a:pt x="165954" y="86530"/>
                </a:lnTo>
                <a:lnTo>
                  <a:pt x="109246" y="121044"/>
                </a:lnTo>
                <a:lnTo>
                  <a:pt x="63158" y="159911"/>
                </a:lnTo>
                <a:lnTo>
                  <a:pt x="28829" y="202537"/>
                </a:lnTo>
                <a:lnTo>
                  <a:pt x="7396" y="248328"/>
                </a:lnTo>
                <a:lnTo>
                  <a:pt x="0" y="296692"/>
                </a:lnTo>
                <a:lnTo>
                  <a:pt x="1872" y="321157"/>
                </a:lnTo>
                <a:lnTo>
                  <a:pt x="16429" y="368305"/>
                </a:lnTo>
                <a:lnTo>
                  <a:pt x="44452" y="412586"/>
                </a:lnTo>
                <a:lnTo>
                  <a:pt x="84803" y="453404"/>
                </a:lnTo>
                <a:lnTo>
                  <a:pt x="136343" y="490167"/>
                </a:lnTo>
                <a:lnTo>
                  <a:pt x="197935" y="522282"/>
                </a:lnTo>
                <a:lnTo>
                  <a:pt x="268440" y="549156"/>
                </a:lnTo>
                <a:lnTo>
                  <a:pt x="306679" y="560442"/>
                </a:lnTo>
                <a:lnTo>
                  <a:pt x="346720" y="570195"/>
                </a:lnTo>
                <a:lnTo>
                  <a:pt x="388420" y="578341"/>
                </a:lnTo>
                <a:lnTo>
                  <a:pt x="431637" y="584806"/>
                </a:lnTo>
                <a:lnTo>
                  <a:pt x="476229" y="589515"/>
                </a:lnTo>
                <a:lnTo>
                  <a:pt x="522053" y="592395"/>
                </a:lnTo>
                <a:lnTo>
                  <a:pt x="568967" y="593372"/>
                </a:lnTo>
                <a:lnTo>
                  <a:pt x="615885" y="592395"/>
                </a:lnTo>
                <a:lnTo>
                  <a:pt x="661712" y="589515"/>
                </a:lnTo>
                <a:lnTo>
                  <a:pt x="706306" y="584806"/>
                </a:lnTo>
                <a:lnTo>
                  <a:pt x="749525" y="578341"/>
                </a:lnTo>
                <a:lnTo>
                  <a:pt x="791226" y="570195"/>
                </a:lnTo>
                <a:lnTo>
                  <a:pt x="831268" y="560442"/>
                </a:lnTo>
                <a:lnTo>
                  <a:pt x="869507" y="549156"/>
                </a:lnTo>
                <a:lnTo>
                  <a:pt x="905803" y="536411"/>
                </a:lnTo>
                <a:lnTo>
                  <a:pt x="971992" y="506843"/>
                </a:lnTo>
                <a:lnTo>
                  <a:pt x="1028698" y="472330"/>
                </a:lnTo>
                <a:lnTo>
                  <a:pt x="1074784" y="433465"/>
                </a:lnTo>
                <a:lnTo>
                  <a:pt x="1109110" y="390841"/>
                </a:lnTo>
                <a:lnTo>
                  <a:pt x="1130541" y="345052"/>
                </a:lnTo>
                <a:lnTo>
                  <a:pt x="1137937" y="296692"/>
                </a:lnTo>
                <a:lnTo>
                  <a:pt x="1136064" y="272225"/>
                </a:lnTo>
                <a:lnTo>
                  <a:pt x="1121509" y="225074"/>
                </a:lnTo>
                <a:lnTo>
                  <a:pt x="1093488" y="180791"/>
                </a:lnTo>
                <a:lnTo>
                  <a:pt x="1053140" y="139971"/>
                </a:lnTo>
                <a:lnTo>
                  <a:pt x="1001602" y="103206"/>
                </a:lnTo>
                <a:lnTo>
                  <a:pt x="940012" y="71090"/>
                </a:lnTo>
                <a:lnTo>
                  <a:pt x="869507" y="44216"/>
                </a:lnTo>
                <a:lnTo>
                  <a:pt x="831268" y="32930"/>
                </a:lnTo>
                <a:lnTo>
                  <a:pt x="791226" y="23177"/>
                </a:lnTo>
                <a:lnTo>
                  <a:pt x="749525" y="15031"/>
                </a:lnTo>
                <a:lnTo>
                  <a:pt x="706306" y="8566"/>
                </a:lnTo>
                <a:lnTo>
                  <a:pt x="661712" y="3856"/>
                </a:lnTo>
                <a:lnTo>
                  <a:pt x="615885" y="976"/>
                </a:lnTo>
                <a:lnTo>
                  <a:pt x="5689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496466" y="4598740"/>
            <a:ext cx="1138555" cy="593725"/>
          </a:xfrm>
          <a:custGeom>
            <a:avLst/>
            <a:gdLst/>
            <a:ahLst/>
            <a:cxnLst/>
            <a:rect l="l" t="t" r="r" b="b"/>
            <a:pathLst>
              <a:path w="1138554" h="593725">
                <a:moveTo>
                  <a:pt x="0" y="296692"/>
                </a:moveTo>
                <a:lnTo>
                  <a:pt x="7396" y="248328"/>
                </a:lnTo>
                <a:lnTo>
                  <a:pt x="28828" y="202536"/>
                </a:lnTo>
                <a:lnTo>
                  <a:pt x="63158" y="159911"/>
                </a:lnTo>
                <a:lnTo>
                  <a:pt x="109246" y="121044"/>
                </a:lnTo>
                <a:lnTo>
                  <a:pt x="165954" y="86530"/>
                </a:lnTo>
                <a:lnTo>
                  <a:pt x="232146" y="56960"/>
                </a:lnTo>
                <a:lnTo>
                  <a:pt x="268442" y="44216"/>
                </a:lnTo>
                <a:lnTo>
                  <a:pt x="306682" y="32930"/>
                </a:lnTo>
                <a:lnTo>
                  <a:pt x="346723" y="23177"/>
                </a:lnTo>
                <a:lnTo>
                  <a:pt x="388424" y="15031"/>
                </a:lnTo>
                <a:lnTo>
                  <a:pt x="431642" y="8566"/>
                </a:lnTo>
                <a:lnTo>
                  <a:pt x="476235" y="3856"/>
                </a:lnTo>
                <a:lnTo>
                  <a:pt x="522060" y="976"/>
                </a:lnTo>
                <a:lnTo>
                  <a:pt x="568976" y="0"/>
                </a:lnTo>
                <a:lnTo>
                  <a:pt x="615892" y="976"/>
                </a:lnTo>
                <a:lnTo>
                  <a:pt x="661718" y="3856"/>
                </a:lnTo>
                <a:lnTo>
                  <a:pt x="706311" y="8566"/>
                </a:lnTo>
                <a:lnTo>
                  <a:pt x="749529" y="15031"/>
                </a:lnTo>
                <a:lnTo>
                  <a:pt x="791230" y="23177"/>
                </a:lnTo>
                <a:lnTo>
                  <a:pt x="831272" y="32930"/>
                </a:lnTo>
                <a:lnTo>
                  <a:pt x="869512" y="44216"/>
                </a:lnTo>
                <a:lnTo>
                  <a:pt x="905809" y="56960"/>
                </a:lnTo>
                <a:lnTo>
                  <a:pt x="972000" y="86530"/>
                </a:lnTo>
                <a:lnTo>
                  <a:pt x="1028709" y="121044"/>
                </a:lnTo>
                <a:lnTo>
                  <a:pt x="1074797" y="159911"/>
                </a:lnTo>
                <a:lnTo>
                  <a:pt x="1109126" y="202536"/>
                </a:lnTo>
                <a:lnTo>
                  <a:pt x="1130558" y="248328"/>
                </a:lnTo>
                <a:lnTo>
                  <a:pt x="1137955" y="296692"/>
                </a:lnTo>
                <a:lnTo>
                  <a:pt x="1136082" y="321157"/>
                </a:lnTo>
                <a:lnTo>
                  <a:pt x="1121526" y="368306"/>
                </a:lnTo>
                <a:lnTo>
                  <a:pt x="1093503" y="412586"/>
                </a:lnTo>
                <a:lnTo>
                  <a:pt x="1053152" y="453404"/>
                </a:lnTo>
                <a:lnTo>
                  <a:pt x="1001611" y="490168"/>
                </a:lnTo>
                <a:lnTo>
                  <a:pt x="940019" y="522283"/>
                </a:lnTo>
                <a:lnTo>
                  <a:pt x="869512" y="549157"/>
                </a:lnTo>
                <a:lnTo>
                  <a:pt x="831272" y="560443"/>
                </a:lnTo>
                <a:lnTo>
                  <a:pt x="791230" y="570196"/>
                </a:lnTo>
                <a:lnTo>
                  <a:pt x="749529" y="578342"/>
                </a:lnTo>
                <a:lnTo>
                  <a:pt x="706311" y="584807"/>
                </a:lnTo>
                <a:lnTo>
                  <a:pt x="661718" y="589516"/>
                </a:lnTo>
                <a:lnTo>
                  <a:pt x="615892" y="592397"/>
                </a:lnTo>
                <a:lnTo>
                  <a:pt x="568976" y="593373"/>
                </a:lnTo>
                <a:lnTo>
                  <a:pt x="522060" y="592397"/>
                </a:lnTo>
                <a:lnTo>
                  <a:pt x="476235" y="589516"/>
                </a:lnTo>
                <a:lnTo>
                  <a:pt x="431642" y="584807"/>
                </a:lnTo>
                <a:lnTo>
                  <a:pt x="388424" y="578342"/>
                </a:lnTo>
                <a:lnTo>
                  <a:pt x="346723" y="570196"/>
                </a:lnTo>
                <a:lnTo>
                  <a:pt x="306682" y="560443"/>
                </a:lnTo>
                <a:lnTo>
                  <a:pt x="268442" y="549157"/>
                </a:lnTo>
                <a:lnTo>
                  <a:pt x="232146" y="536412"/>
                </a:lnTo>
                <a:lnTo>
                  <a:pt x="165954" y="506843"/>
                </a:lnTo>
                <a:lnTo>
                  <a:pt x="109246" y="472330"/>
                </a:lnTo>
                <a:lnTo>
                  <a:pt x="63158" y="433465"/>
                </a:lnTo>
                <a:lnTo>
                  <a:pt x="28828" y="390841"/>
                </a:lnTo>
                <a:lnTo>
                  <a:pt x="7396" y="345053"/>
                </a:lnTo>
                <a:lnTo>
                  <a:pt x="0" y="296692"/>
                </a:lnTo>
                <a:close/>
              </a:path>
            </a:pathLst>
          </a:custGeom>
          <a:ln w="21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580394" y="4648865"/>
            <a:ext cx="90995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25425">
              <a:lnSpc>
                <a:spcPts val="1250"/>
              </a:lnSpc>
            </a:pPr>
            <a:r>
              <a:rPr sz="1250" b="1" spc="75" dirty="0">
                <a:latin typeface="Times New Roman"/>
                <a:cs typeface="Times New Roman"/>
              </a:rPr>
              <a:t>M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 </a:t>
            </a:r>
            <a:r>
              <a:rPr sz="1250" b="1" spc="30" dirty="0">
                <a:latin typeface="Times New Roman"/>
                <a:cs typeface="Times New Roman"/>
              </a:rPr>
              <a:t>c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nd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15" dirty="0">
                <a:latin typeface="Times New Roman"/>
                <a:cs typeface="Times New Roman"/>
              </a:rPr>
              <a:t>lly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17946" y="5467611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574340" y="0"/>
                </a:moveTo>
                <a:lnTo>
                  <a:pt x="526980" y="714"/>
                </a:lnTo>
                <a:lnTo>
                  <a:pt x="480722" y="2823"/>
                </a:lnTo>
                <a:lnTo>
                  <a:pt x="435707" y="6271"/>
                </a:lnTo>
                <a:lnTo>
                  <a:pt x="392081" y="11005"/>
                </a:lnTo>
                <a:lnTo>
                  <a:pt x="349986" y="16969"/>
                </a:lnTo>
                <a:lnTo>
                  <a:pt x="309567" y="24110"/>
                </a:lnTo>
                <a:lnTo>
                  <a:pt x="270967" y="32373"/>
                </a:lnTo>
                <a:lnTo>
                  <a:pt x="199796" y="52049"/>
                </a:lnTo>
                <a:lnTo>
                  <a:pt x="137624" y="75562"/>
                </a:lnTo>
                <a:lnTo>
                  <a:pt x="85599" y="102479"/>
                </a:lnTo>
                <a:lnTo>
                  <a:pt x="44869" y="132365"/>
                </a:lnTo>
                <a:lnTo>
                  <a:pt x="16583" y="164785"/>
                </a:lnTo>
                <a:lnTo>
                  <a:pt x="0" y="217218"/>
                </a:lnTo>
                <a:lnTo>
                  <a:pt x="1890" y="235130"/>
                </a:lnTo>
                <a:lnTo>
                  <a:pt x="29099" y="286150"/>
                </a:lnTo>
                <a:lnTo>
                  <a:pt x="63750" y="317357"/>
                </a:lnTo>
                <a:lnTo>
                  <a:pt x="110272" y="345812"/>
                </a:lnTo>
                <a:lnTo>
                  <a:pt x="167514" y="371081"/>
                </a:lnTo>
                <a:lnTo>
                  <a:pt x="234328" y="392730"/>
                </a:lnTo>
                <a:lnTo>
                  <a:pt x="309567" y="410324"/>
                </a:lnTo>
                <a:lnTo>
                  <a:pt x="349986" y="417465"/>
                </a:lnTo>
                <a:lnTo>
                  <a:pt x="392081" y="423429"/>
                </a:lnTo>
                <a:lnTo>
                  <a:pt x="435707" y="428162"/>
                </a:lnTo>
                <a:lnTo>
                  <a:pt x="480722" y="431610"/>
                </a:lnTo>
                <a:lnTo>
                  <a:pt x="526980" y="433719"/>
                </a:lnTo>
                <a:lnTo>
                  <a:pt x="574340" y="434434"/>
                </a:lnTo>
                <a:lnTo>
                  <a:pt x="621698" y="433719"/>
                </a:lnTo>
                <a:lnTo>
                  <a:pt x="667954" y="431610"/>
                </a:lnTo>
                <a:lnTo>
                  <a:pt x="712967" y="428162"/>
                </a:lnTo>
                <a:lnTo>
                  <a:pt x="756592" y="423429"/>
                </a:lnTo>
                <a:lnTo>
                  <a:pt x="798685" y="417465"/>
                </a:lnTo>
                <a:lnTo>
                  <a:pt x="839104" y="410324"/>
                </a:lnTo>
                <a:lnTo>
                  <a:pt x="877704" y="402061"/>
                </a:lnTo>
                <a:lnTo>
                  <a:pt x="948874" y="382385"/>
                </a:lnTo>
                <a:lnTo>
                  <a:pt x="1011047" y="358872"/>
                </a:lnTo>
                <a:lnTo>
                  <a:pt x="1063073" y="331955"/>
                </a:lnTo>
                <a:lnTo>
                  <a:pt x="1103804" y="302070"/>
                </a:lnTo>
                <a:lnTo>
                  <a:pt x="1132090" y="269650"/>
                </a:lnTo>
                <a:lnTo>
                  <a:pt x="1148675" y="217218"/>
                </a:lnTo>
                <a:lnTo>
                  <a:pt x="1146784" y="199306"/>
                </a:lnTo>
                <a:lnTo>
                  <a:pt x="1119574" y="148285"/>
                </a:lnTo>
                <a:lnTo>
                  <a:pt x="1084922" y="117078"/>
                </a:lnTo>
                <a:lnTo>
                  <a:pt x="1038400" y="88622"/>
                </a:lnTo>
                <a:lnTo>
                  <a:pt x="981157" y="63353"/>
                </a:lnTo>
                <a:lnTo>
                  <a:pt x="914342" y="41704"/>
                </a:lnTo>
                <a:lnTo>
                  <a:pt x="839104" y="24110"/>
                </a:lnTo>
                <a:lnTo>
                  <a:pt x="798685" y="16969"/>
                </a:lnTo>
                <a:lnTo>
                  <a:pt x="756592" y="11005"/>
                </a:lnTo>
                <a:lnTo>
                  <a:pt x="712967" y="6271"/>
                </a:lnTo>
                <a:lnTo>
                  <a:pt x="667954" y="2823"/>
                </a:lnTo>
                <a:lnTo>
                  <a:pt x="621698" y="714"/>
                </a:lnTo>
                <a:lnTo>
                  <a:pt x="574340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517944" y="5467610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0" y="217220"/>
                </a:moveTo>
                <a:lnTo>
                  <a:pt x="16583" y="164787"/>
                </a:lnTo>
                <a:lnTo>
                  <a:pt x="44869" y="132367"/>
                </a:lnTo>
                <a:lnTo>
                  <a:pt x="85600" y="102481"/>
                </a:lnTo>
                <a:lnTo>
                  <a:pt x="137625" y="75564"/>
                </a:lnTo>
                <a:lnTo>
                  <a:pt x="199798" y="52050"/>
                </a:lnTo>
                <a:lnTo>
                  <a:pt x="270969" y="32374"/>
                </a:lnTo>
                <a:lnTo>
                  <a:pt x="309570" y="24110"/>
                </a:lnTo>
                <a:lnTo>
                  <a:pt x="349990" y="16969"/>
                </a:lnTo>
                <a:lnTo>
                  <a:pt x="392085" y="11005"/>
                </a:lnTo>
                <a:lnTo>
                  <a:pt x="435712" y="6272"/>
                </a:lnTo>
                <a:lnTo>
                  <a:pt x="480727" y="2823"/>
                </a:lnTo>
                <a:lnTo>
                  <a:pt x="526987" y="714"/>
                </a:lnTo>
                <a:lnTo>
                  <a:pt x="574348" y="0"/>
                </a:lnTo>
                <a:lnTo>
                  <a:pt x="621705" y="714"/>
                </a:lnTo>
                <a:lnTo>
                  <a:pt x="667961" y="2823"/>
                </a:lnTo>
                <a:lnTo>
                  <a:pt x="712974" y="6272"/>
                </a:lnTo>
                <a:lnTo>
                  <a:pt x="756599" y="11005"/>
                </a:lnTo>
                <a:lnTo>
                  <a:pt x="798693" y="16969"/>
                </a:lnTo>
                <a:lnTo>
                  <a:pt x="839112" y="24110"/>
                </a:lnTo>
                <a:lnTo>
                  <a:pt x="877713" y="32374"/>
                </a:lnTo>
                <a:lnTo>
                  <a:pt x="948884" y="52050"/>
                </a:lnTo>
                <a:lnTo>
                  <a:pt x="1011058" y="75564"/>
                </a:lnTo>
                <a:lnTo>
                  <a:pt x="1063085" y="102481"/>
                </a:lnTo>
                <a:lnTo>
                  <a:pt x="1103817" y="132367"/>
                </a:lnTo>
                <a:lnTo>
                  <a:pt x="1132105" y="164787"/>
                </a:lnTo>
                <a:lnTo>
                  <a:pt x="1148690" y="217220"/>
                </a:lnTo>
                <a:lnTo>
                  <a:pt x="1146799" y="235132"/>
                </a:lnTo>
                <a:lnTo>
                  <a:pt x="1119588" y="286152"/>
                </a:lnTo>
                <a:lnTo>
                  <a:pt x="1084935" y="317360"/>
                </a:lnTo>
                <a:lnTo>
                  <a:pt x="1038411" y="345815"/>
                </a:lnTo>
                <a:lnTo>
                  <a:pt x="981167" y="371084"/>
                </a:lnTo>
                <a:lnTo>
                  <a:pt x="914351" y="392733"/>
                </a:lnTo>
                <a:lnTo>
                  <a:pt x="839112" y="410327"/>
                </a:lnTo>
                <a:lnTo>
                  <a:pt x="798693" y="417468"/>
                </a:lnTo>
                <a:lnTo>
                  <a:pt x="756599" y="423432"/>
                </a:lnTo>
                <a:lnTo>
                  <a:pt x="712974" y="428166"/>
                </a:lnTo>
                <a:lnTo>
                  <a:pt x="667961" y="431614"/>
                </a:lnTo>
                <a:lnTo>
                  <a:pt x="621705" y="433723"/>
                </a:lnTo>
                <a:lnTo>
                  <a:pt x="574348" y="434437"/>
                </a:lnTo>
                <a:lnTo>
                  <a:pt x="526987" y="433723"/>
                </a:lnTo>
                <a:lnTo>
                  <a:pt x="480727" y="431614"/>
                </a:lnTo>
                <a:lnTo>
                  <a:pt x="435712" y="428166"/>
                </a:lnTo>
                <a:lnTo>
                  <a:pt x="392085" y="423432"/>
                </a:lnTo>
                <a:lnTo>
                  <a:pt x="349990" y="417468"/>
                </a:lnTo>
                <a:lnTo>
                  <a:pt x="309570" y="410327"/>
                </a:lnTo>
                <a:lnTo>
                  <a:pt x="270969" y="402064"/>
                </a:lnTo>
                <a:lnTo>
                  <a:pt x="199798" y="382389"/>
                </a:lnTo>
                <a:lnTo>
                  <a:pt x="137625" y="358875"/>
                </a:lnTo>
                <a:lnTo>
                  <a:pt x="85600" y="331958"/>
                </a:lnTo>
                <a:lnTo>
                  <a:pt x="44869" y="302073"/>
                </a:lnTo>
                <a:lnTo>
                  <a:pt x="16583" y="269653"/>
                </a:lnTo>
                <a:lnTo>
                  <a:pt x="0" y="217220"/>
                </a:lnTo>
                <a:close/>
              </a:path>
            </a:pathLst>
          </a:custGeom>
          <a:ln w="10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96467" y="5446419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574331" y="0"/>
                </a:moveTo>
                <a:lnTo>
                  <a:pt x="526974" y="714"/>
                </a:lnTo>
                <a:lnTo>
                  <a:pt x="480718" y="2823"/>
                </a:lnTo>
                <a:lnTo>
                  <a:pt x="435706" y="6271"/>
                </a:lnTo>
                <a:lnTo>
                  <a:pt x="392081" y="11005"/>
                </a:lnTo>
                <a:lnTo>
                  <a:pt x="349988" y="16969"/>
                </a:lnTo>
                <a:lnTo>
                  <a:pt x="309569" y="24110"/>
                </a:lnTo>
                <a:lnTo>
                  <a:pt x="270969" y="32373"/>
                </a:lnTo>
                <a:lnTo>
                  <a:pt x="199800" y="52048"/>
                </a:lnTo>
                <a:lnTo>
                  <a:pt x="137628" y="75562"/>
                </a:lnTo>
                <a:lnTo>
                  <a:pt x="85602" y="102478"/>
                </a:lnTo>
                <a:lnTo>
                  <a:pt x="44871" y="132364"/>
                </a:lnTo>
                <a:lnTo>
                  <a:pt x="16584" y="164783"/>
                </a:lnTo>
                <a:lnTo>
                  <a:pt x="0" y="217215"/>
                </a:lnTo>
                <a:lnTo>
                  <a:pt x="1890" y="235127"/>
                </a:lnTo>
                <a:lnTo>
                  <a:pt x="29100" y="286148"/>
                </a:lnTo>
                <a:lnTo>
                  <a:pt x="63752" y="317355"/>
                </a:lnTo>
                <a:lnTo>
                  <a:pt x="110274" y="345811"/>
                </a:lnTo>
                <a:lnTo>
                  <a:pt x="167517" y="371081"/>
                </a:lnTo>
                <a:lnTo>
                  <a:pt x="234332" y="392730"/>
                </a:lnTo>
                <a:lnTo>
                  <a:pt x="309569" y="410324"/>
                </a:lnTo>
                <a:lnTo>
                  <a:pt x="349988" y="417465"/>
                </a:lnTo>
                <a:lnTo>
                  <a:pt x="392081" y="423429"/>
                </a:lnTo>
                <a:lnTo>
                  <a:pt x="435706" y="428162"/>
                </a:lnTo>
                <a:lnTo>
                  <a:pt x="480718" y="431610"/>
                </a:lnTo>
                <a:lnTo>
                  <a:pt x="526974" y="433719"/>
                </a:lnTo>
                <a:lnTo>
                  <a:pt x="574331" y="434434"/>
                </a:lnTo>
                <a:lnTo>
                  <a:pt x="621693" y="433719"/>
                </a:lnTo>
                <a:lnTo>
                  <a:pt x="667953" y="431610"/>
                </a:lnTo>
                <a:lnTo>
                  <a:pt x="712968" y="428162"/>
                </a:lnTo>
                <a:lnTo>
                  <a:pt x="756594" y="423429"/>
                </a:lnTo>
                <a:lnTo>
                  <a:pt x="798689" y="417465"/>
                </a:lnTo>
                <a:lnTo>
                  <a:pt x="839108" y="410324"/>
                </a:lnTo>
                <a:lnTo>
                  <a:pt x="877708" y="402061"/>
                </a:lnTo>
                <a:lnTo>
                  <a:pt x="948877" y="382385"/>
                </a:lnTo>
                <a:lnTo>
                  <a:pt x="1011048" y="358871"/>
                </a:lnTo>
                <a:lnTo>
                  <a:pt x="1063071" y="331954"/>
                </a:lnTo>
                <a:lnTo>
                  <a:pt x="1103799" y="302069"/>
                </a:lnTo>
                <a:lnTo>
                  <a:pt x="1132083" y="269648"/>
                </a:lnTo>
                <a:lnTo>
                  <a:pt x="1148666" y="217215"/>
                </a:lnTo>
                <a:lnTo>
                  <a:pt x="1146775" y="199303"/>
                </a:lnTo>
                <a:lnTo>
                  <a:pt x="1119568" y="148284"/>
                </a:lnTo>
                <a:lnTo>
                  <a:pt x="1084918" y="117077"/>
                </a:lnTo>
                <a:lnTo>
                  <a:pt x="1038399" y="88622"/>
                </a:lnTo>
                <a:lnTo>
                  <a:pt x="981159" y="63353"/>
                </a:lnTo>
                <a:lnTo>
                  <a:pt x="914346" y="41704"/>
                </a:lnTo>
                <a:lnTo>
                  <a:pt x="839108" y="24110"/>
                </a:lnTo>
                <a:lnTo>
                  <a:pt x="798689" y="16969"/>
                </a:lnTo>
                <a:lnTo>
                  <a:pt x="756594" y="11005"/>
                </a:lnTo>
                <a:lnTo>
                  <a:pt x="712968" y="6271"/>
                </a:lnTo>
                <a:lnTo>
                  <a:pt x="667953" y="2823"/>
                </a:lnTo>
                <a:lnTo>
                  <a:pt x="621693" y="714"/>
                </a:lnTo>
                <a:lnTo>
                  <a:pt x="5743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496466" y="5446419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0" y="217217"/>
                </a:moveTo>
                <a:lnTo>
                  <a:pt x="16584" y="164784"/>
                </a:lnTo>
                <a:lnTo>
                  <a:pt x="44871" y="132364"/>
                </a:lnTo>
                <a:lnTo>
                  <a:pt x="85602" y="102479"/>
                </a:lnTo>
                <a:lnTo>
                  <a:pt x="137629" y="75562"/>
                </a:lnTo>
                <a:lnTo>
                  <a:pt x="199802" y="52048"/>
                </a:lnTo>
                <a:lnTo>
                  <a:pt x="270974" y="32373"/>
                </a:lnTo>
                <a:lnTo>
                  <a:pt x="309575" y="24110"/>
                </a:lnTo>
                <a:lnTo>
                  <a:pt x="349995" y="16969"/>
                </a:lnTo>
                <a:lnTo>
                  <a:pt x="392090" y="11005"/>
                </a:lnTo>
                <a:lnTo>
                  <a:pt x="435717" y="6271"/>
                </a:lnTo>
                <a:lnTo>
                  <a:pt x="480732" y="2823"/>
                </a:lnTo>
                <a:lnTo>
                  <a:pt x="526991" y="714"/>
                </a:lnTo>
                <a:lnTo>
                  <a:pt x="574351" y="0"/>
                </a:lnTo>
                <a:lnTo>
                  <a:pt x="621708" y="714"/>
                </a:lnTo>
                <a:lnTo>
                  <a:pt x="667965" y="2823"/>
                </a:lnTo>
                <a:lnTo>
                  <a:pt x="712977" y="6271"/>
                </a:lnTo>
                <a:lnTo>
                  <a:pt x="756602" y="11005"/>
                </a:lnTo>
                <a:lnTo>
                  <a:pt x="798696" y="16969"/>
                </a:lnTo>
                <a:lnTo>
                  <a:pt x="839115" y="24110"/>
                </a:lnTo>
                <a:lnTo>
                  <a:pt x="877716" y="32373"/>
                </a:lnTo>
                <a:lnTo>
                  <a:pt x="948887" y="52048"/>
                </a:lnTo>
                <a:lnTo>
                  <a:pt x="1011061" y="75562"/>
                </a:lnTo>
                <a:lnTo>
                  <a:pt x="1063088" y="102479"/>
                </a:lnTo>
                <a:lnTo>
                  <a:pt x="1103820" y="132364"/>
                </a:lnTo>
                <a:lnTo>
                  <a:pt x="1132108" y="164784"/>
                </a:lnTo>
                <a:lnTo>
                  <a:pt x="1148693" y="217217"/>
                </a:lnTo>
                <a:lnTo>
                  <a:pt x="1146802" y="235129"/>
                </a:lnTo>
                <a:lnTo>
                  <a:pt x="1119591" y="286149"/>
                </a:lnTo>
                <a:lnTo>
                  <a:pt x="1084938" y="317357"/>
                </a:lnTo>
                <a:lnTo>
                  <a:pt x="1038414" y="345812"/>
                </a:lnTo>
                <a:lnTo>
                  <a:pt x="981170" y="371081"/>
                </a:lnTo>
                <a:lnTo>
                  <a:pt x="914354" y="392730"/>
                </a:lnTo>
                <a:lnTo>
                  <a:pt x="839115" y="410324"/>
                </a:lnTo>
                <a:lnTo>
                  <a:pt x="798696" y="417465"/>
                </a:lnTo>
                <a:lnTo>
                  <a:pt x="756602" y="423429"/>
                </a:lnTo>
                <a:lnTo>
                  <a:pt x="712977" y="428163"/>
                </a:lnTo>
                <a:lnTo>
                  <a:pt x="667965" y="431611"/>
                </a:lnTo>
                <a:lnTo>
                  <a:pt x="621708" y="433719"/>
                </a:lnTo>
                <a:lnTo>
                  <a:pt x="574351" y="434434"/>
                </a:lnTo>
                <a:lnTo>
                  <a:pt x="526991" y="433719"/>
                </a:lnTo>
                <a:lnTo>
                  <a:pt x="480732" y="431611"/>
                </a:lnTo>
                <a:lnTo>
                  <a:pt x="435717" y="428163"/>
                </a:lnTo>
                <a:lnTo>
                  <a:pt x="392090" y="423429"/>
                </a:lnTo>
                <a:lnTo>
                  <a:pt x="349995" y="417465"/>
                </a:lnTo>
                <a:lnTo>
                  <a:pt x="309575" y="410324"/>
                </a:lnTo>
                <a:lnTo>
                  <a:pt x="270974" y="402061"/>
                </a:lnTo>
                <a:lnTo>
                  <a:pt x="199802" y="382386"/>
                </a:lnTo>
                <a:lnTo>
                  <a:pt x="137629" y="358872"/>
                </a:lnTo>
                <a:lnTo>
                  <a:pt x="85602" y="331955"/>
                </a:lnTo>
                <a:lnTo>
                  <a:pt x="44871" y="302070"/>
                </a:lnTo>
                <a:lnTo>
                  <a:pt x="16584" y="269650"/>
                </a:lnTo>
                <a:lnTo>
                  <a:pt x="0" y="217217"/>
                </a:lnTo>
                <a:close/>
              </a:path>
            </a:pathLst>
          </a:custGeom>
          <a:ln w="10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020891" y="5499402"/>
            <a:ext cx="1277620" cy="360680"/>
          </a:xfrm>
          <a:custGeom>
            <a:avLst/>
            <a:gdLst/>
            <a:ahLst/>
            <a:cxnLst/>
            <a:rect l="l" t="t" r="r" b="b"/>
            <a:pathLst>
              <a:path w="1277620" h="360679">
                <a:moveTo>
                  <a:pt x="1234561" y="0"/>
                </a:moveTo>
                <a:lnTo>
                  <a:pt x="29031" y="1120"/>
                </a:lnTo>
                <a:lnTo>
                  <a:pt x="13969" y="5499"/>
                </a:lnTo>
                <a:lnTo>
                  <a:pt x="3758" y="12452"/>
                </a:lnTo>
                <a:lnTo>
                  <a:pt x="0" y="21192"/>
                </a:lnTo>
                <a:lnTo>
                  <a:pt x="2270" y="345931"/>
                </a:lnTo>
                <a:lnTo>
                  <a:pt x="11143" y="353363"/>
                </a:lnTo>
                <a:lnTo>
                  <a:pt x="25235" y="358403"/>
                </a:lnTo>
                <a:lnTo>
                  <a:pt x="42946" y="360258"/>
                </a:lnTo>
                <a:lnTo>
                  <a:pt x="1248465" y="359137"/>
                </a:lnTo>
                <a:lnTo>
                  <a:pt x="1263527" y="354758"/>
                </a:lnTo>
                <a:lnTo>
                  <a:pt x="1273744" y="347804"/>
                </a:lnTo>
                <a:lnTo>
                  <a:pt x="1277508" y="339065"/>
                </a:lnTo>
                <a:lnTo>
                  <a:pt x="1275234" y="14325"/>
                </a:lnTo>
                <a:lnTo>
                  <a:pt x="1266353" y="6893"/>
                </a:lnTo>
                <a:lnTo>
                  <a:pt x="1252259" y="1854"/>
                </a:lnTo>
                <a:lnTo>
                  <a:pt x="1234561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020886" y="5499402"/>
            <a:ext cx="1277620" cy="360680"/>
          </a:xfrm>
          <a:custGeom>
            <a:avLst/>
            <a:gdLst/>
            <a:ahLst/>
            <a:cxnLst/>
            <a:rect l="l" t="t" r="r" b="b"/>
            <a:pathLst>
              <a:path w="1277620" h="360679">
                <a:moveTo>
                  <a:pt x="0" y="21193"/>
                </a:moveTo>
                <a:lnTo>
                  <a:pt x="3758" y="12454"/>
                </a:lnTo>
                <a:lnTo>
                  <a:pt x="13968" y="5500"/>
                </a:lnTo>
                <a:lnTo>
                  <a:pt x="29029" y="1121"/>
                </a:lnTo>
                <a:lnTo>
                  <a:pt x="1234554" y="0"/>
                </a:lnTo>
                <a:lnTo>
                  <a:pt x="1252265" y="1854"/>
                </a:lnTo>
                <a:lnTo>
                  <a:pt x="1266358" y="6893"/>
                </a:lnTo>
                <a:lnTo>
                  <a:pt x="1275233" y="14324"/>
                </a:lnTo>
                <a:lnTo>
                  <a:pt x="1277505" y="339065"/>
                </a:lnTo>
                <a:lnTo>
                  <a:pt x="1273747" y="347803"/>
                </a:lnTo>
                <a:lnTo>
                  <a:pt x="1263537" y="354757"/>
                </a:lnTo>
                <a:lnTo>
                  <a:pt x="1248476" y="359137"/>
                </a:lnTo>
                <a:lnTo>
                  <a:pt x="42950" y="360258"/>
                </a:lnTo>
                <a:lnTo>
                  <a:pt x="25239" y="358403"/>
                </a:lnTo>
                <a:lnTo>
                  <a:pt x="11147" y="353365"/>
                </a:lnTo>
                <a:lnTo>
                  <a:pt x="2272" y="345933"/>
                </a:lnTo>
                <a:lnTo>
                  <a:pt x="0" y="21193"/>
                </a:lnTo>
                <a:close/>
              </a:path>
            </a:pathLst>
          </a:custGeom>
          <a:ln w="106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88673" y="5488804"/>
            <a:ext cx="1277620" cy="360680"/>
          </a:xfrm>
          <a:custGeom>
            <a:avLst/>
            <a:gdLst/>
            <a:ahLst/>
            <a:cxnLst/>
            <a:rect l="l" t="t" r="r" b="b"/>
            <a:pathLst>
              <a:path w="1277620" h="360679">
                <a:moveTo>
                  <a:pt x="1234561" y="0"/>
                </a:moveTo>
                <a:lnTo>
                  <a:pt x="29031" y="1120"/>
                </a:lnTo>
                <a:lnTo>
                  <a:pt x="13969" y="5500"/>
                </a:lnTo>
                <a:lnTo>
                  <a:pt x="3758" y="12454"/>
                </a:lnTo>
                <a:lnTo>
                  <a:pt x="0" y="21192"/>
                </a:lnTo>
                <a:lnTo>
                  <a:pt x="2270" y="345932"/>
                </a:lnTo>
                <a:lnTo>
                  <a:pt x="11143" y="353365"/>
                </a:lnTo>
                <a:lnTo>
                  <a:pt x="25235" y="358403"/>
                </a:lnTo>
                <a:lnTo>
                  <a:pt x="42946" y="360258"/>
                </a:lnTo>
                <a:lnTo>
                  <a:pt x="1248477" y="359138"/>
                </a:lnTo>
                <a:lnTo>
                  <a:pt x="1263539" y="354759"/>
                </a:lnTo>
                <a:lnTo>
                  <a:pt x="1273749" y="347805"/>
                </a:lnTo>
                <a:lnTo>
                  <a:pt x="1277508" y="339065"/>
                </a:lnTo>
                <a:lnTo>
                  <a:pt x="1275237" y="14327"/>
                </a:lnTo>
                <a:lnTo>
                  <a:pt x="1266364" y="6894"/>
                </a:lnTo>
                <a:lnTo>
                  <a:pt x="1252272" y="1855"/>
                </a:lnTo>
                <a:lnTo>
                  <a:pt x="12345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88673" y="5488803"/>
            <a:ext cx="1277620" cy="360680"/>
          </a:xfrm>
          <a:custGeom>
            <a:avLst/>
            <a:gdLst/>
            <a:ahLst/>
            <a:cxnLst/>
            <a:rect l="l" t="t" r="r" b="b"/>
            <a:pathLst>
              <a:path w="1277620" h="360679">
                <a:moveTo>
                  <a:pt x="0" y="21193"/>
                </a:moveTo>
                <a:lnTo>
                  <a:pt x="3758" y="12454"/>
                </a:lnTo>
                <a:lnTo>
                  <a:pt x="13968" y="5500"/>
                </a:lnTo>
                <a:lnTo>
                  <a:pt x="29029" y="1121"/>
                </a:lnTo>
                <a:lnTo>
                  <a:pt x="1234554" y="0"/>
                </a:lnTo>
                <a:lnTo>
                  <a:pt x="1252265" y="1854"/>
                </a:lnTo>
                <a:lnTo>
                  <a:pt x="1266358" y="6893"/>
                </a:lnTo>
                <a:lnTo>
                  <a:pt x="1275233" y="14324"/>
                </a:lnTo>
                <a:lnTo>
                  <a:pt x="1277505" y="339068"/>
                </a:lnTo>
                <a:lnTo>
                  <a:pt x="1273747" y="347805"/>
                </a:lnTo>
                <a:lnTo>
                  <a:pt x="1263537" y="354759"/>
                </a:lnTo>
                <a:lnTo>
                  <a:pt x="1248476" y="359140"/>
                </a:lnTo>
                <a:lnTo>
                  <a:pt x="42950" y="360261"/>
                </a:lnTo>
                <a:lnTo>
                  <a:pt x="25239" y="358406"/>
                </a:lnTo>
                <a:lnTo>
                  <a:pt x="11147" y="353367"/>
                </a:lnTo>
                <a:lnTo>
                  <a:pt x="2272" y="345935"/>
                </a:lnTo>
                <a:lnTo>
                  <a:pt x="0" y="21193"/>
                </a:lnTo>
                <a:close/>
              </a:path>
            </a:pathLst>
          </a:custGeom>
          <a:ln w="106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96910" y="6124562"/>
            <a:ext cx="2780665" cy="508634"/>
          </a:xfrm>
          <a:custGeom>
            <a:avLst/>
            <a:gdLst/>
            <a:ahLst/>
            <a:cxnLst/>
            <a:rect l="l" t="t" r="r" b="b"/>
            <a:pathLst>
              <a:path w="2780665" h="508634">
                <a:moveTo>
                  <a:pt x="2689183" y="0"/>
                </a:moveTo>
                <a:lnTo>
                  <a:pt x="79297" y="265"/>
                </a:lnTo>
                <a:lnTo>
                  <a:pt x="29210" y="8401"/>
                </a:lnTo>
                <a:lnTo>
                  <a:pt x="0" y="31790"/>
                </a:lnTo>
                <a:lnTo>
                  <a:pt x="762" y="480984"/>
                </a:lnTo>
                <a:lnTo>
                  <a:pt x="37879" y="502670"/>
                </a:lnTo>
                <a:lnTo>
                  <a:pt x="91247" y="508611"/>
                </a:lnTo>
                <a:lnTo>
                  <a:pt x="2701152" y="508345"/>
                </a:lnTo>
                <a:lnTo>
                  <a:pt x="2751242" y="500205"/>
                </a:lnTo>
                <a:lnTo>
                  <a:pt x="2780440" y="476821"/>
                </a:lnTo>
                <a:lnTo>
                  <a:pt x="2779676" y="27620"/>
                </a:lnTo>
                <a:lnTo>
                  <a:pt x="2742564" y="5937"/>
                </a:lnTo>
                <a:lnTo>
                  <a:pt x="2689183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96910" y="6124561"/>
            <a:ext cx="2780665" cy="508634"/>
          </a:xfrm>
          <a:custGeom>
            <a:avLst/>
            <a:gdLst/>
            <a:ahLst/>
            <a:cxnLst/>
            <a:rect l="l" t="t" r="r" b="b"/>
            <a:pathLst>
              <a:path w="2780665" h="508634">
                <a:moveTo>
                  <a:pt x="0" y="31791"/>
                </a:moveTo>
                <a:lnTo>
                  <a:pt x="43913" y="4553"/>
                </a:lnTo>
                <a:lnTo>
                  <a:pt x="2689192" y="0"/>
                </a:lnTo>
                <a:lnTo>
                  <a:pt x="2708583" y="708"/>
                </a:lnTo>
                <a:lnTo>
                  <a:pt x="2756314" y="10175"/>
                </a:lnTo>
                <a:lnTo>
                  <a:pt x="2780431" y="476822"/>
                </a:lnTo>
                <a:lnTo>
                  <a:pt x="2778398" y="483578"/>
                </a:lnTo>
                <a:lnTo>
                  <a:pt x="2736515" y="504058"/>
                </a:lnTo>
                <a:lnTo>
                  <a:pt x="91248" y="508612"/>
                </a:lnTo>
                <a:lnTo>
                  <a:pt x="71857" y="507904"/>
                </a:lnTo>
                <a:lnTo>
                  <a:pt x="24124" y="498435"/>
                </a:lnTo>
                <a:lnTo>
                  <a:pt x="0" y="31791"/>
                </a:lnTo>
                <a:close/>
              </a:path>
            </a:pathLst>
          </a:custGeom>
          <a:ln w="212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21768" y="6103370"/>
            <a:ext cx="2780665" cy="508634"/>
          </a:xfrm>
          <a:custGeom>
            <a:avLst/>
            <a:gdLst/>
            <a:ahLst/>
            <a:cxnLst/>
            <a:rect l="l" t="t" r="r" b="b"/>
            <a:pathLst>
              <a:path w="2780665" h="508634">
                <a:moveTo>
                  <a:pt x="2689192" y="0"/>
                </a:moveTo>
                <a:lnTo>
                  <a:pt x="79294" y="265"/>
                </a:lnTo>
                <a:lnTo>
                  <a:pt x="29205" y="8401"/>
                </a:lnTo>
                <a:lnTo>
                  <a:pt x="0" y="31790"/>
                </a:lnTo>
                <a:lnTo>
                  <a:pt x="762" y="480988"/>
                </a:lnTo>
                <a:lnTo>
                  <a:pt x="37877" y="502673"/>
                </a:lnTo>
                <a:lnTo>
                  <a:pt x="91251" y="508611"/>
                </a:lnTo>
                <a:lnTo>
                  <a:pt x="2701154" y="508345"/>
                </a:lnTo>
                <a:lnTo>
                  <a:pt x="2751239" y="500208"/>
                </a:lnTo>
                <a:lnTo>
                  <a:pt x="2780449" y="476821"/>
                </a:lnTo>
                <a:lnTo>
                  <a:pt x="2779685" y="27620"/>
                </a:lnTo>
                <a:lnTo>
                  <a:pt x="2742560" y="5937"/>
                </a:lnTo>
                <a:lnTo>
                  <a:pt x="26891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21768" y="6103371"/>
            <a:ext cx="2780665" cy="508634"/>
          </a:xfrm>
          <a:custGeom>
            <a:avLst/>
            <a:gdLst/>
            <a:ahLst/>
            <a:cxnLst/>
            <a:rect l="l" t="t" r="r" b="b"/>
            <a:pathLst>
              <a:path w="2780665" h="508634">
                <a:moveTo>
                  <a:pt x="0" y="31788"/>
                </a:moveTo>
                <a:lnTo>
                  <a:pt x="43910" y="4552"/>
                </a:lnTo>
                <a:lnTo>
                  <a:pt x="2689201" y="0"/>
                </a:lnTo>
                <a:lnTo>
                  <a:pt x="2708593" y="707"/>
                </a:lnTo>
                <a:lnTo>
                  <a:pt x="2756323" y="10173"/>
                </a:lnTo>
                <a:lnTo>
                  <a:pt x="2780440" y="476820"/>
                </a:lnTo>
                <a:lnTo>
                  <a:pt x="2778407" y="483579"/>
                </a:lnTo>
                <a:lnTo>
                  <a:pt x="2736524" y="504058"/>
                </a:lnTo>
                <a:lnTo>
                  <a:pt x="91248" y="508609"/>
                </a:lnTo>
                <a:lnTo>
                  <a:pt x="71854" y="507902"/>
                </a:lnTo>
                <a:lnTo>
                  <a:pt x="24121" y="498437"/>
                </a:lnTo>
                <a:lnTo>
                  <a:pt x="0" y="31788"/>
                </a:lnTo>
                <a:close/>
              </a:path>
            </a:pathLst>
          </a:custGeom>
          <a:ln w="212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053077" y="6177546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574334" y="0"/>
                </a:moveTo>
                <a:lnTo>
                  <a:pt x="526977" y="714"/>
                </a:lnTo>
                <a:lnTo>
                  <a:pt x="480720" y="2823"/>
                </a:lnTo>
                <a:lnTo>
                  <a:pt x="435707" y="6271"/>
                </a:lnTo>
                <a:lnTo>
                  <a:pt x="392083" y="11005"/>
                </a:lnTo>
                <a:lnTo>
                  <a:pt x="349989" y="16969"/>
                </a:lnTo>
                <a:lnTo>
                  <a:pt x="309570" y="24110"/>
                </a:lnTo>
                <a:lnTo>
                  <a:pt x="270970" y="32373"/>
                </a:lnTo>
                <a:lnTo>
                  <a:pt x="199800" y="52049"/>
                </a:lnTo>
                <a:lnTo>
                  <a:pt x="137628" y="75562"/>
                </a:lnTo>
                <a:lnTo>
                  <a:pt x="85602" y="102479"/>
                </a:lnTo>
                <a:lnTo>
                  <a:pt x="44871" y="132365"/>
                </a:lnTo>
                <a:lnTo>
                  <a:pt x="16584" y="164785"/>
                </a:lnTo>
                <a:lnTo>
                  <a:pt x="0" y="217218"/>
                </a:lnTo>
                <a:lnTo>
                  <a:pt x="1890" y="235130"/>
                </a:lnTo>
                <a:lnTo>
                  <a:pt x="29100" y="286150"/>
                </a:lnTo>
                <a:lnTo>
                  <a:pt x="63753" y="317357"/>
                </a:lnTo>
                <a:lnTo>
                  <a:pt x="110275" y="345812"/>
                </a:lnTo>
                <a:lnTo>
                  <a:pt x="167518" y="371081"/>
                </a:lnTo>
                <a:lnTo>
                  <a:pt x="234332" y="392730"/>
                </a:lnTo>
                <a:lnTo>
                  <a:pt x="309570" y="410324"/>
                </a:lnTo>
                <a:lnTo>
                  <a:pt x="349989" y="417465"/>
                </a:lnTo>
                <a:lnTo>
                  <a:pt x="392083" y="423429"/>
                </a:lnTo>
                <a:lnTo>
                  <a:pt x="435707" y="428163"/>
                </a:lnTo>
                <a:lnTo>
                  <a:pt x="480720" y="431611"/>
                </a:lnTo>
                <a:lnTo>
                  <a:pt x="526977" y="433720"/>
                </a:lnTo>
                <a:lnTo>
                  <a:pt x="574334" y="434435"/>
                </a:lnTo>
                <a:lnTo>
                  <a:pt x="621696" y="433720"/>
                </a:lnTo>
                <a:lnTo>
                  <a:pt x="667956" y="431611"/>
                </a:lnTo>
                <a:lnTo>
                  <a:pt x="712973" y="428163"/>
                </a:lnTo>
                <a:lnTo>
                  <a:pt x="756601" y="423429"/>
                </a:lnTo>
                <a:lnTo>
                  <a:pt x="798697" y="417465"/>
                </a:lnTo>
                <a:lnTo>
                  <a:pt x="839118" y="410324"/>
                </a:lnTo>
                <a:lnTo>
                  <a:pt x="877720" y="402061"/>
                </a:lnTo>
                <a:lnTo>
                  <a:pt x="948893" y="382385"/>
                </a:lnTo>
                <a:lnTo>
                  <a:pt x="1011068" y="358872"/>
                </a:lnTo>
                <a:lnTo>
                  <a:pt x="1063096" y="331955"/>
                </a:lnTo>
                <a:lnTo>
                  <a:pt x="1103827" y="302070"/>
                </a:lnTo>
                <a:lnTo>
                  <a:pt x="1132115" y="269650"/>
                </a:lnTo>
                <a:lnTo>
                  <a:pt x="1148699" y="217218"/>
                </a:lnTo>
                <a:lnTo>
                  <a:pt x="1146809" y="199306"/>
                </a:lnTo>
                <a:lnTo>
                  <a:pt x="1119598" y="148285"/>
                </a:lnTo>
                <a:lnTo>
                  <a:pt x="1084945" y="117078"/>
                </a:lnTo>
                <a:lnTo>
                  <a:pt x="1038422" y="88622"/>
                </a:lnTo>
                <a:lnTo>
                  <a:pt x="981177" y="63353"/>
                </a:lnTo>
                <a:lnTo>
                  <a:pt x="914360" y="41704"/>
                </a:lnTo>
                <a:lnTo>
                  <a:pt x="839118" y="24110"/>
                </a:lnTo>
                <a:lnTo>
                  <a:pt x="798697" y="16969"/>
                </a:lnTo>
                <a:lnTo>
                  <a:pt x="756601" y="11005"/>
                </a:lnTo>
                <a:lnTo>
                  <a:pt x="712973" y="6271"/>
                </a:lnTo>
                <a:lnTo>
                  <a:pt x="667956" y="2823"/>
                </a:lnTo>
                <a:lnTo>
                  <a:pt x="621696" y="714"/>
                </a:lnTo>
                <a:lnTo>
                  <a:pt x="574334" y="0"/>
                </a:lnTo>
                <a:close/>
              </a:path>
            </a:pathLst>
          </a:custGeom>
          <a:solidFill>
            <a:srgbClr val="02AB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53099" y="6177544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0" y="217220"/>
                </a:moveTo>
                <a:lnTo>
                  <a:pt x="16583" y="164787"/>
                </a:lnTo>
                <a:lnTo>
                  <a:pt x="44868" y="132367"/>
                </a:lnTo>
                <a:lnTo>
                  <a:pt x="85596" y="102481"/>
                </a:lnTo>
                <a:lnTo>
                  <a:pt x="137619" y="75564"/>
                </a:lnTo>
                <a:lnTo>
                  <a:pt x="199788" y="52050"/>
                </a:lnTo>
                <a:lnTo>
                  <a:pt x="270955" y="32374"/>
                </a:lnTo>
                <a:lnTo>
                  <a:pt x="309553" y="24110"/>
                </a:lnTo>
                <a:lnTo>
                  <a:pt x="349971" y="16969"/>
                </a:lnTo>
                <a:lnTo>
                  <a:pt x="392063" y="11005"/>
                </a:lnTo>
                <a:lnTo>
                  <a:pt x="435687" y="6272"/>
                </a:lnTo>
                <a:lnTo>
                  <a:pt x="480698" y="2823"/>
                </a:lnTo>
                <a:lnTo>
                  <a:pt x="526954" y="714"/>
                </a:lnTo>
                <a:lnTo>
                  <a:pt x="574311" y="0"/>
                </a:lnTo>
                <a:lnTo>
                  <a:pt x="621672" y="714"/>
                </a:lnTo>
                <a:lnTo>
                  <a:pt x="667932" y="2823"/>
                </a:lnTo>
                <a:lnTo>
                  <a:pt x="712947" y="6272"/>
                </a:lnTo>
                <a:lnTo>
                  <a:pt x="756574" y="11005"/>
                </a:lnTo>
                <a:lnTo>
                  <a:pt x="798669" y="16969"/>
                </a:lnTo>
                <a:lnTo>
                  <a:pt x="839089" y="24110"/>
                </a:lnTo>
                <a:lnTo>
                  <a:pt x="877689" y="32374"/>
                </a:lnTo>
                <a:lnTo>
                  <a:pt x="948859" y="52050"/>
                </a:lnTo>
                <a:lnTo>
                  <a:pt x="1011031" y="75564"/>
                </a:lnTo>
                <a:lnTo>
                  <a:pt x="1063056" y="102481"/>
                </a:lnTo>
                <a:lnTo>
                  <a:pt x="1103785" y="132367"/>
                </a:lnTo>
                <a:lnTo>
                  <a:pt x="1132070" y="164787"/>
                </a:lnTo>
                <a:lnTo>
                  <a:pt x="1148653" y="217220"/>
                </a:lnTo>
                <a:lnTo>
                  <a:pt x="1146763" y="235132"/>
                </a:lnTo>
                <a:lnTo>
                  <a:pt x="1119555" y="286152"/>
                </a:lnTo>
                <a:lnTo>
                  <a:pt x="1084904" y="317359"/>
                </a:lnTo>
                <a:lnTo>
                  <a:pt x="1038383" y="345815"/>
                </a:lnTo>
                <a:lnTo>
                  <a:pt x="981142" y="371084"/>
                </a:lnTo>
                <a:lnTo>
                  <a:pt x="914327" y="392732"/>
                </a:lnTo>
                <a:lnTo>
                  <a:pt x="839089" y="410326"/>
                </a:lnTo>
                <a:lnTo>
                  <a:pt x="798669" y="417467"/>
                </a:lnTo>
                <a:lnTo>
                  <a:pt x="756574" y="423431"/>
                </a:lnTo>
                <a:lnTo>
                  <a:pt x="712947" y="428164"/>
                </a:lnTo>
                <a:lnTo>
                  <a:pt x="667932" y="431613"/>
                </a:lnTo>
                <a:lnTo>
                  <a:pt x="621672" y="433721"/>
                </a:lnTo>
                <a:lnTo>
                  <a:pt x="574311" y="434436"/>
                </a:lnTo>
                <a:lnTo>
                  <a:pt x="526954" y="433721"/>
                </a:lnTo>
                <a:lnTo>
                  <a:pt x="480698" y="431613"/>
                </a:lnTo>
                <a:lnTo>
                  <a:pt x="435687" y="428164"/>
                </a:lnTo>
                <a:lnTo>
                  <a:pt x="392063" y="423431"/>
                </a:lnTo>
                <a:lnTo>
                  <a:pt x="349971" y="417467"/>
                </a:lnTo>
                <a:lnTo>
                  <a:pt x="309553" y="410326"/>
                </a:lnTo>
                <a:lnTo>
                  <a:pt x="270955" y="402063"/>
                </a:lnTo>
                <a:lnTo>
                  <a:pt x="199788" y="382388"/>
                </a:lnTo>
                <a:lnTo>
                  <a:pt x="137619" y="358875"/>
                </a:lnTo>
                <a:lnTo>
                  <a:pt x="85596" y="331958"/>
                </a:lnTo>
                <a:lnTo>
                  <a:pt x="44868" y="302073"/>
                </a:lnTo>
                <a:lnTo>
                  <a:pt x="16583" y="269653"/>
                </a:lnTo>
                <a:lnTo>
                  <a:pt x="0" y="217220"/>
                </a:lnTo>
                <a:close/>
              </a:path>
            </a:pathLst>
          </a:custGeom>
          <a:ln w="10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031619" y="6156353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574334" y="0"/>
                </a:moveTo>
                <a:lnTo>
                  <a:pt x="526977" y="714"/>
                </a:lnTo>
                <a:lnTo>
                  <a:pt x="480720" y="2823"/>
                </a:lnTo>
                <a:lnTo>
                  <a:pt x="435707" y="6271"/>
                </a:lnTo>
                <a:lnTo>
                  <a:pt x="392083" y="11005"/>
                </a:lnTo>
                <a:lnTo>
                  <a:pt x="349989" y="16969"/>
                </a:lnTo>
                <a:lnTo>
                  <a:pt x="309570" y="24110"/>
                </a:lnTo>
                <a:lnTo>
                  <a:pt x="270970" y="32373"/>
                </a:lnTo>
                <a:lnTo>
                  <a:pt x="199800" y="52048"/>
                </a:lnTo>
                <a:lnTo>
                  <a:pt x="137628" y="75562"/>
                </a:lnTo>
                <a:lnTo>
                  <a:pt x="85602" y="102478"/>
                </a:lnTo>
                <a:lnTo>
                  <a:pt x="44871" y="132364"/>
                </a:lnTo>
                <a:lnTo>
                  <a:pt x="16584" y="164783"/>
                </a:lnTo>
                <a:lnTo>
                  <a:pt x="0" y="217215"/>
                </a:lnTo>
                <a:lnTo>
                  <a:pt x="1890" y="235127"/>
                </a:lnTo>
                <a:lnTo>
                  <a:pt x="29100" y="286148"/>
                </a:lnTo>
                <a:lnTo>
                  <a:pt x="63753" y="317355"/>
                </a:lnTo>
                <a:lnTo>
                  <a:pt x="110275" y="345811"/>
                </a:lnTo>
                <a:lnTo>
                  <a:pt x="167518" y="371081"/>
                </a:lnTo>
                <a:lnTo>
                  <a:pt x="234332" y="392730"/>
                </a:lnTo>
                <a:lnTo>
                  <a:pt x="309570" y="410324"/>
                </a:lnTo>
                <a:lnTo>
                  <a:pt x="349989" y="417465"/>
                </a:lnTo>
                <a:lnTo>
                  <a:pt x="392083" y="423429"/>
                </a:lnTo>
                <a:lnTo>
                  <a:pt x="435707" y="428162"/>
                </a:lnTo>
                <a:lnTo>
                  <a:pt x="480720" y="431610"/>
                </a:lnTo>
                <a:lnTo>
                  <a:pt x="526977" y="433719"/>
                </a:lnTo>
                <a:lnTo>
                  <a:pt x="574334" y="434434"/>
                </a:lnTo>
                <a:lnTo>
                  <a:pt x="621691" y="433719"/>
                </a:lnTo>
                <a:lnTo>
                  <a:pt x="667948" y="431610"/>
                </a:lnTo>
                <a:lnTo>
                  <a:pt x="712961" y="428162"/>
                </a:lnTo>
                <a:lnTo>
                  <a:pt x="756586" y="423429"/>
                </a:lnTo>
                <a:lnTo>
                  <a:pt x="798679" y="417465"/>
                </a:lnTo>
                <a:lnTo>
                  <a:pt x="839098" y="410324"/>
                </a:lnTo>
                <a:lnTo>
                  <a:pt x="877698" y="402061"/>
                </a:lnTo>
                <a:lnTo>
                  <a:pt x="948868" y="382385"/>
                </a:lnTo>
                <a:lnTo>
                  <a:pt x="1011040" y="358871"/>
                </a:lnTo>
                <a:lnTo>
                  <a:pt x="1063067" y="331954"/>
                </a:lnTo>
                <a:lnTo>
                  <a:pt x="1103797" y="302069"/>
                </a:lnTo>
                <a:lnTo>
                  <a:pt x="1132084" y="269648"/>
                </a:lnTo>
                <a:lnTo>
                  <a:pt x="1148669" y="217215"/>
                </a:lnTo>
                <a:lnTo>
                  <a:pt x="1146778" y="199303"/>
                </a:lnTo>
                <a:lnTo>
                  <a:pt x="1119568" y="148284"/>
                </a:lnTo>
                <a:lnTo>
                  <a:pt x="1084916" y="117077"/>
                </a:lnTo>
                <a:lnTo>
                  <a:pt x="1038394" y="88622"/>
                </a:lnTo>
                <a:lnTo>
                  <a:pt x="981151" y="63353"/>
                </a:lnTo>
                <a:lnTo>
                  <a:pt x="914336" y="41704"/>
                </a:lnTo>
                <a:lnTo>
                  <a:pt x="839098" y="24110"/>
                </a:lnTo>
                <a:lnTo>
                  <a:pt x="798679" y="16969"/>
                </a:lnTo>
                <a:lnTo>
                  <a:pt x="756586" y="11005"/>
                </a:lnTo>
                <a:lnTo>
                  <a:pt x="712961" y="6271"/>
                </a:lnTo>
                <a:lnTo>
                  <a:pt x="667948" y="2823"/>
                </a:lnTo>
                <a:lnTo>
                  <a:pt x="621691" y="714"/>
                </a:lnTo>
                <a:lnTo>
                  <a:pt x="5743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31623" y="6156353"/>
            <a:ext cx="1148715" cy="434975"/>
          </a:xfrm>
          <a:custGeom>
            <a:avLst/>
            <a:gdLst/>
            <a:ahLst/>
            <a:cxnLst/>
            <a:rect l="l" t="t" r="r" b="b"/>
            <a:pathLst>
              <a:path w="1148714" h="434975">
                <a:moveTo>
                  <a:pt x="0" y="217217"/>
                </a:moveTo>
                <a:lnTo>
                  <a:pt x="16583" y="164784"/>
                </a:lnTo>
                <a:lnTo>
                  <a:pt x="44868" y="132364"/>
                </a:lnTo>
                <a:lnTo>
                  <a:pt x="85597" y="102479"/>
                </a:lnTo>
                <a:lnTo>
                  <a:pt x="137622" y="75562"/>
                </a:lnTo>
                <a:lnTo>
                  <a:pt x="199793" y="52048"/>
                </a:lnTo>
                <a:lnTo>
                  <a:pt x="270963" y="32373"/>
                </a:lnTo>
                <a:lnTo>
                  <a:pt x="309564" y="24110"/>
                </a:lnTo>
                <a:lnTo>
                  <a:pt x="349984" y="16969"/>
                </a:lnTo>
                <a:lnTo>
                  <a:pt x="392079" y="11005"/>
                </a:lnTo>
                <a:lnTo>
                  <a:pt x="435705" y="6271"/>
                </a:lnTo>
                <a:lnTo>
                  <a:pt x="480721" y="2823"/>
                </a:lnTo>
                <a:lnTo>
                  <a:pt x="526981" y="714"/>
                </a:lnTo>
                <a:lnTo>
                  <a:pt x="574342" y="0"/>
                </a:lnTo>
                <a:lnTo>
                  <a:pt x="621699" y="714"/>
                </a:lnTo>
                <a:lnTo>
                  <a:pt x="667955" y="2823"/>
                </a:lnTo>
                <a:lnTo>
                  <a:pt x="712968" y="6271"/>
                </a:lnTo>
                <a:lnTo>
                  <a:pt x="756593" y="11005"/>
                </a:lnTo>
                <a:lnTo>
                  <a:pt x="798687" y="16969"/>
                </a:lnTo>
                <a:lnTo>
                  <a:pt x="839106" y="24110"/>
                </a:lnTo>
                <a:lnTo>
                  <a:pt x="877706" y="32373"/>
                </a:lnTo>
                <a:lnTo>
                  <a:pt x="948878" y="52048"/>
                </a:lnTo>
                <a:lnTo>
                  <a:pt x="1011051" y="75562"/>
                </a:lnTo>
                <a:lnTo>
                  <a:pt x="1063079" y="102479"/>
                </a:lnTo>
                <a:lnTo>
                  <a:pt x="1103811" y="132364"/>
                </a:lnTo>
                <a:lnTo>
                  <a:pt x="1132099" y="164784"/>
                </a:lnTo>
                <a:lnTo>
                  <a:pt x="1148684" y="217217"/>
                </a:lnTo>
                <a:lnTo>
                  <a:pt x="1146793" y="235129"/>
                </a:lnTo>
                <a:lnTo>
                  <a:pt x="1119582" y="286149"/>
                </a:lnTo>
                <a:lnTo>
                  <a:pt x="1084929" y="317356"/>
                </a:lnTo>
                <a:lnTo>
                  <a:pt x="1038405" y="345812"/>
                </a:lnTo>
                <a:lnTo>
                  <a:pt x="981161" y="371081"/>
                </a:lnTo>
                <a:lnTo>
                  <a:pt x="914345" y="392730"/>
                </a:lnTo>
                <a:lnTo>
                  <a:pt x="839106" y="410324"/>
                </a:lnTo>
                <a:lnTo>
                  <a:pt x="798687" y="417465"/>
                </a:lnTo>
                <a:lnTo>
                  <a:pt x="756593" y="423429"/>
                </a:lnTo>
                <a:lnTo>
                  <a:pt x="712968" y="428162"/>
                </a:lnTo>
                <a:lnTo>
                  <a:pt x="667955" y="431610"/>
                </a:lnTo>
                <a:lnTo>
                  <a:pt x="621699" y="433719"/>
                </a:lnTo>
                <a:lnTo>
                  <a:pt x="574342" y="434434"/>
                </a:lnTo>
                <a:lnTo>
                  <a:pt x="526981" y="433719"/>
                </a:lnTo>
                <a:lnTo>
                  <a:pt x="480721" y="431610"/>
                </a:lnTo>
                <a:lnTo>
                  <a:pt x="435705" y="428162"/>
                </a:lnTo>
                <a:lnTo>
                  <a:pt x="392079" y="423429"/>
                </a:lnTo>
                <a:lnTo>
                  <a:pt x="349984" y="417465"/>
                </a:lnTo>
                <a:lnTo>
                  <a:pt x="309564" y="410324"/>
                </a:lnTo>
                <a:lnTo>
                  <a:pt x="270963" y="402061"/>
                </a:lnTo>
                <a:lnTo>
                  <a:pt x="199793" y="382385"/>
                </a:lnTo>
                <a:lnTo>
                  <a:pt x="137622" y="358872"/>
                </a:lnTo>
                <a:lnTo>
                  <a:pt x="85597" y="331955"/>
                </a:lnTo>
                <a:lnTo>
                  <a:pt x="44868" y="302070"/>
                </a:lnTo>
                <a:lnTo>
                  <a:pt x="16583" y="269650"/>
                </a:lnTo>
                <a:lnTo>
                  <a:pt x="0" y="217217"/>
                </a:lnTo>
                <a:close/>
              </a:path>
            </a:pathLst>
          </a:custGeom>
          <a:ln w="10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362453" y="6206483"/>
            <a:ext cx="48895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 marR="5080" indent="-21590">
              <a:lnSpc>
                <a:spcPts val="1250"/>
              </a:lnSpc>
            </a:pPr>
            <a:r>
              <a:rPr sz="1250" b="1" spc="75" dirty="0">
                <a:latin typeface="Times New Roman"/>
                <a:cs typeface="Times New Roman"/>
              </a:rPr>
              <a:t>M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 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25" dirty="0">
                <a:latin typeface="Times New Roman"/>
                <a:cs typeface="Times New Roman"/>
              </a:rPr>
              <a:t>b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992901" y="3740593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472" y="0"/>
                </a:moveTo>
                <a:lnTo>
                  <a:pt x="36628" y="447"/>
                </a:lnTo>
                <a:lnTo>
                  <a:pt x="23284" y="1905"/>
                </a:lnTo>
                <a:lnTo>
                  <a:pt x="11166" y="4324"/>
                </a:lnTo>
                <a:lnTo>
                  <a:pt x="0" y="7654"/>
                </a:lnTo>
                <a:lnTo>
                  <a:pt x="45704" y="132320"/>
                </a:lnTo>
                <a:lnTo>
                  <a:pt x="100848" y="11372"/>
                </a:lnTo>
                <a:lnTo>
                  <a:pt x="89214" y="6890"/>
                </a:lnTo>
                <a:lnTo>
                  <a:pt x="77070" y="3462"/>
                </a:lnTo>
                <a:lnTo>
                  <a:pt x="64470" y="1145"/>
                </a:lnTo>
                <a:lnTo>
                  <a:pt x="51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043973" y="3602705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1936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358525" y="3655697"/>
            <a:ext cx="1685925" cy="0"/>
          </a:xfrm>
          <a:custGeom>
            <a:avLst/>
            <a:gdLst/>
            <a:ahLst/>
            <a:cxnLst/>
            <a:rect l="l" t="t" r="r" b="b"/>
            <a:pathLst>
              <a:path w="1685925">
                <a:moveTo>
                  <a:pt x="1685447" y="0"/>
                </a:moveTo>
                <a:lnTo>
                  <a:pt x="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307429" y="3729985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5" h="132714">
                <a:moveTo>
                  <a:pt x="51490" y="0"/>
                </a:moveTo>
                <a:lnTo>
                  <a:pt x="36654" y="448"/>
                </a:lnTo>
                <a:lnTo>
                  <a:pt x="23306" y="1909"/>
                </a:lnTo>
                <a:lnTo>
                  <a:pt x="11177" y="4332"/>
                </a:lnTo>
                <a:lnTo>
                  <a:pt x="0" y="7669"/>
                </a:lnTo>
                <a:lnTo>
                  <a:pt x="45727" y="132329"/>
                </a:lnTo>
                <a:lnTo>
                  <a:pt x="100865" y="11373"/>
                </a:lnTo>
                <a:lnTo>
                  <a:pt x="89233" y="6890"/>
                </a:lnTo>
                <a:lnTo>
                  <a:pt x="77088" y="3461"/>
                </a:lnTo>
                <a:lnTo>
                  <a:pt x="64488" y="1145"/>
                </a:lnTo>
                <a:lnTo>
                  <a:pt x="514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58525" y="3655697"/>
            <a:ext cx="0" cy="148590"/>
          </a:xfrm>
          <a:custGeom>
            <a:avLst/>
            <a:gdLst/>
            <a:ahLst/>
            <a:cxnLst/>
            <a:rect l="l" t="t" r="r" b="b"/>
            <a:pathLst>
              <a:path h="148589">
                <a:moveTo>
                  <a:pt x="0" y="0"/>
                </a:moveTo>
                <a:lnTo>
                  <a:pt x="0" y="148346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271087" y="4073914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19" h="100964">
                <a:moveTo>
                  <a:pt x="11102" y="0"/>
                </a:moveTo>
                <a:lnTo>
                  <a:pt x="6612" y="11661"/>
                </a:lnTo>
                <a:lnTo>
                  <a:pt x="3225" y="23833"/>
                </a:lnTo>
                <a:lnTo>
                  <a:pt x="1002" y="36460"/>
                </a:lnTo>
                <a:lnTo>
                  <a:pt x="0" y="49485"/>
                </a:lnTo>
                <a:lnTo>
                  <a:pt x="535" y="63762"/>
                </a:lnTo>
                <a:lnTo>
                  <a:pt x="2175" y="76890"/>
                </a:lnTo>
                <a:lnTo>
                  <a:pt x="4867" y="89043"/>
                </a:lnTo>
                <a:lnTo>
                  <a:pt x="8558" y="100398"/>
                </a:lnTo>
                <a:lnTo>
                  <a:pt x="134128" y="53303"/>
                </a:lnTo>
                <a:lnTo>
                  <a:pt x="11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830881" y="4132516"/>
            <a:ext cx="515620" cy="0"/>
          </a:xfrm>
          <a:custGeom>
            <a:avLst/>
            <a:gdLst/>
            <a:ahLst/>
            <a:cxnLst/>
            <a:rect l="l" t="t" r="r" b="b"/>
            <a:pathLst>
              <a:path w="515619">
                <a:moveTo>
                  <a:pt x="0" y="0"/>
                </a:moveTo>
                <a:lnTo>
                  <a:pt x="515291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014516" y="4461112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529" y="0"/>
                </a:moveTo>
                <a:lnTo>
                  <a:pt x="36634" y="441"/>
                </a:lnTo>
                <a:lnTo>
                  <a:pt x="23268" y="1890"/>
                </a:lnTo>
                <a:lnTo>
                  <a:pt x="11150" y="4296"/>
                </a:lnTo>
                <a:lnTo>
                  <a:pt x="0" y="7610"/>
                </a:lnTo>
                <a:lnTo>
                  <a:pt x="45553" y="132330"/>
                </a:lnTo>
                <a:lnTo>
                  <a:pt x="100874" y="11471"/>
                </a:lnTo>
                <a:lnTo>
                  <a:pt x="89257" y="6956"/>
                </a:lnTo>
                <a:lnTo>
                  <a:pt x="77122" y="3502"/>
                </a:lnTo>
                <a:lnTo>
                  <a:pt x="64528" y="1164"/>
                </a:lnTo>
                <a:lnTo>
                  <a:pt x="51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065442" y="4439804"/>
            <a:ext cx="0" cy="95885"/>
          </a:xfrm>
          <a:custGeom>
            <a:avLst/>
            <a:gdLst/>
            <a:ahLst/>
            <a:cxnLst/>
            <a:rect l="l" t="t" r="r" b="b"/>
            <a:pathLst>
              <a:path h="95885">
                <a:moveTo>
                  <a:pt x="0" y="0"/>
                </a:moveTo>
                <a:lnTo>
                  <a:pt x="0" y="95357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025082" y="5308792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488" y="0"/>
                </a:moveTo>
                <a:lnTo>
                  <a:pt x="36651" y="447"/>
                </a:lnTo>
                <a:lnTo>
                  <a:pt x="23304" y="1906"/>
                </a:lnTo>
                <a:lnTo>
                  <a:pt x="11177" y="4328"/>
                </a:lnTo>
                <a:lnTo>
                  <a:pt x="0" y="7665"/>
                </a:lnTo>
                <a:lnTo>
                  <a:pt x="45716" y="132329"/>
                </a:lnTo>
                <a:lnTo>
                  <a:pt x="100854" y="11385"/>
                </a:lnTo>
                <a:lnTo>
                  <a:pt x="89236" y="6894"/>
                </a:lnTo>
                <a:lnTo>
                  <a:pt x="77097" y="3461"/>
                </a:lnTo>
                <a:lnTo>
                  <a:pt x="64496" y="1144"/>
                </a:lnTo>
                <a:lnTo>
                  <a:pt x="51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076186" y="5234498"/>
            <a:ext cx="0" cy="148590"/>
          </a:xfrm>
          <a:custGeom>
            <a:avLst/>
            <a:gdLst/>
            <a:ahLst/>
            <a:cxnLst/>
            <a:rect l="l" t="t" r="r" b="b"/>
            <a:pathLst>
              <a:path h="148589">
                <a:moveTo>
                  <a:pt x="0" y="0"/>
                </a:moveTo>
                <a:lnTo>
                  <a:pt x="0" y="148340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849189" y="5631524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20" h="100964">
                <a:moveTo>
                  <a:pt x="11102" y="0"/>
                </a:moveTo>
                <a:lnTo>
                  <a:pt x="6606" y="11660"/>
                </a:lnTo>
                <a:lnTo>
                  <a:pt x="3220" y="23832"/>
                </a:lnTo>
                <a:lnTo>
                  <a:pt x="999" y="36459"/>
                </a:lnTo>
                <a:lnTo>
                  <a:pt x="0" y="49485"/>
                </a:lnTo>
                <a:lnTo>
                  <a:pt x="533" y="63764"/>
                </a:lnTo>
                <a:lnTo>
                  <a:pt x="2167" y="76893"/>
                </a:lnTo>
                <a:lnTo>
                  <a:pt x="4855" y="89047"/>
                </a:lnTo>
                <a:lnTo>
                  <a:pt x="8544" y="100400"/>
                </a:lnTo>
                <a:lnTo>
                  <a:pt x="134119" y="53306"/>
                </a:lnTo>
                <a:lnTo>
                  <a:pt x="11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688079" y="5690126"/>
            <a:ext cx="236220" cy="0"/>
          </a:xfrm>
          <a:custGeom>
            <a:avLst/>
            <a:gdLst/>
            <a:ahLst/>
            <a:cxnLst/>
            <a:rect l="l" t="t" r="r" b="b"/>
            <a:pathLst>
              <a:path w="236220">
                <a:moveTo>
                  <a:pt x="0" y="0"/>
                </a:moveTo>
                <a:lnTo>
                  <a:pt x="236197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60395" y="6018734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532" y="0"/>
                </a:moveTo>
                <a:lnTo>
                  <a:pt x="36632" y="440"/>
                </a:lnTo>
                <a:lnTo>
                  <a:pt x="23265" y="1885"/>
                </a:lnTo>
                <a:lnTo>
                  <a:pt x="11148" y="4288"/>
                </a:lnTo>
                <a:lnTo>
                  <a:pt x="0" y="7600"/>
                </a:lnTo>
                <a:lnTo>
                  <a:pt x="45558" y="132318"/>
                </a:lnTo>
                <a:lnTo>
                  <a:pt x="100880" y="11458"/>
                </a:lnTo>
                <a:lnTo>
                  <a:pt x="89261" y="6952"/>
                </a:lnTo>
                <a:lnTo>
                  <a:pt x="77127" y="3501"/>
                </a:lnTo>
                <a:lnTo>
                  <a:pt x="64531" y="1164"/>
                </a:lnTo>
                <a:lnTo>
                  <a:pt x="515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611334" y="5870256"/>
            <a:ext cx="0" cy="222885"/>
          </a:xfrm>
          <a:custGeom>
            <a:avLst/>
            <a:gdLst/>
            <a:ahLst/>
            <a:cxnLst/>
            <a:rect l="l" t="t" r="r" b="b"/>
            <a:pathLst>
              <a:path h="222885">
                <a:moveTo>
                  <a:pt x="0" y="0"/>
                </a:moveTo>
                <a:lnTo>
                  <a:pt x="0" y="222516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661257" y="6316485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20" h="100964">
                <a:moveTo>
                  <a:pt x="125793" y="0"/>
                </a:moveTo>
                <a:lnTo>
                  <a:pt x="0" y="46488"/>
                </a:lnTo>
                <a:lnTo>
                  <a:pt x="122773" y="100365"/>
                </a:lnTo>
                <a:lnTo>
                  <a:pt x="127321" y="88715"/>
                </a:lnTo>
                <a:lnTo>
                  <a:pt x="130762" y="76556"/>
                </a:lnTo>
                <a:lnTo>
                  <a:pt x="133040" y="63945"/>
                </a:lnTo>
                <a:lnTo>
                  <a:pt x="134100" y="50939"/>
                </a:lnTo>
                <a:lnTo>
                  <a:pt x="133592" y="36474"/>
                </a:lnTo>
                <a:lnTo>
                  <a:pt x="132007" y="23315"/>
                </a:lnTo>
                <a:lnTo>
                  <a:pt x="129392" y="11233"/>
                </a:lnTo>
                <a:lnTo>
                  <a:pt x="125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31030" y="6368272"/>
            <a:ext cx="290195" cy="0"/>
          </a:xfrm>
          <a:custGeom>
            <a:avLst/>
            <a:gdLst/>
            <a:ahLst/>
            <a:cxnLst/>
            <a:rect l="l" t="t" r="r" b="b"/>
            <a:pathLst>
              <a:path w="290195">
                <a:moveTo>
                  <a:pt x="289855" y="0"/>
                </a:moveTo>
                <a:lnTo>
                  <a:pt x="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035822" y="5965744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464" y="0"/>
                </a:moveTo>
                <a:lnTo>
                  <a:pt x="36633" y="448"/>
                </a:lnTo>
                <a:lnTo>
                  <a:pt x="23292" y="1908"/>
                </a:lnTo>
                <a:lnTo>
                  <a:pt x="11171" y="4330"/>
                </a:lnTo>
                <a:lnTo>
                  <a:pt x="0" y="7665"/>
                </a:lnTo>
                <a:lnTo>
                  <a:pt x="45735" y="132328"/>
                </a:lnTo>
                <a:lnTo>
                  <a:pt x="100843" y="11383"/>
                </a:lnTo>
                <a:lnTo>
                  <a:pt x="89215" y="6890"/>
                </a:lnTo>
                <a:lnTo>
                  <a:pt x="77066" y="3458"/>
                </a:lnTo>
                <a:lnTo>
                  <a:pt x="64460" y="1142"/>
                </a:lnTo>
                <a:lnTo>
                  <a:pt x="51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086893" y="5902048"/>
            <a:ext cx="0" cy="137795"/>
          </a:xfrm>
          <a:custGeom>
            <a:avLst/>
            <a:gdLst/>
            <a:ahLst/>
            <a:cxnLst/>
            <a:rect l="l" t="t" r="r" b="b"/>
            <a:pathLst>
              <a:path h="137795">
                <a:moveTo>
                  <a:pt x="0" y="0"/>
                </a:moveTo>
                <a:lnTo>
                  <a:pt x="0" y="137742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1120347" y="6221466"/>
            <a:ext cx="1990089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040" marR="5080" indent="-53975">
              <a:lnSpc>
                <a:spcPts val="1000"/>
              </a:lnSpc>
            </a:pP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30" dirty="0">
                <a:latin typeface="Times New Roman"/>
                <a:cs typeface="Times New Roman"/>
              </a:rPr>
              <a:t>h</a:t>
            </a:r>
            <a:r>
              <a:rPr sz="1000" b="1" dirty="0">
                <a:latin typeface="Times New Roman"/>
                <a:cs typeface="Times New Roman"/>
              </a:rPr>
              <a:t>e</a:t>
            </a:r>
            <a:r>
              <a:rPr sz="1000" b="1" spc="60" dirty="0">
                <a:latin typeface="Times New Roman"/>
                <a:cs typeface="Times New Roman"/>
              </a:rPr>
              <a:t> </a:t>
            </a:r>
            <a:r>
              <a:rPr sz="1000" b="1" spc="5" dirty="0">
                <a:latin typeface="Times New Roman"/>
                <a:cs typeface="Times New Roman"/>
              </a:rPr>
              <a:t>mo</a:t>
            </a:r>
            <a:r>
              <a:rPr sz="1000" b="1" spc="-55" dirty="0">
                <a:latin typeface="Times New Roman"/>
                <a:cs typeface="Times New Roman"/>
              </a:rPr>
              <a:t>d</a:t>
            </a:r>
            <a:r>
              <a:rPr sz="1000" b="1" spc="55" dirty="0">
                <a:latin typeface="Times New Roman"/>
                <a:cs typeface="Times New Roman"/>
              </a:rPr>
              <a:t>el</a:t>
            </a:r>
            <a:r>
              <a:rPr sz="1000" b="1" dirty="0">
                <a:latin typeface="Times New Roman"/>
                <a:cs typeface="Times New Roman"/>
              </a:rPr>
              <a:t>: 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5" dirty="0">
                <a:latin typeface="Times New Roman"/>
                <a:cs typeface="Times New Roman"/>
              </a:rPr>
              <a:t>m</a:t>
            </a:r>
            <a:r>
              <a:rPr sz="1000" b="1" spc="30" dirty="0">
                <a:latin typeface="Times New Roman"/>
                <a:cs typeface="Times New Roman"/>
              </a:rPr>
              <a:t>u</a:t>
            </a:r>
            <a:r>
              <a:rPr sz="1000" b="1" spc="55" dirty="0">
                <a:latin typeface="Times New Roman"/>
                <a:cs typeface="Times New Roman"/>
              </a:rPr>
              <a:t>l</a:t>
            </a:r>
            <a:r>
              <a:rPr sz="1000" b="1" dirty="0">
                <a:latin typeface="Times New Roman"/>
                <a:cs typeface="Times New Roman"/>
              </a:rPr>
              <a:t>at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5" dirty="0">
                <a:latin typeface="Times New Roman"/>
                <a:cs typeface="Times New Roman"/>
              </a:rPr>
              <a:t>o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, fo</a:t>
            </a:r>
            <a:r>
              <a:rPr sz="1000" b="1" spc="-30" dirty="0">
                <a:latin typeface="Times New Roman"/>
                <a:cs typeface="Times New Roman"/>
              </a:rPr>
              <a:t>r</a:t>
            </a:r>
            <a:r>
              <a:rPr sz="1000" b="1" spc="55" dirty="0">
                <a:latin typeface="Times New Roman"/>
                <a:cs typeface="Times New Roman"/>
              </a:rPr>
              <a:t>e</a:t>
            </a:r>
            <a:r>
              <a:rPr sz="1000" b="1" spc="-30" dirty="0">
                <a:latin typeface="Times New Roman"/>
                <a:cs typeface="Times New Roman"/>
              </a:rPr>
              <a:t>c</a:t>
            </a:r>
            <a:r>
              <a:rPr sz="1000" b="1" spc="5" dirty="0">
                <a:latin typeface="Times New Roman"/>
                <a:cs typeface="Times New Roman"/>
              </a:rPr>
              <a:t>a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g, </a:t>
            </a:r>
            <a:r>
              <a:rPr sz="1000" b="1" spc="5" dirty="0">
                <a:latin typeface="Times New Roman"/>
                <a:cs typeface="Times New Roman"/>
              </a:rPr>
              <a:t>o</a:t>
            </a:r>
            <a:r>
              <a:rPr sz="1000" b="1" spc="-55" dirty="0">
                <a:latin typeface="Times New Roman"/>
                <a:cs typeface="Times New Roman"/>
              </a:rPr>
              <a:t>p</a:t>
            </a:r>
            <a:r>
              <a:rPr sz="1000" b="1" spc="55" dirty="0">
                <a:latin typeface="Times New Roman"/>
                <a:cs typeface="Times New Roman"/>
              </a:rPr>
              <a:t>e</a:t>
            </a:r>
            <a:r>
              <a:rPr sz="1000" b="1" spc="-30" dirty="0">
                <a:latin typeface="Times New Roman"/>
                <a:cs typeface="Times New Roman"/>
              </a:rPr>
              <a:t>r</a:t>
            </a:r>
            <a:r>
              <a:rPr sz="1000" b="1" dirty="0">
                <a:latin typeface="Times New Roman"/>
                <a:cs typeface="Times New Roman"/>
              </a:rPr>
              <a:t>at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5" dirty="0">
                <a:latin typeface="Times New Roman"/>
                <a:cs typeface="Times New Roman"/>
              </a:rPr>
              <a:t>o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al</a:t>
            </a:r>
            <a:r>
              <a:rPr sz="1000" b="1" spc="55" dirty="0">
                <a:latin typeface="Times New Roman"/>
                <a:cs typeface="Times New Roman"/>
              </a:rPr>
              <a:t> </a:t>
            </a:r>
            <a:r>
              <a:rPr sz="1000" b="1" spc="-30" dirty="0">
                <a:latin typeface="Times New Roman"/>
                <a:cs typeface="Times New Roman"/>
              </a:rPr>
              <a:t>c</a:t>
            </a:r>
            <a:r>
              <a:rPr sz="1000" b="1" spc="5" dirty="0">
                <a:latin typeface="Times New Roman"/>
                <a:cs typeface="Times New Roman"/>
              </a:rPr>
              <a:t>o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-30" dirty="0">
                <a:latin typeface="Times New Roman"/>
                <a:cs typeface="Times New Roman"/>
              </a:rPr>
              <a:t>r</a:t>
            </a:r>
            <a:r>
              <a:rPr sz="1000" b="1" spc="5" dirty="0">
                <a:latin typeface="Times New Roman"/>
                <a:cs typeface="Times New Roman"/>
              </a:rPr>
              <a:t>o</a:t>
            </a:r>
            <a:r>
              <a:rPr sz="1000" b="1" spc="55" dirty="0">
                <a:latin typeface="Times New Roman"/>
                <a:cs typeface="Times New Roman"/>
              </a:rPr>
              <a:t>l</a:t>
            </a:r>
            <a:r>
              <a:rPr sz="1000" b="1" dirty="0">
                <a:latin typeface="Times New Roman"/>
                <a:cs typeface="Times New Roman"/>
              </a:rPr>
              <a:t>, </a:t>
            </a:r>
            <a:r>
              <a:rPr sz="1000" b="1" spc="5" dirty="0">
                <a:latin typeface="Times New Roman"/>
                <a:cs typeface="Times New Roman"/>
              </a:rPr>
              <a:t>ma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spc="5" dirty="0">
                <a:latin typeface="Times New Roman"/>
                <a:cs typeface="Times New Roman"/>
              </a:rPr>
              <a:t>ag</a:t>
            </a:r>
            <a:r>
              <a:rPr sz="1000" b="1" spc="55" dirty="0">
                <a:latin typeface="Times New Roman"/>
                <a:cs typeface="Times New Roman"/>
              </a:rPr>
              <a:t>e</a:t>
            </a:r>
            <a:r>
              <a:rPr sz="1000" b="1" spc="5" dirty="0">
                <a:latin typeface="Times New Roman"/>
                <a:cs typeface="Times New Roman"/>
              </a:rPr>
              <a:t>m</a:t>
            </a:r>
            <a:r>
              <a:rPr sz="1000" b="1" spc="55" dirty="0">
                <a:latin typeface="Times New Roman"/>
                <a:cs typeface="Times New Roman"/>
              </a:rPr>
              <a:t>e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t,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528337" y="6475772"/>
            <a:ext cx="129984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5" dirty="0">
                <a:latin typeface="Times New Roman"/>
                <a:cs typeface="Times New Roman"/>
              </a:rPr>
              <a:t>p</a:t>
            </a:r>
            <a:r>
              <a:rPr sz="1000" b="1" spc="55" dirty="0">
                <a:latin typeface="Times New Roman"/>
                <a:cs typeface="Times New Roman"/>
              </a:rPr>
              <a:t>l</a:t>
            </a:r>
            <a:r>
              <a:rPr sz="1000" b="1" spc="5" dirty="0">
                <a:latin typeface="Times New Roman"/>
                <a:cs typeface="Times New Roman"/>
              </a:rPr>
              <a:t>a</a:t>
            </a:r>
            <a:r>
              <a:rPr sz="1000" b="1" spc="30" dirty="0">
                <a:latin typeface="Times New Roman"/>
                <a:cs typeface="Times New Roman"/>
              </a:rPr>
              <a:t>nn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g, </a:t>
            </a:r>
            <a:r>
              <a:rPr sz="1000" b="1" spc="5" dirty="0">
                <a:latin typeface="Times New Roman"/>
                <a:cs typeface="Times New Roman"/>
              </a:rPr>
              <a:t>o</a:t>
            </a:r>
            <a:r>
              <a:rPr sz="1000" b="1" spc="-55" dirty="0">
                <a:latin typeface="Times New Roman"/>
                <a:cs typeface="Times New Roman"/>
              </a:rPr>
              <a:t>p</a:t>
            </a: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5" dirty="0">
                <a:latin typeface="Times New Roman"/>
                <a:cs typeface="Times New Roman"/>
              </a:rPr>
              <a:t>m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dirty="0">
                <a:latin typeface="Times New Roman"/>
                <a:cs typeface="Times New Roman"/>
              </a:rPr>
              <a:t>at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5" dirty="0">
                <a:latin typeface="Times New Roman"/>
                <a:cs typeface="Times New Roman"/>
              </a:rPr>
              <a:t>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2292554" y="2526913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19" h="100964">
                <a:moveTo>
                  <a:pt x="11114" y="0"/>
                </a:moveTo>
                <a:lnTo>
                  <a:pt x="6620" y="11653"/>
                </a:lnTo>
                <a:lnTo>
                  <a:pt x="3229" y="23828"/>
                </a:lnTo>
                <a:lnTo>
                  <a:pt x="1002" y="36461"/>
                </a:lnTo>
                <a:lnTo>
                  <a:pt x="0" y="49485"/>
                </a:lnTo>
                <a:lnTo>
                  <a:pt x="537" y="63754"/>
                </a:lnTo>
                <a:lnTo>
                  <a:pt x="2180" y="76880"/>
                </a:lnTo>
                <a:lnTo>
                  <a:pt x="4875" y="89039"/>
                </a:lnTo>
                <a:lnTo>
                  <a:pt x="8570" y="100404"/>
                </a:lnTo>
                <a:lnTo>
                  <a:pt x="134141" y="53279"/>
                </a:lnTo>
                <a:lnTo>
                  <a:pt x="11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863088" y="2585507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562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857719" y="2290164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19" h="100964">
                <a:moveTo>
                  <a:pt x="125865" y="0"/>
                </a:moveTo>
                <a:lnTo>
                  <a:pt x="0" y="46340"/>
                </a:lnTo>
                <a:lnTo>
                  <a:pt x="122694" y="100382"/>
                </a:lnTo>
                <a:lnTo>
                  <a:pt x="127262" y="88739"/>
                </a:lnTo>
                <a:lnTo>
                  <a:pt x="130729" y="76590"/>
                </a:lnTo>
                <a:lnTo>
                  <a:pt x="133034" y="63987"/>
                </a:lnTo>
                <a:lnTo>
                  <a:pt x="134117" y="50984"/>
                </a:lnTo>
                <a:lnTo>
                  <a:pt x="133615" y="36457"/>
                </a:lnTo>
                <a:lnTo>
                  <a:pt x="132038" y="23277"/>
                </a:lnTo>
                <a:lnTo>
                  <a:pt x="129437" y="11205"/>
                </a:lnTo>
                <a:lnTo>
                  <a:pt x="125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927502" y="2341806"/>
            <a:ext cx="483234" cy="0"/>
          </a:xfrm>
          <a:custGeom>
            <a:avLst/>
            <a:gdLst/>
            <a:ahLst/>
            <a:cxnLst/>
            <a:rect l="l" t="t" r="r" b="b"/>
            <a:pathLst>
              <a:path w="483235">
                <a:moveTo>
                  <a:pt x="483084" y="0"/>
                </a:moveTo>
                <a:lnTo>
                  <a:pt x="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982157" y="2903490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464" y="0"/>
                </a:moveTo>
                <a:lnTo>
                  <a:pt x="36628" y="448"/>
                </a:lnTo>
                <a:lnTo>
                  <a:pt x="23287" y="1909"/>
                </a:lnTo>
                <a:lnTo>
                  <a:pt x="11168" y="4334"/>
                </a:lnTo>
                <a:lnTo>
                  <a:pt x="0" y="7674"/>
                </a:lnTo>
                <a:lnTo>
                  <a:pt x="45710" y="132348"/>
                </a:lnTo>
                <a:lnTo>
                  <a:pt x="100833" y="11403"/>
                </a:lnTo>
                <a:lnTo>
                  <a:pt x="89210" y="6904"/>
                </a:lnTo>
                <a:lnTo>
                  <a:pt x="77067" y="3466"/>
                </a:lnTo>
                <a:lnTo>
                  <a:pt x="64465" y="1145"/>
                </a:lnTo>
                <a:lnTo>
                  <a:pt x="51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033235" y="2744452"/>
            <a:ext cx="0" cy="233679"/>
          </a:xfrm>
          <a:custGeom>
            <a:avLst/>
            <a:gdLst/>
            <a:ahLst/>
            <a:cxnLst/>
            <a:rect l="l" t="t" r="r" b="b"/>
            <a:pathLst>
              <a:path h="233680">
                <a:moveTo>
                  <a:pt x="0" y="0"/>
                </a:moveTo>
                <a:lnTo>
                  <a:pt x="0" y="233102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960696" y="2055811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4">
                <a:moveTo>
                  <a:pt x="51467" y="0"/>
                </a:moveTo>
                <a:lnTo>
                  <a:pt x="36624" y="448"/>
                </a:lnTo>
                <a:lnTo>
                  <a:pt x="23282" y="1908"/>
                </a:lnTo>
                <a:lnTo>
                  <a:pt x="11165" y="4332"/>
                </a:lnTo>
                <a:lnTo>
                  <a:pt x="0" y="7672"/>
                </a:lnTo>
                <a:lnTo>
                  <a:pt x="45704" y="132348"/>
                </a:lnTo>
                <a:lnTo>
                  <a:pt x="100836" y="11403"/>
                </a:lnTo>
                <a:lnTo>
                  <a:pt x="89208" y="6904"/>
                </a:lnTo>
                <a:lnTo>
                  <a:pt x="77065" y="3466"/>
                </a:lnTo>
                <a:lnTo>
                  <a:pt x="64465" y="1146"/>
                </a:lnTo>
                <a:lnTo>
                  <a:pt x="51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011766" y="1886168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0"/>
                </a:moveTo>
                <a:lnTo>
                  <a:pt x="0" y="243701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771842" y="1527246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19" h="100964">
                <a:moveTo>
                  <a:pt x="125861" y="0"/>
                </a:moveTo>
                <a:lnTo>
                  <a:pt x="0" y="46344"/>
                </a:lnTo>
                <a:lnTo>
                  <a:pt x="122691" y="100385"/>
                </a:lnTo>
                <a:lnTo>
                  <a:pt x="127259" y="88743"/>
                </a:lnTo>
                <a:lnTo>
                  <a:pt x="130725" y="76594"/>
                </a:lnTo>
                <a:lnTo>
                  <a:pt x="133031" y="63991"/>
                </a:lnTo>
                <a:lnTo>
                  <a:pt x="134114" y="50988"/>
                </a:lnTo>
                <a:lnTo>
                  <a:pt x="133611" y="36471"/>
                </a:lnTo>
                <a:lnTo>
                  <a:pt x="132033" y="23294"/>
                </a:lnTo>
                <a:lnTo>
                  <a:pt x="129433" y="11217"/>
                </a:lnTo>
                <a:lnTo>
                  <a:pt x="125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271088" y="1520281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19" h="100965">
                <a:moveTo>
                  <a:pt x="11101" y="0"/>
                </a:moveTo>
                <a:lnTo>
                  <a:pt x="6612" y="11660"/>
                </a:lnTo>
                <a:lnTo>
                  <a:pt x="3226" y="23831"/>
                </a:lnTo>
                <a:lnTo>
                  <a:pt x="1002" y="36458"/>
                </a:lnTo>
                <a:lnTo>
                  <a:pt x="0" y="49484"/>
                </a:lnTo>
                <a:lnTo>
                  <a:pt x="535" y="63758"/>
                </a:lnTo>
                <a:lnTo>
                  <a:pt x="2176" y="76884"/>
                </a:lnTo>
                <a:lnTo>
                  <a:pt x="4868" y="89036"/>
                </a:lnTo>
                <a:lnTo>
                  <a:pt x="8561" y="100392"/>
                </a:lnTo>
                <a:lnTo>
                  <a:pt x="134128" y="53309"/>
                </a:lnTo>
                <a:lnTo>
                  <a:pt x="11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841622" y="1578877"/>
            <a:ext cx="504825" cy="0"/>
          </a:xfrm>
          <a:custGeom>
            <a:avLst/>
            <a:gdLst/>
            <a:ahLst/>
            <a:cxnLst/>
            <a:rect l="l" t="t" r="r" b="b"/>
            <a:pathLst>
              <a:path w="504825">
                <a:moveTo>
                  <a:pt x="0" y="0"/>
                </a:moveTo>
                <a:lnTo>
                  <a:pt x="50455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655897" y="4927210"/>
            <a:ext cx="1342390" cy="0"/>
          </a:xfrm>
          <a:custGeom>
            <a:avLst/>
            <a:gdLst/>
            <a:ahLst/>
            <a:cxnLst/>
            <a:rect l="l" t="t" r="r" b="b"/>
            <a:pathLst>
              <a:path w="1342389">
                <a:moveTo>
                  <a:pt x="0" y="0"/>
                </a:moveTo>
                <a:lnTo>
                  <a:pt x="134190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997798" y="2500720"/>
            <a:ext cx="0" cy="2426970"/>
          </a:xfrm>
          <a:custGeom>
            <a:avLst/>
            <a:gdLst/>
            <a:ahLst/>
            <a:cxnLst/>
            <a:rect l="l" t="t" r="r" b="b"/>
            <a:pathLst>
              <a:path h="2426970">
                <a:moveTo>
                  <a:pt x="0" y="2426489"/>
                </a:moveTo>
                <a:lnTo>
                  <a:pt x="0" y="0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736390" y="2449126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20" h="100964">
                <a:moveTo>
                  <a:pt x="125879" y="0"/>
                </a:moveTo>
                <a:lnTo>
                  <a:pt x="0" y="46301"/>
                </a:lnTo>
                <a:lnTo>
                  <a:pt x="122712" y="100373"/>
                </a:lnTo>
                <a:lnTo>
                  <a:pt x="127282" y="88732"/>
                </a:lnTo>
                <a:lnTo>
                  <a:pt x="130744" y="76580"/>
                </a:lnTo>
                <a:lnTo>
                  <a:pt x="133042" y="63974"/>
                </a:lnTo>
                <a:lnTo>
                  <a:pt x="134123" y="50971"/>
                </a:lnTo>
                <a:lnTo>
                  <a:pt x="133624" y="36450"/>
                </a:lnTo>
                <a:lnTo>
                  <a:pt x="132053" y="23276"/>
                </a:lnTo>
                <a:lnTo>
                  <a:pt x="129456" y="11206"/>
                </a:lnTo>
                <a:lnTo>
                  <a:pt x="125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806163" y="2500720"/>
            <a:ext cx="1191895" cy="0"/>
          </a:xfrm>
          <a:custGeom>
            <a:avLst/>
            <a:gdLst/>
            <a:ahLst/>
            <a:cxnLst/>
            <a:rect l="l" t="t" r="r" b="b"/>
            <a:pathLst>
              <a:path w="1191895">
                <a:moveTo>
                  <a:pt x="1191635" y="0"/>
                </a:moveTo>
                <a:lnTo>
                  <a:pt x="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212521" y="6400060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0" y="0"/>
                </a:moveTo>
                <a:lnTo>
                  <a:pt x="300562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513083" y="1621270"/>
            <a:ext cx="0" cy="4779010"/>
          </a:xfrm>
          <a:custGeom>
            <a:avLst/>
            <a:gdLst/>
            <a:ahLst/>
            <a:cxnLst/>
            <a:rect l="l" t="t" r="r" b="b"/>
            <a:pathLst>
              <a:path h="4779010">
                <a:moveTo>
                  <a:pt x="0" y="4778790"/>
                </a:moveTo>
                <a:lnTo>
                  <a:pt x="0" y="0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714932" y="1559052"/>
            <a:ext cx="134620" cy="100965"/>
          </a:xfrm>
          <a:custGeom>
            <a:avLst/>
            <a:gdLst/>
            <a:ahLst/>
            <a:cxnLst/>
            <a:rect l="l" t="t" r="r" b="b"/>
            <a:pathLst>
              <a:path w="134620" h="100964">
                <a:moveTo>
                  <a:pt x="125864" y="0"/>
                </a:moveTo>
                <a:lnTo>
                  <a:pt x="0" y="46328"/>
                </a:lnTo>
                <a:lnTo>
                  <a:pt x="122681" y="100369"/>
                </a:lnTo>
                <a:lnTo>
                  <a:pt x="127257" y="88728"/>
                </a:lnTo>
                <a:lnTo>
                  <a:pt x="130729" y="76580"/>
                </a:lnTo>
                <a:lnTo>
                  <a:pt x="133038" y="63978"/>
                </a:lnTo>
                <a:lnTo>
                  <a:pt x="134123" y="50975"/>
                </a:lnTo>
                <a:lnTo>
                  <a:pt x="133620" y="36445"/>
                </a:lnTo>
                <a:lnTo>
                  <a:pt x="132041" y="23266"/>
                </a:lnTo>
                <a:lnTo>
                  <a:pt x="129438" y="11198"/>
                </a:lnTo>
                <a:lnTo>
                  <a:pt x="1258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784718" y="1610672"/>
            <a:ext cx="1728470" cy="0"/>
          </a:xfrm>
          <a:custGeom>
            <a:avLst/>
            <a:gdLst/>
            <a:ahLst/>
            <a:cxnLst/>
            <a:rect l="l" t="t" r="r" b="b"/>
            <a:pathLst>
              <a:path w="1728470">
                <a:moveTo>
                  <a:pt x="1728364" y="0"/>
                </a:moveTo>
                <a:lnTo>
                  <a:pt x="0" y="0"/>
                </a:lnTo>
              </a:path>
            </a:pathLst>
          </a:custGeom>
          <a:ln w="10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971416" y="1197553"/>
            <a:ext cx="100965" cy="132715"/>
          </a:xfrm>
          <a:custGeom>
            <a:avLst/>
            <a:gdLst/>
            <a:ahLst/>
            <a:cxnLst/>
            <a:rect l="l" t="t" r="r" b="b"/>
            <a:pathLst>
              <a:path w="100964" h="132715">
                <a:moveTo>
                  <a:pt x="51467" y="0"/>
                </a:moveTo>
                <a:lnTo>
                  <a:pt x="36631" y="445"/>
                </a:lnTo>
                <a:lnTo>
                  <a:pt x="23289" y="1898"/>
                </a:lnTo>
                <a:lnTo>
                  <a:pt x="11169" y="4314"/>
                </a:lnTo>
                <a:lnTo>
                  <a:pt x="0" y="7648"/>
                </a:lnTo>
                <a:lnTo>
                  <a:pt x="45722" y="132319"/>
                </a:lnTo>
                <a:lnTo>
                  <a:pt x="100845" y="11374"/>
                </a:lnTo>
                <a:lnTo>
                  <a:pt x="89208" y="6878"/>
                </a:lnTo>
                <a:lnTo>
                  <a:pt x="77062" y="3449"/>
                </a:lnTo>
                <a:lnTo>
                  <a:pt x="64463" y="1138"/>
                </a:lnTo>
                <a:lnTo>
                  <a:pt x="51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022495" y="943128"/>
            <a:ext cx="0" cy="328930"/>
          </a:xfrm>
          <a:custGeom>
            <a:avLst/>
            <a:gdLst/>
            <a:ahLst/>
            <a:cxnLst/>
            <a:rect l="l" t="t" r="r" b="b"/>
            <a:pathLst>
              <a:path h="328930">
                <a:moveTo>
                  <a:pt x="0" y="0"/>
                </a:moveTo>
                <a:lnTo>
                  <a:pt x="0" y="328457"/>
                </a:lnTo>
              </a:path>
            </a:pathLst>
          </a:custGeom>
          <a:ln w="107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829269" y="1214871"/>
            <a:ext cx="134620" cy="101600"/>
          </a:xfrm>
          <a:custGeom>
            <a:avLst/>
            <a:gdLst/>
            <a:ahLst/>
            <a:cxnLst/>
            <a:rect l="l" t="t" r="r" b="b"/>
            <a:pathLst>
              <a:path w="134619" h="101600">
                <a:moveTo>
                  <a:pt x="39136" y="0"/>
                </a:moveTo>
                <a:lnTo>
                  <a:pt x="16115" y="30481"/>
                </a:lnTo>
                <a:lnTo>
                  <a:pt x="2716" y="66961"/>
                </a:lnTo>
                <a:lnTo>
                  <a:pt x="0" y="96377"/>
                </a:lnTo>
                <a:lnTo>
                  <a:pt x="73" y="98907"/>
                </a:lnTo>
                <a:lnTo>
                  <a:pt x="216" y="101406"/>
                </a:lnTo>
                <a:lnTo>
                  <a:pt x="134185" y="93817"/>
                </a:lnTo>
                <a:lnTo>
                  <a:pt x="391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034848" y="953726"/>
            <a:ext cx="869950" cy="339090"/>
          </a:xfrm>
          <a:custGeom>
            <a:avLst/>
            <a:gdLst/>
            <a:ahLst/>
            <a:cxnLst/>
            <a:rect l="l" t="t" r="r" b="b"/>
            <a:pathLst>
              <a:path w="869950" h="339090">
                <a:moveTo>
                  <a:pt x="0" y="0"/>
                </a:moveTo>
                <a:lnTo>
                  <a:pt x="869560" y="339055"/>
                </a:lnTo>
              </a:path>
            </a:pathLst>
          </a:custGeom>
          <a:ln w="10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2698477" y="4966750"/>
            <a:ext cx="751840" cy="111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945">
              <a:lnSpc>
                <a:spcPct val="100000"/>
              </a:lnSpc>
            </a:pPr>
            <a:r>
              <a:rPr sz="1250" b="1" spc="45" dirty="0">
                <a:latin typeface="Times New Roman"/>
                <a:cs typeface="Times New Roman"/>
              </a:rPr>
              <a:t>v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15" dirty="0">
                <a:latin typeface="Times New Roman"/>
                <a:cs typeface="Times New Roman"/>
              </a:rPr>
              <a:t>lid</a:t>
            </a:r>
            <a:endParaRPr sz="1250">
              <a:latin typeface="Times New Roman"/>
              <a:cs typeface="Times New Roman"/>
            </a:endParaRPr>
          </a:p>
          <a:p>
            <a:pPr marL="473709">
              <a:lnSpc>
                <a:spcPct val="100000"/>
              </a:lnSpc>
              <a:spcBef>
                <a:spcPts val="585"/>
              </a:spcBef>
            </a:pPr>
            <a:r>
              <a:rPr sz="1250" b="1" i="1" spc="75" dirty="0">
                <a:latin typeface="Times New Roman"/>
                <a:cs typeface="Times New Roman"/>
              </a:rPr>
              <a:t>Y</a:t>
            </a:r>
            <a:r>
              <a:rPr sz="1250" b="1" i="1" spc="30" dirty="0">
                <a:latin typeface="Times New Roman"/>
                <a:cs typeface="Times New Roman"/>
              </a:rPr>
              <a:t>es</a:t>
            </a:r>
            <a:endParaRPr sz="1250">
              <a:latin typeface="Times New Roman"/>
              <a:cs typeface="Times New Roman"/>
            </a:endParaRPr>
          </a:p>
          <a:p>
            <a:pPr marL="12700" marR="5080" indent="128270">
              <a:lnSpc>
                <a:spcPts val="1250"/>
              </a:lnSpc>
              <a:spcBef>
                <a:spcPts val="835"/>
              </a:spcBef>
            </a:pPr>
            <a:r>
              <a:rPr sz="1250" b="1" spc="75" dirty="0">
                <a:latin typeface="Times New Roman"/>
                <a:cs typeface="Times New Roman"/>
              </a:rPr>
              <a:t>M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d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 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30" dirty="0">
                <a:latin typeface="Times New Roman"/>
                <a:cs typeface="Times New Roman"/>
              </a:rPr>
              <a:t>cc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-200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p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25" dirty="0">
                <a:latin typeface="Times New Roman"/>
                <a:cs typeface="Times New Roman"/>
              </a:rPr>
              <a:t>b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415"/>
              </a:spcBef>
            </a:pPr>
            <a:r>
              <a:rPr sz="1250" b="1" i="1" spc="75" dirty="0">
                <a:latin typeface="Times New Roman"/>
                <a:cs typeface="Times New Roman"/>
              </a:rPr>
              <a:t>Y</a:t>
            </a:r>
            <a:r>
              <a:rPr sz="1250" b="1" i="1" spc="30" dirty="0">
                <a:latin typeface="Times New Roman"/>
                <a:cs typeface="Times New Roman"/>
              </a:rPr>
              <a:t>es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083332" y="5496548"/>
            <a:ext cx="1063625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 marR="5080" indent="-86360">
              <a:lnSpc>
                <a:spcPts val="1250"/>
              </a:lnSpc>
            </a:pPr>
            <a:r>
              <a:rPr sz="1250" b="1" spc="15" dirty="0">
                <a:latin typeface="Times New Roman"/>
                <a:cs typeface="Times New Roman"/>
              </a:rPr>
              <a:t>A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-40" dirty="0">
                <a:latin typeface="Times New Roman"/>
                <a:cs typeface="Times New Roman"/>
              </a:rPr>
              <a:t>y</a:t>
            </a:r>
            <a:r>
              <a:rPr sz="1250" b="1" spc="95" dirty="0">
                <a:latin typeface="Times New Roman"/>
                <a:cs typeface="Times New Roman"/>
              </a:rPr>
              <a:t>s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spc="135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25" dirty="0">
                <a:latin typeface="Times New Roman"/>
                <a:cs typeface="Times New Roman"/>
              </a:rPr>
              <a:t>u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dirty="0">
                <a:latin typeface="Times New Roman"/>
                <a:cs typeface="Times New Roman"/>
              </a:rPr>
              <a:t>f</a:t>
            </a:r>
            <a:r>
              <a:rPr sz="1250" b="1" spc="-60" dirty="0">
                <a:latin typeface="Times New Roman"/>
                <a:cs typeface="Times New Roman"/>
              </a:rPr>
              <a:t> </a:t>
            </a:r>
            <a:r>
              <a:rPr sz="1250" b="1" spc="-15" dirty="0">
                <a:latin typeface="Times New Roman"/>
                <a:cs typeface="Times New Roman"/>
              </a:rPr>
              <a:t>li</a:t>
            </a:r>
            <a:r>
              <a:rPr sz="1250" b="1" spc="-35" dirty="0">
                <a:latin typeface="Times New Roman"/>
                <a:cs typeface="Times New Roman"/>
              </a:rPr>
              <a:t>m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o</a:t>
            </a:r>
            <a:r>
              <a:rPr sz="1250" b="1" spc="-25" dirty="0">
                <a:latin typeface="Times New Roman"/>
                <a:cs typeface="Times New Roman"/>
              </a:rPr>
              <a:t>n</a:t>
            </a:r>
            <a:r>
              <a:rPr sz="1250" b="1" dirty="0">
                <a:latin typeface="Times New Roman"/>
                <a:cs typeface="Times New Roman"/>
              </a:rPr>
              <a:t>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045242" y="6094319"/>
            <a:ext cx="212979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Times New Roman"/>
                <a:cs typeface="Times New Roman"/>
              </a:rPr>
              <a:t>S</a:t>
            </a:r>
            <a:r>
              <a:rPr sz="1000" b="1" spc="-140" dirty="0">
                <a:latin typeface="Times New Roman"/>
                <a:cs typeface="Times New Roman"/>
              </a:rPr>
              <a:t> </a:t>
            </a:r>
            <a:r>
              <a:rPr sz="1000" b="1" spc="5" dirty="0">
                <a:latin typeface="Times New Roman"/>
                <a:cs typeface="Times New Roman"/>
              </a:rPr>
              <a:t>y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55" dirty="0">
                <a:latin typeface="Times New Roman"/>
                <a:cs typeface="Times New Roman"/>
              </a:rPr>
              <a:t>e</a:t>
            </a:r>
            <a:r>
              <a:rPr sz="1000" b="1" spc="5" dirty="0">
                <a:latin typeface="Times New Roman"/>
                <a:cs typeface="Times New Roman"/>
              </a:rPr>
              <a:t>ms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spc="5" dirty="0">
                <a:latin typeface="Times New Roman"/>
                <a:cs typeface="Times New Roman"/>
              </a:rPr>
              <a:t>a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spc="5" dirty="0">
                <a:latin typeface="Times New Roman"/>
                <a:cs typeface="Times New Roman"/>
              </a:rPr>
              <a:t>a</a:t>
            </a:r>
            <a:r>
              <a:rPr sz="1000" b="1" spc="55" dirty="0">
                <a:latin typeface="Times New Roman"/>
                <a:cs typeface="Times New Roman"/>
              </a:rPr>
              <a:t>l</a:t>
            </a:r>
            <a:r>
              <a:rPr sz="1000" b="1" spc="5" dirty="0">
                <a:latin typeface="Times New Roman"/>
                <a:cs typeface="Times New Roman"/>
              </a:rPr>
              <a:t>y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dirty="0">
                <a:latin typeface="Times New Roman"/>
                <a:cs typeface="Times New Roman"/>
              </a:rPr>
              <a:t>s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spc="5" dirty="0">
                <a:latin typeface="Times New Roman"/>
                <a:cs typeface="Times New Roman"/>
              </a:rPr>
              <a:t>a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spc="5" dirty="0">
                <a:latin typeface="Times New Roman"/>
                <a:cs typeface="Times New Roman"/>
              </a:rPr>
              <a:t>d</a:t>
            </a:r>
            <a:r>
              <a:rPr sz="1000" b="1" spc="-55" dirty="0">
                <a:latin typeface="Times New Roman"/>
                <a:cs typeface="Times New Roman"/>
              </a:rPr>
              <a:t> 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spc="5" dirty="0">
                <a:latin typeface="Times New Roman"/>
                <a:cs typeface="Times New Roman"/>
              </a:rPr>
              <a:t>y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dirty="0">
                <a:latin typeface="Times New Roman"/>
                <a:cs typeface="Times New Roman"/>
              </a:rPr>
              <a:t>t</a:t>
            </a:r>
            <a:r>
              <a:rPr sz="1000" b="1" spc="30" dirty="0">
                <a:latin typeface="Times New Roman"/>
                <a:cs typeface="Times New Roman"/>
              </a:rPr>
              <a:t>h</a:t>
            </a:r>
            <a:r>
              <a:rPr sz="1000" b="1" spc="55" dirty="0">
                <a:latin typeface="Times New Roman"/>
                <a:cs typeface="Times New Roman"/>
              </a:rPr>
              <a:t>e</a:t>
            </a:r>
            <a:r>
              <a:rPr sz="1000" b="1" spc="25" dirty="0">
                <a:latin typeface="Times New Roman"/>
                <a:cs typeface="Times New Roman"/>
              </a:rPr>
              <a:t>s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dirty="0">
                <a:latin typeface="Times New Roman"/>
                <a:cs typeface="Times New Roman"/>
              </a:rPr>
              <a:t>s</a:t>
            </a:r>
            <a:r>
              <a:rPr sz="1000" b="1" spc="30" dirty="0">
                <a:latin typeface="Times New Roman"/>
                <a:cs typeface="Times New Roman"/>
              </a:rPr>
              <a:t> </a:t>
            </a:r>
            <a:r>
              <a:rPr sz="1000" b="1" spc="25" dirty="0">
                <a:latin typeface="Times New Roman"/>
                <a:cs typeface="Times New Roman"/>
              </a:rPr>
              <a:t>us</a:t>
            </a:r>
            <a:r>
              <a:rPr sz="1000" b="1" spc="55" dirty="0">
                <a:latin typeface="Times New Roman"/>
                <a:cs typeface="Times New Roman"/>
              </a:rPr>
              <a:t>i</a:t>
            </a:r>
            <a:r>
              <a:rPr sz="1000" b="1" spc="30" dirty="0">
                <a:latin typeface="Times New Roman"/>
                <a:cs typeface="Times New Roman"/>
              </a:rPr>
              <a:t>n</a:t>
            </a:r>
            <a:r>
              <a:rPr sz="1000" b="1" spc="5" dirty="0">
                <a:latin typeface="Times New Roman"/>
                <a:cs typeface="Times New Roman"/>
              </a:rPr>
              <a:t>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986723" y="2328344"/>
            <a:ext cx="977900" cy="343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6395" marR="5080" indent="-354330">
              <a:lnSpc>
                <a:spcPts val="1250"/>
              </a:lnSpc>
            </a:pPr>
            <a:r>
              <a:rPr sz="1250" b="1" spc="-40" dirty="0">
                <a:latin typeface="Times New Roman"/>
                <a:cs typeface="Times New Roman"/>
              </a:rPr>
              <a:t>ma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5" dirty="0">
                <a:latin typeface="Times New Roman"/>
                <a:cs typeface="Times New Roman"/>
              </a:rPr>
              <a:t>n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114" dirty="0">
                <a:latin typeface="Times New Roman"/>
                <a:cs typeface="Times New Roman"/>
              </a:rPr>
              <a:t>e</a:t>
            </a:r>
            <a:r>
              <a:rPr sz="1250" b="1" spc="-55" dirty="0">
                <a:latin typeface="Times New Roman"/>
                <a:cs typeface="Times New Roman"/>
              </a:rPr>
              <a:t>r</a:t>
            </a:r>
            <a:r>
              <a:rPr sz="1250" b="1" spc="-40" dirty="0">
                <a:latin typeface="Times New Roman"/>
                <a:cs typeface="Times New Roman"/>
              </a:rPr>
              <a:t>a</a:t>
            </a:r>
            <a:r>
              <a:rPr sz="1250" b="1" dirty="0">
                <a:latin typeface="Times New Roman"/>
                <a:cs typeface="Times New Roman"/>
              </a:rPr>
              <a:t>t</a:t>
            </a:r>
            <a:r>
              <a:rPr sz="1250" b="1" spc="-15" dirty="0">
                <a:latin typeface="Times New Roman"/>
                <a:cs typeface="Times New Roman"/>
              </a:rPr>
              <a:t>i</a:t>
            </a:r>
            <a:r>
              <a:rPr sz="1250" b="1" spc="45" dirty="0">
                <a:latin typeface="Times New Roman"/>
                <a:cs typeface="Times New Roman"/>
              </a:rPr>
              <a:t>v</a:t>
            </a:r>
            <a:r>
              <a:rPr sz="1250" b="1" spc="5" dirty="0">
                <a:latin typeface="Times New Roman"/>
                <a:cs typeface="Times New Roman"/>
              </a:rPr>
              <a:t>e</a:t>
            </a:r>
            <a:r>
              <a:rPr sz="1250" b="1" dirty="0">
                <a:latin typeface="Times New Roman"/>
                <a:cs typeface="Times New Roman"/>
              </a:rPr>
              <a:t> </a:t>
            </a:r>
            <a:r>
              <a:rPr sz="1250" b="1" spc="-15" dirty="0">
                <a:latin typeface="Times New Roman"/>
                <a:cs typeface="Times New Roman"/>
              </a:rPr>
              <a:t>l</a:t>
            </a:r>
            <a:r>
              <a:rPr sz="1250" b="1" spc="45" dirty="0">
                <a:latin typeface="Times New Roman"/>
                <a:cs typeface="Times New Roman"/>
              </a:rPr>
              <a:t>oop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351613" y="834310"/>
            <a:ext cx="1031240" cy="18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i="1" spc="-10" dirty="0">
                <a:latin typeface="Times New Roman"/>
                <a:cs typeface="Times New Roman"/>
              </a:rPr>
              <a:t>Pl</a:t>
            </a:r>
            <a:r>
              <a:rPr sz="1250" b="1" i="1" spc="45" dirty="0">
                <a:latin typeface="Times New Roman"/>
                <a:cs typeface="Times New Roman"/>
              </a:rPr>
              <a:t>a</a:t>
            </a:r>
            <a:r>
              <a:rPr sz="1250" b="1" i="1" spc="-25" dirty="0">
                <a:latin typeface="Times New Roman"/>
                <a:cs typeface="Times New Roman"/>
              </a:rPr>
              <a:t>nn</a:t>
            </a:r>
            <a:r>
              <a:rPr sz="1250" b="1" i="1" spc="-15" dirty="0">
                <a:latin typeface="Times New Roman"/>
                <a:cs typeface="Times New Roman"/>
              </a:rPr>
              <a:t>i</a:t>
            </a:r>
            <a:r>
              <a:rPr sz="1250" b="1" i="1" spc="-25" dirty="0">
                <a:latin typeface="Times New Roman"/>
                <a:cs typeface="Times New Roman"/>
              </a:rPr>
              <a:t>n</a:t>
            </a:r>
            <a:r>
              <a:rPr sz="1250" b="1" i="1" spc="5" dirty="0">
                <a:latin typeface="Times New Roman"/>
                <a:cs typeface="Times New Roman"/>
              </a:rPr>
              <a:t>g</a:t>
            </a:r>
            <a:r>
              <a:rPr sz="1250" b="1" i="1" spc="65" dirty="0">
                <a:latin typeface="Times New Roman"/>
                <a:cs typeface="Times New Roman"/>
              </a:rPr>
              <a:t> </a:t>
            </a:r>
            <a:r>
              <a:rPr sz="1250" b="1" i="1" spc="10" dirty="0">
                <a:latin typeface="Times New Roman"/>
                <a:cs typeface="Times New Roman"/>
              </a:rPr>
              <a:t>s</a:t>
            </a:r>
            <a:r>
              <a:rPr sz="1250" b="1" i="1" spc="-15" dirty="0">
                <a:latin typeface="Times New Roman"/>
                <a:cs typeface="Times New Roman"/>
              </a:rPr>
              <a:t>t</a:t>
            </a:r>
            <a:r>
              <a:rPr sz="1250" b="1" i="1" spc="45" dirty="0">
                <a:latin typeface="Times New Roman"/>
                <a:cs typeface="Times New Roman"/>
              </a:rPr>
              <a:t>ag</a:t>
            </a:r>
            <a:r>
              <a:rPr sz="1250" b="1" i="1" spc="5" dirty="0"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707499" y="4733594"/>
            <a:ext cx="226060" cy="18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i="1" spc="15" dirty="0">
                <a:latin typeface="Times New Roman"/>
                <a:cs typeface="Times New Roman"/>
              </a:rPr>
              <a:t>No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696713" y="5464722"/>
            <a:ext cx="226060" cy="18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i="1" spc="15" dirty="0">
                <a:latin typeface="Times New Roman"/>
                <a:cs typeface="Times New Roman"/>
              </a:rPr>
              <a:t>No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761126" y="6142759"/>
            <a:ext cx="274955" cy="18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i="1" spc="75" dirty="0">
                <a:latin typeface="Times New Roman"/>
                <a:cs typeface="Times New Roman"/>
              </a:rPr>
              <a:t>Y</a:t>
            </a:r>
            <a:r>
              <a:rPr sz="1250" b="1" i="1" spc="30" dirty="0">
                <a:latin typeface="Times New Roman"/>
                <a:cs typeface="Times New Roman"/>
              </a:rPr>
              <a:t>es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253376" y="6185193"/>
            <a:ext cx="226060" cy="18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i="1" spc="15" dirty="0">
                <a:latin typeface="Times New Roman"/>
                <a:cs typeface="Times New Roman"/>
              </a:rPr>
              <a:t>No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787395" y="116829"/>
            <a:ext cx="2987040" cy="1031875"/>
          </a:xfrm>
          <a:custGeom>
            <a:avLst/>
            <a:gdLst/>
            <a:ahLst/>
            <a:cxnLst/>
            <a:rect l="l" t="t" r="r" b="b"/>
            <a:pathLst>
              <a:path w="2987040" h="1031875">
                <a:moveTo>
                  <a:pt x="0" y="515630"/>
                </a:moveTo>
                <a:lnTo>
                  <a:pt x="4950" y="473340"/>
                </a:lnTo>
                <a:lnTo>
                  <a:pt x="19547" y="431992"/>
                </a:lnTo>
                <a:lnTo>
                  <a:pt x="43405" y="391718"/>
                </a:lnTo>
                <a:lnTo>
                  <a:pt x="76140" y="352651"/>
                </a:lnTo>
                <a:lnTo>
                  <a:pt x="117367" y="314923"/>
                </a:lnTo>
                <a:lnTo>
                  <a:pt x="166703" y="278668"/>
                </a:lnTo>
                <a:lnTo>
                  <a:pt x="223762" y="244018"/>
                </a:lnTo>
                <a:lnTo>
                  <a:pt x="288161" y="211105"/>
                </a:lnTo>
                <a:lnTo>
                  <a:pt x="359515" y="180063"/>
                </a:lnTo>
                <a:lnTo>
                  <a:pt x="437440" y="151024"/>
                </a:lnTo>
                <a:lnTo>
                  <a:pt x="521551" y="124121"/>
                </a:lnTo>
                <a:lnTo>
                  <a:pt x="611464" y="99486"/>
                </a:lnTo>
                <a:lnTo>
                  <a:pt x="706795" y="77253"/>
                </a:lnTo>
                <a:lnTo>
                  <a:pt x="807159" y="57553"/>
                </a:lnTo>
                <a:lnTo>
                  <a:pt x="912172" y="40520"/>
                </a:lnTo>
                <a:lnTo>
                  <a:pt x="1021450" y="26287"/>
                </a:lnTo>
                <a:lnTo>
                  <a:pt x="1134608" y="14985"/>
                </a:lnTo>
                <a:lnTo>
                  <a:pt x="1251262" y="6748"/>
                </a:lnTo>
                <a:lnTo>
                  <a:pt x="1371027" y="1709"/>
                </a:lnTo>
                <a:lnTo>
                  <a:pt x="1493519" y="0"/>
                </a:lnTo>
                <a:lnTo>
                  <a:pt x="1616011" y="1709"/>
                </a:lnTo>
                <a:lnTo>
                  <a:pt x="1735775" y="6748"/>
                </a:lnTo>
                <a:lnTo>
                  <a:pt x="1852428" y="14985"/>
                </a:lnTo>
                <a:lnTo>
                  <a:pt x="1965585" y="26287"/>
                </a:lnTo>
                <a:lnTo>
                  <a:pt x="2074862" y="40520"/>
                </a:lnTo>
                <a:lnTo>
                  <a:pt x="2179875" y="57553"/>
                </a:lnTo>
                <a:lnTo>
                  <a:pt x="2280238" y="77253"/>
                </a:lnTo>
                <a:lnTo>
                  <a:pt x="2375569" y="99486"/>
                </a:lnTo>
                <a:lnTo>
                  <a:pt x="2465482" y="124121"/>
                </a:lnTo>
                <a:lnTo>
                  <a:pt x="2549593" y="151024"/>
                </a:lnTo>
                <a:lnTo>
                  <a:pt x="2627517" y="180063"/>
                </a:lnTo>
                <a:lnTo>
                  <a:pt x="2698871" y="211105"/>
                </a:lnTo>
                <a:lnTo>
                  <a:pt x="2763270" y="244018"/>
                </a:lnTo>
                <a:lnTo>
                  <a:pt x="2820330" y="278668"/>
                </a:lnTo>
                <a:lnTo>
                  <a:pt x="2869665" y="314923"/>
                </a:lnTo>
                <a:lnTo>
                  <a:pt x="2910893" y="352651"/>
                </a:lnTo>
                <a:lnTo>
                  <a:pt x="2943628" y="391718"/>
                </a:lnTo>
                <a:lnTo>
                  <a:pt x="2967486" y="431992"/>
                </a:lnTo>
                <a:lnTo>
                  <a:pt x="2982082" y="473340"/>
                </a:lnTo>
                <a:lnTo>
                  <a:pt x="2987033" y="515630"/>
                </a:lnTo>
                <a:lnTo>
                  <a:pt x="2982082" y="557919"/>
                </a:lnTo>
                <a:lnTo>
                  <a:pt x="2967486" y="599268"/>
                </a:lnTo>
                <a:lnTo>
                  <a:pt x="2943628" y="639542"/>
                </a:lnTo>
                <a:lnTo>
                  <a:pt x="2910893" y="678609"/>
                </a:lnTo>
                <a:lnTo>
                  <a:pt x="2869665" y="716336"/>
                </a:lnTo>
                <a:lnTo>
                  <a:pt x="2820330" y="752591"/>
                </a:lnTo>
                <a:lnTo>
                  <a:pt x="2763270" y="787242"/>
                </a:lnTo>
                <a:lnTo>
                  <a:pt x="2698871" y="820154"/>
                </a:lnTo>
                <a:lnTo>
                  <a:pt x="2627517" y="851196"/>
                </a:lnTo>
                <a:lnTo>
                  <a:pt x="2549593" y="880235"/>
                </a:lnTo>
                <a:lnTo>
                  <a:pt x="2465482" y="907138"/>
                </a:lnTo>
                <a:lnTo>
                  <a:pt x="2375569" y="931773"/>
                </a:lnTo>
                <a:lnTo>
                  <a:pt x="2280238" y="954007"/>
                </a:lnTo>
                <a:lnTo>
                  <a:pt x="2179875" y="973706"/>
                </a:lnTo>
                <a:lnTo>
                  <a:pt x="2074862" y="990739"/>
                </a:lnTo>
                <a:lnTo>
                  <a:pt x="1965585" y="1004973"/>
                </a:lnTo>
                <a:lnTo>
                  <a:pt x="1852428" y="1016274"/>
                </a:lnTo>
                <a:lnTo>
                  <a:pt x="1735775" y="1024511"/>
                </a:lnTo>
                <a:lnTo>
                  <a:pt x="1616011" y="1029550"/>
                </a:lnTo>
                <a:lnTo>
                  <a:pt x="1493519" y="1031260"/>
                </a:lnTo>
                <a:lnTo>
                  <a:pt x="1371027" y="1029550"/>
                </a:lnTo>
                <a:lnTo>
                  <a:pt x="1251262" y="1024511"/>
                </a:lnTo>
                <a:lnTo>
                  <a:pt x="1134608" y="1016274"/>
                </a:lnTo>
                <a:lnTo>
                  <a:pt x="1021450" y="1004973"/>
                </a:lnTo>
                <a:lnTo>
                  <a:pt x="912172" y="990739"/>
                </a:lnTo>
                <a:lnTo>
                  <a:pt x="807159" y="973706"/>
                </a:lnTo>
                <a:lnTo>
                  <a:pt x="706795" y="954007"/>
                </a:lnTo>
                <a:lnTo>
                  <a:pt x="611464" y="931773"/>
                </a:lnTo>
                <a:lnTo>
                  <a:pt x="521551" y="907138"/>
                </a:lnTo>
                <a:lnTo>
                  <a:pt x="437440" y="880235"/>
                </a:lnTo>
                <a:lnTo>
                  <a:pt x="359515" y="851196"/>
                </a:lnTo>
                <a:lnTo>
                  <a:pt x="288161" y="820154"/>
                </a:lnTo>
                <a:lnTo>
                  <a:pt x="223762" y="787242"/>
                </a:lnTo>
                <a:lnTo>
                  <a:pt x="166703" y="752591"/>
                </a:lnTo>
                <a:lnTo>
                  <a:pt x="117367" y="716336"/>
                </a:lnTo>
                <a:lnTo>
                  <a:pt x="76140" y="678609"/>
                </a:lnTo>
                <a:lnTo>
                  <a:pt x="43405" y="639542"/>
                </a:lnTo>
                <a:lnTo>
                  <a:pt x="19547" y="599268"/>
                </a:lnTo>
                <a:lnTo>
                  <a:pt x="4950" y="557919"/>
                </a:lnTo>
                <a:lnTo>
                  <a:pt x="0" y="515630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255519" y="2059929"/>
            <a:ext cx="1727200" cy="830580"/>
          </a:xfrm>
          <a:custGeom>
            <a:avLst/>
            <a:gdLst/>
            <a:ahLst/>
            <a:cxnLst/>
            <a:rect l="l" t="t" r="r" b="b"/>
            <a:pathLst>
              <a:path w="1727200" h="830580">
                <a:moveTo>
                  <a:pt x="0" y="415289"/>
                </a:moveTo>
                <a:lnTo>
                  <a:pt x="11303" y="347926"/>
                </a:lnTo>
                <a:lnTo>
                  <a:pt x="44027" y="284024"/>
                </a:lnTo>
                <a:lnTo>
                  <a:pt x="67866" y="253638"/>
                </a:lnTo>
                <a:lnTo>
                  <a:pt x="96394" y="224438"/>
                </a:lnTo>
                <a:lnTo>
                  <a:pt x="129388" y="196531"/>
                </a:lnTo>
                <a:lnTo>
                  <a:pt x="166626" y="170023"/>
                </a:lnTo>
                <a:lnTo>
                  <a:pt x="207885" y="145022"/>
                </a:lnTo>
                <a:lnTo>
                  <a:pt x="252943" y="121634"/>
                </a:lnTo>
                <a:lnTo>
                  <a:pt x="301579" y="99966"/>
                </a:lnTo>
                <a:lnTo>
                  <a:pt x="353569" y="80125"/>
                </a:lnTo>
                <a:lnTo>
                  <a:pt x="408692" y="62219"/>
                </a:lnTo>
                <a:lnTo>
                  <a:pt x="466725" y="46353"/>
                </a:lnTo>
                <a:lnTo>
                  <a:pt x="527446" y="32635"/>
                </a:lnTo>
                <a:lnTo>
                  <a:pt x="590633" y="21171"/>
                </a:lnTo>
                <a:lnTo>
                  <a:pt x="656062" y="12069"/>
                </a:lnTo>
                <a:lnTo>
                  <a:pt x="723513" y="5435"/>
                </a:lnTo>
                <a:lnTo>
                  <a:pt x="792763" y="1376"/>
                </a:lnTo>
                <a:lnTo>
                  <a:pt x="863589" y="0"/>
                </a:lnTo>
                <a:lnTo>
                  <a:pt x="934418" y="1376"/>
                </a:lnTo>
                <a:lnTo>
                  <a:pt x="1003670" y="5435"/>
                </a:lnTo>
                <a:lnTo>
                  <a:pt x="1071123" y="12069"/>
                </a:lnTo>
                <a:lnTo>
                  <a:pt x="1136555" y="21171"/>
                </a:lnTo>
                <a:lnTo>
                  <a:pt x="1199744" y="32635"/>
                </a:lnTo>
                <a:lnTo>
                  <a:pt x="1260467" y="46353"/>
                </a:lnTo>
                <a:lnTo>
                  <a:pt x="1318502" y="62219"/>
                </a:lnTo>
                <a:lnTo>
                  <a:pt x="1373627" y="80125"/>
                </a:lnTo>
                <a:lnTo>
                  <a:pt x="1425619" y="99966"/>
                </a:lnTo>
                <a:lnTo>
                  <a:pt x="1474256" y="121634"/>
                </a:lnTo>
                <a:lnTo>
                  <a:pt x="1519316" y="145022"/>
                </a:lnTo>
                <a:lnTo>
                  <a:pt x="1560577" y="170023"/>
                </a:lnTo>
                <a:lnTo>
                  <a:pt x="1597816" y="196531"/>
                </a:lnTo>
                <a:lnTo>
                  <a:pt x="1630811" y="224438"/>
                </a:lnTo>
                <a:lnTo>
                  <a:pt x="1659340" y="253638"/>
                </a:lnTo>
                <a:lnTo>
                  <a:pt x="1683180" y="284024"/>
                </a:lnTo>
                <a:lnTo>
                  <a:pt x="1715906" y="347926"/>
                </a:lnTo>
                <a:lnTo>
                  <a:pt x="1727210" y="415289"/>
                </a:lnTo>
                <a:lnTo>
                  <a:pt x="1724347" y="449350"/>
                </a:lnTo>
                <a:lnTo>
                  <a:pt x="1702110" y="515090"/>
                </a:lnTo>
                <a:lnTo>
                  <a:pt x="1659340" y="576941"/>
                </a:lnTo>
                <a:lnTo>
                  <a:pt x="1630811" y="606141"/>
                </a:lnTo>
                <a:lnTo>
                  <a:pt x="1597816" y="634048"/>
                </a:lnTo>
                <a:lnTo>
                  <a:pt x="1560577" y="660556"/>
                </a:lnTo>
                <a:lnTo>
                  <a:pt x="1519316" y="685557"/>
                </a:lnTo>
                <a:lnTo>
                  <a:pt x="1474256" y="708945"/>
                </a:lnTo>
                <a:lnTo>
                  <a:pt x="1425619" y="730613"/>
                </a:lnTo>
                <a:lnTo>
                  <a:pt x="1373627" y="750454"/>
                </a:lnTo>
                <a:lnTo>
                  <a:pt x="1318502" y="768360"/>
                </a:lnTo>
                <a:lnTo>
                  <a:pt x="1260467" y="784226"/>
                </a:lnTo>
                <a:lnTo>
                  <a:pt x="1199744" y="797944"/>
                </a:lnTo>
                <a:lnTo>
                  <a:pt x="1136555" y="809408"/>
                </a:lnTo>
                <a:lnTo>
                  <a:pt x="1071123" y="818510"/>
                </a:lnTo>
                <a:lnTo>
                  <a:pt x="1003670" y="825144"/>
                </a:lnTo>
                <a:lnTo>
                  <a:pt x="934418" y="829203"/>
                </a:lnTo>
                <a:lnTo>
                  <a:pt x="863589" y="830579"/>
                </a:lnTo>
                <a:lnTo>
                  <a:pt x="792763" y="829203"/>
                </a:lnTo>
                <a:lnTo>
                  <a:pt x="723513" y="825144"/>
                </a:lnTo>
                <a:lnTo>
                  <a:pt x="656062" y="818510"/>
                </a:lnTo>
                <a:lnTo>
                  <a:pt x="590633" y="809408"/>
                </a:lnTo>
                <a:lnTo>
                  <a:pt x="527446" y="797944"/>
                </a:lnTo>
                <a:lnTo>
                  <a:pt x="466725" y="784226"/>
                </a:lnTo>
                <a:lnTo>
                  <a:pt x="408692" y="768360"/>
                </a:lnTo>
                <a:lnTo>
                  <a:pt x="353569" y="750454"/>
                </a:lnTo>
                <a:lnTo>
                  <a:pt x="301579" y="730613"/>
                </a:lnTo>
                <a:lnTo>
                  <a:pt x="252943" y="708945"/>
                </a:lnTo>
                <a:lnTo>
                  <a:pt x="207885" y="685557"/>
                </a:lnTo>
                <a:lnTo>
                  <a:pt x="166626" y="660556"/>
                </a:lnTo>
                <a:lnTo>
                  <a:pt x="129388" y="634048"/>
                </a:lnTo>
                <a:lnTo>
                  <a:pt x="96394" y="606141"/>
                </a:lnTo>
                <a:lnTo>
                  <a:pt x="67866" y="576941"/>
                </a:lnTo>
                <a:lnTo>
                  <a:pt x="44027" y="546555"/>
                </a:lnTo>
                <a:lnTo>
                  <a:pt x="11303" y="482653"/>
                </a:lnTo>
                <a:lnTo>
                  <a:pt x="0" y="415289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207264" y="1196340"/>
            <a:ext cx="1727200" cy="830580"/>
          </a:xfrm>
          <a:custGeom>
            <a:avLst/>
            <a:gdLst/>
            <a:ahLst/>
            <a:cxnLst/>
            <a:rect l="l" t="t" r="r" b="b"/>
            <a:pathLst>
              <a:path w="1727200" h="830580">
                <a:moveTo>
                  <a:pt x="0" y="415289"/>
                </a:moveTo>
                <a:lnTo>
                  <a:pt x="11303" y="347926"/>
                </a:lnTo>
                <a:lnTo>
                  <a:pt x="44026" y="284024"/>
                </a:lnTo>
                <a:lnTo>
                  <a:pt x="67865" y="253638"/>
                </a:lnTo>
                <a:lnTo>
                  <a:pt x="96392" y="224438"/>
                </a:lnTo>
                <a:lnTo>
                  <a:pt x="129386" y="196531"/>
                </a:lnTo>
                <a:lnTo>
                  <a:pt x="166623" y="170023"/>
                </a:lnTo>
                <a:lnTo>
                  <a:pt x="207882" y="145022"/>
                </a:lnTo>
                <a:lnTo>
                  <a:pt x="252941" y="121634"/>
                </a:lnTo>
                <a:lnTo>
                  <a:pt x="301576" y="99966"/>
                </a:lnTo>
                <a:lnTo>
                  <a:pt x="353567" y="80125"/>
                </a:lnTo>
                <a:lnTo>
                  <a:pt x="408690" y="62219"/>
                </a:lnTo>
                <a:lnTo>
                  <a:pt x="466723" y="46353"/>
                </a:lnTo>
                <a:lnTo>
                  <a:pt x="527445" y="32635"/>
                </a:lnTo>
                <a:lnTo>
                  <a:pt x="590632" y="21171"/>
                </a:lnTo>
                <a:lnTo>
                  <a:pt x="656063" y="12069"/>
                </a:lnTo>
                <a:lnTo>
                  <a:pt x="723516" y="5435"/>
                </a:lnTo>
                <a:lnTo>
                  <a:pt x="792767" y="1376"/>
                </a:lnTo>
                <a:lnTo>
                  <a:pt x="863595" y="0"/>
                </a:lnTo>
                <a:lnTo>
                  <a:pt x="934424" y="1376"/>
                </a:lnTo>
                <a:lnTo>
                  <a:pt x="1003675" y="5435"/>
                </a:lnTo>
                <a:lnTo>
                  <a:pt x="1071127" y="12069"/>
                </a:lnTo>
                <a:lnTo>
                  <a:pt x="1136558" y="21171"/>
                </a:lnTo>
                <a:lnTo>
                  <a:pt x="1199745" y="32635"/>
                </a:lnTo>
                <a:lnTo>
                  <a:pt x="1260466" y="46353"/>
                </a:lnTo>
                <a:lnTo>
                  <a:pt x="1318499" y="62219"/>
                </a:lnTo>
                <a:lnTo>
                  <a:pt x="1373622" y="80125"/>
                </a:lnTo>
                <a:lnTo>
                  <a:pt x="1425612" y="99966"/>
                </a:lnTo>
                <a:lnTo>
                  <a:pt x="1474247" y="121634"/>
                </a:lnTo>
                <a:lnTo>
                  <a:pt x="1519305" y="145022"/>
                </a:lnTo>
                <a:lnTo>
                  <a:pt x="1560564" y="170023"/>
                </a:lnTo>
                <a:lnTo>
                  <a:pt x="1597800" y="196531"/>
                </a:lnTo>
                <a:lnTo>
                  <a:pt x="1630794" y="224438"/>
                </a:lnTo>
                <a:lnTo>
                  <a:pt x="1659321" y="253638"/>
                </a:lnTo>
                <a:lnTo>
                  <a:pt x="1683159" y="284024"/>
                </a:lnTo>
                <a:lnTo>
                  <a:pt x="1715882" y="347926"/>
                </a:lnTo>
                <a:lnTo>
                  <a:pt x="1727185" y="415289"/>
                </a:lnTo>
                <a:lnTo>
                  <a:pt x="1724322" y="449350"/>
                </a:lnTo>
                <a:lnTo>
                  <a:pt x="1702087" y="515090"/>
                </a:lnTo>
                <a:lnTo>
                  <a:pt x="1659321" y="576941"/>
                </a:lnTo>
                <a:lnTo>
                  <a:pt x="1630794" y="606141"/>
                </a:lnTo>
                <a:lnTo>
                  <a:pt x="1597800" y="634048"/>
                </a:lnTo>
                <a:lnTo>
                  <a:pt x="1560564" y="660556"/>
                </a:lnTo>
                <a:lnTo>
                  <a:pt x="1519305" y="685557"/>
                </a:lnTo>
                <a:lnTo>
                  <a:pt x="1474247" y="708945"/>
                </a:lnTo>
                <a:lnTo>
                  <a:pt x="1425612" y="730613"/>
                </a:lnTo>
                <a:lnTo>
                  <a:pt x="1373622" y="750454"/>
                </a:lnTo>
                <a:lnTo>
                  <a:pt x="1318499" y="768360"/>
                </a:lnTo>
                <a:lnTo>
                  <a:pt x="1260466" y="784226"/>
                </a:lnTo>
                <a:lnTo>
                  <a:pt x="1199745" y="797944"/>
                </a:lnTo>
                <a:lnTo>
                  <a:pt x="1136558" y="809408"/>
                </a:lnTo>
                <a:lnTo>
                  <a:pt x="1071127" y="818510"/>
                </a:lnTo>
                <a:lnTo>
                  <a:pt x="1003675" y="825144"/>
                </a:lnTo>
                <a:lnTo>
                  <a:pt x="934424" y="829203"/>
                </a:lnTo>
                <a:lnTo>
                  <a:pt x="863595" y="830579"/>
                </a:lnTo>
                <a:lnTo>
                  <a:pt x="792767" y="829203"/>
                </a:lnTo>
                <a:lnTo>
                  <a:pt x="723516" y="825144"/>
                </a:lnTo>
                <a:lnTo>
                  <a:pt x="656063" y="818510"/>
                </a:lnTo>
                <a:lnTo>
                  <a:pt x="590632" y="809408"/>
                </a:lnTo>
                <a:lnTo>
                  <a:pt x="527445" y="797944"/>
                </a:lnTo>
                <a:lnTo>
                  <a:pt x="466723" y="784226"/>
                </a:lnTo>
                <a:lnTo>
                  <a:pt x="408690" y="768360"/>
                </a:lnTo>
                <a:lnTo>
                  <a:pt x="353567" y="750454"/>
                </a:lnTo>
                <a:lnTo>
                  <a:pt x="301576" y="730613"/>
                </a:lnTo>
                <a:lnTo>
                  <a:pt x="252941" y="708945"/>
                </a:lnTo>
                <a:lnTo>
                  <a:pt x="207882" y="685557"/>
                </a:lnTo>
                <a:lnTo>
                  <a:pt x="166623" y="660556"/>
                </a:lnTo>
                <a:lnTo>
                  <a:pt x="129386" y="634048"/>
                </a:lnTo>
                <a:lnTo>
                  <a:pt x="96392" y="606141"/>
                </a:lnTo>
                <a:lnTo>
                  <a:pt x="67865" y="576941"/>
                </a:lnTo>
                <a:lnTo>
                  <a:pt x="44026" y="546555"/>
                </a:lnTo>
                <a:lnTo>
                  <a:pt x="11303" y="482653"/>
                </a:lnTo>
                <a:lnTo>
                  <a:pt x="0" y="415289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217419" y="2923550"/>
            <a:ext cx="1727200" cy="830580"/>
          </a:xfrm>
          <a:custGeom>
            <a:avLst/>
            <a:gdLst/>
            <a:ahLst/>
            <a:cxnLst/>
            <a:rect l="l" t="t" r="r" b="b"/>
            <a:pathLst>
              <a:path w="1727200" h="830579">
                <a:moveTo>
                  <a:pt x="0" y="415289"/>
                </a:moveTo>
                <a:lnTo>
                  <a:pt x="11303" y="347926"/>
                </a:lnTo>
                <a:lnTo>
                  <a:pt x="44027" y="284024"/>
                </a:lnTo>
                <a:lnTo>
                  <a:pt x="67866" y="253638"/>
                </a:lnTo>
                <a:lnTo>
                  <a:pt x="96394" y="224438"/>
                </a:lnTo>
                <a:lnTo>
                  <a:pt x="129388" y="196531"/>
                </a:lnTo>
                <a:lnTo>
                  <a:pt x="166626" y="170023"/>
                </a:lnTo>
                <a:lnTo>
                  <a:pt x="207885" y="145022"/>
                </a:lnTo>
                <a:lnTo>
                  <a:pt x="252943" y="121634"/>
                </a:lnTo>
                <a:lnTo>
                  <a:pt x="301579" y="99966"/>
                </a:lnTo>
                <a:lnTo>
                  <a:pt x="353569" y="80125"/>
                </a:lnTo>
                <a:lnTo>
                  <a:pt x="408692" y="62219"/>
                </a:lnTo>
                <a:lnTo>
                  <a:pt x="466725" y="46353"/>
                </a:lnTo>
                <a:lnTo>
                  <a:pt x="527446" y="32635"/>
                </a:lnTo>
                <a:lnTo>
                  <a:pt x="590633" y="21171"/>
                </a:lnTo>
                <a:lnTo>
                  <a:pt x="656062" y="12069"/>
                </a:lnTo>
                <a:lnTo>
                  <a:pt x="723513" y="5435"/>
                </a:lnTo>
                <a:lnTo>
                  <a:pt x="792763" y="1376"/>
                </a:lnTo>
                <a:lnTo>
                  <a:pt x="863589" y="0"/>
                </a:lnTo>
                <a:lnTo>
                  <a:pt x="934418" y="1376"/>
                </a:lnTo>
                <a:lnTo>
                  <a:pt x="1003670" y="5435"/>
                </a:lnTo>
                <a:lnTo>
                  <a:pt x="1071123" y="12069"/>
                </a:lnTo>
                <a:lnTo>
                  <a:pt x="1136555" y="21171"/>
                </a:lnTo>
                <a:lnTo>
                  <a:pt x="1199744" y="32635"/>
                </a:lnTo>
                <a:lnTo>
                  <a:pt x="1260467" y="46353"/>
                </a:lnTo>
                <a:lnTo>
                  <a:pt x="1318502" y="62219"/>
                </a:lnTo>
                <a:lnTo>
                  <a:pt x="1373627" y="80125"/>
                </a:lnTo>
                <a:lnTo>
                  <a:pt x="1425619" y="99966"/>
                </a:lnTo>
                <a:lnTo>
                  <a:pt x="1474256" y="121634"/>
                </a:lnTo>
                <a:lnTo>
                  <a:pt x="1519316" y="145022"/>
                </a:lnTo>
                <a:lnTo>
                  <a:pt x="1560577" y="170023"/>
                </a:lnTo>
                <a:lnTo>
                  <a:pt x="1597816" y="196531"/>
                </a:lnTo>
                <a:lnTo>
                  <a:pt x="1630811" y="224438"/>
                </a:lnTo>
                <a:lnTo>
                  <a:pt x="1659340" y="253638"/>
                </a:lnTo>
                <a:lnTo>
                  <a:pt x="1683180" y="284024"/>
                </a:lnTo>
                <a:lnTo>
                  <a:pt x="1715906" y="347926"/>
                </a:lnTo>
                <a:lnTo>
                  <a:pt x="1727210" y="415289"/>
                </a:lnTo>
                <a:lnTo>
                  <a:pt x="1724347" y="449350"/>
                </a:lnTo>
                <a:lnTo>
                  <a:pt x="1702110" y="515090"/>
                </a:lnTo>
                <a:lnTo>
                  <a:pt x="1659340" y="576941"/>
                </a:lnTo>
                <a:lnTo>
                  <a:pt x="1630811" y="606141"/>
                </a:lnTo>
                <a:lnTo>
                  <a:pt x="1597816" y="634048"/>
                </a:lnTo>
                <a:lnTo>
                  <a:pt x="1560577" y="660556"/>
                </a:lnTo>
                <a:lnTo>
                  <a:pt x="1519316" y="685557"/>
                </a:lnTo>
                <a:lnTo>
                  <a:pt x="1474256" y="708945"/>
                </a:lnTo>
                <a:lnTo>
                  <a:pt x="1425619" y="730613"/>
                </a:lnTo>
                <a:lnTo>
                  <a:pt x="1373627" y="750454"/>
                </a:lnTo>
                <a:lnTo>
                  <a:pt x="1318502" y="768360"/>
                </a:lnTo>
                <a:lnTo>
                  <a:pt x="1260467" y="784226"/>
                </a:lnTo>
                <a:lnTo>
                  <a:pt x="1199744" y="797944"/>
                </a:lnTo>
                <a:lnTo>
                  <a:pt x="1136555" y="809408"/>
                </a:lnTo>
                <a:lnTo>
                  <a:pt x="1071123" y="818510"/>
                </a:lnTo>
                <a:lnTo>
                  <a:pt x="1003670" y="825144"/>
                </a:lnTo>
                <a:lnTo>
                  <a:pt x="934418" y="829203"/>
                </a:lnTo>
                <a:lnTo>
                  <a:pt x="863589" y="830579"/>
                </a:lnTo>
                <a:lnTo>
                  <a:pt x="792763" y="829203"/>
                </a:lnTo>
                <a:lnTo>
                  <a:pt x="723513" y="825144"/>
                </a:lnTo>
                <a:lnTo>
                  <a:pt x="656062" y="818510"/>
                </a:lnTo>
                <a:lnTo>
                  <a:pt x="590633" y="809408"/>
                </a:lnTo>
                <a:lnTo>
                  <a:pt x="527446" y="797944"/>
                </a:lnTo>
                <a:lnTo>
                  <a:pt x="466725" y="784226"/>
                </a:lnTo>
                <a:lnTo>
                  <a:pt x="408692" y="768360"/>
                </a:lnTo>
                <a:lnTo>
                  <a:pt x="353569" y="750454"/>
                </a:lnTo>
                <a:lnTo>
                  <a:pt x="301579" y="730613"/>
                </a:lnTo>
                <a:lnTo>
                  <a:pt x="252943" y="708945"/>
                </a:lnTo>
                <a:lnTo>
                  <a:pt x="207885" y="685557"/>
                </a:lnTo>
                <a:lnTo>
                  <a:pt x="166626" y="660556"/>
                </a:lnTo>
                <a:lnTo>
                  <a:pt x="129388" y="634048"/>
                </a:lnTo>
                <a:lnTo>
                  <a:pt x="96394" y="606141"/>
                </a:lnTo>
                <a:lnTo>
                  <a:pt x="67866" y="576941"/>
                </a:lnTo>
                <a:lnTo>
                  <a:pt x="44027" y="546555"/>
                </a:lnTo>
                <a:lnTo>
                  <a:pt x="11303" y="482653"/>
                </a:lnTo>
                <a:lnTo>
                  <a:pt x="0" y="415289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54701" y="6190289"/>
            <a:ext cx="2590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3F42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5" grpId="0" animBg="1"/>
      <p:bldP spid="126" grpId="0" animBg="1"/>
      <p:bldP spid="127" grpId="0" animBg="1"/>
      <p:bldP spid="1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904" y="666262"/>
            <a:ext cx="249936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200" spc="-3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3200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3200" spc="5" dirty="0">
                <a:solidFill>
                  <a:srgbClr val="C00000"/>
                </a:solidFill>
                <a:latin typeface="Calibri"/>
                <a:cs typeface="Calibri"/>
              </a:rPr>
              <a:t>elli</a:t>
            </a:r>
            <a:r>
              <a:rPr sz="3200" spc="-15" dirty="0">
                <a:solidFill>
                  <a:srgbClr val="C00000"/>
                </a:solidFill>
                <a:latin typeface="Calibri"/>
                <a:cs typeface="Calibri"/>
              </a:rPr>
              <a:t>ng</a:t>
            </a:r>
            <a:r>
              <a:rPr sz="32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-20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3200" spc="-5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200" spc="-15" dirty="0">
                <a:solidFill>
                  <a:srgbClr val="C00000"/>
                </a:solidFill>
                <a:latin typeface="Calibri"/>
                <a:cs typeface="Calibri"/>
              </a:rPr>
              <a:t>ee</a:t>
            </a:r>
            <a:r>
              <a:rPr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ia</a:t>
            </a:r>
            <a:r>
              <a:rPr sz="3200" spc="-5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200" spc="-7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200" spc="-1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200" spc="-3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32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sz="3200" spc="-2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92023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11" y="627388"/>
                </a:lnTo>
                <a:lnTo>
                  <a:pt x="1544311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2023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930" marR="440690" indent="-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0379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24" y="627388"/>
                </a:lnTo>
                <a:lnTo>
                  <a:pt x="1544324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0379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930" marR="270510" indent="-178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dirty="0">
                <a:latin typeface="Arial"/>
                <a:cs typeface="Arial"/>
              </a:rPr>
              <a:t>li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35030" y="43686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399"/>
                </a:moveTo>
                <a:lnTo>
                  <a:pt x="2057399" y="914399"/>
                </a:lnTo>
                <a:lnTo>
                  <a:pt x="20573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5030" y="436869"/>
            <a:ext cx="2057400" cy="91440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 marR="151130" indent="2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Lu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pe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distrib</a:t>
            </a:r>
            <a:r>
              <a:rPr sz="1800" dirty="0">
                <a:latin typeface="Arial"/>
                <a:cs typeface="Arial"/>
              </a:rPr>
              <a:t>uted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pa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77624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7624" y="329437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930" marR="155575" indent="-292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Mec</a:t>
            </a:r>
            <a:r>
              <a:rPr sz="1800" spc="-5" dirty="0">
                <a:latin typeface="Arial"/>
                <a:cs typeface="Arial"/>
              </a:rPr>
              <a:t>hanistic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92123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92123" y="329437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930" marR="262255" indent="-1828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Bl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65627" y="14655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20730" y="18419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49530" y="1465569"/>
            <a:ext cx="1633220" cy="436245"/>
          </a:xfrm>
          <a:custGeom>
            <a:avLst/>
            <a:gdLst/>
            <a:ahLst/>
            <a:cxnLst/>
            <a:rect l="l" t="t" r="r" b="b"/>
            <a:pathLst>
              <a:path w="1633220" h="436244">
                <a:moveTo>
                  <a:pt x="0" y="0"/>
                </a:moveTo>
                <a:lnTo>
                  <a:pt x="1632813" y="4357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60276" y="1861230"/>
            <a:ext cx="83820" cy="73660"/>
          </a:xfrm>
          <a:custGeom>
            <a:avLst/>
            <a:gdLst/>
            <a:ahLst/>
            <a:cxnLst/>
            <a:rect l="l" t="t" r="r" b="b"/>
            <a:pathLst>
              <a:path w="83820" h="73660">
                <a:moveTo>
                  <a:pt x="19629" y="0"/>
                </a:moveTo>
                <a:lnTo>
                  <a:pt x="0" y="73639"/>
                </a:lnTo>
                <a:lnTo>
                  <a:pt x="83423" y="56479"/>
                </a:lnTo>
                <a:lnTo>
                  <a:pt x="19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1221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06323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26932" y="0"/>
                </a:moveTo>
                <a:lnTo>
                  <a:pt x="0" y="80802"/>
                </a:lnTo>
                <a:lnTo>
                  <a:pt x="80820" y="53858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06430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82797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51810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28177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53707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08810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77723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77723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7010" marR="142875" indent="-565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nuou</a:t>
            </a:r>
            <a:r>
              <a:rPr sz="1800" dirty="0">
                <a:latin typeface="Arial"/>
                <a:cs typeface="Arial"/>
              </a:rPr>
              <a:t>s-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64929" y="4493264"/>
            <a:ext cx="1541780" cy="629920"/>
          </a:xfrm>
          <a:custGeom>
            <a:avLst/>
            <a:gdLst/>
            <a:ahLst/>
            <a:cxnLst/>
            <a:rect l="l" t="t" r="r" b="b"/>
            <a:pathLst>
              <a:path w="1541779" h="629920">
                <a:moveTo>
                  <a:pt x="0" y="629911"/>
                </a:moveTo>
                <a:lnTo>
                  <a:pt x="1541788" y="629911"/>
                </a:lnTo>
                <a:lnTo>
                  <a:pt x="1541788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964929" y="4493264"/>
            <a:ext cx="154178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4470" marR="198755" indent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Discre</a:t>
            </a:r>
            <a:r>
              <a:rPr sz="1800" spc="-10" dirty="0">
                <a:latin typeface="Arial"/>
                <a:cs typeface="Arial"/>
              </a:rPr>
              <a:t>te-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037021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9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92123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32" y="0"/>
                </a:moveTo>
                <a:lnTo>
                  <a:pt x="0" y="80820"/>
                </a:lnTo>
                <a:lnTo>
                  <a:pt x="80808" y="53876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35130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11497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40464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140464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Dete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inistic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99760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54864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32" y="0"/>
                </a:moveTo>
                <a:lnTo>
                  <a:pt x="0" y="80820"/>
                </a:lnTo>
                <a:lnTo>
                  <a:pt x="80820" y="53864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72739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72739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Stoch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45463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8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21837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64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775210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775210" y="3296923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930" marR="295910" indent="-153035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Gr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517910" y="2776210"/>
            <a:ext cx="1594485" cy="389255"/>
          </a:xfrm>
          <a:custGeom>
            <a:avLst/>
            <a:gdLst/>
            <a:ahLst/>
            <a:cxnLst/>
            <a:rect l="l" t="t" r="r" b="b"/>
            <a:pathLst>
              <a:path w="1594485" h="389255">
                <a:moveTo>
                  <a:pt x="0" y="0"/>
                </a:moveTo>
                <a:lnTo>
                  <a:pt x="1594378" y="3888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90921" y="3125023"/>
            <a:ext cx="83185" cy="74295"/>
          </a:xfrm>
          <a:custGeom>
            <a:avLst/>
            <a:gdLst/>
            <a:ahLst/>
            <a:cxnLst/>
            <a:rect l="l" t="t" r="r" b="b"/>
            <a:pathLst>
              <a:path w="83185" h="74294">
                <a:moveTo>
                  <a:pt x="18074" y="0"/>
                </a:moveTo>
                <a:lnTo>
                  <a:pt x="0" y="74005"/>
                </a:lnTo>
                <a:lnTo>
                  <a:pt x="83057" y="55046"/>
                </a:lnTo>
                <a:lnTo>
                  <a:pt x="18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12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170" dirty="0">
                <a:latin typeface="Calibri"/>
                <a:cs typeface="Calibri"/>
              </a:rPr>
              <a:t>V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til</a:t>
            </a:r>
            <a:r>
              <a:rPr spc="-5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ha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b</a:t>
            </a:r>
            <a:r>
              <a:rPr spc="-15" dirty="0">
                <a:latin typeface="Calibri"/>
                <a:cs typeface="Calibri"/>
              </a:rPr>
              <a:t>er</a:t>
            </a:r>
          </a:p>
        </p:txBody>
      </p:sp>
      <p:sp>
        <p:nvSpPr>
          <p:cNvPr id="5" name="object 5"/>
          <p:cNvSpPr/>
          <p:nvPr/>
        </p:nvSpPr>
        <p:spPr>
          <a:xfrm>
            <a:off x="5148589" y="1917707"/>
            <a:ext cx="3562502" cy="45549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42219" y="1911339"/>
            <a:ext cx="3576954" cy="4569460"/>
          </a:xfrm>
          <a:custGeom>
            <a:avLst/>
            <a:gdLst/>
            <a:ahLst/>
            <a:cxnLst/>
            <a:rect l="l" t="t" r="r" b="b"/>
            <a:pathLst>
              <a:path w="3576954" h="4569460">
                <a:moveTo>
                  <a:pt x="0" y="4569470"/>
                </a:moveTo>
                <a:lnTo>
                  <a:pt x="3576340" y="4569470"/>
                </a:lnTo>
                <a:lnTo>
                  <a:pt x="3576340" y="0"/>
                </a:lnTo>
                <a:lnTo>
                  <a:pt x="0" y="0"/>
                </a:lnTo>
                <a:lnTo>
                  <a:pt x="0" y="456947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13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9311" rIns="0" bIns="0" rtlCol="0">
            <a:spAutoFit/>
          </a:bodyPr>
          <a:lstStyle/>
          <a:p>
            <a:pPr marL="19050">
              <a:lnSpc>
                <a:spcPct val="100000"/>
              </a:lnSpc>
            </a:pPr>
            <a:r>
              <a:rPr spc="-35" dirty="0">
                <a:latin typeface="Calibri"/>
                <a:cs typeface="Calibri"/>
              </a:rPr>
              <a:t>Ma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dirty="0">
                <a:latin typeface="Calibri"/>
                <a:cs typeface="Calibri"/>
              </a:rPr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2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f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15" dirty="0">
                <a:latin typeface="Calibri"/>
                <a:cs typeface="Calibri"/>
              </a:rPr>
              <a:t>o</a:t>
            </a:r>
            <a:r>
              <a:rPr spc="-25" dirty="0">
                <a:latin typeface="Calibri"/>
                <a:cs typeface="Calibri"/>
              </a:rPr>
              <a:t>w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0" dirty="0">
                <a:latin typeface="Calibri"/>
                <a:cs typeface="Calibri"/>
              </a:rPr>
              <a:t>P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rn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680542" y="2786588"/>
            <a:ext cx="1739264" cy="1645920"/>
          </a:xfrm>
          <a:custGeom>
            <a:avLst/>
            <a:gdLst/>
            <a:ahLst/>
            <a:cxnLst/>
            <a:rect l="l" t="t" r="r" b="b"/>
            <a:pathLst>
              <a:path w="1739264" h="1645920">
                <a:moveTo>
                  <a:pt x="0" y="1645514"/>
                </a:moveTo>
                <a:lnTo>
                  <a:pt x="1738944" y="1645514"/>
                </a:lnTo>
                <a:lnTo>
                  <a:pt x="1738944" y="0"/>
                </a:lnTo>
                <a:lnTo>
                  <a:pt x="0" y="0"/>
                </a:lnTo>
                <a:lnTo>
                  <a:pt x="0" y="16455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0537" y="2786595"/>
            <a:ext cx="1739264" cy="1645920"/>
          </a:xfrm>
          <a:custGeom>
            <a:avLst/>
            <a:gdLst/>
            <a:ahLst/>
            <a:cxnLst/>
            <a:rect l="l" t="t" r="r" b="b"/>
            <a:pathLst>
              <a:path w="1739264" h="1645920">
                <a:moveTo>
                  <a:pt x="0" y="1645505"/>
                </a:moveTo>
                <a:lnTo>
                  <a:pt x="1738935" y="1645505"/>
                </a:lnTo>
                <a:lnTo>
                  <a:pt x="1738935" y="0"/>
                </a:lnTo>
                <a:lnTo>
                  <a:pt x="0" y="0"/>
                </a:lnTo>
                <a:lnTo>
                  <a:pt x="0" y="1645505"/>
                </a:lnTo>
                <a:close/>
              </a:path>
            </a:pathLst>
          </a:custGeom>
          <a:ln w="90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6419" y="2786588"/>
            <a:ext cx="1826260" cy="1645920"/>
          </a:xfrm>
          <a:custGeom>
            <a:avLst/>
            <a:gdLst/>
            <a:ahLst/>
            <a:cxnLst/>
            <a:rect l="l" t="t" r="r" b="b"/>
            <a:pathLst>
              <a:path w="1826260" h="1645920">
                <a:moveTo>
                  <a:pt x="0" y="1645514"/>
                </a:moveTo>
                <a:lnTo>
                  <a:pt x="1825883" y="1645514"/>
                </a:lnTo>
                <a:lnTo>
                  <a:pt x="1825883" y="0"/>
                </a:lnTo>
                <a:lnTo>
                  <a:pt x="0" y="0"/>
                </a:lnTo>
                <a:lnTo>
                  <a:pt x="0" y="16455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6420" y="2786595"/>
            <a:ext cx="1826260" cy="1645920"/>
          </a:xfrm>
          <a:custGeom>
            <a:avLst/>
            <a:gdLst/>
            <a:ahLst/>
            <a:cxnLst/>
            <a:rect l="l" t="t" r="r" b="b"/>
            <a:pathLst>
              <a:path w="1826260" h="1645920">
                <a:moveTo>
                  <a:pt x="0" y="1645505"/>
                </a:moveTo>
                <a:lnTo>
                  <a:pt x="1825879" y="1645505"/>
                </a:lnTo>
                <a:lnTo>
                  <a:pt x="1825879" y="0"/>
                </a:lnTo>
                <a:lnTo>
                  <a:pt x="0" y="0"/>
                </a:lnTo>
                <a:lnTo>
                  <a:pt x="0" y="1645505"/>
                </a:lnTo>
                <a:close/>
              </a:path>
            </a:pathLst>
          </a:custGeom>
          <a:ln w="90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10200" y="2786588"/>
            <a:ext cx="1826260" cy="1645920"/>
          </a:xfrm>
          <a:custGeom>
            <a:avLst/>
            <a:gdLst/>
            <a:ahLst/>
            <a:cxnLst/>
            <a:rect l="l" t="t" r="r" b="b"/>
            <a:pathLst>
              <a:path w="1826259" h="1645920">
                <a:moveTo>
                  <a:pt x="0" y="1645514"/>
                </a:moveTo>
                <a:lnTo>
                  <a:pt x="1825870" y="1645514"/>
                </a:lnTo>
                <a:lnTo>
                  <a:pt x="1825870" y="0"/>
                </a:lnTo>
                <a:lnTo>
                  <a:pt x="0" y="0"/>
                </a:lnTo>
                <a:lnTo>
                  <a:pt x="0" y="16455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5382" y="2938156"/>
            <a:ext cx="1565275" cy="1240790"/>
          </a:xfrm>
          <a:custGeom>
            <a:avLst/>
            <a:gdLst/>
            <a:ahLst/>
            <a:cxnLst/>
            <a:rect l="l" t="t" r="r" b="b"/>
            <a:pathLst>
              <a:path w="1565275" h="1240789">
                <a:moveTo>
                  <a:pt x="0" y="194863"/>
                </a:moveTo>
                <a:lnTo>
                  <a:pt x="32625" y="173252"/>
                </a:lnTo>
                <a:lnTo>
                  <a:pt x="65382" y="151901"/>
                </a:lnTo>
                <a:lnTo>
                  <a:pt x="98400" y="131071"/>
                </a:lnTo>
                <a:lnTo>
                  <a:pt x="131809" y="111022"/>
                </a:lnTo>
                <a:lnTo>
                  <a:pt x="165740" y="92013"/>
                </a:lnTo>
                <a:lnTo>
                  <a:pt x="200323" y="74303"/>
                </a:lnTo>
                <a:lnTo>
                  <a:pt x="235688" y="58153"/>
                </a:lnTo>
                <a:lnTo>
                  <a:pt x="271966" y="43821"/>
                </a:lnTo>
                <a:lnTo>
                  <a:pt x="309287" y="31567"/>
                </a:lnTo>
                <a:lnTo>
                  <a:pt x="347780" y="21651"/>
                </a:lnTo>
                <a:lnTo>
                  <a:pt x="387341" y="13856"/>
                </a:lnTo>
                <a:lnTo>
                  <a:pt x="427771" y="7794"/>
                </a:lnTo>
                <a:lnTo>
                  <a:pt x="469070" y="3464"/>
                </a:lnTo>
                <a:lnTo>
                  <a:pt x="511239" y="866"/>
                </a:lnTo>
                <a:lnTo>
                  <a:pt x="554278" y="0"/>
                </a:lnTo>
                <a:lnTo>
                  <a:pt x="576123" y="216"/>
                </a:lnTo>
                <a:lnTo>
                  <a:pt x="620466" y="1948"/>
                </a:lnTo>
                <a:lnTo>
                  <a:pt x="665677" y="5412"/>
                </a:lnTo>
                <a:lnTo>
                  <a:pt x="711758" y="10609"/>
                </a:lnTo>
                <a:lnTo>
                  <a:pt x="758709" y="17537"/>
                </a:lnTo>
                <a:lnTo>
                  <a:pt x="807047" y="26404"/>
                </a:lnTo>
                <a:lnTo>
                  <a:pt x="859379" y="38247"/>
                </a:lnTo>
                <a:lnTo>
                  <a:pt x="914972" y="52775"/>
                </a:lnTo>
                <a:lnTo>
                  <a:pt x="972519" y="69469"/>
                </a:lnTo>
                <a:lnTo>
                  <a:pt x="1030718" y="87807"/>
                </a:lnTo>
                <a:lnTo>
                  <a:pt x="1088265" y="107272"/>
                </a:lnTo>
                <a:lnTo>
                  <a:pt x="1143855" y="127343"/>
                </a:lnTo>
                <a:lnTo>
                  <a:pt x="1196183" y="147501"/>
                </a:lnTo>
                <a:lnTo>
                  <a:pt x="1243947" y="167225"/>
                </a:lnTo>
                <a:lnTo>
                  <a:pt x="1285842" y="185997"/>
                </a:lnTo>
                <a:lnTo>
                  <a:pt x="1321380" y="203716"/>
                </a:lnTo>
                <a:lnTo>
                  <a:pt x="1364285" y="229241"/>
                </a:lnTo>
                <a:lnTo>
                  <a:pt x="1396428" y="253975"/>
                </a:lnTo>
                <a:lnTo>
                  <a:pt x="1427602" y="287402"/>
                </a:lnTo>
                <a:lnTo>
                  <a:pt x="1451780" y="323457"/>
                </a:lnTo>
                <a:lnTo>
                  <a:pt x="1469495" y="353610"/>
                </a:lnTo>
                <a:lnTo>
                  <a:pt x="1475898" y="364446"/>
                </a:lnTo>
                <a:lnTo>
                  <a:pt x="1496159" y="399293"/>
                </a:lnTo>
                <a:lnTo>
                  <a:pt x="1515287" y="435673"/>
                </a:lnTo>
                <a:lnTo>
                  <a:pt x="1532446" y="473662"/>
                </a:lnTo>
                <a:lnTo>
                  <a:pt x="1546801" y="513331"/>
                </a:lnTo>
                <a:lnTo>
                  <a:pt x="1557517" y="554755"/>
                </a:lnTo>
                <a:lnTo>
                  <a:pt x="1563758" y="598008"/>
                </a:lnTo>
                <a:lnTo>
                  <a:pt x="1565021" y="627895"/>
                </a:lnTo>
                <a:lnTo>
                  <a:pt x="1564700" y="643465"/>
                </a:lnTo>
                <a:lnTo>
                  <a:pt x="1560153" y="694401"/>
                </a:lnTo>
                <a:lnTo>
                  <a:pt x="1550912" y="749627"/>
                </a:lnTo>
                <a:lnTo>
                  <a:pt x="1542577" y="787527"/>
                </a:lnTo>
                <a:lnTo>
                  <a:pt x="1532808" y="825384"/>
                </a:lnTo>
                <a:lnTo>
                  <a:pt x="1521864" y="862419"/>
                </a:lnTo>
                <a:lnTo>
                  <a:pt x="1503816" y="914725"/>
                </a:lnTo>
                <a:lnTo>
                  <a:pt x="1484592" y="960794"/>
                </a:lnTo>
                <a:lnTo>
                  <a:pt x="1464534" y="999855"/>
                </a:lnTo>
                <a:lnTo>
                  <a:pt x="1443590" y="1033584"/>
                </a:lnTo>
                <a:lnTo>
                  <a:pt x="1412965" y="1071506"/>
                </a:lnTo>
                <a:lnTo>
                  <a:pt x="1377130" y="1103480"/>
                </a:lnTo>
                <a:lnTo>
                  <a:pt x="1345443" y="1124944"/>
                </a:lnTo>
                <a:lnTo>
                  <a:pt x="1308546" y="1145331"/>
                </a:lnTo>
                <a:lnTo>
                  <a:pt x="1294665" y="1152339"/>
                </a:lnTo>
                <a:lnTo>
                  <a:pt x="1280410" y="1159652"/>
                </a:lnTo>
                <a:lnTo>
                  <a:pt x="1235381" y="1182459"/>
                </a:lnTo>
                <a:lnTo>
                  <a:pt x="1186883" y="1204557"/>
                </a:lnTo>
                <a:lnTo>
                  <a:pt x="1134826" y="1223359"/>
                </a:lnTo>
                <a:lnTo>
                  <a:pt x="1079121" y="1236280"/>
                </a:lnTo>
                <a:lnTo>
                  <a:pt x="1039914" y="1240348"/>
                </a:lnTo>
                <a:lnTo>
                  <a:pt x="1019680" y="1240732"/>
                </a:lnTo>
                <a:lnTo>
                  <a:pt x="999020" y="1239887"/>
                </a:lnTo>
                <a:lnTo>
                  <a:pt x="956413" y="1234129"/>
                </a:lnTo>
                <a:lnTo>
                  <a:pt x="909722" y="1222565"/>
                </a:lnTo>
                <a:lnTo>
                  <a:pt x="857641" y="1205719"/>
                </a:lnTo>
                <a:lnTo>
                  <a:pt x="801734" y="1184370"/>
                </a:lnTo>
                <a:lnTo>
                  <a:pt x="743567" y="1159297"/>
                </a:lnTo>
                <a:lnTo>
                  <a:pt x="684704" y="1131280"/>
                </a:lnTo>
                <a:lnTo>
                  <a:pt x="626710" y="1101097"/>
                </a:lnTo>
                <a:lnTo>
                  <a:pt x="571151" y="1069530"/>
                </a:lnTo>
                <a:lnTo>
                  <a:pt x="519591" y="1037357"/>
                </a:lnTo>
                <a:lnTo>
                  <a:pt x="473596" y="1005357"/>
                </a:lnTo>
                <a:lnTo>
                  <a:pt x="434730" y="974310"/>
                </a:lnTo>
                <a:lnTo>
                  <a:pt x="405632" y="945256"/>
                </a:lnTo>
                <a:lnTo>
                  <a:pt x="380338" y="912971"/>
                </a:lnTo>
                <a:lnTo>
                  <a:pt x="358474" y="878385"/>
                </a:lnTo>
                <a:lnTo>
                  <a:pt x="339667" y="842431"/>
                </a:lnTo>
                <a:lnTo>
                  <a:pt x="323542" y="806039"/>
                </a:lnTo>
                <a:lnTo>
                  <a:pt x="309726" y="770140"/>
                </a:lnTo>
                <a:lnTo>
                  <a:pt x="292511" y="719254"/>
                </a:lnTo>
                <a:lnTo>
                  <a:pt x="282830" y="688662"/>
                </a:lnTo>
                <a:lnTo>
                  <a:pt x="278388" y="674715"/>
                </a:lnTo>
                <a:lnTo>
                  <a:pt x="274148" y="661823"/>
                </a:lnTo>
                <a:lnTo>
                  <a:pt x="270065" y="650101"/>
                </a:lnTo>
              </a:path>
            </a:pathLst>
          </a:custGeom>
          <a:ln w="1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04078" y="3588257"/>
            <a:ext cx="78105" cy="83185"/>
          </a:xfrm>
          <a:custGeom>
            <a:avLst/>
            <a:gdLst/>
            <a:ahLst/>
            <a:cxnLst/>
            <a:rect l="l" t="t" r="r" b="b"/>
            <a:pathLst>
              <a:path w="78105" h="83185">
                <a:moveTo>
                  <a:pt x="0" y="82803"/>
                </a:moveTo>
                <a:lnTo>
                  <a:pt x="11369" y="0"/>
                </a:lnTo>
                <a:lnTo>
                  <a:pt x="78117" y="50619"/>
                </a:lnTo>
              </a:path>
            </a:pathLst>
          </a:custGeom>
          <a:ln w="15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84069" y="3217831"/>
            <a:ext cx="1367790" cy="862330"/>
          </a:xfrm>
          <a:custGeom>
            <a:avLst/>
            <a:gdLst/>
            <a:ahLst/>
            <a:cxnLst/>
            <a:rect l="l" t="t" r="r" b="b"/>
            <a:pathLst>
              <a:path w="1367790" h="862329">
                <a:moveTo>
                  <a:pt x="0" y="0"/>
                </a:moveTo>
                <a:lnTo>
                  <a:pt x="86946" y="86606"/>
                </a:lnTo>
                <a:lnTo>
                  <a:pt x="115819" y="116183"/>
                </a:lnTo>
                <a:lnTo>
                  <a:pt x="149681" y="151807"/>
                </a:lnTo>
                <a:lnTo>
                  <a:pt x="161925" y="164722"/>
                </a:lnTo>
                <a:lnTo>
                  <a:pt x="201069" y="205678"/>
                </a:lnTo>
                <a:lnTo>
                  <a:pt x="228850" y="234174"/>
                </a:lnTo>
                <a:lnTo>
                  <a:pt x="257673" y="263017"/>
                </a:lnTo>
                <a:lnTo>
                  <a:pt x="287277" y="291686"/>
                </a:lnTo>
                <a:lnTo>
                  <a:pt x="317402" y="319662"/>
                </a:lnTo>
                <a:lnTo>
                  <a:pt x="347786" y="346424"/>
                </a:lnTo>
                <a:lnTo>
                  <a:pt x="379439" y="372788"/>
                </a:lnTo>
                <a:lnTo>
                  <a:pt x="413177" y="399760"/>
                </a:lnTo>
                <a:lnTo>
                  <a:pt x="448480" y="427081"/>
                </a:lnTo>
                <a:lnTo>
                  <a:pt x="484825" y="454490"/>
                </a:lnTo>
                <a:lnTo>
                  <a:pt x="521691" y="481726"/>
                </a:lnTo>
                <a:lnTo>
                  <a:pt x="558556" y="508531"/>
                </a:lnTo>
                <a:lnTo>
                  <a:pt x="594898" y="534642"/>
                </a:lnTo>
                <a:lnTo>
                  <a:pt x="630196" y="559801"/>
                </a:lnTo>
                <a:lnTo>
                  <a:pt x="663928" y="583746"/>
                </a:lnTo>
                <a:lnTo>
                  <a:pt x="680044" y="595183"/>
                </a:lnTo>
                <a:lnTo>
                  <a:pt x="724399" y="627438"/>
                </a:lnTo>
                <a:lnTo>
                  <a:pt x="762827" y="657642"/>
                </a:lnTo>
                <a:lnTo>
                  <a:pt x="786379" y="676696"/>
                </a:lnTo>
                <a:lnTo>
                  <a:pt x="797828" y="685898"/>
                </a:lnTo>
                <a:lnTo>
                  <a:pt x="832046" y="712204"/>
                </a:lnTo>
                <a:lnTo>
                  <a:pt x="868121" y="736562"/>
                </a:lnTo>
                <a:lnTo>
                  <a:pt x="908696" y="758971"/>
                </a:lnTo>
                <a:lnTo>
                  <a:pt x="956413" y="779431"/>
                </a:lnTo>
                <a:lnTo>
                  <a:pt x="1010341" y="796343"/>
                </a:lnTo>
                <a:lnTo>
                  <a:pt x="1052088" y="806722"/>
                </a:lnTo>
                <a:lnTo>
                  <a:pt x="1096873" y="816385"/>
                </a:lnTo>
                <a:lnTo>
                  <a:pt x="1143323" y="825332"/>
                </a:lnTo>
                <a:lnTo>
                  <a:pt x="1190067" y="833562"/>
                </a:lnTo>
                <a:lnTo>
                  <a:pt x="1235734" y="841077"/>
                </a:lnTo>
                <a:lnTo>
                  <a:pt x="1278954" y="847875"/>
                </a:lnTo>
                <a:lnTo>
                  <a:pt x="1318354" y="853958"/>
                </a:lnTo>
                <a:lnTo>
                  <a:pt x="1336194" y="856730"/>
                </a:lnTo>
                <a:lnTo>
                  <a:pt x="1352564" y="859324"/>
                </a:lnTo>
                <a:lnTo>
                  <a:pt x="1367294" y="861739"/>
                </a:lnTo>
              </a:path>
            </a:pathLst>
          </a:custGeom>
          <a:ln w="150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72632" y="4025325"/>
            <a:ext cx="79375" cy="83185"/>
          </a:xfrm>
          <a:custGeom>
            <a:avLst/>
            <a:gdLst/>
            <a:ahLst/>
            <a:cxnLst/>
            <a:rect l="l" t="t" r="r" b="b"/>
            <a:pathLst>
              <a:path w="79375" h="83185">
                <a:moveTo>
                  <a:pt x="15056" y="0"/>
                </a:moveTo>
                <a:lnTo>
                  <a:pt x="78823" y="54269"/>
                </a:lnTo>
                <a:lnTo>
                  <a:pt x="0" y="82855"/>
                </a:lnTo>
              </a:path>
            </a:pathLst>
          </a:custGeom>
          <a:ln w="15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1488" y="3046413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940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71488" y="3219626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940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58429" y="3046413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5">
                <a:moveTo>
                  <a:pt x="0" y="0"/>
                </a:moveTo>
                <a:lnTo>
                  <a:pt x="0" y="173212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23456" y="4085679"/>
            <a:ext cx="86995" cy="0"/>
          </a:xfrm>
          <a:custGeom>
            <a:avLst/>
            <a:gdLst/>
            <a:ahLst/>
            <a:cxnLst/>
            <a:rect l="l" t="t" r="r" b="b"/>
            <a:pathLst>
              <a:path w="86995">
                <a:moveTo>
                  <a:pt x="86946" y="0"/>
                </a:moveTo>
                <a:lnTo>
                  <a:pt x="0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23456" y="4085679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3212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23456" y="4258891"/>
            <a:ext cx="86995" cy="0"/>
          </a:xfrm>
          <a:custGeom>
            <a:avLst/>
            <a:gdLst/>
            <a:ahLst/>
            <a:cxnLst/>
            <a:rect l="l" t="t" r="r" b="b"/>
            <a:pathLst>
              <a:path w="86995">
                <a:moveTo>
                  <a:pt x="0" y="0"/>
                </a:moveTo>
                <a:lnTo>
                  <a:pt x="86946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97350" y="2959807"/>
            <a:ext cx="86995" cy="0"/>
          </a:xfrm>
          <a:custGeom>
            <a:avLst/>
            <a:gdLst/>
            <a:ahLst/>
            <a:cxnLst/>
            <a:rect l="l" t="t" r="r" b="b"/>
            <a:pathLst>
              <a:path w="86995">
                <a:moveTo>
                  <a:pt x="0" y="0"/>
                </a:moveTo>
                <a:lnTo>
                  <a:pt x="86946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36282" y="4085679"/>
            <a:ext cx="86995" cy="0"/>
          </a:xfrm>
          <a:custGeom>
            <a:avLst/>
            <a:gdLst/>
            <a:ahLst/>
            <a:cxnLst/>
            <a:rect l="l" t="t" r="r" b="b"/>
            <a:pathLst>
              <a:path w="86995">
                <a:moveTo>
                  <a:pt x="86946" y="0"/>
                </a:moveTo>
                <a:lnTo>
                  <a:pt x="0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36282" y="4258891"/>
            <a:ext cx="86995" cy="0"/>
          </a:xfrm>
          <a:custGeom>
            <a:avLst/>
            <a:gdLst/>
            <a:ahLst/>
            <a:cxnLst/>
            <a:rect l="l" t="t" r="r" b="b"/>
            <a:pathLst>
              <a:path w="86995">
                <a:moveTo>
                  <a:pt x="86946" y="0"/>
                </a:moveTo>
                <a:lnTo>
                  <a:pt x="0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36282" y="4085679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3212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97350" y="3133020"/>
            <a:ext cx="86995" cy="0"/>
          </a:xfrm>
          <a:custGeom>
            <a:avLst/>
            <a:gdLst/>
            <a:ahLst/>
            <a:cxnLst/>
            <a:rect l="l" t="t" r="r" b="b"/>
            <a:pathLst>
              <a:path w="86995">
                <a:moveTo>
                  <a:pt x="0" y="0"/>
                </a:moveTo>
                <a:lnTo>
                  <a:pt x="86946" y="0"/>
                </a:lnTo>
              </a:path>
            </a:pathLst>
          </a:custGeom>
          <a:ln w="90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84296" y="2959807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5">
                <a:moveTo>
                  <a:pt x="0" y="0"/>
                </a:moveTo>
                <a:lnTo>
                  <a:pt x="0" y="173212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62076" y="4085679"/>
            <a:ext cx="161290" cy="179070"/>
          </a:xfrm>
          <a:custGeom>
            <a:avLst/>
            <a:gdLst/>
            <a:ahLst/>
            <a:cxnLst/>
            <a:rect l="l" t="t" r="r" b="b"/>
            <a:pathLst>
              <a:path w="161289" h="179070">
                <a:moveTo>
                  <a:pt x="103415" y="0"/>
                </a:moveTo>
                <a:lnTo>
                  <a:pt x="70330" y="26888"/>
                </a:lnTo>
                <a:lnTo>
                  <a:pt x="41143" y="53773"/>
                </a:lnTo>
                <a:lnTo>
                  <a:pt x="13845" y="92892"/>
                </a:lnTo>
                <a:lnTo>
                  <a:pt x="1268" y="130222"/>
                </a:lnTo>
                <a:lnTo>
                  <a:pt x="0" y="141760"/>
                </a:lnTo>
                <a:lnTo>
                  <a:pt x="795" y="152286"/>
                </a:lnTo>
                <a:lnTo>
                  <a:pt x="39347" y="176832"/>
                </a:lnTo>
                <a:lnTo>
                  <a:pt x="79117" y="178898"/>
                </a:lnTo>
                <a:lnTo>
                  <a:pt x="93438" y="178694"/>
                </a:lnTo>
                <a:lnTo>
                  <a:pt x="107844" y="178185"/>
                </a:lnTo>
                <a:lnTo>
                  <a:pt x="122063" y="177457"/>
                </a:lnTo>
                <a:lnTo>
                  <a:pt x="135827" y="176595"/>
                </a:lnTo>
                <a:lnTo>
                  <a:pt x="148866" y="175684"/>
                </a:lnTo>
                <a:lnTo>
                  <a:pt x="160912" y="174809"/>
                </a:lnTo>
              </a:path>
            </a:pathLst>
          </a:custGeom>
          <a:ln w="150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53826" y="4221742"/>
            <a:ext cx="74930" cy="84455"/>
          </a:xfrm>
          <a:custGeom>
            <a:avLst/>
            <a:gdLst/>
            <a:ahLst/>
            <a:cxnLst/>
            <a:rect l="l" t="t" r="r" b="b"/>
            <a:pathLst>
              <a:path w="74929" h="84454">
                <a:moveTo>
                  <a:pt x="0" y="0"/>
                </a:moveTo>
                <a:lnTo>
                  <a:pt x="74516" y="38375"/>
                </a:lnTo>
                <a:lnTo>
                  <a:pt x="4306" y="84093"/>
                </a:lnTo>
              </a:path>
            </a:pathLst>
          </a:custGeom>
          <a:ln w="150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898522" y="3306232"/>
            <a:ext cx="335915" cy="189865"/>
          </a:xfrm>
          <a:custGeom>
            <a:avLst/>
            <a:gdLst/>
            <a:ahLst/>
            <a:cxnLst/>
            <a:rect l="l" t="t" r="r" b="b"/>
            <a:pathLst>
              <a:path w="335914" h="189864">
                <a:moveTo>
                  <a:pt x="249239" y="0"/>
                </a:moveTo>
                <a:lnTo>
                  <a:pt x="288435" y="26887"/>
                </a:lnTo>
                <a:lnTo>
                  <a:pt x="319817" y="53775"/>
                </a:lnTo>
                <a:lnTo>
                  <a:pt x="335586" y="80663"/>
                </a:lnTo>
                <a:lnTo>
                  <a:pt x="334495" y="91290"/>
                </a:lnTo>
                <a:lnTo>
                  <a:pt x="309097" y="134415"/>
                </a:lnTo>
                <a:lnTo>
                  <a:pt x="275287" y="161197"/>
                </a:lnTo>
                <a:lnTo>
                  <a:pt x="239955" y="176080"/>
                </a:lnTo>
                <a:lnTo>
                  <a:pt x="192266" y="186350"/>
                </a:lnTo>
                <a:lnTo>
                  <a:pt x="151935" y="189819"/>
                </a:lnTo>
                <a:lnTo>
                  <a:pt x="138538" y="189712"/>
                </a:lnTo>
                <a:lnTo>
                  <a:pt x="89766" y="180677"/>
                </a:lnTo>
                <a:lnTo>
                  <a:pt x="55296" y="151422"/>
                </a:lnTo>
                <a:lnTo>
                  <a:pt x="34743" y="116795"/>
                </a:lnTo>
                <a:lnTo>
                  <a:pt x="17708" y="77881"/>
                </a:lnTo>
                <a:lnTo>
                  <a:pt x="3920" y="40601"/>
                </a:lnTo>
                <a:lnTo>
                  <a:pt x="0" y="29561"/>
                </a:lnTo>
              </a:path>
            </a:pathLst>
          </a:custGeom>
          <a:ln w="15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83663" y="3328560"/>
            <a:ext cx="78740" cy="83185"/>
          </a:xfrm>
          <a:custGeom>
            <a:avLst/>
            <a:gdLst/>
            <a:ahLst/>
            <a:cxnLst/>
            <a:rect l="l" t="t" r="r" b="b"/>
            <a:pathLst>
              <a:path w="78739" h="83185">
                <a:moveTo>
                  <a:pt x="0" y="82651"/>
                </a:moveTo>
                <a:lnTo>
                  <a:pt x="12249" y="0"/>
                </a:lnTo>
                <a:lnTo>
                  <a:pt x="78462" y="51288"/>
                </a:lnTo>
              </a:path>
            </a:pathLst>
          </a:custGeom>
          <a:ln w="15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84296" y="3046413"/>
            <a:ext cx="1499870" cy="1299210"/>
          </a:xfrm>
          <a:custGeom>
            <a:avLst/>
            <a:gdLst/>
            <a:ahLst/>
            <a:cxnLst/>
            <a:rect l="l" t="t" r="r" b="b"/>
            <a:pathLst>
              <a:path w="1499870" h="1299210">
                <a:moveTo>
                  <a:pt x="0" y="0"/>
                </a:moveTo>
                <a:lnTo>
                  <a:pt x="13042" y="45609"/>
                </a:lnTo>
                <a:lnTo>
                  <a:pt x="26084" y="92099"/>
                </a:lnTo>
                <a:lnTo>
                  <a:pt x="39128" y="140344"/>
                </a:lnTo>
                <a:lnTo>
                  <a:pt x="52174" y="191222"/>
                </a:lnTo>
                <a:lnTo>
                  <a:pt x="65222" y="245607"/>
                </a:lnTo>
                <a:lnTo>
                  <a:pt x="73923" y="284246"/>
                </a:lnTo>
                <a:lnTo>
                  <a:pt x="82625" y="325092"/>
                </a:lnTo>
                <a:lnTo>
                  <a:pt x="91320" y="368704"/>
                </a:lnTo>
                <a:lnTo>
                  <a:pt x="100007" y="416640"/>
                </a:lnTo>
                <a:lnTo>
                  <a:pt x="108696" y="468214"/>
                </a:lnTo>
                <a:lnTo>
                  <a:pt x="117386" y="522386"/>
                </a:lnTo>
                <a:lnTo>
                  <a:pt x="126077" y="578117"/>
                </a:lnTo>
                <a:lnTo>
                  <a:pt x="130423" y="606242"/>
                </a:lnTo>
                <a:lnTo>
                  <a:pt x="134770" y="634367"/>
                </a:lnTo>
                <a:lnTo>
                  <a:pt x="143463" y="690097"/>
                </a:lnTo>
                <a:lnTo>
                  <a:pt x="152157" y="744268"/>
                </a:lnTo>
                <a:lnTo>
                  <a:pt x="160851" y="795840"/>
                </a:lnTo>
                <a:lnTo>
                  <a:pt x="169545" y="843774"/>
                </a:lnTo>
                <a:lnTo>
                  <a:pt x="173893" y="866053"/>
                </a:lnTo>
                <a:lnTo>
                  <a:pt x="177827" y="887590"/>
                </a:lnTo>
                <a:lnTo>
                  <a:pt x="183609" y="929884"/>
                </a:lnTo>
                <a:lnTo>
                  <a:pt x="187478" y="970924"/>
                </a:lnTo>
                <a:lnTo>
                  <a:pt x="190478" y="1010448"/>
                </a:lnTo>
                <a:lnTo>
                  <a:pt x="191978" y="1029561"/>
                </a:lnTo>
                <a:lnTo>
                  <a:pt x="198042" y="1083911"/>
                </a:lnTo>
                <a:lnTo>
                  <a:pt x="209193" y="1133099"/>
                </a:lnTo>
                <a:lnTo>
                  <a:pt x="228952" y="1176247"/>
                </a:lnTo>
                <a:lnTo>
                  <a:pt x="260839" y="1212477"/>
                </a:lnTo>
                <a:lnTo>
                  <a:pt x="308036" y="1241205"/>
                </a:lnTo>
                <a:lnTo>
                  <a:pt x="347109" y="1256458"/>
                </a:lnTo>
                <a:lnTo>
                  <a:pt x="390747" y="1268897"/>
                </a:lnTo>
                <a:lnTo>
                  <a:pt x="437645" y="1278781"/>
                </a:lnTo>
                <a:lnTo>
                  <a:pt x="486499" y="1286370"/>
                </a:lnTo>
                <a:lnTo>
                  <a:pt x="536005" y="1291923"/>
                </a:lnTo>
                <a:lnTo>
                  <a:pt x="584858" y="1295701"/>
                </a:lnTo>
                <a:lnTo>
                  <a:pt x="631753" y="1297963"/>
                </a:lnTo>
                <a:lnTo>
                  <a:pt x="675387" y="1298970"/>
                </a:lnTo>
                <a:lnTo>
                  <a:pt x="695573" y="1299084"/>
                </a:lnTo>
                <a:lnTo>
                  <a:pt x="715029" y="1298764"/>
                </a:lnTo>
                <a:lnTo>
                  <a:pt x="753289" y="1296307"/>
                </a:lnTo>
                <a:lnTo>
                  <a:pt x="809048" y="1288561"/>
                </a:lnTo>
                <a:lnTo>
                  <a:pt x="862848" y="1276723"/>
                </a:lnTo>
                <a:lnTo>
                  <a:pt x="914689" y="1261670"/>
                </a:lnTo>
                <a:lnTo>
                  <a:pt x="964572" y="1244278"/>
                </a:lnTo>
                <a:lnTo>
                  <a:pt x="1012497" y="1225425"/>
                </a:lnTo>
                <a:lnTo>
                  <a:pt x="1058468" y="1205977"/>
                </a:lnTo>
                <a:lnTo>
                  <a:pt x="1102490" y="1186149"/>
                </a:lnTo>
                <a:lnTo>
                  <a:pt x="1144554" y="1165153"/>
                </a:lnTo>
                <a:lnTo>
                  <a:pt x="1184659" y="1142110"/>
                </a:lnTo>
                <a:lnTo>
                  <a:pt x="1222806" y="1116144"/>
                </a:lnTo>
                <a:lnTo>
                  <a:pt x="1258994" y="1086379"/>
                </a:lnTo>
                <a:lnTo>
                  <a:pt x="1293224" y="1051937"/>
                </a:lnTo>
                <a:lnTo>
                  <a:pt x="1325896" y="1010858"/>
                </a:lnTo>
                <a:lnTo>
                  <a:pt x="1347330" y="978294"/>
                </a:lnTo>
                <a:lnTo>
                  <a:pt x="1368242" y="942613"/>
                </a:lnTo>
                <a:lnTo>
                  <a:pt x="1388370" y="904853"/>
                </a:lnTo>
                <a:lnTo>
                  <a:pt x="1407454" y="866054"/>
                </a:lnTo>
                <a:lnTo>
                  <a:pt x="1425233" y="827255"/>
                </a:lnTo>
                <a:lnTo>
                  <a:pt x="1441447" y="789496"/>
                </a:lnTo>
                <a:lnTo>
                  <a:pt x="1455836" y="753816"/>
                </a:lnTo>
                <a:lnTo>
                  <a:pt x="1473425" y="706467"/>
                </a:lnTo>
                <a:lnTo>
                  <a:pt x="1488502" y="659835"/>
                </a:lnTo>
                <a:lnTo>
                  <a:pt x="1497811" y="619819"/>
                </a:lnTo>
                <a:lnTo>
                  <a:pt x="1499814" y="597439"/>
                </a:lnTo>
                <a:lnTo>
                  <a:pt x="1499554" y="587015"/>
                </a:lnTo>
                <a:lnTo>
                  <a:pt x="1490108" y="546344"/>
                </a:lnTo>
                <a:lnTo>
                  <a:pt x="1468796" y="504550"/>
                </a:lnTo>
                <a:lnTo>
                  <a:pt x="1445101" y="473411"/>
                </a:lnTo>
                <a:lnTo>
                  <a:pt x="1416166" y="441785"/>
                </a:lnTo>
                <a:lnTo>
                  <a:pt x="1384704" y="411410"/>
                </a:lnTo>
                <a:lnTo>
                  <a:pt x="1353427" y="384023"/>
                </a:lnTo>
                <a:lnTo>
                  <a:pt x="1316702" y="355159"/>
                </a:lnTo>
                <a:lnTo>
                  <a:pt x="1280471" y="336118"/>
                </a:lnTo>
                <a:lnTo>
                  <a:pt x="1269099" y="334536"/>
                </a:lnTo>
                <a:lnTo>
                  <a:pt x="1259090" y="335339"/>
                </a:lnTo>
                <a:lnTo>
                  <a:pt x="1250004" y="337705"/>
                </a:lnTo>
                <a:lnTo>
                  <a:pt x="1241395" y="340809"/>
                </a:lnTo>
                <a:lnTo>
                  <a:pt x="1232823" y="343826"/>
                </a:lnTo>
                <a:lnTo>
                  <a:pt x="1223844" y="345933"/>
                </a:lnTo>
                <a:lnTo>
                  <a:pt x="1154493" y="346424"/>
                </a:lnTo>
              </a:path>
            </a:pathLst>
          </a:custGeom>
          <a:ln w="1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38759" y="3350737"/>
            <a:ext cx="73025" cy="84455"/>
          </a:xfrm>
          <a:custGeom>
            <a:avLst/>
            <a:gdLst/>
            <a:ahLst/>
            <a:cxnLst/>
            <a:rect l="l" t="t" r="r" b="b"/>
            <a:pathLst>
              <a:path w="73025" h="84454">
                <a:moveTo>
                  <a:pt x="72470" y="84203"/>
                </a:moveTo>
                <a:lnTo>
                  <a:pt x="0" y="42101"/>
                </a:lnTo>
                <a:lnTo>
                  <a:pt x="72470" y="0"/>
                </a:lnTo>
              </a:path>
            </a:pathLst>
          </a:custGeom>
          <a:ln w="150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14602" y="4198013"/>
            <a:ext cx="416559" cy="156210"/>
          </a:xfrm>
          <a:custGeom>
            <a:avLst/>
            <a:gdLst/>
            <a:ahLst/>
            <a:cxnLst/>
            <a:rect l="l" t="t" r="r" b="b"/>
            <a:pathLst>
              <a:path w="416560" h="156210">
                <a:moveTo>
                  <a:pt x="0" y="147484"/>
                </a:moveTo>
                <a:lnTo>
                  <a:pt x="6147" y="150426"/>
                </a:lnTo>
                <a:lnTo>
                  <a:pt x="12986" y="153022"/>
                </a:lnTo>
                <a:lnTo>
                  <a:pt x="21214" y="154927"/>
                </a:lnTo>
                <a:lnTo>
                  <a:pt x="31524" y="155794"/>
                </a:lnTo>
                <a:lnTo>
                  <a:pt x="44614" y="155277"/>
                </a:lnTo>
                <a:lnTo>
                  <a:pt x="91957" y="146158"/>
                </a:lnTo>
                <a:lnTo>
                  <a:pt x="141882" y="132440"/>
                </a:lnTo>
                <a:lnTo>
                  <a:pt x="186022" y="119344"/>
                </a:lnTo>
                <a:lnTo>
                  <a:pt x="232102" y="104787"/>
                </a:lnTo>
                <a:lnTo>
                  <a:pt x="276702" y="89622"/>
                </a:lnTo>
                <a:lnTo>
                  <a:pt x="316403" y="74702"/>
                </a:lnTo>
                <a:lnTo>
                  <a:pt x="362407" y="52769"/>
                </a:lnTo>
                <a:lnTo>
                  <a:pt x="395502" y="26132"/>
                </a:lnTo>
                <a:lnTo>
                  <a:pt x="410493" y="8340"/>
                </a:lnTo>
                <a:lnTo>
                  <a:pt x="416437" y="0"/>
                </a:lnTo>
              </a:path>
            </a:pathLst>
          </a:custGeom>
          <a:ln w="150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58511" y="4191787"/>
            <a:ext cx="76835" cy="83185"/>
          </a:xfrm>
          <a:custGeom>
            <a:avLst/>
            <a:gdLst/>
            <a:ahLst/>
            <a:cxnLst/>
            <a:rect l="l" t="t" r="r" b="b"/>
            <a:pathLst>
              <a:path w="76835" h="83185">
                <a:moveTo>
                  <a:pt x="0" y="33860"/>
                </a:moveTo>
                <a:lnTo>
                  <a:pt x="76685" y="0"/>
                </a:lnTo>
                <a:lnTo>
                  <a:pt x="68531" y="83153"/>
                </a:lnTo>
              </a:path>
            </a:pathLst>
          </a:custGeom>
          <a:ln w="150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58433" y="4518708"/>
            <a:ext cx="1565275" cy="520065"/>
          </a:xfrm>
          <a:custGeom>
            <a:avLst/>
            <a:gdLst/>
            <a:ahLst/>
            <a:cxnLst/>
            <a:rect l="l" t="t" r="r" b="b"/>
            <a:pathLst>
              <a:path w="1565275" h="520064">
                <a:moveTo>
                  <a:pt x="0" y="519635"/>
                </a:moveTo>
                <a:lnTo>
                  <a:pt x="1565041" y="519635"/>
                </a:lnTo>
                <a:lnTo>
                  <a:pt x="1565041" y="0"/>
                </a:lnTo>
                <a:lnTo>
                  <a:pt x="0" y="0"/>
                </a:lnTo>
                <a:lnTo>
                  <a:pt x="0" y="519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758429" y="4518707"/>
            <a:ext cx="1565275" cy="520065"/>
          </a:xfrm>
          <a:prstGeom prst="rect">
            <a:avLst/>
          </a:prstGeom>
          <a:ln w="90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935" marR="195580" indent="-165100">
              <a:lnSpc>
                <a:spcPts val="1310"/>
              </a:lnSpc>
            </a:pPr>
            <a:r>
              <a:rPr sz="1100" spc="15" dirty="0">
                <a:latin typeface="Times New Roman"/>
                <a:cs typeface="Times New Roman"/>
              </a:rPr>
              <a:t>C</a:t>
            </a:r>
            <a:r>
              <a:rPr sz="1100" spc="10" dirty="0">
                <a:latin typeface="Times New Roman"/>
                <a:cs typeface="Times New Roman"/>
              </a:rPr>
              <a:t>lock</a:t>
            </a:r>
            <a:r>
              <a:rPr sz="1100" spc="15" dirty="0">
                <a:latin typeface="Times New Roman"/>
                <a:cs typeface="Times New Roman"/>
              </a:rPr>
              <a:t>w</a:t>
            </a:r>
            <a:r>
              <a:rPr sz="1100" spc="10" dirty="0">
                <a:latin typeface="Times New Roman"/>
                <a:cs typeface="Times New Roman"/>
              </a:rPr>
              <a:t>ise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5" dirty="0">
                <a:latin typeface="Times New Roman"/>
                <a:cs typeface="Times New Roman"/>
              </a:rPr>
              <a:t>R</a:t>
            </a:r>
            <a:r>
              <a:rPr sz="1100" spc="10" dirty="0">
                <a:latin typeface="Times New Roman"/>
                <a:cs typeface="Times New Roman"/>
              </a:rPr>
              <a:t>otation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5" dirty="0">
                <a:latin typeface="Times New Roman"/>
                <a:cs typeface="Times New Roman"/>
              </a:rPr>
              <a:t>250-300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m</a:t>
            </a:r>
            <a:r>
              <a:rPr sz="1100" spc="5" dirty="0">
                <a:latin typeface="Times New Roman"/>
                <a:cs typeface="Times New Roman"/>
              </a:rPr>
              <a:t>3</a:t>
            </a:r>
            <a:r>
              <a:rPr sz="1100" spc="10" dirty="0">
                <a:latin typeface="Times New Roman"/>
                <a:cs typeface="Times New Roman"/>
              </a:rPr>
              <a:t>/h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84326" y="4518708"/>
            <a:ext cx="1652270" cy="520065"/>
          </a:xfrm>
          <a:custGeom>
            <a:avLst/>
            <a:gdLst/>
            <a:ahLst/>
            <a:cxnLst/>
            <a:rect l="l" t="t" r="r" b="b"/>
            <a:pathLst>
              <a:path w="1652270" h="520064">
                <a:moveTo>
                  <a:pt x="0" y="519635"/>
                </a:moveTo>
                <a:lnTo>
                  <a:pt x="1651979" y="519635"/>
                </a:lnTo>
                <a:lnTo>
                  <a:pt x="1651979" y="0"/>
                </a:lnTo>
                <a:lnTo>
                  <a:pt x="0" y="0"/>
                </a:lnTo>
                <a:lnTo>
                  <a:pt x="0" y="519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584296" y="4518707"/>
            <a:ext cx="1652270" cy="520065"/>
          </a:xfrm>
          <a:prstGeom prst="rect">
            <a:avLst/>
          </a:prstGeom>
          <a:ln w="90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8945" marR="102235" indent="-337820">
              <a:lnSpc>
                <a:spcPts val="1310"/>
              </a:lnSpc>
            </a:pPr>
            <a:r>
              <a:rPr sz="1100" spc="15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nti-</a:t>
            </a:r>
            <a:r>
              <a:rPr sz="1100" spc="5" dirty="0">
                <a:latin typeface="Times New Roman"/>
                <a:cs typeface="Times New Roman"/>
              </a:rPr>
              <a:t>c</a:t>
            </a:r>
            <a:r>
              <a:rPr sz="1100" spc="10" dirty="0">
                <a:latin typeface="Times New Roman"/>
                <a:cs typeface="Times New Roman"/>
              </a:rPr>
              <a:t>lock</a:t>
            </a:r>
            <a:r>
              <a:rPr sz="1100" spc="15" dirty="0">
                <a:latin typeface="Times New Roman"/>
                <a:cs typeface="Times New Roman"/>
              </a:rPr>
              <a:t>w</a:t>
            </a:r>
            <a:r>
              <a:rPr sz="1100" spc="10" dirty="0">
                <a:latin typeface="Times New Roman"/>
                <a:cs typeface="Times New Roman"/>
              </a:rPr>
              <a:t>ise </a:t>
            </a:r>
            <a:r>
              <a:rPr sz="1100" spc="15" dirty="0">
                <a:latin typeface="Times New Roman"/>
                <a:cs typeface="Times New Roman"/>
              </a:rPr>
              <a:t>R</a:t>
            </a:r>
            <a:r>
              <a:rPr sz="1100" spc="10" dirty="0">
                <a:latin typeface="Times New Roman"/>
                <a:cs typeface="Times New Roman"/>
              </a:rPr>
              <a:t>ot</a:t>
            </a:r>
            <a:r>
              <a:rPr sz="1100" spc="5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5" dirty="0">
                <a:latin typeface="Times New Roman"/>
                <a:cs typeface="Times New Roman"/>
              </a:rPr>
              <a:t>80-220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20" dirty="0">
                <a:latin typeface="Times New Roman"/>
                <a:cs typeface="Times New Roman"/>
              </a:rPr>
              <a:t>m3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15" dirty="0">
                <a:latin typeface="Times New Roman"/>
                <a:cs typeface="Times New Roman"/>
              </a:rPr>
              <a:t>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497128" y="4518708"/>
            <a:ext cx="1652270" cy="520065"/>
          </a:xfrm>
          <a:custGeom>
            <a:avLst/>
            <a:gdLst/>
            <a:ahLst/>
            <a:cxnLst/>
            <a:rect l="l" t="t" r="r" b="b"/>
            <a:pathLst>
              <a:path w="1652270" h="520064">
                <a:moveTo>
                  <a:pt x="0" y="519635"/>
                </a:moveTo>
                <a:lnTo>
                  <a:pt x="1651991" y="519635"/>
                </a:lnTo>
                <a:lnTo>
                  <a:pt x="1651991" y="0"/>
                </a:lnTo>
                <a:lnTo>
                  <a:pt x="0" y="0"/>
                </a:lnTo>
                <a:lnTo>
                  <a:pt x="0" y="519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14</a:t>
            </a:fld>
            <a:endParaRPr spc="-1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97122" y="4518707"/>
            <a:ext cx="1652270" cy="520065"/>
          </a:xfrm>
          <a:prstGeom prst="rect">
            <a:avLst/>
          </a:prstGeom>
          <a:ln w="90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15"/>
              </a:lnSpc>
            </a:pPr>
            <a:r>
              <a:rPr sz="1100" spc="10" dirty="0">
                <a:latin typeface="Times New Roman"/>
                <a:cs typeface="Times New Roman"/>
              </a:rPr>
              <a:t>Inte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spc="20" dirty="0">
                <a:latin typeface="Times New Roman"/>
                <a:cs typeface="Times New Roman"/>
              </a:rPr>
              <a:t>me</a:t>
            </a:r>
            <a:r>
              <a:rPr sz="1100" spc="5" dirty="0">
                <a:latin typeface="Times New Roman"/>
                <a:cs typeface="Times New Roman"/>
              </a:rPr>
              <a:t>d</a:t>
            </a:r>
            <a:r>
              <a:rPr sz="1100" spc="10" dirty="0">
                <a:latin typeface="Times New Roman"/>
                <a:cs typeface="Times New Roman"/>
              </a:rPr>
              <a:t>iate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F</a:t>
            </a:r>
            <a:r>
              <a:rPr sz="1100" spc="15" dirty="0">
                <a:latin typeface="Times New Roman"/>
                <a:cs typeface="Times New Roman"/>
              </a:rPr>
              <a:t>low</a:t>
            </a:r>
            <a:endParaRPr sz="1100">
              <a:latin typeface="Times New Roman"/>
              <a:cs typeface="Times New Roman"/>
            </a:endParaRPr>
          </a:p>
          <a:p>
            <a:pPr marL="1270" algn="ctr">
              <a:lnSpc>
                <a:spcPts val="1315"/>
              </a:lnSpc>
            </a:pPr>
            <a:r>
              <a:rPr sz="1100" spc="10" dirty="0">
                <a:latin typeface="Times New Roman"/>
                <a:cs typeface="Times New Roman"/>
              </a:rPr>
              <a:t>~</a:t>
            </a:r>
            <a:r>
              <a:rPr sz="1100" spc="15" dirty="0">
                <a:latin typeface="Times New Roman"/>
                <a:cs typeface="Times New Roman"/>
              </a:rPr>
              <a:t>240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15" dirty="0">
                <a:latin typeface="Times New Roman"/>
                <a:cs typeface="Times New Roman"/>
              </a:rPr>
              <a:t>m3/h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5405657" y="2782076"/>
          <a:ext cx="1825878" cy="1645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212">
                <a:tc gridSpan="3"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37">
                      <a:solidFill>
                        <a:srgbClr val="000000"/>
                      </a:solidFill>
                      <a:prstDash val="solid"/>
                    </a:lnL>
                    <a:lnR w="9037">
                      <a:solidFill>
                        <a:srgbClr val="000000"/>
                      </a:solidFill>
                      <a:prstDash val="solid"/>
                    </a:lnR>
                    <a:lnT w="9037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212">
                <a:tc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37">
                      <a:solidFill>
                        <a:srgbClr val="000000"/>
                      </a:solidFill>
                      <a:prstDash val="solid"/>
                    </a:lnL>
                    <a:lnR w="9056">
                      <a:solidFill>
                        <a:srgbClr val="000000"/>
                      </a:solidFill>
                      <a:prstDash val="solid"/>
                    </a:lnR>
                    <a:lnB w="902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56">
                      <a:solidFill>
                        <a:srgbClr val="000000"/>
                      </a:solidFill>
                      <a:prstDash val="solid"/>
                    </a:lnL>
                    <a:lnR w="903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659">
                <a:tc gridSpan="3"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37">
                      <a:solidFill>
                        <a:srgbClr val="000000"/>
                      </a:solidFill>
                      <a:prstDash val="solid"/>
                    </a:lnL>
                    <a:lnR w="9037">
                      <a:solidFill>
                        <a:srgbClr val="000000"/>
                      </a:solidFill>
                      <a:prstDash val="solid"/>
                    </a:lnR>
                    <a:lnT w="90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212">
                <a:tc gridSpan="2"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37">
                      <a:solidFill>
                        <a:srgbClr val="000000"/>
                      </a:solidFill>
                      <a:prstDash val="solid"/>
                    </a:lnL>
                    <a:lnR w="9056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56">
                      <a:solidFill>
                        <a:srgbClr val="000000"/>
                      </a:solidFill>
                      <a:prstDash val="solid"/>
                    </a:lnL>
                    <a:lnR w="9037">
                      <a:solidFill>
                        <a:srgbClr val="000000"/>
                      </a:solidFill>
                      <a:prstDash val="solid"/>
                    </a:lnR>
                    <a:lnT w="9021">
                      <a:solidFill>
                        <a:srgbClr val="000000"/>
                      </a:solidFill>
                      <a:prstDash val="solid"/>
                    </a:lnT>
                    <a:lnB w="902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209">
                <a:tc gridSpan="3">
                  <a:txBody>
                    <a:bodyPr/>
                    <a:lstStyle/>
                    <a:p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37">
                      <a:solidFill>
                        <a:srgbClr val="000000"/>
                      </a:solidFill>
                      <a:prstDash val="solid"/>
                    </a:lnL>
                    <a:lnR w="9037">
                      <a:solidFill>
                        <a:srgbClr val="000000"/>
                      </a:solidFill>
                      <a:prstDash val="solid"/>
                    </a:lnR>
                    <a:lnB w="9037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086" y="696590"/>
            <a:ext cx="388302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pu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PHO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NIC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55419" y="2217420"/>
            <a:ext cx="5872489" cy="3649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15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26460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7283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11" y="627388"/>
                </a:lnTo>
                <a:lnTo>
                  <a:pt x="1544311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7283" y="2037082"/>
            <a:ext cx="1544320" cy="62738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441959" indent="-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5640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24" y="627388"/>
                </a:lnTo>
                <a:lnTo>
                  <a:pt x="1544324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5640" y="2037082"/>
            <a:ext cx="1544320" cy="62738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71780" indent="-178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dirty="0">
                <a:latin typeface="Arial"/>
                <a:cs typeface="Arial"/>
              </a:rPr>
              <a:t>li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0289" y="43686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399"/>
                </a:moveTo>
                <a:lnTo>
                  <a:pt x="2057399" y="914399"/>
                </a:lnTo>
                <a:lnTo>
                  <a:pt x="20573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10289" y="436869"/>
            <a:ext cx="2057400" cy="91440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7480" marR="152400" indent="2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Lu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pe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distrib</a:t>
            </a:r>
            <a:r>
              <a:rPr sz="1800" dirty="0">
                <a:latin typeface="Arial"/>
                <a:cs typeface="Arial"/>
              </a:rPr>
              <a:t>uted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pa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52883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52883" y="329437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157480" indent="-292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Mec</a:t>
            </a:r>
            <a:r>
              <a:rPr sz="1800" spc="-5" dirty="0">
                <a:latin typeface="Arial"/>
                <a:cs typeface="Arial"/>
              </a:rPr>
              <a:t>hanistic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67389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67389" y="329437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64160" indent="-1828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Bl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0887" y="14655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95989" y="18419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24789" y="1465569"/>
            <a:ext cx="1633220" cy="436245"/>
          </a:xfrm>
          <a:custGeom>
            <a:avLst/>
            <a:gdLst/>
            <a:ahLst/>
            <a:cxnLst/>
            <a:rect l="l" t="t" r="r" b="b"/>
            <a:pathLst>
              <a:path w="1633220" h="436244">
                <a:moveTo>
                  <a:pt x="0" y="0"/>
                </a:moveTo>
                <a:lnTo>
                  <a:pt x="1632813" y="4357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35536" y="1861230"/>
            <a:ext cx="83820" cy="73660"/>
          </a:xfrm>
          <a:custGeom>
            <a:avLst/>
            <a:gdLst/>
            <a:ahLst/>
            <a:cxnLst/>
            <a:rect l="l" t="t" r="r" b="b"/>
            <a:pathLst>
              <a:path w="83820" h="73660">
                <a:moveTo>
                  <a:pt x="19629" y="0"/>
                </a:moveTo>
                <a:lnTo>
                  <a:pt x="0" y="73639"/>
                </a:lnTo>
                <a:lnTo>
                  <a:pt x="83423" y="56479"/>
                </a:lnTo>
                <a:lnTo>
                  <a:pt x="19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26481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81583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26932" y="0"/>
                </a:moveTo>
                <a:lnTo>
                  <a:pt x="0" y="80802"/>
                </a:lnTo>
                <a:lnTo>
                  <a:pt x="80820" y="53858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8168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58056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706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03436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28967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84069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52983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52983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104" marR="144780" indent="-565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nuou</a:t>
            </a:r>
            <a:r>
              <a:rPr sz="1800" dirty="0">
                <a:latin typeface="Arial"/>
                <a:cs typeface="Arial"/>
              </a:rPr>
              <a:t>s-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37659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37659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 marR="200660" indent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Discre</a:t>
            </a:r>
            <a:r>
              <a:rPr sz="1800" spc="-10" dirty="0">
                <a:latin typeface="Arial"/>
                <a:cs typeface="Arial"/>
              </a:rPr>
              <a:t>te-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12287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67389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13" y="0"/>
                </a:moveTo>
                <a:lnTo>
                  <a:pt x="0" y="80820"/>
                </a:lnTo>
                <a:lnTo>
                  <a:pt x="80802" y="53876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10389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86756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15724" y="5702296"/>
            <a:ext cx="1541780" cy="629920"/>
          </a:xfrm>
          <a:custGeom>
            <a:avLst/>
            <a:gdLst/>
            <a:ahLst/>
            <a:cxnLst/>
            <a:rect l="l" t="t" r="r" b="b"/>
            <a:pathLst>
              <a:path w="1541780" h="629920">
                <a:moveTo>
                  <a:pt x="0" y="629924"/>
                </a:moveTo>
                <a:lnTo>
                  <a:pt x="1541775" y="629924"/>
                </a:lnTo>
                <a:lnTo>
                  <a:pt x="1541775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315724" y="5702296"/>
            <a:ext cx="154178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Dete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inistic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75021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30123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32" y="0"/>
                </a:moveTo>
                <a:lnTo>
                  <a:pt x="0" y="80820"/>
                </a:lnTo>
                <a:lnTo>
                  <a:pt x="80820" y="53864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8000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048000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812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Stoch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20730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97097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64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5046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950469" y="3296923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97815" indent="-153035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Gr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690609" y="2776210"/>
            <a:ext cx="1594485" cy="389255"/>
          </a:xfrm>
          <a:custGeom>
            <a:avLst/>
            <a:gdLst/>
            <a:ahLst/>
            <a:cxnLst/>
            <a:rect l="l" t="t" r="r" b="b"/>
            <a:pathLst>
              <a:path w="1594485" h="389255">
                <a:moveTo>
                  <a:pt x="0" y="0"/>
                </a:moveTo>
                <a:lnTo>
                  <a:pt x="1594408" y="3888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263621" y="3125023"/>
            <a:ext cx="83185" cy="74295"/>
          </a:xfrm>
          <a:custGeom>
            <a:avLst/>
            <a:gdLst/>
            <a:ahLst/>
            <a:cxnLst/>
            <a:rect l="l" t="t" r="r" b="b"/>
            <a:pathLst>
              <a:path w="83185" h="74294">
                <a:moveTo>
                  <a:pt x="18074" y="0"/>
                </a:moveTo>
                <a:lnTo>
                  <a:pt x="0" y="74005"/>
                </a:lnTo>
                <a:lnTo>
                  <a:pt x="83057" y="55046"/>
                </a:lnTo>
                <a:lnTo>
                  <a:pt x="18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16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pc="-170" dirty="0">
                <a:latin typeface="Calibri"/>
                <a:cs typeface="Calibri"/>
              </a:rPr>
              <a:t>V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til</a:t>
            </a:r>
            <a:r>
              <a:rPr spc="-5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80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40" dirty="0">
                <a:latin typeface="Calibri"/>
                <a:cs typeface="Calibri"/>
              </a:rPr>
              <a:t>f</a:t>
            </a:r>
            <a:r>
              <a:rPr spc="-80" dirty="0">
                <a:latin typeface="Calibri"/>
                <a:cs typeface="Calibri"/>
              </a:rPr>
              <a:t>f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g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80" dirty="0">
                <a:latin typeface="Calibri"/>
                <a:cs typeface="Calibri"/>
              </a:rPr>
              <a:t>P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ts</a:t>
            </a:r>
          </a:p>
        </p:txBody>
      </p:sp>
      <p:sp>
        <p:nvSpPr>
          <p:cNvPr id="3" name="object 3"/>
          <p:cNvSpPr/>
          <p:nvPr/>
        </p:nvSpPr>
        <p:spPr>
          <a:xfrm>
            <a:off x="182879" y="2313919"/>
            <a:ext cx="4381500" cy="3295015"/>
          </a:xfrm>
          <a:custGeom>
            <a:avLst/>
            <a:gdLst/>
            <a:ahLst/>
            <a:cxnLst/>
            <a:rect l="l" t="t" r="r" b="b"/>
            <a:pathLst>
              <a:path w="4381500" h="3295015">
                <a:moveTo>
                  <a:pt x="0" y="3294400"/>
                </a:moveTo>
                <a:lnTo>
                  <a:pt x="4381499" y="3294400"/>
                </a:lnTo>
                <a:lnTo>
                  <a:pt x="4381499" y="0"/>
                </a:lnTo>
                <a:lnTo>
                  <a:pt x="0" y="0"/>
                </a:lnTo>
                <a:lnTo>
                  <a:pt x="0" y="329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4035" y="2564928"/>
            <a:ext cx="3388360" cy="2675255"/>
          </a:xfrm>
          <a:custGeom>
            <a:avLst/>
            <a:gdLst/>
            <a:ahLst/>
            <a:cxnLst/>
            <a:rect l="l" t="t" r="r" b="b"/>
            <a:pathLst>
              <a:path w="3388360" h="2675254">
                <a:moveTo>
                  <a:pt x="0" y="2674726"/>
                </a:moveTo>
                <a:lnTo>
                  <a:pt x="3387851" y="2674726"/>
                </a:lnTo>
                <a:lnTo>
                  <a:pt x="3387851" y="0"/>
                </a:lnTo>
                <a:lnTo>
                  <a:pt x="0" y="0"/>
                </a:lnTo>
                <a:lnTo>
                  <a:pt x="0" y="26747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4033" y="2564957"/>
            <a:ext cx="3388360" cy="2675255"/>
          </a:xfrm>
          <a:custGeom>
            <a:avLst/>
            <a:gdLst/>
            <a:ahLst/>
            <a:cxnLst/>
            <a:rect l="l" t="t" r="r" b="b"/>
            <a:pathLst>
              <a:path w="3388360" h="2675254">
                <a:moveTo>
                  <a:pt x="0" y="0"/>
                </a:moveTo>
                <a:lnTo>
                  <a:pt x="3387844" y="0"/>
                </a:lnTo>
                <a:lnTo>
                  <a:pt x="3387844" y="2674703"/>
                </a:lnTo>
                <a:lnTo>
                  <a:pt x="0" y="2674703"/>
                </a:lnTo>
                <a:lnTo>
                  <a:pt x="0" y="0"/>
                </a:lnTo>
                <a:close/>
              </a:path>
            </a:pathLst>
          </a:custGeom>
          <a:ln w="783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4033" y="2564912"/>
            <a:ext cx="3388360" cy="0"/>
          </a:xfrm>
          <a:custGeom>
            <a:avLst/>
            <a:gdLst/>
            <a:ahLst/>
            <a:cxnLst/>
            <a:rect l="l" t="t" r="r" b="b"/>
            <a:pathLst>
              <a:path w="3388360">
                <a:moveTo>
                  <a:pt x="0" y="0"/>
                </a:moveTo>
                <a:lnTo>
                  <a:pt x="3387844" y="0"/>
                </a:lnTo>
              </a:path>
            </a:pathLst>
          </a:custGeom>
          <a:ln w="79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41877" y="25649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4033" y="5239608"/>
            <a:ext cx="3388360" cy="0"/>
          </a:xfrm>
          <a:custGeom>
            <a:avLst/>
            <a:gdLst/>
            <a:ahLst/>
            <a:cxnLst/>
            <a:rect l="l" t="t" r="r" b="b"/>
            <a:pathLst>
              <a:path w="3388360">
                <a:moveTo>
                  <a:pt x="0" y="0"/>
                </a:moveTo>
                <a:lnTo>
                  <a:pt x="3387844" y="0"/>
                </a:lnTo>
              </a:path>
            </a:pathLst>
          </a:custGeom>
          <a:ln w="79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41877" y="52396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1877" y="2564866"/>
            <a:ext cx="0" cy="2675255"/>
          </a:xfrm>
          <a:custGeom>
            <a:avLst/>
            <a:gdLst/>
            <a:ahLst/>
            <a:cxnLst/>
            <a:rect l="l" t="t" r="r" b="b"/>
            <a:pathLst>
              <a:path h="2675254">
                <a:moveTo>
                  <a:pt x="0" y="2674795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41877" y="25649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4039" y="2564835"/>
            <a:ext cx="0" cy="2675255"/>
          </a:xfrm>
          <a:custGeom>
            <a:avLst/>
            <a:gdLst/>
            <a:ahLst/>
            <a:cxnLst/>
            <a:rect l="l" t="t" r="r" b="b"/>
            <a:pathLst>
              <a:path h="2675254">
                <a:moveTo>
                  <a:pt x="0" y="2674826"/>
                </a:moveTo>
                <a:lnTo>
                  <a:pt x="0" y="0"/>
                </a:lnTo>
              </a:path>
            </a:pathLst>
          </a:custGeom>
          <a:ln w="7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4033" y="25649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41877" y="523964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4033" y="25649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4033" y="52082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4033" y="25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7868" y="5277648"/>
            <a:ext cx="8255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90482" y="520826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84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90482" y="52082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90482" y="25649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90482" y="25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23013" y="5277648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34739" y="520826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34739" y="52082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34739" y="25649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34739" y="25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67270" y="5277635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20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71175" y="520826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71175" y="52082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71175" y="25649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771175" y="25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03706" y="5277635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30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07609" y="520825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07609" y="52082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07609" y="25649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07609" y="25962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51878" y="520825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51878" y="52082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451878" y="2564896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451878" y="25962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88314" y="5208240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84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788314" y="5208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788314" y="2564896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788314" y="25962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24757" y="5208240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24757" y="5208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24757" y="2564896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24757" y="25962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61169" y="5208240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61169" y="5208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61169" y="2564896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61169" y="25962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05435" y="5208231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72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05435" y="520823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05435" y="2564896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72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05435" y="25962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41877" y="520823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41877" y="25962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5336" y="52395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110583" y="52395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4045" y="4792501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1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85336" y="47925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110583" y="4792501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4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110583" y="47925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54045" y="434539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1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85336" y="43453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110583" y="434539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4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110583" y="43453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54045" y="3906142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1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85336" y="39061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110583" y="3906142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4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110583" y="39061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54045" y="3459046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1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85336" y="34590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110583" y="3459046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4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110583" y="34590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54045" y="3011956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1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85336" y="30119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110583" y="3011956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4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110583" y="30119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85336" y="25648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110583" y="25648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41877" y="25648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141877" y="5239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141877" y="256486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54045" y="25648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074825" y="5098472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47" y="0"/>
                </a:moveTo>
                <a:lnTo>
                  <a:pt x="6952" y="0"/>
                </a:lnTo>
                <a:lnTo>
                  <a:pt x="0" y="6976"/>
                </a:lnTo>
                <a:lnTo>
                  <a:pt x="0" y="24405"/>
                </a:lnTo>
                <a:lnTo>
                  <a:pt x="6952" y="31373"/>
                </a:lnTo>
                <a:lnTo>
                  <a:pt x="24347" y="31373"/>
                </a:lnTo>
                <a:lnTo>
                  <a:pt x="31299" y="24405"/>
                </a:lnTo>
                <a:lnTo>
                  <a:pt x="31299" y="6976"/>
                </a:lnTo>
                <a:lnTo>
                  <a:pt x="2434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145249" y="502787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8" y="0"/>
                </a:moveTo>
                <a:lnTo>
                  <a:pt x="6955" y="0"/>
                </a:lnTo>
                <a:lnTo>
                  <a:pt x="0" y="6976"/>
                </a:lnTo>
                <a:lnTo>
                  <a:pt x="0" y="24408"/>
                </a:lnTo>
                <a:lnTo>
                  <a:pt x="6955" y="31373"/>
                </a:lnTo>
                <a:lnTo>
                  <a:pt x="24338" y="31373"/>
                </a:lnTo>
                <a:lnTo>
                  <a:pt x="31290" y="24408"/>
                </a:lnTo>
                <a:lnTo>
                  <a:pt x="31290" y="6976"/>
                </a:lnTo>
                <a:lnTo>
                  <a:pt x="2433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15664" y="496513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67"/>
                </a:lnTo>
                <a:lnTo>
                  <a:pt x="0" y="24396"/>
                </a:lnTo>
                <a:lnTo>
                  <a:pt x="6952" y="31373"/>
                </a:lnTo>
                <a:lnTo>
                  <a:pt x="24335" y="31373"/>
                </a:lnTo>
                <a:lnTo>
                  <a:pt x="31287" y="24396"/>
                </a:lnTo>
                <a:lnTo>
                  <a:pt x="31287" y="6967"/>
                </a:lnTo>
                <a:lnTo>
                  <a:pt x="24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46951" y="4918066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50" y="0"/>
                </a:moveTo>
                <a:lnTo>
                  <a:pt x="6967" y="0"/>
                </a:lnTo>
                <a:lnTo>
                  <a:pt x="0" y="6964"/>
                </a:lnTo>
                <a:lnTo>
                  <a:pt x="0" y="24396"/>
                </a:lnTo>
                <a:lnTo>
                  <a:pt x="6967" y="31373"/>
                </a:lnTo>
                <a:lnTo>
                  <a:pt x="24350" y="31373"/>
                </a:lnTo>
                <a:lnTo>
                  <a:pt x="31302" y="24396"/>
                </a:lnTo>
                <a:lnTo>
                  <a:pt x="31302" y="6964"/>
                </a:lnTo>
                <a:lnTo>
                  <a:pt x="2435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419093" y="476118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64"/>
                </a:lnTo>
                <a:lnTo>
                  <a:pt x="0" y="24396"/>
                </a:lnTo>
                <a:lnTo>
                  <a:pt x="6952" y="31373"/>
                </a:lnTo>
                <a:lnTo>
                  <a:pt x="24335" y="31373"/>
                </a:lnTo>
                <a:lnTo>
                  <a:pt x="31290" y="24396"/>
                </a:lnTo>
                <a:lnTo>
                  <a:pt x="31290" y="6964"/>
                </a:lnTo>
                <a:lnTo>
                  <a:pt x="24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583399" y="447096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8" y="0"/>
                </a:moveTo>
                <a:lnTo>
                  <a:pt x="6955" y="0"/>
                </a:lnTo>
                <a:lnTo>
                  <a:pt x="0" y="6976"/>
                </a:lnTo>
                <a:lnTo>
                  <a:pt x="0" y="24405"/>
                </a:lnTo>
                <a:lnTo>
                  <a:pt x="6955" y="31373"/>
                </a:lnTo>
                <a:lnTo>
                  <a:pt x="24338" y="31373"/>
                </a:lnTo>
                <a:lnTo>
                  <a:pt x="31290" y="24405"/>
                </a:lnTo>
                <a:lnTo>
                  <a:pt x="31290" y="6976"/>
                </a:lnTo>
                <a:lnTo>
                  <a:pt x="2433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755529" y="418074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64"/>
                </a:lnTo>
                <a:lnTo>
                  <a:pt x="0" y="24396"/>
                </a:lnTo>
                <a:lnTo>
                  <a:pt x="6952" y="31373"/>
                </a:lnTo>
                <a:lnTo>
                  <a:pt x="24335" y="31373"/>
                </a:lnTo>
                <a:lnTo>
                  <a:pt x="31290" y="24396"/>
                </a:lnTo>
                <a:lnTo>
                  <a:pt x="31290" y="6964"/>
                </a:lnTo>
                <a:lnTo>
                  <a:pt x="24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927658" y="383562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64"/>
                </a:lnTo>
                <a:lnTo>
                  <a:pt x="0" y="24396"/>
                </a:lnTo>
                <a:lnTo>
                  <a:pt x="6952" y="31373"/>
                </a:lnTo>
                <a:lnTo>
                  <a:pt x="24335" y="31373"/>
                </a:lnTo>
                <a:lnTo>
                  <a:pt x="31287" y="24396"/>
                </a:lnTo>
                <a:lnTo>
                  <a:pt x="31287" y="6964"/>
                </a:lnTo>
                <a:lnTo>
                  <a:pt x="24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091964" y="3568933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383"/>
                </a:lnTo>
                <a:lnTo>
                  <a:pt x="6952" y="31363"/>
                </a:lnTo>
                <a:lnTo>
                  <a:pt x="24335" y="31363"/>
                </a:lnTo>
                <a:lnTo>
                  <a:pt x="31287" y="24383"/>
                </a:lnTo>
                <a:lnTo>
                  <a:pt x="31287" y="6979"/>
                </a:lnTo>
                <a:lnTo>
                  <a:pt x="24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264093" y="327086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383"/>
                </a:lnTo>
                <a:lnTo>
                  <a:pt x="6952" y="31363"/>
                </a:lnTo>
                <a:lnTo>
                  <a:pt x="24335" y="31363"/>
                </a:lnTo>
                <a:lnTo>
                  <a:pt x="31299" y="24383"/>
                </a:lnTo>
                <a:lnTo>
                  <a:pt x="31299" y="6979"/>
                </a:lnTo>
                <a:lnTo>
                  <a:pt x="2433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436220" y="307476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47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414"/>
                </a:lnTo>
                <a:lnTo>
                  <a:pt x="6952" y="31394"/>
                </a:lnTo>
                <a:lnTo>
                  <a:pt x="24347" y="31394"/>
                </a:lnTo>
                <a:lnTo>
                  <a:pt x="31302" y="24414"/>
                </a:lnTo>
                <a:lnTo>
                  <a:pt x="31302" y="6979"/>
                </a:lnTo>
                <a:lnTo>
                  <a:pt x="2434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600526" y="297280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50" y="0"/>
                </a:moveTo>
                <a:lnTo>
                  <a:pt x="6955" y="0"/>
                </a:lnTo>
                <a:lnTo>
                  <a:pt x="0" y="6979"/>
                </a:lnTo>
                <a:lnTo>
                  <a:pt x="0" y="24414"/>
                </a:lnTo>
                <a:lnTo>
                  <a:pt x="6955" y="31363"/>
                </a:lnTo>
                <a:lnTo>
                  <a:pt x="24350" y="31363"/>
                </a:lnTo>
                <a:lnTo>
                  <a:pt x="31302" y="24414"/>
                </a:lnTo>
                <a:lnTo>
                  <a:pt x="31302" y="6979"/>
                </a:lnTo>
                <a:lnTo>
                  <a:pt x="2435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772655" y="288651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47" y="0"/>
                </a:moveTo>
                <a:lnTo>
                  <a:pt x="6964" y="0"/>
                </a:lnTo>
                <a:lnTo>
                  <a:pt x="0" y="6979"/>
                </a:lnTo>
                <a:lnTo>
                  <a:pt x="0" y="24414"/>
                </a:lnTo>
                <a:lnTo>
                  <a:pt x="6964" y="31363"/>
                </a:lnTo>
                <a:lnTo>
                  <a:pt x="24347" y="31363"/>
                </a:lnTo>
                <a:lnTo>
                  <a:pt x="31302" y="24414"/>
                </a:lnTo>
                <a:lnTo>
                  <a:pt x="31302" y="6979"/>
                </a:lnTo>
                <a:lnTo>
                  <a:pt x="2434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45249" y="504357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8" y="0"/>
                </a:moveTo>
                <a:lnTo>
                  <a:pt x="6955" y="0"/>
                </a:lnTo>
                <a:lnTo>
                  <a:pt x="0" y="6964"/>
                </a:lnTo>
                <a:lnTo>
                  <a:pt x="0" y="24396"/>
                </a:lnTo>
                <a:lnTo>
                  <a:pt x="6955" y="31373"/>
                </a:lnTo>
                <a:lnTo>
                  <a:pt x="24338" y="31373"/>
                </a:lnTo>
                <a:lnTo>
                  <a:pt x="31290" y="24396"/>
                </a:lnTo>
                <a:lnTo>
                  <a:pt x="31290" y="6964"/>
                </a:lnTo>
                <a:lnTo>
                  <a:pt x="243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215664" y="497296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6"/>
                </a:lnTo>
                <a:lnTo>
                  <a:pt x="0" y="24408"/>
                </a:lnTo>
                <a:lnTo>
                  <a:pt x="6952" y="31385"/>
                </a:lnTo>
                <a:lnTo>
                  <a:pt x="24335" y="31385"/>
                </a:lnTo>
                <a:lnTo>
                  <a:pt x="31287" y="24408"/>
                </a:lnTo>
                <a:lnTo>
                  <a:pt x="31287" y="6976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78255" y="490237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6"/>
                </a:lnTo>
                <a:lnTo>
                  <a:pt x="0" y="24405"/>
                </a:lnTo>
                <a:lnTo>
                  <a:pt x="6952" y="31373"/>
                </a:lnTo>
                <a:lnTo>
                  <a:pt x="24335" y="31373"/>
                </a:lnTo>
                <a:lnTo>
                  <a:pt x="31302" y="24405"/>
                </a:lnTo>
                <a:lnTo>
                  <a:pt x="31302" y="6976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419093" y="469843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408"/>
                </a:lnTo>
                <a:lnTo>
                  <a:pt x="6952" y="31385"/>
                </a:lnTo>
                <a:lnTo>
                  <a:pt x="24335" y="31385"/>
                </a:lnTo>
                <a:lnTo>
                  <a:pt x="31290" y="24408"/>
                </a:lnTo>
                <a:lnTo>
                  <a:pt x="31290" y="6979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583399" y="447096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8" y="0"/>
                </a:moveTo>
                <a:lnTo>
                  <a:pt x="6955" y="0"/>
                </a:lnTo>
                <a:lnTo>
                  <a:pt x="0" y="6976"/>
                </a:lnTo>
                <a:lnTo>
                  <a:pt x="0" y="24405"/>
                </a:lnTo>
                <a:lnTo>
                  <a:pt x="6955" y="31382"/>
                </a:lnTo>
                <a:lnTo>
                  <a:pt x="24338" y="31382"/>
                </a:lnTo>
                <a:lnTo>
                  <a:pt x="31290" y="24405"/>
                </a:lnTo>
                <a:lnTo>
                  <a:pt x="31290" y="6976"/>
                </a:lnTo>
                <a:lnTo>
                  <a:pt x="243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755529" y="4172901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408"/>
                </a:lnTo>
                <a:lnTo>
                  <a:pt x="6952" y="31373"/>
                </a:lnTo>
                <a:lnTo>
                  <a:pt x="24335" y="31373"/>
                </a:lnTo>
                <a:lnTo>
                  <a:pt x="31290" y="24408"/>
                </a:lnTo>
                <a:lnTo>
                  <a:pt x="31290" y="6979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927658" y="3851303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6"/>
                </a:lnTo>
                <a:lnTo>
                  <a:pt x="0" y="24408"/>
                </a:lnTo>
                <a:lnTo>
                  <a:pt x="6952" y="31385"/>
                </a:lnTo>
                <a:lnTo>
                  <a:pt x="24335" y="31385"/>
                </a:lnTo>
                <a:lnTo>
                  <a:pt x="31287" y="24408"/>
                </a:lnTo>
                <a:lnTo>
                  <a:pt x="31287" y="6976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091964" y="351400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414"/>
                </a:lnTo>
                <a:lnTo>
                  <a:pt x="6952" y="31394"/>
                </a:lnTo>
                <a:lnTo>
                  <a:pt x="24335" y="31394"/>
                </a:lnTo>
                <a:lnTo>
                  <a:pt x="31287" y="24414"/>
                </a:lnTo>
                <a:lnTo>
                  <a:pt x="31287" y="6979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264093" y="3294400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5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383"/>
                </a:lnTo>
                <a:lnTo>
                  <a:pt x="6952" y="31363"/>
                </a:lnTo>
                <a:lnTo>
                  <a:pt x="24335" y="31363"/>
                </a:lnTo>
                <a:lnTo>
                  <a:pt x="31299" y="24383"/>
                </a:lnTo>
                <a:lnTo>
                  <a:pt x="31299" y="6979"/>
                </a:lnTo>
                <a:lnTo>
                  <a:pt x="243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436220" y="309045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47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414"/>
                </a:lnTo>
                <a:lnTo>
                  <a:pt x="6952" y="31363"/>
                </a:lnTo>
                <a:lnTo>
                  <a:pt x="24347" y="31363"/>
                </a:lnTo>
                <a:lnTo>
                  <a:pt x="31302" y="24414"/>
                </a:lnTo>
                <a:lnTo>
                  <a:pt x="31302" y="6979"/>
                </a:lnTo>
                <a:lnTo>
                  <a:pt x="243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600526" y="2964942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50" y="0"/>
                </a:moveTo>
                <a:lnTo>
                  <a:pt x="6955" y="0"/>
                </a:lnTo>
                <a:lnTo>
                  <a:pt x="0" y="6979"/>
                </a:lnTo>
                <a:lnTo>
                  <a:pt x="0" y="24414"/>
                </a:lnTo>
                <a:lnTo>
                  <a:pt x="6955" y="31394"/>
                </a:lnTo>
                <a:lnTo>
                  <a:pt x="24350" y="31394"/>
                </a:lnTo>
                <a:lnTo>
                  <a:pt x="31302" y="24414"/>
                </a:lnTo>
                <a:lnTo>
                  <a:pt x="31302" y="6979"/>
                </a:lnTo>
                <a:lnTo>
                  <a:pt x="243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772655" y="2902214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47" y="0"/>
                </a:moveTo>
                <a:lnTo>
                  <a:pt x="6964" y="0"/>
                </a:lnTo>
                <a:lnTo>
                  <a:pt x="0" y="6979"/>
                </a:lnTo>
                <a:lnTo>
                  <a:pt x="0" y="24383"/>
                </a:lnTo>
                <a:lnTo>
                  <a:pt x="6964" y="31363"/>
                </a:lnTo>
                <a:lnTo>
                  <a:pt x="24347" y="31363"/>
                </a:lnTo>
                <a:lnTo>
                  <a:pt x="31302" y="24383"/>
                </a:lnTo>
                <a:lnTo>
                  <a:pt x="31302" y="6979"/>
                </a:lnTo>
                <a:lnTo>
                  <a:pt x="243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936961" y="2847289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50" y="0"/>
                </a:moveTo>
                <a:lnTo>
                  <a:pt x="6964" y="0"/>
                </a:lnTo>
                <a:lnTo>
                  <a:pt x="0" y="6979"/>
                </a:lnTo>
                <a:lnTo>
                  <a:pt x="0" y="24414"/>
                </a:lnTo>
                <a:lnTo>
                  <a:pt x="6964" y="31394"/>
                </a:lnTo>
                <a:lnTo>
                  <a:pt x="24350" y="31394"/>
                </a:lnTo>
                <a:lnTo>
                  <a:pt x="31302" y="24414"/>
                </a:lnTo>
                <a:lnTo>
                  <a:pt x="31302" y="6979"/>
                </a:lnTo>
                <a:lnTo>
                  <a:pt x="243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2040142" y="5277635"/>
            <a:ext cx="815975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344170" algn="l"/>
                <a:tab pos="680085" algn="l"/>
              </a:tabLst>
            </a:pPr>
            <a:r>
              <a:rPr sz="800" spc="-15" dirty="0">
                <a:latin typeface="Arial"/>
                <a:cs typeface="Arial"/>
              </a:rPr>
              <a:t>4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5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60</a:t>
            </a:r>
            <a:endParaRPr sz="800">
              <a:latin typeface="Arial"/>
              <a:cs typeface="Arial"/>
            </a:endParaRPr>
          </a:p>
          <a:p>
            <a:pPr marR="12700" algn="ctr">
              <a:lnSpc>
                <a:spcPct val="100000"/>
              </a:lnSpc>
              <a:spcBef>
                <a:spcPts val="90"/>
              </a:spcBef>
            </a:pPr>
            <a:r>
              <a:rPr sz="800" spc="-15" dirty="0">
                <a:latin typeface="Arial"/>
                <a:cs typeface="Arial"/>
              </a:rPr>
              <a:t>pe</a:t>
            </a:r>
            <a:r>
              <a:rPr sz="800" spc="-25" dirty="0">
                <a:latin typeface="Arial"/>
                <a:cs typeface="Arial"/>
              </a:rPr>
              <a:t>r</a:t>
            </a:r>
            <a:r>
              <a:rPr sz="800" spc="30" dirty="0">
                <a:latin typeface="Arial"/>
                <a:cs typeface="Arial"/>
              </a:rPr>
              <a:t>c</a:t>
            </a:r>
            <a:r>
              <a:rPr sz="800" spc="-15" dirty="0">
                <a:latin typeface="Arial"/>
                <a:cs typeface="Arial"/>
              </a:rPr>
              <a:t>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057286" y="5277623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70</a:t>
            </a:r>
            <a:endParaRPr sz="8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393722" y="5277623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80</a:t>
            </a:r>
            <a:endParaRPr sz="8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737968" y="5277623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90</a:t>
            </a:r>
            <a:endParaRPr sz="8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050947" y="5277610"/>
            <a:ext cx="18986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100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55277" y="5183478"/>
            <a:ext cx="8255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90970" y="4736374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1000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90970" y="4289283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2000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90970" y="3850014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3000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490970" y="3402911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4000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90970" y="2955820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5000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90970" y="2508716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6000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523759" y="2345192"/>
            <a:ext cx="1829435" cy="174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25" dirty="0">
                <a:latin typeface="Arial"/>
                <a:cs typeface="Arial"/>
              </a:rPr>
              <a:t>V</a:t>
            </a:r>
            <a:r>
              <a:rPr sz="1150" spc="30" dirty="0">
                <a:latin typeface="Arial"/>
                <a:cs typeface="Arial"/>
              </a:rPr>
              <a:t>e</a:t>
            </a:r>
            <a:r>
              <a:rPr sz="1150" spc="-35" dirty="0">
                <a:latin typeface="Arial"/>
                <a:cs typeface="Arial"/>
              </a:rPr>
              <a:t>n</a:t>
            </a:r>
            <a:r>
              <a:rPr sz="1150" spc="-20" dirty="0">
                <a:latin typeface="Arial"/>
                <a:cs typeface="Arial"/>
              </a:rPr>
              <a:t>t</a:t>
            </a:r>
            <a:r>
              <a:rPr sz="1150" spc="-15" dirty="0">
                <a:latin typeface="Arial"/>
                <a:cs typeface="Arial"/>
              </a:rPr>
              <a:t>il</a:t>
            </a:r>
            <a:r>
              <a:rPr sz="1150" spc="-35" dirty="0">
                <a:latin typeface="Arial"/>
                <a:cs typeface="Arial"/>
              </a:rPr>
              <a:t>a</a:t>
            </a:r>
            <a:r>
              <a:rPr sz="1150" spc="-20" dirty="0">
                <a:latin typeface="Arial"/>
                <a:cs typeface="Arial"/>
              </a:rPr>
              <a:t>t</a:t>
            </a:r>
            <a:r>
              <a:rPr sz="1150" spc="-15" dirty="0">
                <a:latin typeface="Arial"/>
                <a:cs typeface="Arial"/>
              </a:rPr>
              <a:t>i</a:t>
            </a:r>
            <a:r>
              <a:rPr sz="1150" spc="30" dirty="0">
                <a:latin typeface="Arial"/>
                <a:cs typeface="Arial"/>
              </a:rPr>
              <a:t>o</a:t>
            </a:r>
            <a:r>
              <a:rPr sz="1150" spc="5" dirty="0">
                <a:latin typeface="Arial"/>
                <a:cs typeface="Arial"/>
              </a:rPr>
              <a:t>n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20" dirty="0">
                <a:latin typeface="Arial"/>
                <a:cs typeface="Arial"/>
              </a:rPr>
              <a:t>R</a:t>
            </a:r>
            <a:r>
              <a:rPr sz="1150" spc="-35" dirty="0">
                <a:latin typeface="Arial"/>
                <a:cs typeface="Arial"/>
              </a:rPr>
              <a:t>a</a:t>
            </a:r>
            <a:r>
              <a:rPr sz="1150" spc="-20" dirty="0">
                <a:latin typeface="Arial"/>
                <a:cs typeface="Arial"/>
              </a:rPr>
              <a:t>t</a:t>
            </a:r>
            <a:r>
              <a:rPr sz="1150" spc="5" dirty="0">
                <a:latin typeface="Arial"/>
                <a:cs typeface="Arial"/>
              </a:rPr>
              <a:t>e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spc="-30" dirty="0">
                <a:latin typeface="Arial"/>
                <a:cs typeface="Arial"/>
              </a:rPr>
              <a:t>v</a:t>
            </a:r>
            <a:r>
              <a:rPr sz="1150" spc="35" dirty="0">
                <a:latin typeface="Arial"/>
                <a:cs typeface="Arial"/>
              </a:rPr>
              <a:t>s</a:t>
            </a:r>
            <a:r>
              <a:rPr sz="1150" dirty="0">
                <a:latin typeface="Arial"/>
                <a:cs typeface="Arial"/>
              </a:rPr>
              <a:t>.</a:t>
            </a:r>
            <a:r>
              <a:rPr sz="1150" dirty="0">
                <a:latin typeface="Times New Roman"/>
                <a:cs typeface="Times New Roman"/>
              </a:rPr>
              <a:t> </a:t>
            </a:r>
            <a:r>
              <a:rPr sz="1150" spc="25" dirty="0">
                <a:latin typeface="Arial"/>
                <a:cs typeface="Arial"/>
              </a:rPr>
              <a:t>V</a:t>
            </a:r>
            <a:r>
              <a:rPr sz="1150" spc="30" dirty="0">
                <a:latin typeface="Arial"/>
                <a:cs typeface="Arial"/>
              </a:rPr>
              <a:t>o</a:t>
            </a:r>
            <a:r>
              <a:rPr sz="1150" spc="-15" dirty="0">
                <a:latin typeface="Arial"/>
                <a:cs typeface="Arial"/>
              </a:rPr>
              <a:t>l</a:t>
            </a:r>
            <a:r>
              <a:rPr sz="1150" spc="-20" dirty="0">
                <a:latin typeface="Arial"/>
                <a:cs typeface="Arial"/>
              </a:rPr>
              <a:t>t</a:t>
            </a:r>
            <a:r>
              <a:rPr sz="1150" spc="-35" dirty="0">
                <a:latin typeface="Arial"/>
                <a:cs typeface="Arial"/>
              </a:rPr>
              <a:t>a</a:t>
            </a:r>
            <a:r>
              <a:rPr sz="1150" spc="30" dirty="0">
                <a:latin typeface="Arial"/>
                <a:cs typeface="Arial"/>
              </a:rPr>
              <a:t>g</a:t>
            </a:r>
            <a:r>
              <a:rPr sz="1150" spc="5" dirty="0"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19515" y="3786635"/>
            <a:ext cx="153670" cy="2501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10" dirty="0">
                <a:latin typeface="Arial"/>
                <a:cs typeface="Arial"/>
              </a:rPr>
              <a:t>m</a:t>
            </a:r>
            <a:r>
              <a:rPr sz="975" spc="-15" baseline="25641" dirty="0">
                <a:latin typeface="Arial"/>
                <a:cs typeface="Arial"/>
              </a:rPr>
              <a:t>3</a:t>
            </a:r>
            <a:r>
              <a:rPr sz="800" spc="20" dirty="0">
                <a:latin typeface="Arial"/>
                <a:cs typeface="Arial"/>
              </a:rPr>
              <a:t>/h</a:t>
            </a:r>
            <a:endParaRPr sz="80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015209" y="281592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38" y="0"/>
                </a:moveTo>
                <a:lnTo>
                  <a:pt x="6952" y="0"/>
                </a:lnTo>
                <a:lnTo>
                  <a:pt x="0" y="6979"/>
                </a:lnTo>
                <a:lnTo>
                  <a:pt x="0" y="24414"/>
                </a:lnTo>
                <a:lnTo>
                  <a:pt x="6952" y="31394"/>
                </a:lnTo>
                <a:lnTo>
                  <a:pt x="24338" y="31394"/>
                </a:lnTo>
                <a:lnTo>
                  <a:pt x="31290" y="24414"/>
                </a:lnTo>
                <a:lnTo>
                  <a:pt x="31290" y="6979"/>
                </a:lnTo>
                <a:lnTo>
                  <a:pt x="243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179521" y="2792394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23" y="0"/>
                </a:moveTo>
                <a:lnTo>
                  <a:pt x="6949" y="0"/>
                </a:lnTo>
                <a:lnTo>
                  <a:pt x="0" y="6979"/>
                </a:lnTo>
                <a:lnTo>
                  <a:pt x="0" y="24414"/>
                </a:lnTo>
                <a:lnTo>
                  <a:pt x="6949" y="31394"/>
                </a:lnTo>
                <a:lnTo>
                  <a:pt x="24323" y="31394"/>
                </a:lnTo>
                <a:lnTo>
                  <a:pt x="31272" y="24414"/>
                </a:lnTo>
                <a:lnTo>
                  <a:pt x="31272" y="6979"/>
                </a:lnTo>
                <a:lnTo>
                  <a:pt x="243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359475" y="277672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23" y="0"/>
                </a:moveTo>
                <a:lnTo>
                  <a:pt x="6949" y="0"/>
                </a:lnTo>
                <a:lnTo>
                  <a:pt x="0" y="6979"/>
                </a:lnTo>
                <a:lnTo>
                  <a:pt x="0" y="24383"/>
                </a:lnTo>
                <a:lnTo>
                  <a:pt x="6949" y="31363"/>
                </a:lnTo>
                <a:lnTo>
                  <a:pt x="24323" y="31363"/>
                </a:lnTo>
                <a:lnTo>
                  <a:pt x="31302" y="24383"/>
                </a:lnTo>
                <a:lnTo>
                  <a:pt x="31302" y="6979"/>
                </a:lnTo>
                <a:lnTo>
                  <a:pt x="243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531595" y="2776728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353" y="0"/>
                </a:moveTo>
                <a:lnTo>
                  <a:pt x="6949" y="0"/>
                </a:lnTo>
                <a:lnTo>
                  <a:pt x="0" y="6979"/>
                </a:lnTo>
                <a:lnTo>
                  <a:pt x="0" y="24383"/>
                </a:lnTo>
                <a:lnTo>
                  <a:pt x="6949" y="31363"/>
                </a:lnTo>
                <a:lnTo>
                  <a:pt x="24353" y="31363"/>
                </a:lnTo>
                <a:lnTo>
                  <a:pt x="31302" y="24383"/>
                </a:lnTo>
                <a:lnTo>
                  <a:pt x="31302" y="6979"/>
                </a:lnTo>
                <a:lnTo>
                  <a:pt x="243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54035" y="2784566"/>
            <a:ext cx="3388360" cy="2392680"/>
          </a:xfrm>
          <a:custGeom>
            <a:avLst/>
            <a:gdLst/>
            <a:ahLst/>
            <a:cxnLst/>
            <a:rect l="l" t="t" r="r" b="b"/>
            <a:pathLst>
              <a:path w="3388360" h="2392679">
                <a:moveTo>
                  <a:pt x="1" y="2392350"/>
                </a:moveTo>
                <a:lnTo>
                  <a:pt x="31303" y="2392350"/>
                </a:lnTo>
                <a:lnTo>
                  <a:pt x="70427" y="2384504"/>
                </a:lnTo>
                <a:lnTo>
                  <a:pt x="101715" y="2368824"/>
                </a:lnTo>
                <a:lnTo>
                  <a:pt x="133018" y="2360977"/>
                </a:lnTo>
                <a:lnTo>
                  <a:pt x="172142" y="2353131"/>
                </a:lnTo>
                <a:lnTo>
                  <a:pt x="203430" y="2337451"/>
                </a:lnTo>
                <a:lnTo>
                  <a:pt x="234733" y="2329605"/>
                </a:lnTo>
                <a:lnTo>
                  <a:pt x="273845" y="2313912"/>
                </a:lnTo>
                <a:lnTo>
                  <a:pt x="305145" y="2298232"/>
                </a:lnTo>
                <a:lnTo>
                  <a:pt x="336448" y="2282540"/>
                </a:lnTo>
                <a:lnTo>
                  <a:pt x="375560" y="2259013"/>
                </a:lnTo>
                <a:lnTo>
                  <a:pt x="406860" y="2243321"/>
                </a:lnTo>
                <a:lnTo>
                  <a:pt x="438151" y="2219795"/>
                </a:lnTo>
                <a:lnTo>
                  <a:pt x="477275" y="2196256"/>
                </a:lnTo>
                <a:lnTo>
                  <a:pt x="508575" y="2164883"/>
                </a:lnTo>
                <a:lnTo>
                  <a:pt x="539866" y="2133508"/>
                </a:lnTo>
                <a:lnTo>
                  <a:pt x="578990" y="2102135"/>
                </a:lnTo>
                <a:lnTo>
                  <a:pt x="610290" y="2070762"/>
                </a:lnTo>
                <a:lnTo>
                  <a:pt x="641581" y="2031544"/>
                </a:lnTo>
                <a:lnTo>
                  <a:pt x="680705" y="1992325"/>
                </a:lnTo>
                <a:lnTo>
                  <a:pt x="711996" y="1945260"/>
                </a:lnTo>
                <a:lnTo>
                  <a:pt x="743296" y="1898195"/>
                </a:lnTo>
                <a:lnTo>
                  <a:pt x="782420" y="1851130"/>
                </a:lnTo>
                <a:lnTo>
                  <a:pt x="813711" y="1796231"/>
                </a:lnTo>
                <a:lnTo>
                  <a:pt x="845011" y="1741320"/>
                </a:lnTo>
                <a:lnTo>
                  <a:pt x="884135" y="1678574"/>
                </a:lnTo>
                <a:lnTo>
                  <a:pt x="915426" y="1623663"/>
                </a:lnTo>
                <a:lnTo>
                  <a:pt x="946727" y="1560915"/>
                </a:lnTo>
                <a:lnTo>
                  <a:pt x="985838" y="1490323"/>
                </a:lnTo>
                <a:lnTo>
                  <a:pt x="1017141" y="1427578"/>
                </a:lnTo>
                <a:lnTo>
                  <a:pt x="1048442" y="1356975"/>
                </a:lnTo>
                <a:lnTo>
                  <a:pt x="1087553" y="1294229"/>
                </a:lnTo>
                <a:lnTo>
                  <a:pt x="1118857" y="1223638"/>
                </a:lnTo>
                <a:lnTo>
                  <a:pt x="1150145" y="1153047"/>
                </a:lnTo>
                <a:lnTo>
                  <a:pt x="1189268" y="1082455"/>
                </a:lnTo>
                <a:lnTo>
                  <a:pt x="1220572" y="1019701"/>
                </a:lnTo>
                <a:lnTo>
                  <a:pt x="1251860" y="949112"/>
                </a:lnTo>
                <a:lnTo>
                  <a:pt x="1290984" y="886367"/>
                </a:lnTo>
                <a:lnTo>
                  <a:pt x="1322287" y="823591"/>
                </a:lnTo>
                <a:lnTo>
                  <a:pt x="1353575" y="760846"/>
                </a:lnTo>
                <a:lnTo>
                  <a:pt x="1392699" y="705944"/>
                </a:lnTo>
                <a:lnTo>
                  <a:pt x="1423990" y="651042"/>
                </a:lnTo>
                <a:lnTo>
                  <a:pt x="1455290" y="596140"/>
                </a:lnTo>
                <a:lnTo>
                  <a:pt x="1494414" y="549081"/>
                </a:lnTo>
                <a:lnTo>
                  <a:pt x="1525705" y="502022"/>
                </a:lnTo>
                <a:lnTo>
                  <a:pt x="1557005" y="462806"/>
                </a:lnTo>
                <a:lnTo>
                  <a:pt x="1596129" y="415717"/>
                </a:lnTo>
                <a:lnTo>
                  <a:pt x="1627420" y="384344"/>
                </a:lnTo>
                <a:lnTo>
                  <a:pt x="1658720" y="345129"/>
                </a:lnTo>
                <a:lnTo>
                  <a:pt x="1697832" y="313756"/>
                </a:lnTo>
                <a:lnTo>
                  <a:pt x="1729135" y="282383"/>
                </a:lnTo>
                <a:lnTo>
                  <a:pt x="1760435" y="258854"/>
                </a:lnTo>
                <a:lnTo>
                  <a:pt x="1791726" y="235325"/>
                </a:lnTo>
                <a:lnTo>
                  <a:pt x="1830850" y="211795"/>
                </a:lnTo>
                <a:lnTo>
                  <a:pt x="1862138" y="188266"/>
                </a:lnTo>
                <a:lnTo>
                  <a:pt x="1893442" y="172579"/>
                </a:lnTo>
                <a:lnTo>
                  <a:pt x="1932565" y="156893"/>
                </a:lnTo>
                <a:lnTo>
                  <a:pt x="1963853" y="141207"/>
                </a:lnTo>
                <a:lnTo>
                  <a:pt x="1995157" y="125520"/>
                </a:lnTo>
                <a:lnTo>
                  <a:pt x="2034280" y="109834"/>
                </a:lnTo>
                <a:lnTo>
                  <a:pt x="2065568" y="101991"/>
                </a:lnTo>
                <a:lnTo>
                  <a:pt x="2096872" y="86305"/>
                </a:lnTo>
                <a:lnTo>
                  <a:pt x="2135983" y="78462"/>
                </a:lnTo>
                <a:lnTo>
                  <a:pt x="2167284" y="70618"/>
                </a:lnTo>
                <a:lnTo>
                  <a:pt x="2198587" y="62745"/>
                </a:lnTo>
                <a:lnTo>
                  <a:pt x="2237698" y="54932"/>
                </a:lnTo>
                <a:lnTo>
                  <a:pt x="2268999" y="47089"/>
                </a:lnTo>
                <a:lnTo>
                  <a:pt x="2300281" y="47089"/>
                </a:lnTo>
                <a:lnTo>
                  <a:pt x="2339398" y="39246"/>
                </a:lnTo>
                <a:lnTo>
                  <a:pt x="2370723" y="39246"/>
                </a:lnTo>
                <a:lnTo>
                  <a:pt x="2402017" y="31372"/>
                </a:lnTo>
                <a:lnTo>
                  <a:pt x="2441135" y="31372"/>
                </a:lnTo>
                <a:lnTo>
                  <a:pt x="2472429" y="23529"/>
                </a:lnTo>
                <a:lnTo>
                  <a:pt x="2503723" y="23529"/>
                </a:lnTo>
                <a:lnTo>
                  <a:pt x="2542841" y="23529"/>
                </a:lnTo>
                <a:lnTo>
                  <a:pt x="2574135" y="15716"/>
                </a:lnTo>
                <a:lnTo>
                  <a:pt x="2605429" y="15716"/>
                </a:lnTo>
                <a:lnTo>
                  <a:pt x="2644547" y="15716"/>
                </a:lnTo>
                <a:lnTo>
                  <a:pt x="2675841" y="15716"/>
                </a:lnTo>
                <a:lnTo>
                  <a:pt x="2707135" y="7873"/>
                </a:lnTo>
                <a:lnTo>
                  <a:pt x="2746283" y="7873"/>
                </a:lnTo>
                <a:lnTo>
                  <a:pt x="2949695" y="7873"/>
                </a:lnTo>
                <a:lnTo>
                  <a:pt x="2980989" y="0"/>
                </a:lnTo>
                <a:lnTo>
                  <a:pt x="3356549" y="0"/>
                </a:lnTo>
                <a:lnTo>
                  <a:pt x="3387844" y="0"/>
                </a:lnTo>
              </a:path>
            </a:pathLst>
          </a:custGeom>
          <a:ln w="78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310389" y="2585722"/>
            <a:ext cx="4381500" cy="3286760"/>
          </a:xfrm>
          <a:custGeom>
            <a:avLst/>
            <a:gdLst/>
            <a:ahLst/>
            <a:cxnLst/>
            <a:rect l="l" t="t" r="r" b="b"/>
            <a:pathLst>
              <a:path w="4381500" h="3286760">
                <a:moveTo>
                  <a:pt x="0" y="3286749"/>
                </a:moveTo>
                <a:lnTo>
                  <a:pt x="4381499" y="3286749"/>
                </a:lnTo>
                <a:lnTo>
                  <a:pt x="4381499" y="0"/>
                </a:lnTo>
                <a:lnTo>
                  <a:pt x="0" y="0"/>
                </a:lnTo>
                <a:lnTo>
                  <a:pt x="0" y="3286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881524" y="2836142"/>
            <a:ext cx="3388360" cy="1119505"/>
          </a:xfrm>
          <a:custGeom>
            <a:avLst/>
            <a:gdLst/>
            <a:ahLst/>
            <a:cxnLst/>
            <a:rect l="l" t="t" r="r" b="b"/>
            <a:pathLst>
              <a:path w="3388359" h="1119504">
                <a:moveTo>
                  <a:pt x="0" y="1119067"/>
                </a:moveTo>
                <a:lnTo>
                  <a:pt x="3387851" y="1119067"/>
                </a:lnTo>
                <a:lnTo>
                  <a:pt x="3387851" y="0"/>
                </a:lnTo>
                <a:lnTo>
                  <a:pt x="0" y="0"/>
                </a:lnTo>
                <a:lnTo>
                  <a:pt x="0" y="11190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881538" y="2836127"/>
            <a:ext cx="3388360" cy="1119505"/>
          </a:xfrm>
          <a:custGeom>
            <a:avLst/>
            <a:gdLst/>
            <a:ahLst/>
            <a:cxnLst/>
            <a:rect l="l" t="t" r="r" b="b"/>
            <a:pathLst>
              <a:path w="3388359" h="1119504">
                <a:moveTo>
                  <a:pt x="0" y="0"/>
                </a:moveTo>
                <a:lnTo>
                  <a:pt x="3387828" y="0"/>
                </a:lnTo>
                <a:lnTo>
                  <a:pt x="3387828" y="1119072"/>
                </a:lnTo>
                <a:lnTo>
                  <a:pt x="0" y="1119072"/>
                </a:lnTo>
                <a:lnTo>
                  <a:pt x="0" y="0"/>
                </a:lnTo>
                <a:close/>
              </a:path>
            </a:pathLst>
          </a:custGeom>
          <a:ln w="78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269366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269366" y="3955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269366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881538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269366" y="3955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4881538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4881538" y="39238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881538" y="28674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538775" y="392388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5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538775" y="39238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538775" y="28361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06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538775" y="28674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195983" y="392388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5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195983" y="39238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195983" y="28361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06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195983" y="28674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861022" y="392388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5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861022" y="39238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861022" y="28361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06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861022" y="28674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518259" y="392388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5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518259" y="39238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518259" y="28361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06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7518259" y="28674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175497" y="3923884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5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175497" y="39238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175497" y="283612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06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175497" y="28674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 txBox="1"/>
          <p:nvPr/>
        </p:nvSpPr>
        <p:spPr>
          <a:xfrm>
            <a:off x="4845371" y="3993093"/>
            <a:ext cx="342900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8175" algn="l"/>
                <a:tab pos="1271905" algn="l"/>
                <a:tab pos="1937385" algn="l"/>
                <a:tab pos="2594610" algn="l"/>
                <a:tab pos="3251835" algn="l"/>
              </a:tabLst>
            </a:pP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5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10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15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20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250</a:t>
            </a:r>
            <a:endParaRPr sz="800">
              <a:latin typeface="Arial"/>
              <a:cs typeface="Arial"/>
            </a:endParaRPr>
          </a:p>
        </p:txBody>
      </p:sp>
      <p:sp>
        <p:nvSpPr>
          <p:cNvPr id="165" name="object 165"/>
          <p:cNvSpPr/>
          <p:nvPr/>
        </p:nvSpPr>
        <p:spPr>
          <a:xfrm>
            <a:off x="4912838" y="3955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238066" y="3955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 txBox="1"/>
          <p:nvPr/>
        </p:nvSpPr>
        <p:spPr>
          <a:xfrm>
            <a:off x="4782773" y="3899189"/>
            <a:ext cx="8255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4881538" y="3610854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4912838" y="36108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238066" y="3610854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238066" y="36108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4618473" y="3554866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2000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4881538" y="3266548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4912838" y="32665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238066" y="3266548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9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238066" y="32665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4618473" y="3210531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4000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4881538" y="2922211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4912838" y="29222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238097" y="2922211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6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238097" y="29222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 txBox="1"/>
          <p:nvPr/>
        </p:nvSpPr>
        <p:spPr>
          <a:xfrm>
            <a:off x="4618473" y="2866208"/>
            <a:ext cx="24447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6000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83" name="object 183"/>
          <p:cNvSpPr/>
          <p:nvPr/>
        </p:nvSpPr>
        <p:spPr>
          <a:xfrm>
            <a:off x="8269366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269366" y="3955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269366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4881538" y="2836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4881538" y="3008295"/>
            <a:ext cx="3388360" cy="884555"/>
          </a:xfrm>
          <a:custGeom>
            <a:avLst/>
            <a:gdLst/>
            <a:ahLst/>
            <a:cxnLst/>
            <a:rect l="l" t="t" r="r" b="b"/>
            <a:pathLst>
              <a:path w="3388359" h="884554">
                <a:moveTo>
                  <a:pt x="0" y="594724"/>
                </a:moveTo>
                <a:lnTo>
                  <a:pt x="15634" y="602558"/>
                </a:lnTo>
                <a:lnTo>
                  <a:pt x="23467" y="602558"/>
                </a:lnTo>
                <a:lnTo>
                  <a:pt x="39132" y="602558"/>
                </a:lnTo>
                <a:lnTo>
                  <a:pt x="54767" y="602558"/>
                </a:lnTo>
                <a:lnTo>
                  <a:pt x="62599" y="610392"/>
                </a:lnTo>
                <a:lnTo>
                  <a:pt x="78234" y="610392"/>
                </a:lnTo>
                <a:lnTo>
                  <a:pt x="93899" y="602558"/>
                </a:lnTo>
                <a:lnTo>
                  <a:pt x="101701" y="594724"/>
                </a:lnTo>
                <a:lnTo>
                  <a:pt x="117367" y="594724"/>
                </a:lnTo>
                <a:lnTo>
                  <a:pt x="133001" y="594724"/>
                </a:lnTo>
                <a:lnTo>
                  <a:pt x="148667" y="594724"/>
                </a:lnTo>
                <a:lnTo>
                  <a:pt x="156469" y="586920"/>
                </a:lnTo>
                <a:lnTo>
                  <a:pt x="172134" y="579086"/>
                </a:lnTo>
                <a:lnTo>
                  <a:pt x="187769" y="438224"/>
                </a:lnTo>
                <a:lnTo>
                  <a:pt x="195601" y="281724"/>
                </a:lnTo>
                <a:lnTo>
                  <a:pt x="211236" y="164334"/>
                </a:lnTo>
                <a:lnTo>
                  <a:pt x="226901" y="125193"/>
                </a:lnTo>
                <a:lnTo>
                  <a:pt x="234703" y="109556"/>
                </a:lnTo>
                <a:lnTo>
                  <a:pt x="250368" y="109556"/>
                </a:lnTo>
                <a:lnTo>
                  <a:pt x="266034" y="86084"/>
                </a:lnTo>
                <a:lnTo>
                  <a:pt x="273836" y="78249"/>
                </a:lnTo>
                <a:lnTo>
                  <a:pt x="289501" y="70415"/>
                </a:lnTo>
                <a:lnTo>
                  <a:pt x="305136" y="62612"/>
                </a:lnTo>
                <a:lnTo>
                  <a:pt x="312968" y="54778"/>
                </a:lnTo>
                <a:lnTo>
                  <a:pt x="328603" y="54778"/>
                </a:lnTo>
                <a:lnTo>
                  <a:pt x="344268" y="46943"/>
                </a:lnTo>
                <a:lnTo>
                  <a:pt x="352101" y="39109"/>
                </a:lnTo>
                <a:lnTo>
                  <a:pt x="367736" y="39109"/>
                </a:lnTo>
                <a:lnTo>
                  <a:pt x="383370" y="31306"/>
                </a:lnTo>
                <a:lnTo>
                  <a:pt x="399035" y="31306"/>
                </a:lnTo>
                <a:lnTo>
                  <a:pt x="406868" y="23471"/>
                </a:lnTo>
                <a:lnTo>
                  <a:pt x="422503" y="23471"/>
                </a:lnTo>
                <a:lnTo>
                  <a:pt x="438137" y="31306"/>
                </a:lnTo>
                <a:lnTo>
                  <a:pt x="445970" y="23471"/>
                </a:lnTo>
                <a:lnTo>
                  <a:pt x="555505" y="23471"/>
                </a:lnTo>
                <a:lnTo>
                  <a:pt x="563337" y="15637"/>
                </a:lnTo>
                <a:lnTo>
                  <a:pt x="578972" y="15637"/>
                </a:lnTo>
                <a:lnTo>
                  <a:pt x="594637" y="7803"/>
                </a:lnTo>
                <a:lnTo>
                  <a:pt x="610272" y="7803"/>
                </a:lnTo>
                <a:lnTo>
                  <a:pt x="618104" y="15637"/>
                </a:lnTo>
                <a:lnTo>
                  <a:pt x="633770" y="15637"/>
                </a:lnTo>
                <a:lnTo>
                  <a:pt x="649404" y="7803"/>
                </a:lnTo>
                <a:lnTo>
                  <a:pt x="657237" y="15637"/>
                </a:lnTo>
                <a:lnTo>
                  <a:pt x="672872" y="7803"/>
                </a:lnTo>
                <a:lnTo>
                  <a:pt x="688537" y="23471"/>
                </a:lnTo>
                <a:lnTo>
                  <a:pt x="696339" y="23471"/>
                </a:lnTo>
                <a:lnTo>
                  <a:pt x="712004" y="15637"/>
                </a:lnTo>
                <a:lnTo>
                  <a:pt x="727639" y="15637"/>
                </a:lnTo>
                <a:lnTo>
                  <a:pt x="735472" y="15637"/>
                </a:lnTo>
                <a:lnTo>
                  <a:pt x="751106" y="15637"/>
                </a:lnTo>
                <a:lnTo>
                  <a:pt x="766771" y="7803"/>
                </a:lnTo>
                <a:lnTo>
                  <a:pt x="774574" y="7803"/>
                </a:lnTo>
                <a:lnTo>
                  <a:pt x="790239" y="15637"/>
                </a:lnTo>
                <a:lnTo>
                  <a:pt x="805873" y="7803"/>
                </a:lnTo>
                <a:lnTo>
                  <a:pt x="813706" y="7803"/>
                </a:lnTo>
                <a:lnTo>
                  <a:pt x="829341" y="15637"/>
                </a:lnTo>
                <a:lnTo>
                  <a:pt x="845006" y="7803"/>
                </a:lnTo>
                <a:lnTo>
                  <a:pt x="860641" y="15637"/>
                </a:lnTo>
                <a:lnTo>
                  <a:pt x="868473" y="15637"/>
                </a:lnTo>
                <a:lnTo>
                  <a:pt x="884108" y="15637"/>
                </a:lnTo>
                <a:lnTo>
                  <a:pt x="899773" y="15637"/>
                </a:lnTo>
                <a:lnTo>
                  <a:pt x="907606" y="0"/>
                </a:lnTo>
                <a:lnTo>
                  <a:pt x="923241" y="7803"/>
                </a:lnTo>
                <a:lnTo>
                  <a:pt x="938875" y="7803"/>
                </a:lnTo>
                <a:lnTo>
                  <a:pt x="946708" y="15637"/>
                </a:lnTo>
                <a:lnTo>
                  <a:pt x="962373" y="7803"/>
                </a:lnTo>
                <a:lnTo>
                  <a:pt x="978008" y="7803"/>
                </a:lnTo>
                <a:lnTo>
                  <a:pt x="985840" y="23471"/>
                </a:lnTo>
                <a:lnTo>
                  <a:pt x="1001475" y="86084"/>
                </a:lnTo>
                <a:lnTo>
                  <a:pt x="1017140" y="211278"/>
                </a:lnTo>
                <a:lnTo>
                  <a:pt x="1024973" y="399114"/>
                </a:lnTo>
                <a:lnTo>
                  <a:pt x="1040608" y="532142"/>
                </a:lnTo>
                <a:lnTo>
                  <a:pt x="1056242" y="586920"/>
                </a:lnTo>
                <a:lnTo>
                  <a:pt x="1064075" y="657366"/>
                </a:lnTo>
                <a:lnTo>
                  <a:pt x="1079740" y="696476"/>
                </a:lnTo>
                <a:lnTo>
                  <a:pt x="1095375" y="704310"/>
                </a:lnTo>
                <a:lnTo>
                  <a:pt x="1111010" y="696476"/>
                </a:lnTo>
                <a:lnTo>
                  <a:pt x="1118842" y="696476"/>
                </a:lnTo>
                <a:lnTo>
                  <a:pt x="1134507" y="696476"/>
                </a:lnTo>
                <a:lnTo>
                  <a:pt x="1150142" y="688642"/>
                </a:lnTo>
                <a:lnTo>
                  <a:pt x="1157975" y="688642"/>
                </a:lnTo>
                <a:lnTo>
                  <a:pt x="1173609" y="680808"/>
                </a:lnTo>
                <a:lnTo>
                  <a:pt x="1189275" y="680808"/>
                </a:lnTo>
                <a:lnTo>
                  <a:pt x="1197077" y="688642"/>
                </a:lnTo>
                <a:lnTo>
                  <a:pt x="1212742" y="688642"/>
                </a:lnTo>
                <a:lnTo>
                  <a:pt x="1275311" y="688642"/>
                </a:lnTo>
                <a:lnTo>
                  <a:pt x="1290977" y="696476"/>
                </a:lnTo>
                <a:lnTo>
                  <a:pt x="1306611" y="696476"/>
                </a:lnTo>
                <a:lnTo>
                  <a:pt x="1314444" y="688642"/>
                </a:lnTo>
                <a:lnTo>
                  <a:pt x="1330079" y="688642"/>
                </a:lnTo>
                <a:lnTo>
                  <a:pt x="1776080" y="688642"/>
                </a:lnTo>
                <a:lnTo>
                  <a:pt x="1791714" y="680808"/>
                </a:lnTo>
                <a:lnTo>
                  <a:pt x="1807380" y="586920"/>
                </a:lnTo>
                <a:lnTo>
                  <a:pt x="1823014" y="493002"/>
                </a:lnTo>
                <a:lnTo>
                  <a:pt x="1830847" y="438224"/>
                </a:lnTo>
                <a:lnTo>
                  <a:pt x="1846482" y="367808"/>
                </a:lnTo>
                <a:lnTo>
                  <a:pt x="1862147" y="352140"/>
                </a:lnTo>
                <a:lnTo>
                  <a:pt x="1869949" y="336502"/>
                </a:lnTo>
                <a:lnTo>
                  <a:pt x="1885614" y="336502"/>
                </a:lnTo>
                <a:lnTo>
                  <a:pt x="1901249" y="336502"/>
                </a:lnTo>
                <a:lnTo>
                  <a:pt x="1909081" y="328668"/>
                </a:lnTo>
                <a:lnTo>
                  <a:pt x="1924716" y="336502"/>
                </a:lnTo>
                <a:lnTo>
                  <a:pt x="1940381" y="336502"/>
                </a:lnTo>
                <a:lnTo>
                  <a:pt x="1948214" y="344336"/>
                </a:lnTo>
                <a:lnTo>
                  <a:pt x="1963849" y="344336"/>
                </a:lnTo>
                <a:lnTo>
                  <a:pt x="2042083" y="344336"/>
                </a:lnTo>
                <a:lnTo>
                  <a:pt x="2057749" y="336502"/>
                </a:lnTo>
                <a:lnTo>
                  <a:pt x="2073383" y="336502"/>
                </a:lnTo>
                <a:lnTo>
                  <a:pt x="2081216" y="344336"/>
                </a:lnTo>
                <a:lnTo>
                  <a:pt x="2096851" y="344336"/>
                </a:lnTo>
                <a:lnTo>
                  <a:pt x="2112516" y="352140"/>
                </a:lnTo>
                <a:lnTo>
                  <a:pt x="2120348" y="352140"/>
                </a:lnTo>
                <a:lnTo>
                  <a:pt x="2135983" y="352140"/>
                </a:lnTo>
                <a:lnTo>
                  <a:pt x="2151618" y="344336"/>
                </a:lnTo>
                <a:lnTo>
                  <a:pt x="2159450" y="344336"/>
                </a:lnTo>
                <a:lnTo>
                  <a:pt x="2175116" y="344336"/>
                </a:lnTo>
                <a:lnTo>
                  <a:pt x="2268985" y="344336"/>
                </a:lnTo>
                <a:lnTo>
                  <a:pt x="2276817" y="352140"/>
                </a:lnTo>
                <a:lnTo>
                  <a:pt x="2292452" y="352140"/>
                </a:lnTo>
                <a:lnTo>
                  <a:pt x="2308117" y="344336"/>
                </a:lnTo>
                <a:lnTo>
                  <a:pt x="2323752" y="336502"/>
                </a:lnTo>
                <a:lnTo>
                  <a:pt x="2331585" y="336502"/>
                </a:lnTo>
                <a:lnTo>
                  <a:pt x="2347219" y="336502"/>
                </a:lnTo>
                <a:lnTo>
                  <a:pt x="2362885" y="344336"/>
                </a:lnTo>
                <a:lnTo>
                  <a:pt x="2370687" y="352140"/>
                </a:lnTo>
                <a:lnTo>
                  <a:pt x="2386352" y="352140"/>
                </a:lnTo>
                <a:lnTo>
                  <a:pt x="2401987" y="344336"/>
                </a:lnTo>
                <a:lnTo>
                  <a:pt x="2409819" y="336502"/>
                </a:lnTo>
                <a:lnTo>
                  <a:pt x="2425454" y="336502"/>
                </a:lnTo>
                <a:lnTo>
                  <a:pt x="2441119" y="344336"/>
                </a:lnTo>
                <a:lnTo>
                  <a:pt x="2448952" y="352140"/>
                </a:lnTo>
                <a:lnTo>
                  <a:pt x="2464587" y="352140"/>
                </a:lnTo>
                <a:lnTo>
                  <a:pt x="2480221" y="344336"/>
                </a:lnTo>
                <a:lnTo>
                  <a:pt x="2488084" y="336502"/>
                </a:lnTo>
                <a:lnTo>
                  <a:pt x="2503719" y="336502"/>
                </a:lnTo>
                <a:lnTo>
                  <a:pt x="2519354" y="344336"/>
                </a:lnTo>
                <a:lnTo>
                  <a:pt x="2527186" y="352140"/>
                </a:lnTo>
                <a:lnTo>
                  <a:pt x="2542852" y="352140"/>
                </a:lnTo>
                <a:lnTo>
                  <a:pt x="2558486" y="344336"/>
                </a:lnTo>
                <a:lnTo>
                  <a:pt x="2574121" y="344336"/>
                </a:lnTo>
                <a:lnTo>
                  <a:pt x="2581954" y="344336"/>
                </a:lnTo>
                <a:lnTo>
                  <a:pt x="2597619" y="344336"/>
                </a:lnTo>
                <a:lnTo>
                  <a:pt x="2613254" y="399114"/>
                </a:lnTo>
                <a:lnTo>
                  <a:pt x="2621086" y="532142"/>
                </a:lnTo>
                <a:lnTo>
                  <a:pt x="2636721" y="586920"/>
                </a:lnTo>
                <a:lnTo>
                  <a:pt x="2652386" y="665170"/>
                </a:lnTo>
                <a:lnTo>
                  <a:pt x="2660188" y="704310"/>
                </a:lnTo>
                <a:lnTo>
                  <a:pt x="2675853" y="751254"/>
                </a:lnTo>
                <a:lnTo>
                  <a:pt x="2691488" y="790394"/>
                </a:lnTo>
                <a:lnTo>
                  <a:pt x="2699321" y="806038"/>
                </a:lnTo>
                <a:lnTo>
                  <a:pt x="2714955" y="813860"/>
                </a:lnTo>
                <a:lnTo>
                  <a:pt x="2730621" y="821685"/>
                </a:lnTo>
                <a:lnTo>
                  <a:pt x="2738423" y="790394"/>
                </a:lnTo>
                <a:lnTo>
                  <a:pt x="2754088" y="759088"/>
                </a:lnTo>
                <a:lnTo>
                  <a:pt x="2769723" y="743451"/>
                </a:lnTo>
                <a:lnTo>
                  <a:pt x="2777555" y="751254"/>
                </a:lnTo>
                <a:lnTo>
                  <a:pt x="2793190" y="766892"/>
                </a:lnTo>
                <a:lnTo>
                  <a:pt x="2808855" y="782560"/>
                </a:lnTo>
                <a:lnTo>
                  <a:pt x="2824490" y="798198"/>
                </a:lnTo>
                <a:lnTo>
                  <a:pt x="2832323" y="813860"/>
                </a:lnTo>
                <a:lnTo>
                  <a:pt x="2847957" y="821685"/>
                </a:lnTo>
                <a:lnTo>
                  <a:pt x="2863622" y="790394"/>
                </a:lnTo>
                <a:lnTo>
                  <a:pt x="2871455" y="759088"/>
                </a:lnTo>
                <a:lnTo>
                  <a:pt x="2887090" y="743451"/>
                </a:lnTo>
                <a:lnTo>
                  <a:pt x="2902755" y="751254"/>
                </a:lnTo>
                <a:lnTo>
                  <a:pt x="2910557" y="751254"/>
                </a:lnTo>
                <a:lnTo>
                  <a:pt x="2926222" y="759088"/>
                </a:lnTo>
                <a:lnTo>
                  <a:pt x="2941857" y="759088"/>
                </a:lnTo>
                <a:lnTo>
                  <a:pt x="2949690" y="790394"/>
                </a:lnTo>
                <a:lnTo>
                  <a:pt x="2965324" y="790394"/>
                </a:lnTo>
                <a:lnTo>
                  <a:pt x="2980990" y="798198"/>
                </a:lnTo>
                <a:lnTo>
                  <a:pt x="2988822" y="798198"/>
                </a:lnTo>
                <a:lnTo>
                  <a:pt x="3004457" y="798198"/>
                </a:lnTo>
                <a:lnTo>
                  <a:pt x="3020092" y="806038"/>
                </a:lnTo>
                <a:lnTo>
                  <a:pt x="3035757" y="813860"/>
                </a:lnTo>
                <a:lnTo>
                  <a:pt x="3043589" y="821685"/>
                </a:lnTo>
                <a:lnTo>
                  <a:pt x="3059224" y="829507"/>
                </a:lnTo>
                <a:lnTo>
                  <a:pt x="3074859" y="829507"/>
                </a:lnTo>
                <a:lnTo>
                  <a:pt x="3082691" y="798198"/>
                </a:lnTo>
                <a:lnTo>
                  <a:pt x="3098357" y="774726"/>
                </a:lnTo>
                <a:lnTo>
                  <a:pt x="3113991" y="774726"/>
                </a:lnTo>
                <a:lnTo>
                  <a:pt x="3121824" y="782560"/>
                </a:lnTo>
                <a:lnTo>
                  <a:pt x="3137459" y="790394"/>
                </a:lnTo>
                <a:lnTo>
                  <a:pt x="3153124" y="798198"/>
                </a:lnTo>
                <a:lnTo>
                  <a:pt x="3160926" y="806038"/>
                </a:lnTo>
                <a:lnTo>
                  <a:pt x="3176591" y="813860"/>
                </a:lnTo>
                <a:lnTo>
                  <a:pt x="3192226" y="813860"/>
                </a:lnTo>
                <a:lnTo>
                  <a:pt x="3200059" y="813860"/>
                </a:lnTo>
                <a:lnTo>
                  <a:pt x="3215693" y="813860"/>
                </a:lnTo>
                <a:lnTo>
                  <a:pt x="3231358" y="813860"/>
                </a:lnTo>
                <a:lnTo>
                  <a:pt x="3239161" y="829507"/>
                </a:lnTo>
                <a:lnTo>
                  <a:pt x="3254826" y="829507"/>
                </a:lnTo>
                <a:lnTo>
                  <a:pt x="3270491" y="837341"/>
                </a:lnTo>
                <a:lnTo>
                  <a:pt x="3286126" y="837341"/>
                </a:lnTo>
                <a:lnTo>
                  <a:pt x="3293958" y="813860"/>
                </a:lnTo>
                <a:lnTo>
                  <a:pt x="3309593" y="790394"/>
                </a:lnTo>
                <a:lnTo>
                  <a:pt x="3325258" y="806038"/>
                </a:lnTo>
                <a:lnTo>
                  <a:pt x="3333060" y="845163"/>
                </a:lnTo>
                <a:lnTo>
                  <a:pt x="3348726" y="876466"/>
                </a:lnTo>
                <a:lnTo>
                  <a:pt x="3364360" y="884288"/>
                </a:lnTo>
                <a:lnTo>
                  <a:pt x="3372193" y="876466"/>
                </a:lnTo>
                <a:lnTo>
                  <a:pt x="3387828" y="524308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4881538" y="3008295"/>
            <a:ext cx="3388360" cy="829944"/>
          </a:xfrm>
          <a:custGeom>
            <a:avLst/>
            <a:gdLst/>
            <a:ahLst/>
            <a:cxnLst/>
            <a:rect l="l" t="t" r="r" b="b"/>
            <a:pathLst>
              <a:path w="3388359" h="829945">
                <a:moveTo>
                  <a:pt x="0" y="602558"/>
                </a:moveTo>
                <a:lnTo>
                  <a:pt x="15634" y="602558"/>
                </a:lnTo>
                <a:lnTo>
                  <a:pt x="148667" y="602558"/>
                </a:lnTo>
                <a:lnTo>
                  <a:pt x="156469" y="0"/>
                </a:lnTo>
                <a:lnTo>
                  <a:pt x="962373" y="0"/>
                </a:lnTo>
                <a:lnTo>
                  <a:pt x="978008" y="688642"/>
                </a:lnTo>
                <a:lnTo>
                  <a:pt x="1768247" y="688642"/>
                </a:lnTo>
                <a:lnTo>
                  <a:pt x="1776080" y="344336"/>
                </a:lnTo>
                <a:lnTo>
                  <a:pt x="2581954" y="344336"/>
                </a:lnTo>
                <a:lnTo>
                  <a:pt x="2597619" y="829519"/>
                </a:lnTo>
                <a:lnTo>
                  <a:pt x="3372193" y="829519"/>
                </a:lnTo>
                <a:lnTo>
                  <a:pt x="3387828" y="829519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4881524" y="4377784"/>
            <a:ext cx="3388360" cy="1127125"/>
          </a:xfrm>
          <a:custGeom>
            <a:avLst/>
            <a:gdLst/>
            <a:ahLst/>
            <a:cxnLst/>
            <a:rect l="l" t="t" r="r" b="b"/>
            <a:pathLst>
              <a:path w="3388359" h="1127125">
                <a:moveTo>
                  <a:pt x="0" y="1126891"/>
                </a:moveTo>
                <a:lnTo>
                  <a:pt x="3387851" y="1126891"/>
                </a:lnTo>
                <a:lnTo>
                  <a:pt x="3387851" y="0"/>
                </a:lnTo>
                <a:lnTo>
                  <a:pt x="0" y="0"/>
                </a:lnTo>
                <a:lnTo>
                  <a:pt x="0" y="112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4881538" y="4377777"/>
            <a:ext cx="3388360" cy="1127125"/>
          </a:xfrm>
          <a:custGeom>
            <a:avLst/>
            <a:gdLst/>
            <a:ahLst/>
            <a:cxnLst/>
            <a:rect l="l" t="t" r="r" b="b"/>
            <a:pathLst>
              <a:path w="3388359" h="1127125">
                <a:moveTo>
                  <a:pt x="0" y="0"/>
                </a:moveTo>
                <a:lnTo>
                  <a:pt x="3387828" y="0"/>
                </a:lnTo>
                <a:lnTo>
                  <a:pt x="3387828" y="1126894"/>
                </a:lnTo>
                <a:lnTo>
                  <a:pt x="0" y="1126894"/>
                </a:lnTo>
                <a:lnTo>
                  <a:pt x="0" y="0"/>
                </a:lnTo>
                <a:close/>
              </a:path>
            </a:pathLst>
          </a:custGeom>
          <a:ln w="78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269366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269366" y="5504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269366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4881538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269366" y="5504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4881538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4881538" y="54733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4881538" y="44090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5538775" y="547336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03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538775" y="54733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538775" y="437777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299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5538775" y="44090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6195983" y="547336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03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6195983" y="54733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6195983" y="437777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299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6195983" y="44090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 txBox="1"/>
          <p:nvPr/>
        </p:nvSpPr>
        <p:spPr>
          <a:xfrm>
            <a:off x="4845371" y="5542579"/>
            <a:ext cx="144970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8175" algn="l"/>
                <a:tab pos="1271905" algn="l"/>
              </a:tabLst>
            </a:pP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5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100</a:t>
            </a:r>
            <a:endParaRPr sz="800">
              <a:latin typeface="Arial"/>
              <a:cs typeface="Arial"/>
            </a:endParaRPr>
          </a:p>
        </p:txBody>
      </p:sp>
      <p:sp>
        <p:nvSpPr>
          <p:cNvPr id="208" name="object 208"/>
          <p:cNvSpPr/>
          <p:nvPr/>
        </p:nvSpPr>
        <p:spPr>
          <a:xfrm>
            <a:off x="6861022" y="547336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03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6861022" y="54733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6861022" y="437777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299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6861022" y="44090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7518259" y="547336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03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7518259" y="54733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7518259" y="437777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299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7518259" y="44090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175497" y="547336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03"/>
                </a:moveTo>
                <a:lnTo>
                  <a:pt x="0" y="0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175497" y="54733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8175497" y="4377777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299"/>
                </a:lnTo>
              </a:path>
            </a:pathLst>
          </a:custGeom>
          <a:ln w="7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8175497" y="44090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4912838" y="5504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238097" y="5504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 txBox="1"/>
          <p:nvPr/>
        </p:nvSpPr>
        <p:spPr>
          <a:xfrm>
            <a:off x="6580581" y="5542579"/>
            <a:ext cx="169354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930">
              <a:lnSpc>
                <a:spcPct val="100000"/>
              </a:lnSpc>
              <a:tabLst>
                <a:tab pos="859155" algn="l"/>
                <a:tab pos="1516380" algn="l"/>
              </a:tabLst>
            </a:pPr>
            <a:r>
              <a:rPr sz="800" spc="-15" dirty="0">
                <a:latin typeface="Arial"/>
                <a:cs typeface="Arial"/>
              </a:rPr>
              <a:t>15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20</a:t>
            </a:r>
            <a:r>
              <a:rPr sz="800" dirty="0">
                <a:latin typeface="Arial"/>
                <a:cs typeface="Arial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spc="-15" dirty="0">
                <a:latin typeface="Arial"/>
                <a:cs typeface="Arial"/>
              </a:rPr>
              <a:t>250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4782785" y="5448667"/>
            <a:ext cx="8255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224" name="object 224"/>
          <p:cNvSpPr/>
          <p:nvPr/>
        </p:nvSpPr>
        <p:spPr>
          <a:xfrm>
            <a:off x="4881538" y="5277725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912838" y="5277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8238097" y="5277725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6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8238097" y="52777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 txBox="1"/>
          <p:nvPr/>
        </p:nvSpPr>
        <p:spPr>
          <a:xfrm>
            <a:off x="4728010" y="5221730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20</a:t>
            </a:r>
            <a:endParaRPr sz="800">
              <a:latin typeface="Arial"/>
              <a:cs typeface="Arial"/>
            </a:endParaRPr>
          </a:p>
        </p:txBody>
      </p:sp>
      <p:sp>
        <p:nvSpPr>
          <p:cNvPr id="229" name="object 229"/>
          <p:cNvSpPr/>
          <p:nvPr/>
        </p:nvSpPr>
        <p:spPr>
          <a:xfrm>
            <a:off x="4881538" y="5050778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4912838" y="50507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8238097" y="5050778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6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8238097" y="505077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 txBox="1"/>
          <p:nvPr/>
        </p:nvSpPr>
        <p:spPr>
          <a:xfrm>
            <a:off x="4728010" y="4994781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40</a:t>
            </a:r>
            <a:endParaRPr sz="800">
              <a:latin typeface="Arial"/>
              <a:cs typeface="Arial"/>
            </a:endParaRPr>
          </a:p>
        </p:txBody>
      </p:sp>
      <p:sp>
        <p:nvSpPr>
          <p:cNvPr id="234" name="object 234"/>
          <p:cNvSpPr/>
          <p:nvPr/>
        </p:nvSpPr>
        <p:spPr>
          <a:xfrm>
            <a:off x="4881538" y="483166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912838" y="48316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8238097" y="483166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6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8238097" y="48316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 txBox="1"/>
          <p:nvPr/>
        </p:nvSpPr>
        <p:spPr>
          <a:xfrm>
            <a:off x="4728010" y="4775667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60</a:t>
            </a:r>
            <a:endParaRPr sz="800">
              <a:latin typeface="Arial"/>
              <a:cs typeface="Arial"/>
            </a:endParaRPr>
          </a:p>
        </p:txBody>
      </p:sp>
      <p:sp>
        <p:nvSpPr>
          <p:cNvPr id="239" name="object 239"/>
          <p:cNvSpPr/>
          <p:nvPr/>
        </p:nvSpPr>
        <p:spPr>
          <a:xfrm>
            <a:off x="4881538" y="460472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99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912838" y="46047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238097" y="460472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269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238097" y="46047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 txBox="1"/>
          <p:nvPr/>
        </p:nvSpPr>
        <p:spPr>
          <a:xfrm>
            <a:off x="4728010" y="4548718"/>
            <a:ext cx="13525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80</a:t>
            </a:r>
            <a:endParaRPr sz="800">
              <a:latin typeface="Arial"/>
              <a:cs typeface="Arial"/>
            </a:endParaRPr>
          </a:p>
        </p:txBody>
      </p:sp>
      <p:sp>
        <p:nvSpPr>
          <p:cNvPr id="244" name="object 244"/>
          <p:cNvSpPr/>
          <p:nvPr/>
        </p:nvSpPr>
        <p:spPr>
          <a:xfrm>
            <a:off x="4912838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8238097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 txBox="1"/>
          <p:nvPr/>
        </p:nvSpPr>
        <p:spPr>
          <a:xfrm>
            <a:off x="4673248" y="4321782"/>
            <a:ext cx="189865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5" dirty="0">
                <a:latin typeface="Arial"/>
                <a:cs typeface="Arial"/>
              </a:rPr>
              <a:t>100</a:t>
            </a:r>
            <a:endParaRPr sz="800">
              <a:latin typeface="Arial"/>
              <a:cs typeface="Arial"/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8269366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8269366" y="55046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8269366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4881538" y="43777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4881538" y="4589067"/>
            <a:ext cx="3388360" cy="751840"/>
          </a:xfrm>
          <a:custGeom>
            <a:avLst/>
            <a:gdLst/>
            <a:ahLst/>
            <a:cxnLst/>
            <a:rect l="l" t="t" r="r" b="b"/>
            <a:pathLst>
              <a:path w="3388359" h="751839">
                <a:moveTo>
                  <a:pt x="0" y="579095"/>
                </a:moveTo>
                <a:lnTo>
                  <a:pt x="15634" y="571273"/>
                </a:lnTo>
                <a:lnTo>
                  <a:pt x="23467" y="571273"/>
                </a:lnTo>
                <a:lnTo>
                  <a:pt x="133001" y="571273"/>
                </a:lnTo>
                <a:lnTo>
                  <a:pt x="148667" y="579095"/>
                </a:lnTo>
                <a:lnTo>
                  <a:pt x="156469" y="579095"/>
                </a:lnTo>
                <a:lnTo>
                  <a:pt x="172134" y="493014"/>
                </a:lnTo>
                <a:lnTo>
                  <a:pt x="187769" y="399108"/>
                </a:lnTo>
                <a:lnTo>
                  <a:pt x="195601" y="383464"/>
                </a:lnTo>
                <a:lnTo>
                  <a:pt x="211236" y="344327"/>
                </a:lnTo>
                <a:lnTo>
                  <a:pt x="226901" y="313027"/>
                </a:lnTo>
                <a:lnTo>
                  <a:pt x="234703" y="305205"/>
                </a:lnTo>
                <a:lnTo>
                  <a:pt x="250368" y="297380"/>
                </a:lnTo>
                <a:lnTo>
                  <a:pt x="266034" y="289546"/>
                </a:lnTo>
                <a:lnTo>
                  <a:pt x="273836" y="281724"/>
                </a:lnTo>
                <a:lnTo>
                  <a:pt x="289501" y="258246"/>
                </a:lnTo>
                <a:lnTo>
                  <a:pt x="305136" y="250424"/>
                </a:lnTo>
                <a:lnTo>
                  <a:pt x="312968" y="226943"/>
                </a:lnTo>
                <a:lnTo>
                  <a:pt x="328603" y="219121"/>
                </a:lnTo>
                <a:lnTo>
                  <a:pt x="344268" y="203465"/>
                </a:lnTo>
                <a:lnTo>
                  <a:pt x="352101" y="195643"/>
                </a:lnTo>
                <a:lnTo>
                  <a:pt x="367736" y="187821"/>
                </a:lnTo>
                <a:lnTo>
                  <a:pt x="383370" y="187821"/>
                </a:lnTo>
                <a:lnTo>
                  <a:pt x="399035" y="172162"/>
                </a:lnTo>
                <a:lnTo>
                  <a:pt x="406868" y="164340"/>
                </a:lnTo>
                <a:lnTo>
                  <a:pt x="422503" y="156518"/>
                </a:lnTo>
                <a:lnTo>
                  <a:pt x="438137" y="148696"/>
                </a:lnTo>
                <a:lnTo>
                  <a:pt x="445970" y="133040"/>
                </a:lnTo>
                <a:lnTo>
                  <a:pt x="461635" y="133040"/>
                </a:lnTo>
                <a:lnTo>
                  <a:pt x="477270" y="133040"/>
                </a:lnTo>
                <a:lnTo>
                  <a:pt x="485103" y="125218"/>
                </a:lnTo>
                <a:lnTo>
                  <a:pt x="500737" y="125218"/>
                </a:lnTo>
                <a:lnTo>
                  <a:pt x="516403" y="109559"/>
                </a:lnTo>
                <a:lnTo>
                  <a:pt x="524205" y="101737"/>
                </a:lnTo>
                <a:lnTo>
                  <a:pt x="539870" y="93915"/>
                </a:lnTo>
                <a:lnTo>
                  <a:pt x="555505" y="93915"/>
                </a:lnTo>
                <a:lnTo>
                  <a:pt x="563337" y="86081"/>
                </a:lnTo>
                <a:lnTo>
                  <a:pt x="578972" y="86081"/>
                </a:lnTo>
                <a:lnTo>
                  <a:pt x="594637" y="86081"/>
                </a:lnTo>
                <a:lnTo>
                  <a:pt x="610272" y="78259"/>
                </a:lnTo>
                <a:lnTo>
                  <a:pt x="618104" y="86081"/>
                </a:lnTo>
                <a:lnTo>
                  <a:pt x="633770" y="78259"/>
                </a:lnTo>
                <a:lnTo>
                  <a:pt x="649404" y="70437"/>
                </a:lnTo>
                <a:lnTo>
                  <a:pt x="657237" y="78259"/>
                </a:lnTo>
                <a:lnTo>
                  <a:pt x="672872" y="62615"/>
                </a:lnTo>
                <a:lnTo>
                  <a:pt x="688537" y="70437"/>
                </a:lnTo>
                <a:lnTo>
                  <a:pt x="696339" y="54778"/>
                </a:lnTo>
                <a:lnTo>
                  <a:pt x="712004" y="46956"/>
                </a:lnTo>
                <a:lnTo>
                  <a:pt x="727639" y="46956"/>
                </a:lnTo>
                <a:lnTo>
                  <a:pt x="735472" y="46956"/>
                </a:lnTo>
                <a:lnTo>
                  <a:pt x="751106" y="46956"/>
                </a:lnTo>
                <a:lnTo>
                  <a:pt x="766771" y="39134"/>
                </a:lnTo>
                <a:lnTo>
                  <a:pt x="774574" y="39134"/>
                </a:lnTo>
                <a:lnTo>
                  <a:pt x="790239" y="31299"/>
                </a:lnTo>
                <a:lnTo>
                  <a:pt x="805873" y="23478"/>
                </a:lnTo>
                <a:lnTo>
                  <a:pt x="813706" y="31299"/>
                </a:lnTo>
                <a:lnTo>
                  <a:pt x="829341" y="31299"/>
                </a:lnTo>
                <a:lnTo>
                  <a:pt x="845006" y="23478"/>
                </a:lnTo>
                <a:lnTo>
                  <a:pt x="860641" y="15656"/>
                </a:lnTo>
                <a:lnTo>
                  <a:pt x="868473" y="7834"/>
                </a:lnTo>
                <a:lnTo>
                  <a:pt x="884108" y="7834"/>
                </a:lnTo>
                <a:lnTo>
                  <a:pt x="899773" y="7834"/>
                </a:lnTo>
                <a:lnTo>
                  <a:pt x="907606" y="0"/>
                </a:lnTo>
                <a:lnTo>
                  <a:pt x="923241" y="7834"/>
                </a:lnTo>
                <a:lnTo>
                  <a:pt x="938875" y="7834"/>
                </a:lnTo>
                <a:lnTo>
                  <a:pt x="946708" y="0"/>
                </a:lnTo>
                <a:lnTo>
                  <a:pt x="962373" y="0"/>
                </a:lnTo>
                <a:lnTo>
                  <a:pt x="978008" y="0"/>
                </a:lnTo>
                <a:lnTo>
                  <a:pt x="985840" y="242602"/>
                </a:lnTo>
                <a:lnTo>
                  <a:pt x="1001475" y="453889"/>
                </a:lnTo>
                <a:lnTo>
                  <a:pt x="1017140" y="532148"/>
                </a:lnTo>
                <a:lnTo>
                  <a:pt x="1024973" y="626054"/>
                </a:lnTo>
                <a:lnTo>
                  <a:pt x="1040608" y="673013"/>
                </a:lnTo>
                <a:lnTo>
                  <a:pt x="1056242" y="673013"/>
                </a:lnTo>
                <a:lnTo>
                  <a:pt x="1064075" y="688657"/>
                </a:lnTo>
                <a:lnTo>
                  <a:pt x="1079740" y="673013"/>
                </a:lnTo>
                <a:lnTo>
                  <a:pt x="1095375" y="649532"/>
                </a:lnTo>
                <a:lnTo>
                  <a:pt x="1111010" y="610398"/>
                </a:lnTo>
                <a:lnTo>
                  <a:pt x="1118842" y="610398"/>
                </a:lnTo>
                <a:lnTo>
                  <a:pt x="1134507" y="641710"/>
                </a:lnTo>
                <a:lnTo>
                  <a:pt x="1150142" y="641710"/>
                </a:lnTo>
                <a:lnTo>
                  <a:pt x="1157975" y="633876"/>
                </a:lnTo>
                <a:lnTo>
                  <a:pt x="1173609" y="626054"/>
                </a:lnTo>
                <a:lnTo>
                  <a:pt x="1189275" y="633876"/>
                </a:lnTo>
                <a:lnTo>
                  <a:pt x="1197077" y="633876"/>
                </a:lnTo>
                <a:lnTo>
                  <a:pt x="1212742" y="633876"/>
                </a:lnTo>
                <a:lnTo>
                  <a:pt x="1228377" y="633876"/>
                </a:lnTo>
                <a:lnTo>
                  <a:pt x="1236209" y="626054"/>
                </a:lnTo>
                <a:lnTo>
                  <a:pt x="1251844" y="626054"/>
                </a:lnTo>
                <a:lnTo>
                  <a:pt x="1267509" y="626054"/>
                </a:lnTo>
                <a:lnTo>
                  <a:pt x="1275311" y="633876"/>
                </a:lnTo>
                <a:lnTo>
                  <a:pt x="1290977" y="633876"/>
                </a:lnTo>
                <a:lnTo>
                  <a:pt x="1306611" y="626054"/>
                </a:lnTo>
                <a:lnTo>
                  <a:pt x="1314444" y="626054"/>
                </a:lnTo>
                <a:lnTo>
                  <a:pt x="1330079" y="626054"/>
                </a:lnTo>
                <a:lnTo>
                  <a:pt x="1345744" y="626054"/>
                </a:lnTo>
                <a:lnTo>
                  <a:pt x="1361379" y="626054"/>
                </a:lnTo>
                <a:lnTo>
                  <a:pt x="1369211" y="626054"/>
                </a:lnTo>
                <a:lnTo>
                  <a:pt x="1384846" y="633876"/>
                </a:lnTo>
                <a:lnTo>
                  <a:pt x="1525711" y="633876"/>
                </a:lnTo>
                <a:lnTo>
                  <a:pt x="1541345" y="626054"/>
                </a:lnTo>
                <a:lnTo>
                  <a:pt x="1557011" y="626054"/>
                </a:lnTo>
                <a:lnTo>
                  <a:pt x="1564813" y="626054"/>
                </a:lnTo>
                <a:lnTo>
                  <a:pt x="1580478" y="633876"/>
                </a:lnTo>
                <a:lnTo>
                  <a:pt x="1596113" y="626054"/>
                </a:lnTo>
                <a:lnTo>
                  <a:pt x="1611778" y="626054"/>
                </a:lnTo>
                <a:lnTo>
                  <a:pt x="1619580" y="626054"/>
                </a:lnTo>
                <a:lnTo>
                  <a:pt x="1635245" y="626054"/>
                </a:lnTo>
                <a:lnTo>
                  <a:pt x="1650880" y="633876"/>
                </a:lnTo>
                <a:lnTo>
                  <a:pt x="1658713" y="633876"/>
                </a:lnTo>
                <a:lnTo>
                  <a:pt x="1674347" y="626054"/>
                </a:lnTo>
                <a:lnTo>
                  <a:pt x="1690013" y="626054"/>
                </a:lnTo>
                <a:lnTo>
                  <a:pt x="1697815" y="626054"/>
                </a:lnTo>
                <a:lnTo>
                  <a:pt x="1713480" y="626054"/>
                </a:lnTo>
                <a:lnTo>
                  <a:pt x="1729145" y="626054"/>
                </a:lnTo>
                <a:lnTo>
                  <a:pt x="1736947" y="633876"/>
                </a:lnTo>
                <a:lnTo>
                  <a:pt x="1752612" y="626054"/>
                </a:lnTo>
                <a:lnTo>
                  <a:pt x="1768247" y="626054"/>
                </a:lnTo>
                <a:lnTo>
                  <a:pt x="1776080" y="571273"/>
                </a:lnTo>
                <a:lnTo>
                  <a:pt x="1791714" y="555629"/>
                </a:lnTo>
                <a:lnTo>
                  <a:pt x="1807380" y="508670"/>
                </a:lnTo>
                <a:lnTo>
                  <a:pt x="1823014" y="485192"/>
                </a:lnTo>
                <a:lnTo>
                  <a:pt x="1830847" y="493014"/>
                </a:lnTo>
                <a:lnTo>
                  <a:pt x="1846482" y="477370"/>
                </a:lnTo>
                <a:lnTo>
                  <a:pt x="1862147" y="469545"/>
                </a:lnTo>
                <a:lnTo>
                  <a:pt x="1869949" y="477370"/>
                </a:lnTo>
                <a:lnTo>
                  <a:pt x="1885614" y="477370"/>
                </a:lnTo>
                <a:lnTo>
                  <a:pt x="1901249" y="477370"/>
                </a:lnTo>
                <a:lnTo>
                  <a:pt x="1979483" y="477370"/>
                </a:lnTo>
                <a:lnTo>
                  <a:pt x="1987316" y="485192"/>
                </a:lnTo>
                <a:lnTo>
                  <a:pt x="2002981" y="477370"/>
                </a:lnTo>
                <a:lnTo>
                  <a:pt x="2018616" y="477370"/>
                </a:lnTo>
                <a:lnTo>
                  <a:pt x="2026449" y="485192"/>
                </a:lnTo>
                <a:lnTo>
                  <a:pt x="2042083" y="485192"/>
                </a:lnTo>
                <a:lnTo>
                  <a:pt x="2120348" y="485192"/>
                </a:lnTo>
                <a:lnTo>
                  <a:pt x="2135983" y="477370"/>
                </a:lnTo>
                <a:lnTo>
                  <a:pt x="2151618" y="477370"/>
                </a:lnTo>
                <a:lnTo>
                  <a:pt x="2159450" y="477370"/>
                </a:lnTo>
                <a:lnTo>
                  <a:pt x="2175116" y="485192"/>
                </a:lnTo>
                <a:lnTo>
                  <a:pt x="2190750" y="477370"/>
                </a:lnTo>
                <a:lnTo>
                  <a:pt x="2198583" y="485192"/>
                </a:lnTo>
                <a:lnTo>
                  <a:pt x="2214218" y="485192"/>
                </a:lnTo>
                <a:lnTo>
                  <a:pt x="2276817" y="485192"/>
                </a:lnTo>
                <a:lnTo>
                  <a:pt x="2292452" y="477370"/>
                </a:lnTo>
                <a:lnTo>
                  <a:pt x="2308117" y="477370"/>
                </a:lnTo>
                <a:lnTo>
                  <a:pt x="2323752" y="477370"/>
                </a:lnTo>
                <a:lnTo>
                  <a:pt x="2331585" y="485192"/>
                </a:lnTo>
                <a:lnTo>
                  <a:pt x="2401987" y="485192"/>
                </a:lnTo>
                <a:lnTo>
                  <a:pt x="2409819" y="477370"/>
                </a:lnTo>
                <a:lnTo>
                  <a:pt x="2425454" y="485192"/>
                </a:lnTo>
                <a:lnTo>
                  <a:pt x="2441119" y="485192"/>
                </a:lnTo>
                <a:lnTo>
                  <a:pt x="2448952" y="485192"/>
                </a:lnTo>
                <a:lnTo>
                  <a:pt x="2464587" y="477370"/>
                </a:lnTo>
                <a:lnTo>
                  <a:pt x="2480221" y="477370"/>
                </a:lnTo>
                <a:lnTo>
                  <a:pt x="2488084" y="485192"/>
                </a:lnTo>
                <a:lnTo>
                  <a:pt x="2503719" y="485192"/>
                </a:lnTo>
                <a:lnTo>
                  <a:pt x="2519354" y="485192"/>
                </a:lnTo>
                <a:lnTo>
                  <a:pt x="2527186" y="485192"/>
                </a:lnTo>
                <a:lnTo>
                  <a:pt x="2542852" y="485192"/>
                </a:lnTo>
                <a:lnTo>
                  <a:pt x="2558486" y="477370"/>
                </a:lnTo>
                <a:lnTo>
                  <a:pt x="2574121" y="477370"/>
                </a:lnTo>
                <a:lnTo>
                  <a:pt x="2581954" y="485192"/>
                </a:lnTo>
                <a:lnTo>
                  <a:pt x="2597619" y="547795"/>
                </a:lnTo>
                <a:lnTo>
                  <a:pt x="2613254" y="579095"/>
                </a:lnTo>
                <a:lnTo>
                  <a:pt x="2621086" y="649532"/>
                </a:lnTo>
                <a:lnTo>
                  <a:pt x="2636721" y="673013"/>
                </a:lnTo>
                <a:lnTo>
                  <a:pt x="2652386" y="704313"/>
                </a:lnTo>
                <a:lnTo>
                  <a:pt x="2660188" y="673013"/>
                </a:lnTo>
                <a:lnTo>
                  <a:pt x="2675853" y="657357"/>
                </a:lnTo>
                <a:lnTo>
                  <a:pt x="2691488" y="665179"/>
                </a:lnTo>
                <a:lnTo>
                  <a:pt x="2699321" y="649532"/>
                </a:lnTo>
                <a:lnTo>
                  <a:pt x="2714955" y="633876"/>
                </a:lnTo>
                <a:lnTo>
                  <a:pt x="2730621" y="610398"/>
                </a:lnTo>
                <a:lnTo>
                  <a:pt x="2738423" y="602576"/>
                </a:lnTo>
                <a:lnTo>
                  <a:pt x="2754088" y="626054"/>
                </a:lnTo>
                <a:lnTo>
                  <a:pt x="2769723" y="680835"/>
                </a:lnTo>
                <a:lnTo>
                  <a:pt x="2777555" y="704313"/>
                </a:lnTo>
                <a:lnTo>
                  <a:pt x="2793190" y="673013"/>
                </a:lnTo>
                <a:lnTo>
                  <a:pt x="2808855" y="680835"/>
                </a:lnTo>
                <a:lnTo>
                  <a:pt x="2824490" y="696479"/>
                </a:lnTo>
                <a:lnTo>
                  <a:pt x="2832323" y="688657"/>
                </a:lnTo>
                <a:lnTo>
                  <a:pt x="2847957" y="610398"/>
                </a:lnTo>
                <a:lnTo>
                  <a:pt x="2863622" y="586929"/>
                </a:lnTo>
                <a:lnTo>
                  <a:pt x="2871455" y="618232"/>
                </a:lnTo>
                <a:lnTo>
                  <a:pt x="2887090" y="712138"/>
                </a:lnTo>
                <a:lnTo>
                  <a:pt x="2902755" y="727782"/>
                </a:lnTo>
                <a:lnTo>
                  <a:pt x="2910557" y="673013"/>
                </a:lnTo>
                <a:lnTo>
                  <a:pt x="2926222" y="696479"/>
                </a:lnTo>
                <a:lnTo>
                  <a:pt x="2941857" y="696479"/>
                </a:lnTo>
                <a:lnTo>
                  <a:pt x="2949690" y="727782"/>
                </a:lnTo>
                <a:lnTo>
                  <a:pt x="2965324" y="704313"/>
                </a:lnTo>
                <a:lnTo>
                  <a:pt x="2980990" y="704313"/>
                </a:lnTo>
                <a:lnTo>
                  <a:pt x="2988822" y="712138"/>
                </a:lnTo>
                <a:lnTo>
                  <a:pt x="3004457" y="712138"/>
                </a:lnTo>
                <a:lnTo>
                  <a:pt x="3020092" y="712138"/>
                </a:lnTo>
                <a:lnTo>
                  <a:pt x="3035757" y="712138"/>
                </a:lnTo>
                <a:lnTo>
                  <a:pt x="3043589" y="719960"/>
                </a:lnTo>
                <a:lnTo>
                  <a:pt x="3059224" y="665179"/>
                </a:lnTo>
                <a:lnTo>
                  <a:pt x="3074859" y="633876"/>
                </a:lnTo>
                <a:lnTo>
                  <a:pt x="3082691" y="657357"/>
                </a:lnTo>
                <a:lnTo>
                  <a:pt x="3098357" y="673013"/>
                </a:lnTo>
                <a:lnTo>
                  <a:pt x="3113991" y="704313"/>
                </a:lnTo>
                <a:lnTo>
                  <a:pt x="3121824" y="712138"/>
                </a:lnTo>
                <a:lnTo>
                  <a:pt x="3137459" y="696479"/>
                </a:lnTo>
                <a:lnTo>
                  <a:pt x="3153124" y="704313"/>
                </a:lnTo>
                <a:lnTo>
                  <a:pt x="3160926" y="704313"/>
                </a:lnTo>
                <a:lnTo>
                  <a:pt x="3176591" y="704313"/>
                </a:lnTo>
                <a:lnTo>
                  <a:pt x="3192226" y="696479"/>
                </a:lnTo>
                <a:lnTo>
                  <a:pt x="3200059" y="696479"/>
                </a:lnTo>
                <a:lnTo>
                  <a:pt x="3215693" y="719960"/>
                </a:lnTo>
                <a:lnTo>
                  <a:pt x="3231358" y="727782"/>
                </a:lnTo>
                <a:lnTo>
                  <a:pt x="3239161" y="719960"/>
                </a:lnTo>
                <a:lnTo>
                  <a:pt x="3254826" y="680835"/>
                </a:lnTo>
                <a:lnTo>
                  <a:pt x="3270491" y="673013"/>
                </a:lnTo>
                <a:lnTo>
                  <a:pt x="3286126" y="641710"/>
                </a:lnTo>
                <a:lnTo>
                  <a:pt x="3293958" y="649532"/>
                </a:lnTo>
                <a:lnTo>
                  <a:pt x="3309593" y="727782"/>
                </a:lnTo>
                <a:lnTo>
                  <a:pt x="3325258" y="751260"/>
                </a:lnTo>
                <a:lnTo>
                  <a:pt x="3333060" y="743438"/>
                </a:lnTo>
                <a:lnTo>
                  <a:pt x="3348726" y="594754"/>
                </a:lnTo>
                <a:lnTo>
                  <a:pt x="3364360" y="406930"/>
                </a:lnTo>
                <a:lnTo>
                  <a:pt x="3372193" y="532148"/>
                </a:lnTo>
                <a:lnTo>
                  <a:pt x="3387828" y="539973"/>
                </a:lnTo>
              </a:path>
            </a:pathLst>
          </a:custGeom>
          <a:ln w="78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 txBox="1"/>
          <p:nvPr/>
        </p:nvSpPr>
        <p:spPr>
          <a:xfrm>
            <a:off x="4881538" y="2836127"/>
            <a:ext cx="3388360" cy="1119505"/>
          </a:xfrm>
          <a:prstGeom prst="rect">
            <a:avLst/>
          </a:prstGeom>
          <a:ln w="78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55065" marR="383540">
              <a:lnSpc>
                <a:spcPts val="1960"/>
              </a:lnSpc>
            </a:pPr>
            <a:r>
              <a:rPr sz="1800" spc="-8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il</a:t>
            </a:r>
            <a:r>
              <a:rPr sz="1800" spc="-2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Calibri"/>
                <a:cs typeface="Calibri"/>
              </a:rPr>
              <a:t>r</a:t>
            </a:r>
            <a:r>
              <a:rPr sz="1800" spc="-25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po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3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4881538" y="4377777"/>
            <a:ext cx="3388360" cy="1127125"/>
          </a:xfrm>
          <a:prstGeom prst="rect">
            <a:avLst/>
          </a:prstGeom>
          <a:ln w="78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4079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n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nput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1511295" y="3248649"/>
            <a:ext cx="993140" cy="1047115"/>
          </a:xfrm>
          <a:custGeom>
            <a:avLst/>
            <a:gdLst/>
            <a:ahLst/>
            <a:cxnLst/>
            <a:rect l="l" t="t" r="r" b="b"/>
            <a:pathLst>
              <a:path w="993139" h="1047114">
                <a:moveTo>
                  <a:pt x="0" y="523250"/>
                </a:moveTo>
                <a:lnTo>
                  <a:pt x="1646" y="480335"/>
                </a:lnTo>
                <a:lnTo>
                  <a:pt x="6499" y="438376"/>
                </a:lnTo>
                <a:lnTo>
                  <a:pt x="14431" y="397507"/>
                </a:lnTo>
                <a:lnTo>
                  <a:pt x="25315" y="357863"/>
                </a:lnTo>
                <a:lnTo>
                  <a:pt x="39023" y="319578"/>
                </a:lnTo>
                <a:lnTo>
                  <a:pt x="55426" y="282787"/>
                </a:lnTo>
                <a:lnTo>
                  <a:pt x="74398" y="247625"/>
                </a:lnTo>
                <a:lnTo>
                  <a:pt x="95810" y="214226"/>
                </a:lnTo>
                <a:lnTo>
                  <a:pt x="119534" y="182725"/>
                </a:lnTo>
                <a:lnTo>
                  <a:pt x="145443" y="153257"/>
                </a:lnTo>
                <a:lnTo>
                  <a:pt x="173409" y="125956"/>
                </a:lnTo>
                <a:lnTo>
                  <a:pt x="203304" y="100957"/>
                </a:lnTo>
                <a:lnTo>
                  <a:pt x="235000" y="78395"/>
                </a:lnTo>
                <a:lnTo>
                  <a:pt x="268369" y="58404"/>
                </a:lnTo>
                <a:lnTo>
                  <a:pt x="303285" y="41119"/>
                </a:lnTo>
                <a:lnTo>
                  <a:pt x="339618" y="26675"/>
                </a:lnTo>
                <a:lnTo>
                  <a:pt x="377241" y="15207"/>
                </a:lnTo>
                <a:lnTo>
                  <a:pt x="416027" y="6848"/>
                </a:lnTo>
                <a:lnTo>
                  <a:pt x="455847" y="1734"/>
                </a:lnTo>
                <a:lnTo>
                  <a:pt x="496574" y="0"/>
                </a:lnTo>
                <a:lnTo>
                  <a:pt x="537300" y="1734"/>
                </a:lnTo>
                <a:lnTo>
                  <a:pt x="577120" y="6848"/>
                </a:lnTo>
                <a:lnTo>
                  <a:pt x="615906" y="15207"/>
                </a:lnTo>
                <a:lnTo>
                  <a:pt x="653529" y="26675"/>
                </a:lnTo>
                <a:lnTo>
                  <a:pt x="689862" y="41119"/>
                </a:lnTo>
                <a:lnTo>
                  <a:pt x="724778" y="58404"/>
                </a:lnTo>
                <a:lnTo>
                  <a:pt x="758147" y="78395"/>
                </a:lnTo>
                <a:lnTo>
                  <a:pt x="789844" y="100957"/>
                </a:lnTo>
                <a:lnTo>
                  <a:pt x="819738" y="125956"/>
                </a:lnTo>
                <a:lnTo>
                  <a:pt x="847704" y="153257"/>
                </a:lnTo>
                <a:lnTo>
                  <a:pt x="873613" y="182725"/>
                </a:lnTo>
                <a:lnTo>
                  <a:pt x="897338" y="214226"/>
                </a:lnTo>
                <a:lnTo>
                  <a:pt x="918749" y="247625"/>
                </a:lnTo>
                <a:lnTo>
                  <a:pt x="937721" y="282787"/>
                </a:lnTo>
                <a:lnTo>
                  <a:pt x="954124" y="319578"/>
                </a:lnTo>
                <a:lnTo>
                  <a:pt x="967832" y="357863"/>
                </a:lnTo>
                <a:lnTo>
                  <a:pt x="978716" y="397507"/>
                </a:lnTo>
                <a:lnTo>
                  <a:pt x="986648" y="438376"/>
                </a:lnTo>
                <a:lnTo>
                  <a:pt x="991501" y="480335"/>
                </a:lnTo>
                <a:lnTo>
                  <a:pt x="993148" y="523250"/>
                </a:lnTo>
                <a:lnTo>
                  <a:pt x="991501" y="566164"/>
                </a:lnTo>
                <a:lnTo>
                  <a:pt x="986648" y="608122"/>
                </a:lnTo>
                <a:lnTo>
                  <a:pt x="978716" y="648991"/>
                </a:lnTo>
                <a:lnTo>
                  <a:pt x="967832" y="688635"/>
                </a:lnTo>
                <a:lnTo>
                  <a:pt x="954124" y="726919"/>
                </a:lnTo>
                <a:lnTo>
                  <a:pt x="937721" y="763710"/>
                </a:lnTo>
                <a:lnTo>
                  <a:pt x="918749" y="798871"/>
                </a:lnTo>
                <a:lnTo>
                  <a:pt x="897338" y="832270"/>
                </a:lnTo>
                <a:lnTo>
                  <a:pt x="873613" y="863771"/>
                </a:lnTo>
                <a:lnTo>
                  <a:pt x="847704" y="893238"/>
                </a:lnTo>
                <a:lnTo>
                  <a:pt x="819738" y="920539"/>
                </a:lnTo>
                <a:lnTo>
                  <a:pt x="789844" y="945537"/>
                </a:lnTo>
                <a:lnTo>
                  <a:pt x="758147" y="968099"/>
                </a:lnTo>
                <a:lnTo>
                  <a:pt x="724778" y="988090"/>
                </a:lnTo>
                <a:lnTo>
                  <a:pt x="689862" y="1005374"/>
                </a:lnTo>
                <a:lnTo>
                  <a:pt x="653529" y="1019818"/>
                </a:lnTo>
                <a:lnTo>
                  <a:pt x="615906" y="1031287"/>
                </a:lnTo>
                <a:lnTo>
                  <a:pt x="577120" y="1039645"/>
                </a:lnTo>
                <a:lnTo>
                  <a:pt x="537300" y="1044759"/>
                </a:lnTo>
                <a:lnTo>
                  <a:pt x="496574" y="1046494"/>
                </a:lnTo>
                <a:lnTo>
                  <a:pt x="455847" y="1044759"/>
                </a:lnTo>
                <a:lnTo>
                  <a:pt x="416027" y="1039645"/>
                </a:lnTo>
                <a:lnTo>
                  <a:pt x="377241" y="1031287"/>
                </a:lnTo>
                <a:lnTo>
                  <a:pt x="339618" y="1019818"/>
                </a:lnTo>
                <a:lnTo>
                  <a:pt x="303285" y="1005374"/>
                </a:lnTo>
                <a:lnTo>
                  <a:pt x="268369" y="988090"/>
                </a:lnTo>
                <a:lnTo>
                  <a:pt x="235000" y="968099"/>
                </a:lnTo>
                <a:lnTo>
                  <a:pt x="203304" y="945537"/>
                </a:lnTo>
                <a:lnTo>
                  <a:pt x="173409" y="920539"/>
                </a:lnTo>
                <a:lnTo>
                  <a:pt x="145443" y="893238"/>
                </a:lnTo>
                <a:lnTo>
                  <a:pt x="119534" y="863771"/>
                </a:lnTo>
                <a:lnTo>
                  <a:pt x="95810" y="832270"/>
                </a:lnTo>
                <a:lnTo>
                  <a:pt x="74398" y="798871"/>
                </a:lnTo>
                <a:lnTo>
                  <a:pt x="55426" y="763710"/>
                </a:lnTo>
                <a:lnTo>
                  <a:pt x="39023" y="726919"/>
                </a:lnTo>
                <a:lnTo>
                  <a:pt x="25315" y="688635"/>
                </a:lnTo>
                <a:lnTo>
                  <a:pt x="14431" y="648991"/>
                </a:lnTo>
                <a:lnTo>
                  <a:pt x="6499" y="608122"/>
                </a:lnTo>
                <a:lnTo>
                  <a:pt x="1646" y="566164"/>
                </a:lnTo>
                <a:lnTo>
                  <a:pt x="0" y="523250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2844795" y="2537460"/>
            <a:ext cx="883919" cy="711200"/>
          </a:xfrm>
          <a:custGeom>
            <a:avLst/>
            <a:gdLst/>
            <a:ahLst/>
            <a:cxnLst/>
            <a:rect l="l" t="t" r="r" b="b"/>
            <a:pathLst>
              <a:path w="883920" h="711200">
                <a:moveTo>
                  <a:pt x="0" y="355610"/>
                </a:moveTo>
                <a:lnTo>
                  <a:pt x="5784" y="297924"/>
                </a:lnTo>
                <a:lnTo>
                  <a:pt x="22531" y="243204"/>
                </a:lnTo>
                <a:lnTo>
                  <a:pt x="49330" y="192180"/>
                </a:lnTo>
                <a:lnTo>
                  <a:pt x="85271" y="145584"/>
                </a:lnTo>
                <a:lnTo>
                  <a:pt x="129445" y="104150"/>
                </a:lnTo>
                <a:lnTo>
                  <a:pt x="180941" y="68607"/>
                </a:lnTo>
                <a:lnTo>
                  <a:pt x="238850" y="39689"/>
                </a:lnTo>
                <a:lnTo>
                  <a:pt x="302262" y="18127"/>
                </a:lnTo>
                <a:lnTo>
                  <a:pt x="370266" y="4653"/>
                </a:lnTo>
                <a:lnTo>
                  <a:pt x="441953" y="0"/>
                </a:lnTo>
                <a:lnTo>
                  <a:pt x="478205" y="1178"/>
                </a:lnTo>
                <a:lnTo>
                  <a:pt x="548170" y="10334"/>
                </a:lnTo>
                <a:lnTo>
                  <a:pt x="613995" y="27943"/>
                </a:lnTo>
                <a:lnTo>
                  <a:pt x="674771" y="53274"/>
                </a:lnTo>
                <a:lnTo>
                  <a:pt x="729587" y="85596"/>
                </a:lnTo>
                <a:lnTo>
                  <a:pt x="777535" y="124176"/>
                </a:lnTo>
                <a:lnTo>
                  <a:pt x="817704" y="168283"/>
                </a:lnTo>
                <a:lnTo>
                  <a:pt x="849186" y="217184"/>
                </a:lnTo>
                <a:lnTo>
                  <a:pt x="871070" y="270148"/>
                </a:lnTo>
                <a:lnTo>
                  <a:pt x="882448" y="326442"/>
                </a:lnTo>
                <a:lnTo>
                  <a:pt x="883913" y="355610"/>
                </a:lnTo>
                <a:lnTo>
                  <a:pt x="882448" y="384773"/>
                </a:lnTo>
                <a:lnTo>
                  <a:pt x="871070" y="441060"/>
                </a:lnTo>
                <a:lnTo>
                  <a:pt x="849186" y="494018"/>
                </a:lnTo>
                <a:lnTo>
                  <a:pt x="817704" y="542914"/>
                </a:lnTo>
                <a:lnTo>
                  <a:pt x="777535" y="587018"/>
                </a:lnTo>
                <a:lnTo>
                  <a:pt x="729587" y="625595"/>
                </a:lnTo>
                <a:lnTo>
                  <a:pt x="674771" y="657916"/>
                </a:lnTo>
                <a:lnTo>
                  <a:pt x="613995" y="683246"/>
                </a:lnTo>
                <a:lnTo>
                  <a:pt x="548170" y="700855"/>
                </a:lnTo>
                <a:lnTo>
                  <a:pt x="478205" y="710011"/>
                </a:lnTo>
                <a:lnTo>
                  <a:pt x="441953" y="711189"/>
                </a:lnTo>
                <a:lnTo>
                  <a:pt x="405706" y="710011"/>
                </a:lnTo>
                <a:lnTo>
                  <a:pt x="335747" y="700855"/>
                </a:lnTo>
                <a:lnTo>
                  <a:pt x="269925" y="683246"/>
                </a:lnTo>
                <a:lnTo>
                  <a:pt x="209151" y="657916"/>
                </a:lnTo>
                <a:lnTo>
                  <a:pt x="154335" y="625595"/>
                </a:lnTo>
                <a:lnTo>
                  <a:pt x="106386" y="587018"/>
                </a:lnTo>
                <a:lnTo>
                  <a:pt x="66214" y="542914"/>
                </a:lnTo>
                <a:lnTo>
                  <a:pt x="34731" y="494018"/>
                </a:lnTo>
                <a:lnTo>
                  <a:pt x="12844" y="441060"/>
                </a:lnTo>
                <a:lnTo>
                  <a:pt x="1465" y="384773"/>
                </a:lnTo>
                <a:lnTo>
                  <a:pt x="0" y="355610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647700" y="4699004"/>
            <a:ext cx="886460" cy="711200"/>
          </a:xfrm>
          <a:custGeom>
            <a:avLst/>
            <a:gdLst/>
            <a:ahLst/>
            <a:cxnLst/>
            <a:rect l="l" t="t" r="r" b="b"/>
            <a:pathLst>
              <a:path w="886460" h="711200">
                <a:moveTo>
                  <a:pt x="0" y="355591"/>
                </a:moveTo>
                <a:lnTo>
                  <a:pt x="5801" y="297911"/>
                </a:lnTo>
                <a:lnTo>
                  <a:pt x="22596" y="243194"/>
                </a:lnTo>
                <a:lnTo>
                  <a:pt x="49472" y="192173"/>
                </a:lnTo>
                <a:lnTo>
                  <a:pt x="85517" y="145580"/>
                </a:lnTo>
                <a:lnTo>
                  <a:pt x="129819" y="104147"/>
                </a:lnTo>
                <a:lnTo>
                  <a:pt x="181464" y="68606"/>
                </a:lnTo>
                <a:lnTo>
                  <a:pt x="239541" y="39689"/>
                </a:lnTo>
                <a:lnTo>
                  <a:pt x="303136" y="18127"/>
                </a:lnTo>
                <a:lnTo>
                  <a:pt x="371338" y="4653"/>
                </a:lnTo>
                <a:lnTo>
                  <a:pt x="443234" y="0"/>
                </a:lnTo>
                <a:lnTo>
                  <a:pt x="479585" y="1178"/>
                </a:lnTo>
                <a:lnTo>
                  <a:pt x="549747" y="10334"/>
                </a:lnTo>
                <a:lnTo>
                  <a:pt x="615758" y="27943"/>
                </a:lnTo>
                <a:lnTo>
                  <a:pt x="676707" y="53274"/>
                </a:lnTo>
                <a:lnTo>
                  <a:pt x="731680" y="85595"/>
                </a:lnTo>
                <a:lnTo>
                  <a:pt x="779766" y="124173"/>
                </a:lnTo>
                <a:lnTo>
                  <a:pt x="820052" y="168278"/>
                </a:lnTo>
                <a:lnTo>
                  <a:pt x="851626" y="217176"/>
                </a:lnTo>
                <a:lnTo>
                  <a:pt x="873575" y="270136"/>
                </a:lnTo>
                <a:lnTo>
                  <a:pt x="884986" y="326426"/>
                </a:lnTo>
                <a:lnTo>
                  <a:pt x="886455" y="355591"/>
                </a:lnTo>
                <a:lnTo>
                  <a:pt x="884986" y="384756"/>
                </a:lnTo>
                <a:lnTo>
                  <a:pt x="873575" y="441047"/>
                </a:lnTo>
                <a:lnTo>
                  <a:pt x="851626" y="494009"/>
                </a:lnTo>
                <a:lnTo>
                  <a:pt x="820052" y="542908"/>
                </a:lnTo>
                <a:lnTo>
                  <a:pt x="779766" y="587015"/>
                </a:lnTo>
                <a:lnTo>
                  <a:pt x="731680" y="625595"/>
                </a:lnTo>
                <a:lnTo>
                  <a:pt x="676707" y="657918"/>
                </a:lnTo>
                <a:lnTo>
                  <a:pt x="615758" y="683250"/>
                </a:lnTo>
                <a:lnTo>
                  <a:pt x="549747" y="700861"/>
                </a:lnTo>
                <a:lnTo>
                  <a:pt x="479585" y="710017"/>
                </a:lnTo>
                <a:lnTo>
                  <a:pt x="443234" y="711195"/>
                </a:lnTo>
                <a:lnTo>
                  <a:pt x="406881" y="710017"/>
                </a:lnTo>
                <a:lnTo>
                  <a:pt x="336718" y="700861"/>
                </a:lnTo>
                <a:lnTo>
                  <a:pt x="270706" y="683250"/>
                </a:lnTo>
                <a:lnTo>
                  <a:pt x="209756" y="657918"/>
                </a:lnTo>
                <a:lnTo>
                  <a:pt x="154781" y="625595"/>
                </a:lnTo>
                <a:lnTo>
                  <a:pt x="106693" y="587015"/>
                </a:lnTo>
                <a:lnTo>
                  <a:pt x="66406" y="542908"/>
                </a:lnTo>
                <a:lnTo>
                  <a:pt x="34831" y="494009"/>
                </a:lnTo>
                <a:lnTo>
                  <a:pt x="12881" y="441047"/>
                </a:lnTo>
                <a:lnTo>
                  <a:pt x="1469" y="384756"/>
                </a:lnTo>
                <a:lnTo>
                  <a:pt x="0" y="355591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17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26460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3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7283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11" y="627388"/>
                </a:lnTo>
                <a:lnTo>
                  <a:pt x="1544311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7283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441959" indent="-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5640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24" y="627388"/>
                </a:lnTo>
                <a:lnTo>
                  <a:pt x="1544324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5640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71780" indent="-178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dirty="0">
                <a:latin typeface="Arial"/>
                <a:cs typeface="Arial"/>
              </a:rPr>
              <a:t>li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0289" y="43686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399"/>
                </a:moveTo>
                <a:lnTo>
                  <a:pt x="2057399" y="914399"/>
                </a:lnTo>
                <a:lnTo>
                  <a:pt x="20573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10289" y="436869"/>
            <a:ext cx="2057400" cy="91440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7480" marR="152400" indent="2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Lu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pe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distrib</a:t>
            </a:r>
            <a:r>
              <a:rPr sz="1800" dirty="0">
                <a:latin typeface="Arial"/>
                <a:cs typeface="Arial"/>
              </a:rPr>
              <a:t>uted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pa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52883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52883" y="3294376"/>
            <a:ext cx="1544320" cy="62992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157480" indent="-292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Mec</a:t>
            </a:r>
            <a:r>
              <a:rPr sz="1800" spc="-5" dirty="0">
                <a:latin typeface="Arial"/>
                <a:cs typeface="Arial"/>
              </a:rPr>
              <a:t>hanistic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67389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67389" y="3294376"/>
            <a:ext cx="1544320" cy="62992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64160" indent="-1828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Bl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0887" y="14655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95989" y="18419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24789" y="1465569"/>
            <a:ext cx="1633220" cy="436245"/>
          </a:xfrm>
          <a:custGeom>
            <a:avLst/>
            <a:gdLst/>
            <a:ahLst/>
            <a:cxnLst/>
            <a:rect l="l" t="t" r="r" b="b"/>
            <a:pathLst>
              <a:path w="1633220" h="436244">
                <a:moveTo>
                  <a:pt x="0" y="0"/>
                </a:moveTo>
                <a:lnTo>
                  <a:pt x="1632813" y="4357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35536" y="1861230"/>
            <a:ext cx="83820" cy="73660"/>
          </a:xfrm>
          <a:custGeom>
            <a:avLst/>
            <a:gdLst/>
            <a:ahLst/>
            <a:cxnLst/>
            <a:rect l="l" t="t" r="r" b="b"/>
            <a:pathLst>
              <a:path w="83820" h="73660">
                <a:moveTo>
                  <a:pt x="19629" y="0"/>
                </a:moveTo>
                <a:lnTo>
                  <a:pt x="0" y="73639"/>
                </a:lnTo>
                <a:lnTo>
                  <a:pt x="83423" y="56479"/>
                </a:lnTo>
                <a:lnTo>
                  <a:pt x="19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26481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81583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26932" y="0"/>
                </a:moveTo>
                <a:lnTo>
                  <a:pt x="0" y="80802"/>
                </a:lnTo>
                <a:lnTo>
                  <a:pt x="80820" y="53858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8168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58056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706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03436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28967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84069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52983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52983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104" marR="144780" indent="-565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nuou</a:t>
            </a:r>
            <a:r>
              <a:rPr sz="1800" dirty="0">
                <a:latin typeface="Arial"/>
                <a:cs typeface="Arial"/>
              </a:rPr>
              <a:t>s-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37659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37659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 marR="200660" indent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Discre</a:t>
            </a:r>
            <a:r>
              <a:rPr sz="1800" spc="-10" dirty="0">
                <a:latin typeface="Arial"/>
                <a:cs typeface="Arial"/>
              </a:rPr>
              <a:t>te-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12287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67389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13" y="0"/>
                </a:moveTo>
                <a:lnTo>
                  <a:pt x="0" y="80820"/>
                </a:lnTo>
                <a:lnTo>
                  <a:pt x="80802" y="53876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10389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86756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15724" y="5702296"/>
            <a:ext cx="1541780" cy="629920"/>
          </a:xfrm>
          <a:custGeom>
            <a:avLst/>
            <a:gdLst/>
            <a:ahLst/>
            <a:cxnLst/>
            <a:rect l="l" t="t" r="r" b="b"/>
            <a:pathLst>
              <a:path w="1541780" h="629920">
                <a:moveTo>
                  <a:pt x="0" y="629924"/>
                </a:moveTo>
                <a:lnTo>
                  <a:pt x="1541775" y="629924"/>
                </a:lnTo>
                <a:lnTo>
                  <a:pt x="1541775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315724" y="5702296"/>
            <a:ext cx="154178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Dete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inistic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75021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30123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32" y="0"/>
                </a:moveTo>
                <a:lnTo>
                  <a:pt x="0" y="80820"/>
                </a:lnTo>
                <a:lnTo>
                  <a:pt x="80820" y="53864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8000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048000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812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Stoch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20730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97097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64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5046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5046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244659" y="3368447"/>
            <a:ext cx="95250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5080" indent="-153035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Gr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690609" y="2776210"/>
            <a:ext cx="1594485" cy="389255"/>
          </a:xfrm>
          <a:custGeom>
            <a:avLst/>
            <a:gdLst/>
            <a:ahLst/>
            <a:cxnLst/>
            <a:rect l="l" t="t" r="r" b="b"/>
            <a:pathLst>
              <a:path w="1594485" h="389255">
                <a:moveTo>
                  <a:pt x="0" y="0"/>
                </a:moveTo>
                <a:lnTo>
                  <a:pt x="1594408" y="3888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263621" y="3125023"/>
            <a:ext cx="83185" cy="74295"/>
          </a:xfrm>
          <a:custGeom>
            <a:avLst/>
            <a:gdLst/>
            <a:ahLst/>
            <a:cxnLst/>
            <a:rect l="l" t="t" r="r" b="b"/>
            <a:pathLst>
              <a:path w="83185" h="74294">
                <a:moveTo>
                  <a:pt x="18074" y="0"/>
                </a:moveTo>
                <a:lnTo>
                  <a:pt x="0" y="74005"/>
                </a:lnTo>
                <a:lnTo>
                  <a:pt x="83057" y="55046"/>
                </a:lnTo>
                <a:lnTo>
                  <a:pt x="18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18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26460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3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7283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11" y="627388"/>
                </a:lnTo>
                <a:lnTo>
                  <a:pt x="1544311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7283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441959" indent="-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5640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24" y="627388"/>
                </a:lnTo>
                <a:lnTo>
                  <a:pt x="1544324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5640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71780" indent="-178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dirty="0">
                <a:latin typeface="Arial"/>
                <a:cs typeface="Arial"/>
              </a:rPr>
              <a:t>li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0289" y="43686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399"/>
                </a:moveTo>
                <a:lnTo>
                  <a:pt x="2057399" y="914399"/>
                </a:lnTo>
                <a:lnTo>
                  <a:pt x="20573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10289" y="436869"/>
            <a:ext cx="2057400" cy="91440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7480" marR="152400" indent="2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Lu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pe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distrib</a:t>
            </a:r>
            <a:r>
              <a:rPr sz="1800" dirty="0">
                <a:latin typeface="Arial"/>
                <a:cs typeface="Arial"/>
              </a:rPr>
              <a:t>uted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pa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52883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52883" y="3294376"/>
            <a:ext cx="1544320" cy="62992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157480" indent="-292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Mec</a:t>
            </a:r>
            <a:r>
              <a:rPr sz="1800" spc="-5" dirty="0">
                <a:latin typeface="Arial"/>
                <a:cs typeface="Arial"/>
              </a:rPr>
              <a:t>hanistic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67389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67389" y="3294376"/>
            <a:ext cx="1544320" cy="629920"/>
          </a:xfrm>
          <a:prstGeom prst="rect">
            <a:avLst/>
          </a:prstGeom>
          <a:solidFill>
            <a:srgbClr val="4471C4"/>
          </a:solidFill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025" marR="264160" indent="-1828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Bl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0887" y="14655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95989" y="18419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24789" y="1465569"/>
            <a:ext cx="1633220" cy="436245"/>
          </a:xfrm>
          <a:custGeom>
            <a:avLst/>
            <a:gdLst/>
            <a:ahLst/>
            <a:cxnLst/>
            <a:rect l="l" t="t" r="r" b="b"/>
            <a:pathLst>
              <a:path w="1633220" h="436244">
                <a:moveTo>
                  <a:pt x="0" y="0"/>
                </a:moveTo>
                <a:lnTo>
                  <a:pt x="1632813" y="4357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35536" y="1861230"/>
            <a:ext cx="83820" cy="73660"/>
          </a:xfrm>
          <a:custGeom>
            <a:avLst/>
            <a:gdLst/>
            <a:ahLst/>
            <a:cxnLst/>
            <a:rect l="l" t="t" r="r" b="b"/>
            <a:pathLst>
              <a:path w="83820" h="73660">
                <a:moveTo>
                  <a:pt x="19629" y="0"/>
                </a:moveTo>
                <a:lnTo>
                  <a:pt x="0" y="73639"/>
                </a:lnTo>
                <a:lnTo>
                  <a:pt x="83423" y="56479"/>
                </a:lnTo>
                <a:lnTo>
                  <a:pt x="19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26481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81583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26932" y="0"/>
                </a:moveTo>
                <a:lnTo>
                  <a:pt x="0" y="80802"/>
                </a:lnTo>
                <a:lnTo>
                  <a:pt x="80820" y="53858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8168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58056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706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03436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3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28967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84069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13" y="0"/>
                </a:moveTo>
                <a:lnTo>
                  <a:pt x="0" y="80802"/>
                </a:lnTo>
                <a:lnTo>
                  <a:pt x="80802" y="53858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52983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252983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104" marR="144780" indent="-565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nuou</a:t>
            </a:r>
            <a:r>
              <a:rPr sz="1800" dirty="0">
                <a:latin typeface="Arial"/>
                <a:cs typeface="Arial"/>
              </a:rPr>
              <a:t>s-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37659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37659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740" marR="200660" indent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Discre</a:t>
            </a:r>
            <a:r>
              <a:rPr sz="1800" spc="-10" dirty="0">
                <a:latin typeface="Arial"/>
                <a:cs typeface="Arial"/>
              </a:rPr>
              <a:t>te-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12287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67389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13" y="0"/>
                </a:moveTo>
                <a:lnTo>
                  <a:pt x="0" y="80820"/>
                </a:lnTo>
                <a:lnTo>
                  <a:pt x="80802" y="53876"/>
                </a:lnTo>
                <a:lnTo>
                  <a:pt x="26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10389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86756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15724" y="5702296"/>
            <a:ext cx="1541780" cy="629920"/>
          </a:xfrm>
          <a:custGeom>
            <a:avLst/>
            <a:gdLst/>
            <a:ahLst/>
            <a:cxnLst/>
            <a:rect l="l" t="t" r="r" b="b"/>
            <a:pathLst>
              <a:path w="1541780" h="629920">
                <a:moveTo>
                  <a:pt x="0" y="629924"/>
                </a:moveTo>
                <a:lnTo>
                  <a:pt x="1541775" y="629924"/>
                </a:lnTo>
                <a:lnTo>
                  <a:pt x="1541775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315724" y="5702296"/>
            <a:ext cx="154178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Dete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inistic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75021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302" y="0"/>
                </a:moveTo>
                <a:lnTo>
                  <a:pt x="0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30123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32" y="0"/>
                </a:moveTo>
                <a:lnTo>
                  <a:pt x="0" y="80820"/>
                </a:lnTo>
                <a:lnTo>
                  <a:pt x="80820" y="53864"/>
                </a:lnTo>
                <a:lnTo>
                  <a:pt x="2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8000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048000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812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Stoch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20730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272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97097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64"/>
                </a:lnTo>
                <a:lnTo>
                  <a:pt x="8083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5046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5046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11" y="629911"/>
                </a:lnTo>
                <a:lnTo>
                  <a:pt x="1544311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244659" y="3368447"/>
            <a:ext cx="95250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5080" indent="-153035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Gr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690609" y="2776210"/>
            <a:ext cx="1594485" cy="389255"/>
          </a:xfrm>
          <a:custGeom>
            <a:avLst/>
            <a:gdLst/>
            <a:ahLst/>
            <a:cxnLst/>
            <a:rect l="l" t="t" r="r" b="b"/>
            <a:pathLst>
              <a:path w="1594485" h="389255">
                <a:moveTo>
                  <a:pt x="0" y="0"/>
                </a:moveTo>
                <a:lnTo>
                  <a:pt x="1594408" y="3888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263621" y="3125023"/>
            <a:ext cx="83185" cy="74295"/>
          </a:xfrm>
          <a:custGeom>
            <a:avLst/>
            <a:gdLst/>
            <a:ahLst/>
            <a:cxnLst/>
            <a:rect l="l" t="t" r="r" b="b"/>
            <a:pathLst>
              <a:path w="83185" h="74294">
                <a:moveTo>
                  <a:pt x="18074" y="0"/>
                </a:moveTo>
                <a:lnTo>
                  <a:pt x="0" y="74005"/>
                </a:lnTo>
                <a:lnTo>
                  <a:pt x="83057" y="55046"/>
                </a:lnTo>
                <a:lnTo>
                  <a:pt x="18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33" y="4873813"/>
            <a:ext cx="3969385" cy="1296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7200"/>
              </a:lnSpc>
            </a:pP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la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sh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Calibri"/>
                <a:cs typeface="Calibri"/>
              </a:rPr>
              <a:t>Ac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-3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8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225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r>
              <a:rPr sz="28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4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7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2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800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nd</a:t>
            </a:r>
            <a:r>
              <a:rPr sz="28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800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Di</a:t>
            </a:r>
            <a:r>
              <a:rPr sz="2800" spc="-6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800" spc="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8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6584" y="584210"/>
            <a:ext cx="3761719" cy="25526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7219" y="3464564"/>
            <a:ext cx="3677930" cy="25526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43109" y="1590044"/>
            <a:ext cx="4058920" cy="3048000"/>
          </a:xfrm>
          <a:custGeom>
            <a:avLst/>
            <a:gdLst/>
            <a:ahLst/>
            <a:cxnLst/>
            <a:rect l="l" t="t" r="r" b="b"/>
            <a:pathLst>
              <a:path w="4058920" h="3048000">
                <a:moveTo>
                  <a:pt x="0" y="3047999"/>
                </a:moveTo>
                <a:lnTo>
                  <a:pt x="4058930" y="3047999"/>
                </a:lnTo>
                <a:lnTo>
                  <a:pt x="4058930" y="0"/>
                </a:lnTo>
                <a:lnTo>
                  <a:pt x="0" y="0"/>
                </a:lnTo>
                <a:lnTo>
                  <a:pt x="0" y="304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3110" y="1590050"/>
            <a:ext cx="4058899" cy="30479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2559" y="3817641"/>
            <a:ext cx="1416685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b="1" spc="-70" dirty="0">
                <a:latin typeface="Arial"/>
                <a:cs typeface="Arial"/>
              </a:rPr>
              <a:t>C</a:t>
            </a:r>
            <a:r>
              <a:rPr sz="900" b="1" spc="-120" dirty="0">
                <a:latin typeface="Arial"/>
                <a:cs typeface="Arial"/>
              </a:rPr>
              <a:t>O</a:t>
            </a:r>
            <a:r>
              <a:rPr sz="825" b="1" spc="-37" baseline="-20202" dirty="0">
                <a:latin typeface="Arial"/>
                <a:cs typeface="Arial"/>
              </a:rPr>
              <a:t>2</a:t>
            </a:r>
            <a:r>
              <a:rPr sz="825" b="1" baseline="-20202" dirty="0">
                <a:latin typeface="Times New Roman"/>
                <a:cs typeface="Times New Roman"/>
              </a:rPr>
              <a:t> </a:t>
            </a:r>
            <a:r>
              <a:rPr sz="825" b="1" spc="-75" baseline="-20202" dirty="0">
                <a:latin typeface="Times New Roman"/>
                <a:cs typeface="Times New Roman"/>
              </a:rPr>
              <a:t> </a:t>
            </a:r>
            <a:r>
              <a:rPr sz="900" b="1" spc="-85" dirty="0">
                <a:latin typeface="Arial"/>
                <a:cs typeface="Arial"/>
              </a:rPr>
              <a:t>s</a:t>
            </a:r>
            <a:r>
              <a:rPr sz="900" b="1" spc="-50" dirty="0">
                <a:latin typeface="Arial"/>
                <a:cs typeface="Arial"/>
              </a:rPr>
              <a:t>u</a:t>
            </a:r>
            <a:r>
              <a:rPr sz="900" b="1" spc="-135" dirty="0">
                <a:latin typeface="Arial"/>
                <a:cs typeface="Arial"/>
              </a:rPr>
              <a:t>pp</a:t>
            </a:r>
            <a:r>
              <a:rPr sz="900" b="1" spc="-5" dirty="0">
                <a:latin typeface="Arial"/>
                <a:cs typeface="Arial"/>
              </a:rPr>
              <a:t>l</a:t>
            </a:r>
            <a:r>
              <a:rPr sz="900" b="1" spc="-35" dirty="0">
                <a:latin typeface="Arial"/>
                <a:cs typeface="Arial"/>
              </a:rPr>
              <a:t>y</a:t>
            </a:r>
            <a:r>
              <a:rPr sz="900" b="1" spc="-2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90" dirty="0">
                <a:latin typeface="Arial"/>
                <a:cs typeface="Arial"/>
              </a:rPr>
              <a:t>i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35" dirty="0"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11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b="1" spc="-70" dirty="0">
                <a:latin typeface="Arial"/>
                <a:cs typeface="Arial"/>
              </a:rPr>
              <a:t>H</a:t>
            </a:r>
            <a:r>
              <a:rPr sz="900" b="1" spc="-85" dirty="0">
                <a:latin typeface="Arial"/>
                <a:cs typeface="Arial"/>
              </a:rPr>
              <a:t>e</a:t>
            </a:r>
            <a:r>
              <a:rPr sz="900" b="1" dirty="0">
                <a:latin typeface="Arial"/>
                <a:cs typeface="Arial"/>
              </a:rPr>
              <a:t>a</a:t>
            </a:r>
            <a:r>
              <a:rPr sz="900" b="1" spc="-55" dirty="0">
                <a:latin typeface="Arial"/>
                <a:cs typeface="Arial"/>
              </a:rPr>
              <a:t>t</a:t>
            </a:r>
            <a:r>
              <a:rPr sz="900" b="1" spc="-90" dirty="0">
                <a:latin typeface="Arial"/>
                <a:cs typeface="Arial"/>
              </a:rPr>
              <a:t>i</a:t>
            </a:r>
            <a:r>
              <a:rPr sz="900" b="1" spc="-50" dirty="0">
                <a:latin typeface="Arial"/>
                <a:cs typeface="Arial"/>
              </a:rPr>
              <a:t>n</a:t>
            </a:r>
            <a:r>
              <a:rPr sz="900" b="1" spc="-40" dirty="0">
                <a:latin typeface="Arial"/>
                <a:cs typeface="Arial"/>
              </a:rPr>
              <a:t>g</a:t>
            </a:r>
            <a:r>
              <a:rPr sz="900" b="1" spc="-6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90" dirty="0">
                <a:latin typeface="Arial"/>
                <a:cs typeface="Arial"/>
              </a:rPr>
              <a:t>i</a:t>
            </a:r>
            <a:r>
              <a:rPr sz="900" b="1" spc="-50" dirty="0">
                <a:latin typeface="Arial"/>
                <a:cs typeface="Arial"/>
              </a:rPr>
              <a:t>p</a:t>
            </a:r>
            <a:r>
              <a:rPr sz="900" b="1" spc="-35" dirty="0"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6974" y="4341548"/>
            <a:ext cx="257810" cy="107314"/>
          </a:xfrm>
          <a:custGeom>
            <a:avLst/>
            <a:gdLst/>
            <a:ahLst/>
            <a:cxnLst/>
            <a:rect l="l" t="t" r="r" b="b"/>
            <a:pathLst>
              <a:path w="257810" h="107314">
                <a:moveTo>
                  <a:pt x="0" y="106739"/>
                </a:moveTo>
                <a:lnTo>
                  <a:pt x="257715" y="0"/>
                </a:lnTo>
              </a:path>
            </a:pathLst>
          </a:custGeom>
          <a:ln w="116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38394" y="3879014"/>
            <a:ext cx="397510" cy="166370"/>
          </a:xfrm>
          <a:custGeom>
            <a:avLst/>
            <a:gdLst/>
            <a:ahLst/>
            <a:cxnLst/>
            <a:rect l="l" t="t" r="r" b="b"/>
            <a:pathLst>
              <a:path w="397510" h="166370">
                <a:moveTo>
                  <a:pt x="0" y="0"/>
                </a:moveTo>
                <a:lnTo>
                  <a:pt x="397276" y="166032"/>
                </a:lnTo>
              </a:path>
            </a:pathLst>
          </a:custGeom>
          <a:ln w="11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223" y="407944"/>
            <a:ext cx="323786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3220" marR="5080" indent="-351155">
              <a:lnSpc>
                <a:spcPts val="3600"/>
              </a:lnSpc>
            </a:pP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assh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us</a:t>
            </a:r>
            <a:r>
              <a:rPr sz="3400" spc="-2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us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4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Si</a:t>
            </a:r>
            <a:r>
              <a:rPr sz="340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3400" spc="-5" dirty="0">
                <a:solidFill>
                  <a:srgbClr val="C00000"/>
                </a:solidFill>
                <a:latin typeface="Calibri"/>
                <a:cs typeface="Calibri"/>
              </a:rPr>
              <a:t>li</a:t>
            </a:r>
            <a:r>
              <a:rPr sz="3400" spc="-1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2118" y="1442731"/>
            <a:ext cx="7384538" cy="5001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406196-32E0-08D8-CC88-9236D3163771}"/>
              </a:ext>
            </a:extLst>
          </p:cNvPr>
          <p:cNvSpPr/>
          <p:nvPr/>
        </p:nvSpPr>
        <p:spPr>
          <a:xfrm>
            <a:off x="6248400" y="2590800"/>
            <a:ext cx="609600" cy="3124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354" rIns="0" bIns="0" rtlCol="0">
            <a:spAutoFit/>
          </a:bodyPr>
          <a:lstStyle/>
          <a:p>
            <a:pPr marL="156210">
              <a:lnSpc>
                <a:spcPct val="100000"/>
              </a:lnSpc>
            </a:pPr>
            <a:r>
              <a:rPr spc="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pc="-3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pc="-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pc="5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pc="5" dirty="0">
                <a:solidFill>
                  <a:srgbClr val="C00000"/>
                </a:solidFill>
                <a:latin typeface="Calibri"/>
                <a:cs typeface="Calibri"/>
              </a:rPr>
              <a:t>oo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pc="-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pc="5" dirty="0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r>
              <a:rPr spc="-10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pc="-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pc="-3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pc="-1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pc="-7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536" y="5473484"/>
            <a:ext cx="216408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Me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2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20" dirty="0">
                <a:latin typeface="Calibri"/>
                <a:cs typeface="Calibri"/>
              </a:rPr>
              <a:t>at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f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m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lo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" dirty="0">
                <a:latin typeface="Calibri"/>
                <a:cs typeface="Calibri"/>
              </a:rPr>
              <a:t>ss</a:t>
            </a:r>
            <a:r>
              <a:rPr sz="2000" spc="5" dirty="0">
                <a:latin typeface="Calibri"/>
                <a:cs typeface="Calibri"/>
              </a:rPr>
              <a:t>hou</a:t>
            </a:r>
            <a:r>
              <a:rPr sz="2000" spc="-5" dirty="0">
                <a:latin typeface="Calibri"/>
                <a:cs typeface="Calibri"/>
              </a:rPr>
              <a:t>se,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35" dirty="0">
                <a:latin typeface="Calibri"/>
                <a:cs typeface="Calibri"/>
              </a:rPr>
              <a:t>f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libri"/>
                <a:cs typeface="Calibri"/>
              </a:rPr>
              <a:t>U</a:t>
            </a:r>
            <a:r>
              <a:rPr sz="2000" spc="-15" dirty="0">
                <a:latin typeface="Calibri"/>
                <a:cs typeface="Calibri"/>
              </a:rPr>
              <a:t>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95309" y="1925330"/>
            <a:ext cx="4457699" cy="43154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15087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or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94290" y="3510676"/>
            <a:ext cx="1518285" cy="0"/>
          </a:xfrm>
          <a:custGeom>
            <a:avLst/>
            <a:gdLst/>
            <a:ahLst/>
            <a:cxnLst/>
            <a:rect l="l" t="t" r="r" b="b"/>
            <a:pathLst>
              <a:path w="1518285">
                <a:moveTo>
                  <a:pt x="0" y="0"/>
                </a:moveTo>
                <a:lnTo>
                  <a:pt x="1517683" y="0"/>
                </a:lnTo>
              </a:path>
            </a:pathLst>
          </a:custGeom>
          <a:ln w="79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26763" y="2964379"/>
            <a:ext cx="3163570" cy="1052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890" algn="ctr">
              <a:lnSpc>
                <a:spcPts val="2500"/>
              </a:lnSpc>
            </a:pPr>
            <a:r>
              <a:rPr sz="2750" dirty="0">
                <a:latin typeface="Times New Roman"/>
                <a:cs typeface="Times New Roman"/>
              </a:rPr>
              <a:t>0.6</a:t>
            </a:r>
            <a:r>
              <a:rPr sz="2750" spc="130" dirty="0">
                <a:latin typeface="Times New Roman"/>
                <a:cs typeface="Times New Roman"/>
              </a:rPr>
              <a:t>5</a:t>
            </a:r>
            <a:r>
              <a:rPr sz="2750" i="1" spc="185" dirty="0">
                <a:latin typeface="Times New Roman"/>
                <a:cs typeface="Times New Roman"/>
              </a:rPr>
              <a:t>z</a:t>
            </a:r>
            <a:r>
              <a:rPr sz="3525" baseline="29550" dirty="0">
                <a:latin typeface="Symbol"/>
                <a:cs typeface="Symbol"/>
              </a:rPr>
              <a:t></a:t>
            </a:r>
            <a:r>
              <a:rPr sz="3525" spc="15" baseline="29550" dirty="0">
                <a:latin typeface="Times New Roman"/>
                <a:cs typeface="Times New Roman"/>
              </a:rPr>
              <a:t>2</a:t>
            </a:r>
            <a:endParaRPr sz="3525" baseline="29550">
              <a:latin typeface="Times New Roman"/>
              <a:cs typeface="Times New Roman"/>
            </a:endParaRPr>
          </a:p>
          <a:p>
            <a:pPr marL="12700">
              <a:lnSpc>
                <a:spcPts val="2175"/>
              </a:lnSpc>
              <a:tabLst>
                <a:tab pos="2527935" algn="l"/>
              </a:tabLst>
            </a:pPr>
            <a:r>
              <a:rPr sz="2750" i="1" spc="114" dirty="0">
                <a:latin typeface="Times New Roman"/>
                <a:cs typeface="Times New Roman"/>
              </a:rPr>
              <a:t>y</a:t>
            </a:r>
            <a:r>
              <a:rPr sz="2750" spc="75" dirty="0">
                <a:latin typeface="Times New Roman"/>
                <a:cs typeface="Times New Roman"/>
              </a:rPr>
              <a:t>(</a:t>
            </a:r>
            <a:r>
              <a:rPr sz="2750" i="1" dirty="0">
                <a:latin typeface="Times New Roman"/>
                <a:cs typeface="Times New Roman"/>
              </a:rPr>
              <a:t>k</a:t>
            </a:r>
            <a:r>
              <a:rPr sz="2750" i="1" spc="-4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)</a:t>
            </a:r>
            <a:r>
              <a:rPr sz="2750" spc="-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i="1" spc="130" dirty="0">
                <a:latin typeface="Times New Roman"/>
                <a:cs typeface="Times New Roman"/>
              </a:rPr>
              <a:t>u</a:t>
            </a:r>
            <a:r>
              <a:rPr sz="2750" spc="75" dirty="0">
                <a:latin typeface="Times New Roman"/>
                <a:cs typeface="Times New Roman"/>
              </a:rPr>
              <a:t>(</a:t>
            </a:r>
            <a:r>
              <a:rPr sz="2750" i="1" dirty="0">
                <a:latin typeface="Times New Roman"/>
                <a:cs typeface="Times New Roman"/>
              </a:rPr>
              <a:t>k</a:t>
            </a:r>
            <a:r>
              <a:rPr sz="2750" i="1" spc="-4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  <a:p>
            <a:pPr marL="252729" algn="ctr">
              <a:lnSpc>
                <a:spcPts val="2975"/>
              </a:lnSpc>
            </a:pPr>
            <a:r>
              <a:rPr sz="2750" spc="225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0.9</a:t>
            </a:r>
            <a:r>
              <a:rPr sz="2750" spc="-40" dirty="0">
                <a:latin typeface="Times New Roman"/>
                <a:cs typeface="Times New Roman"/>
              </a:rPr>
              <a:t>1</a:t>
            </a:r>
            <a:r>
              <a:rPr sz="2750" i="1" spc="185" dirty="0">
                <a:latin typeface="Times New Roman"/>
                <a:cs typeface="Times New Roman"/>
              </a:rPr>
              <a:t>z</a:t>
            </a:r>
            <a:r>
              <a:rPr sz="3525" baseline="29550" dirty="0">
                <a:latin typeface="Symbol"/>
                <a:cs typeface="Symbol"/>
              </a:rPr>
              <a:t></a:t>
            </a:r>
            <a:r>
              <a:rPr sz="3525" spc="15" baseline="29550" dirty="0">
                <a:latin typeface="Times New Roman"/>
                <a:cs typeface="Times New Roman"/>
              </a:rPr>
              <a:t>1</a:t>
            </a:r>
            <a:endParaRPr sz="3525" baseline="29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40" dirty="0">
                <a:latin typeface="Calibri"/>
                <a:cs typeface="Calibri"/>
              </a:rPr>
              <a:t>M</a:t>
            </a:r>
            <a:r>
              <a:rPr spc="-15" dirty="0">
                <a:latin typeface="Calibri"/>
                <a:cs typeface="Calibri"/>
              </a:rPr>
              <a:t>ec</a:t>
            </a:r>
            <a:r>
              <a:rPr spc="-10" dirty="0">
                <a:latin typeface="Calibri"/>
                <a:cs typeface="Calibri"/>
              </a:rPr>
              <a:t>han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585709" cy="360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901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‘k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’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s.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l?</a:t>
            </a:r>
            <a:endParaRPr sz="2600">
              <a:latin typeface="Calibri"/>
              <a:cs typeface="Calibri"/>
            </a:endParaRPr>
          </a:p>
          <a:p>
            <a:pPr marL="241300" marR="163830" indent="-228600">
              <a:lnSpc>
                <a:spcPts val="282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Cha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ect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1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ch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‘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e’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marR="537845" indent="-228600" algn="just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guabl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pr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si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ul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tion</a:t>
            </a:r>
            <a:r>
              <a:rPr sz="26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purp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D</a:t>
            </a:r>
            <a:r>
              <a:rPr spc="-7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–</a:t>
            </a:r>
            <a:r>
              <a:rPr spc="-30" dirty="0">
                <a:latin typeface="Calibri"/>
                <a:cs typeface="Calibri"/>
              </a:rPr>
              <a:t>B</a:t>
            </a:r>
            <a:r>
              <a:rPr spc="-10" dirty="0">
                <a:latin typeface="Calibri"/>
                <a:cs typeface="Calibri"/>
              </a:rPr>
              <a:t>as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d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127256"/>
            <a:ext cx="7601584" cy="289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ect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00"/>
              </a:lnSpc>
              <a:spcBef>
                <a:spcPts val="10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25" dirty="0">
                <a:latin typeface="Calibri"/>
                <a:cs typeface="Calibri"/>
              </a:rPr>
              <a:t>f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el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5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sis</a:t>
            </a:r>
            <a:endParaRPr sz="2600">
              <a:latin typeface="Calibri"/>
              <a:cs typeface="Calibri"/>
            </a:endParaRPr>
          </a:p>
          <a:p>
            <a:pPr marL="241300" marR="97155" indent="-228600">
              <a:lnSpc>
                <a:spcPts val="2800"/>
              </a:lnSpc>
              <a:spcBef>
                <a:spcPts val="10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5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ssi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ann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dea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740354"/>
            <a:ext cx="477139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Bas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4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han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(D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678" y="2161326"/>
            <a:ext cx="7015480" cy="2375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6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25" dirty="0">
                <a:latin typeface="Calibri"/>
                <a:cs typeface="Calibri"/>
              </a:rPr>
              <a:t>f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30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241300" marR="19050" indent="-228600">
              <a:lnSpc>
                <a:spcPts val="2600"/>
              </a:lnSpc>
              <a:spcBef>
                <a:spcPts val="9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Bu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20" dirty="0">
                <a:latin typeface="Calibri"/>
                <a:cs typeface="Calibri"/>
              </a:rPr>
              <a:t>B</a:t>
            </a:r>
            <a:r>
              <a:rPr sz="2400" spc="-25" dirty="0">
                <a:latin typeface="Calibri"/>
                <a:cs typeface="Calibri"/>
              </a:rPr>
              <a:t>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5" dirty="0">
                <a:latin typeface="Calibri"/>
                <a:cs typeface="Calibri"/>
              </a:rPr>
              <a:t>hy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g</a:t>
            </a:r>
            <a:r>
              <a:rPr sz="2400" spc="5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1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D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Calibri"/>
                <a:cs typeface="Calibri"/>
              </a:rPr>
              <a:t>‘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50" dirty="0">
                <a:latin typeface="Calibri"/>
                <a:cs typeface="Calibri"/>
              </a:rPr>
              <a:t>o</a:t>
            </a:r>
            <a:r>
              <a:rPr sz="2400" spc="6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’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lli</a:t>
            </a:r>
            <a:r>
              <a:rPr sz="2400" spc="-5" dirty="0">
                <a:latin typeface="Calibri"/>
                <a:cs typeface="Calibri"/>
              </a:rPr>
              <a:t>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479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60" dirty="0">
                <a:latin typeface="Calibri"/>
                <a:cs typeface="Calibri"/>
              </a:rPr>
              <a:t>w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7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R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-15" dirty="0">
                <a:latin typeface="Calibri"/>
                <a:cs typeface="Calibri"/>
              </a:rPr>
              <a:t>er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el</a:t>
            </a:r>
          </a:p>
        </p:txBody>
      </p:sp>
      <p:sp>
        <p:nvSpPr>
          <p:cNvPr id="3" name="object 3"/>
          <p:cNvSpPr/>
          <p:nvPr/>
        </p:nvSpPr>
        <p:spPr>
          <a:xfrm>
            <a:off x="2325373" y="2155210"/>
            <a:ext cx="1584960" cy="1005840"/>
          </a:xfrm>
          <a:custGeom>
            <a:avLst/>
            <a:gdLst/>
            <a:ahLst/>
            <a:cxnLst/>
            <a:rect l="l" t="t" r="r" b="b"/>
            <a:pathLst>
              <a:path w="1584960" h="1005839">
                <a:moveTo>
                  <a:pt x="0" y="167639"/>
                </a:moveTo>
                <a:lnTo>
                  <a:pt x="5576" y="124595"/>
                </a:lnTo>
                <a:lnTo>
                  <a:pt x="21351" y="85703"/>
                </a:lnTo>
                <a:lnTo>
                  <a:pt x="45891" y="52394"/>
                </a:lnTo>
                <a:lnTo>
                  <a:pt x="77763" y="26100"/>
                </a:lnTo>
                <a:lnTo>
                  <a:pt x="115536" y="8253"/>
                </a:lnTo>
                <a:lnTo>
                  <a:pt x="157776" y="285"/>
                </a:lnTo>
                <a:lnTo>
                  <a:pt x="1417326" y="0"/>
                </a:lnTo>
                <a:lnTo>
                  <a:pt x="1432042" y="637"/>
                </a:lnTo>
                <a:lnTo>
                  <a:pt x="1473854" y="9770"/>
                </a:lnTo>
                <a:lnTo>
                  <a:pt x="1511043" y="28624"/>
                </a:lnTo>
                <a:lnTo>
                  <a:pt x="1542175" y="55765"/>
                </a:lnTo>
                <a:lnTo>
                  <a:pt x="1565817" y="89763"/>
                </a:lnTo>
                <a:lnTo>
                  <a:pt x="1580535" y="129186"/>
                </a:lnTo>
                <a:lnTo>
                  <a:pt x="1584966" y="838199"/>
                </a:lnTo>
                <a:lnTo>
                  <a:pt x="1584328" y="852916"/>
                </a:lnTo>
                <a:lnTo>
                  <a:pt x="1575191" y="894728"/>
                </a:lnTo>
                <a:lnTo>
                  <a:pt x="1556333" y="931917"/>
                </a:lnTo>
                <a:lnTo>
                  <a:pt x="1529188" y="963049"/>
                </a:lnTo>
                <a:lnTo>
                  <a:pt x="1495189" y="986691"/>
                </a:lnTo>
                <a:lnTo>
                  <a:pt x="1455770" y="1001408"/>
                </a:lnTo>
                <a:lnTo>
                  <a:pt x="167639" y="1005839"/>
                </a:lnTo>
                <a:lnTo>
                  <a:pt x="152921" y="1005202"/>
                </a:lnTo>
                <a:lnTo>
                  <a:pt x="111105" y="996065"/>
                </a:lnTo>
                <a:lnTo>
                  <a:pt x="73915" y="977207"/>
                </a:lnTo>
                <a:lnTo>
                  <a:pt x="42785" y="950062"/>
                </a:lnTo>
                <a:lnTo>
                  <a:pt x="19145" y="916063"/>
                </a:lnTo>
                <a:lnTo>
                  <a:pt x="4430" y="876644"/>
                </a:lnTo>
                <a:lnTo>
                  <a:pt x="0" y="167639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92986" y="2334345"/>
            <a:ext cx="124587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</a:pPr>
            <a:r>
              <a:rPr sz="2400" spc="-25" dirty="0">
                <a:latin typeface="Calibri"/>
                <a:cs typeface="Calibri"/>
              </a:rPr>
              <a:t>No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5" dirty="0">
                <a:latin typeface="Calibri"/>
                <a:cs typeface="Calibri"/>
              </a:rPr>
              <a:t>li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El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05739" y="2155210"/>
            <a:ext cx="1584960" cy="1005840"/>
          </a:xfrm>
          <a:custGeom>
            <a:avLst/>
            <a:gdLst/>
            <a:ahLst/>
            <a:cxnLst/>
            <a:rect l="l" t="t" r="r" b="b"/>
            <a:pathLst>
              <a:path w="1584959" h="1005839">
                <a:moveTo>
                  <a:pt x="0" y="167639"/>
                </a:moveTo>
                <a:lnTo>
                  <a:pt x="5575" y="124595"/>
                </a:lnTo>
                <a:lnTo>
                  <a:pt x="21348" y="85703"/>
                </a:lnTo>
                <a:lnTo>
                  <a:pt x="45885" y="52394"/>
                </a:lnTo>
                <a:lnTo>
                  <a:pt x="77757" y="26100"/>
                </a:lnTo>
                <a:lnTo>
                  <a:pt x="115530" y="8253"/>
                </a:lnTo>
                <a:lnTo>
                  <a:pt x="157775" y="285"/>
                </a:lnTo>
                <a:lnTo>
                  <a:pt x="1417319" y="0"/>
                </a:lnTo>
                <a:lnTo>
                  <a:pt x="1432036" y="637"/>
                </a:lnTo>
                <a:lnTo>
                  <a:pt x="1473848" y="9770"/>
                </a:lnTo>
                <a:lnTo>
                  <a:pt x="1511037" y="28624"/>
                </a:lnTo>
                <a:lnTo>
                  <a:pt x="1542169" y="55765"/>
                </a:lnTo>
                <a:lnTo>
                  <a:pt x="1565811" y="89763"/>
                </a:lnTo>
                <a:lnTo>
                  <a:pt x="1580528" y="129186"/>
                </a:lnTo>
                <a:lnTo>
                  <a:pt x="1584959" y="838199"/>
                </a:lnTo>
                <a:lnTo>
                  <a:pt x="1584322" y="852916"/>
                </a:lnTo>
                <a:lnTo>
                  <a:pt x="1575185" y="894728"/>
                </a:lnTo>
                <a:lnTo>
                  <a:pt x="1556327" y="931917"/>
                </a:lnTo>
                <a:lnTo>
                  <a:pt x="1529182" y="963049"/>
                </a:lnTo>
                <a:lnTo>
                  <a:pt x="1495183" y="986691"/>
                </a:lnTo>
                <a:lnTo>
                  <a:pt x="1455764" y="1001408"/>
                </a:lnTo>
                <a:lnTo>
                  <a:pt x="167639" y="1005839"/>
                </a:lnTo>
                <a:lnTo>
                  <a:pt x="152918" y="1005202"/>
                </a:lnTo>
                <a:lnTo>
                  <a:pt x="111099" y="996065"/>
                </a:lnTo>
                <a:lnTo>
                  <a:pt x="73909" y="977207"/>
                </a:lnTo>
                <a:lnTo>
                  <a:pt x="42779" y="950062"/>
                </a:lnTo>
                <a:lnTo>
                  <a:pt x="19142" y="916063"/>
                </a:lnTo>
                <a:lnTo>
                  <a:pt x="4429" y="876644"/>
                </a:lnTo>
                <a:lnTo>
                  <a:pt x="0" y="167639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46958" y="2334345"/>
            <a:ext cx="1099185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320" marR="5080" indent="-13525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</a:t>
            </a:r>
            <a:r>
              <a:rPr sz="2400" spc="-25" dirty="0">
                <a:latin typeface="Calibri"/>
                <a:cs typeface="Calibri"/>
              </a:rPr>
              <a:t>y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8891" y="2218508"/>
            <a:ext cx="7372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10339" y="2658099"/>
            <a:ext cx="1258570" cy="0"/>
          </a:xfrm>
          <a:custGeom>
            <a:avLst/>
            <a:gdLst/>
            <a:ahLst/>
            <a:cxnLst/>
            <a:rect l="l" t="t" r="r" b="b"/>
            <a:pathLst>
              <a:path w="1258570">
                <a:moveTo>
                  <a:pt x="0" y="0"/>
                </a:moveTo>
                <a:lnTo>
                  <a:pt x="1258427" y="0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54467" y="259144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36190" y="1939768"/>
            <a:ext cx="83693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 marR="5080" indent="-48260">
              <a:lnSpc>
                <a:spcPct val="100000"/>
              </a:lnSpc>
            </a:pP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5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tiv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1800" b="1" spc="-3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6550" y="2155795"/>
            <a:ext cx="10166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Ri</a:t>
            </a:r>
            <a:r>
              <a:rPr sz="1800" b="1" spc="-1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18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90700" y="2658099"/>
            <a:ext cx="1258570" cy="0"/>
          </a:xfrm>
          <a:custGeom>
            <a:avLst/>
            <a:gdLst/>
            <a:ahLst/>
            <a:cxnLst/>
            <a:rect l="l" t="t" r="r" b="b"/>
            <a:pathLst>
              <a:path w="1258570">
                <a:moveTo>
                  <a:pt x="0" y="0"/>
                </a:moveTo>
                <a:lnTo>
                  <a:pt x="1258427" y="0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34828" y="259144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29974" y="2703819"/>
            <a:ext cx="1258570" cy="0"/>
          </a:xfrm>
          <a:custGeom>
            <a:avLst/>
            <a:gdLst/>
            <a:ahLst/>
            <a:cxnLst/>
            <a:rect l="l" t="t" r="r" b="b"/>
            <a:pathLst>
              <a:path w="1258570">
                <a:moveTo>
                  <a:pt x="0" y="0"/>
                </a:moveTo>
                <a:lnTo>
                  <a:pt x="1258430" y="0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74092" y="263716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96339" y="3482340"/>
            <a:ext cx="3324849" cy="2522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29949" y="3738884"/>
            <a:ext cx="1516379" cy="15239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64508" y="5409360"/>
            <a:ext cx="1665605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200" spc="-15" dirty="0">
                <a:latin typeface="Calibri"/>
                <a:cs typeface="Calibri"/>
              </a:rPr>
              <a:t>h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10" dirty="0">
                <a:latin typeface="Calibri"/>
                <a:cs typeface="Calibri"/>
              </a:rPr>
              <a:t>t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10" dirty="0">
                <a:latin typeface="Calibri"/>
                <a:cs typeface="Calibri"/>
              </a:rPr>
              <a:t>s:</a:t>
            </a:r>
            <a:r>
              <a:rPr sz="1200" spc="-5" dirty="0">
                <a:latin typeface="Calibri"/>
                <a:cs typeface="Calibri"/>
              </a:rPr>
              <a:t>/</a:t>
            </a:r>
            <a:r>
              <a:rPr sz="1200" spc="-25" dirty="0">
                <a:latin typeface="Calibri"/>
                <a:cs typeface="Calibri"/>
              </a:rPr>
              <a:t>/</a:t>
            </a:r>
            <a:r>
              <a:rPr sz="1200" spc="-35" dirty="0">
                <a:latin typeface="Calibri"/>
                <a:cs typeface="Calibri"/>
              </a:rPr>
              <a:t>c</a:t>
            </a:r>
            <a:r>
              <a:rPr sz="1200" spc="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mm</a:t>
            </a:r>
            <a:r>
              <a:rPr sz="1200" spc="5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s</a:t>
            </a:r>
            <a:r>
              <a:rPr sz="1200" spc="-45" dirty="0"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w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2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0" dirty="0">
                <a:latin typeface="Calibri"/>
                <a:cs typeface="Calibri"/>
              </a:rPr>
              <a:t>me</a:t>
            </a:r>
            <a:r>
              <a:rPr sz="1200" dirty="0">
                <a:latin typeface="Calibri"/>
                <a:cs typeface="Calibri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libri"/>
                <a:cs typeface="Calibri"/>
              </a:rPr>
              <a:t>ia</a:t>
            </a:r>
            <a:r>
              <a:rPr sz="1200" spc="-5" dirty="0">
                <a:latin typeface="Calibri"/>
                <a:cs typeface="Calibri"/>
              </a:rPr>
              <a:t>.</a:t>
            </a:r>
            <a:r>
              <a:rPr sz="1200" spc="5" dirty="0">
                <a:latin typeface="Calibri"/>
                <a:cs typeface="Calibri"/>
              </a:rPr>
              <a:t>o</a:t>
            </a:r>
            <a:r>
              <a:rPr sz="1200" spc="-25" dirty="0">
                <a:latin typeface="Calibri"/>
                <a:cs typeface="Calibri"/>
              </a:rPr>
              <a:t>r</a:t>
            </a:r>
            <a:r>
              <a:rPr sz="1200" spc="25" dirty="0">
                <a:latin typeface="Calibri"/>
                <a:cs typeface="Calibri"/>
              </a:rPr>
              <a:t>g</a:t>
            </a:r>
            <a:r>
              <a:rPr sz="1200" spc="-5" dirty="0">
                <a:latin typeface="Calibri"/>
                <a:cs typeface="Calibri"/>
              </a:rPr>
              <a:t>/</a:t>
            </a:r>
            <a:r>
              <a:rPr sz="1200" spc="-10" dirty="0">
                <a:latin typeface="Calibri"/>
                <a:cs typeface="Calibri"/>
              </a:rPr>
              <a:t>w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5" dirty="0">
                <a:latin typeface="Calibri"/>
                <a:cs typeface="Calibri"/>
              </a:rPr>
              <a:t>/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dirty="0">
                <a:latin typeface="Calibri"/>
                <a:cs typeface="Calibri"/>
              </a:rPr>
              <a:t>ile</a:t>
            </a:r>
            <a:r>
              <a:rPr sz="1200" spc="-10" dirty="0">
                <a:latin typeface="Calibri"/>
                <a:cs typeface="Calibri"/>
              </a:rPr>
              <a:t>:Ge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spc="-5" dirty="0">
                <a:latin typeface="Calibri"/>
                <a:cs typeface="Calibri"/>
              </a:rPr>
              <a:t>er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0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_</a:t>
            </a:r>
            <a:r>
              <a:rPr sz="1200" spc="-10" dirty="0">
                <a:latin typeface="Calibri"/>
                <a:cs typeface="Calibri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_</a:t>
            </a:r>
            <a:r>
              <a:rPr sz="1200" spc="-10" dirty="0">
                <a:latin typeface="Calibri"/>
                <a:cs typeface="Calibri"/>
              </a:rPr>
              <a:t>f</a:t>
            </a:r>
            <a:r>
              <a:rPr sz="1200" dirty="0">
                <a:latin typeface="Calibri"/>
                <a:cs typeface="Calibri"/>
              </a:rPr>
              <a:t>l</a:t>
            </a:r>
            <a:r>
              <a:rPr sz="1200" spc="5" dirty="0">
                <a:latin typeface="Calibri"/>
                <a:cs typeface="Calibri"/>
              </a:rPr>
              <a:t>ood</a:t>
            </a:r>
            <a:r>
              <a:rPr sz="1200" dirty="0">
                <a:latin typeface="Calibri"/>
                <a:cs typeface="Calibri"/>
              </a:rPr>
              <a:t>_i</a:t>
            </a:r>
            <a:r>
              <a:rPr sz="1200" spc="-10" dirty="0">
                <a:latin typeface="Calibri"/>
                <a:cs typeface="Calibri"/>
              </a:rPr>
              <a:t>m</a:t>
            </a:r>
            <a:r>
              <a:rPr sz="1200" spc="5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j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10" dirty="0"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2977" y="6126403"/>
            <a:ext cx="24911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5" dirty="0">
                <a:latin typeface="Calibri"/>
                <a:cs typeface="Calibri"/>
                <a:hlinkClick r:id="rId5"/>
              </a:rPr>
              <a:t>h</a:t>
            </a:r>
            <a:r>
              <a:rPr sz="1200" spc="-30" dirty="0">
                <a:latin typeface="Calibri"/>
                <a:cs typeface="Calibri"/>
                <a:hlinkClick r:id="rId5"/>
              </a:rPr>
              <a:t>t</a:t>
            </a:r>
            <a:r>
              <a:rPr sz="1200" spc="-5" dirty="0">
                <a:latin typeface="Calibri"/>
                <a:cs typeface="Calibri"/>
                <a:hlinkClick r:id="rId5"/>
              </a:rPr>
              <a:t>t</a:t>
            </a:r>
            <a:r>
              <a:rPr sz="1200" spc="5" dirty="0">
                <a:latin typeface="Calibri"/>
                <a:cs typeface="Calibri"/>
                <a:hlinkClick r:id="rId5"/>
              </a:rPr>
              <a:t>p</a:t>
            </a:r>
            <a:r>
              <a:rPr sz="1200" spc="-10" dirty="0">
                <a:latin typeface="Calibri"/>
                <a:cs typeface="Calibri"/>
                <a:hlinkClick r:id="rId5"/>
              </a:rPr>
              <a:t>:</a:t>
            </a:r>
            <a:r>
              <a:rPr sz="1200" spc="-5" dirty="0">
                <a:latin typeface="Calibri"/>
                <a:cs typeface="Calibri"/>
                <a:hlinkClick r:id="rId5"/>
              </a:rPr>
              <a:t>//</a:t>
            </a:r>
            <a:r>
              <a:rPr sz="1200" spc="-10" dirty="0">
                <a:latin typeface="Calibri"/>
                <a:cs typeface="Calibri"/>
                <a:hlinkClick r:id="rId5"/>
              </a:rPr>
              <a:t>ww</a:t>
            </a:r>
            <a:r>
              <a:rPr sz="1200" spc="-90" dirty="0">
                <a:latin typeface="Calibri"/>
                <a:cs typeface="Calibri"/>
                <a:hlinkClick r:id="rId5"/>
              </a:rPr>
              <a:t>w</a:t>
            </a:r>
            <a:r>
              <a:rPr sz="1200" spc="-5" dirty="0">
                <a:latin typeface="Calibri"/>
                <a:cs typeface="Calibri"/>
                <a:hlinkClick r:id="rId5"/>
              </a:rPr>
              <a:t>.</a:t>
            </a:r>
            <a:r>
              <a:rPr sz="1200" spc="5" dirty="0">
                <a:latin typeface="Calibri"/>
                <a:cs typeface="Calibri"/>
                <a:hlinkClick r:id="rId5"/>
              </a:rPr>
              <a:t>n</a:t>
            </a:r>
            <a:r>
              <a:rPr sz="1200" spc="-15" dirty="0">
                <a:latin typeface="Calibri"/>
                <a:cs typeface="Calibri"/>
                <a:hlinkClick r:id="rId5"/>
              </a:rPr>
              <a:t>n</a:t>
            </a:r>
            <a:r>
              <a:rPr sz="1200" spc="-5" dirty="0">
                <a:latin typeface="Calibri"/>
                <a:cs typeface="Calibri"/>
                <a:hlinkClick r:id="rId5"/>
              </a:rPr>
              <a:t>v</a:t>
            </a:r>
            <a:r>
              <a:rPr sz="1200" dirty="0">
                <a:latin typeface="Calibri"/>
                <a:cs typeface="Calibri"/>
                <a:hlinkClick r:id="rId5"/>
              </a:rPr>
              <a:t>l</a:t>
            </a:r>
            <a:r>
              <a:rPr sz="1200" spc="-5" dirty="0">
                <a:latin typeface="Calibri"/>
                <a:cs typeface="Calibri"/>
                <a:hlinkClick r:id="rId5"/>
              </a:rPr>
              <a:t>.</a:t>
            </a:r>
            <a:r>
              <a:rPr sz="1200" spc="5" dirty="0">
                <a:latin typeface="Calibri"/>
                <a:cs typeface="Calibri"/>
                <a:hlinkClick r:id="rId5"/>
              </a:rPr>
              <a:t>noaa</a:t>
            </a:r>
            <a:r>
              <a:rPr sz="1200" spc="15" dirty="0">
                <a:latin typeface="Calibri"/>
                <a:cs typeface="Calibri"/>
                <a:hlinkClick r:id="rId5"/>
              </a:rPr>
              <a:t>.</a:t>
            </a:r>
            <a:r>
              <a:rPr sz="1200" spc="-15" dirty="0">
                <a:latin typeface="Calibri"/>
                <a:cs typeface="Calibri"/>
                <a:hlinkClick r:id="rId5"/>
              </a:rPr>
              <a:t>go</a:t>
            </a:r>
            <a:r>
              <a:rPr sz="1200" spc="-10" dirty="0">
                <a:latin typeface="Calibri"/>
                <a:cs typeface="Calibri"/>
                <a:hlinkClick r:id="rId5"/>
              </a:rPr>
              <a:t>v/</a:t>
            </a:r>
            <a:r>
              <a:rPr sz="1200" spc="-5" dirty="0">
                <a:latin typeface="Calibri"/>
                <a:cs typeface="Calibri"/>
                <a:hlinkClick r:id="rId5"/>
              </a:rPr>
              <a:t>v</a:t>
            </a:r>
            <a:r>
              <a:rPr sz="1200" dirty="0">
                <a:latin typeface="Calibri"/>
                <a:cs typeface="Calibri"/>
                <a:hlinkClick r:id="rId5"/>
              </a:rPr>
              <a:t>i</a:t>
            </a:r>
            <a:r>
              <a:rPr sz="1200" spc="-10" dirty="0">
                <a:latin typeface="Calibri"/>
                <a:cs typeface="Calibri"/>
                <a:hlinkClick r:id="rId5"/>
              </a:rPr>
              <a:t>ew</a:t>
            </a:r>
            <a:r>
              <a:rPr sz="1200" spc="-5" dirty="0">
                <a:latin typeface="Calibri"/>
                <a:cs typeface="Calibri"/>
                <a:hlinkClick r:id="rId5"/>
              </a:rPr>
              <a:t>/</a:t>
            </a:r>
            <a:r>
              <a:rPr sz="1200" dirty="0">
                <a:latin typeface="Calibri"/>
                <a:cs typeface="Calibri"/>
                <a:hlinkClick r:id="rId5"/>
              </a:rPr>
              <a:t>#</a:t>
            </a:r>
            <a:r>
              <a:rPr sz="1200" spc="-10" dirty="0">
                <a:latin typeface="Calibri"/>
                <a:cs typeface="Calibri"/>
                <a:hlinkClick r:id="rId5"/>
              </a:rPr>
              <a:t>G</a:t>
            </a:r>
            <a:r>
              <a:rPr sz="1200" spc="5" dirty="0">
                <a:latin typeface="Calibri"/>
                <a:cs typeface="Calibri"/>
                <a:hlinkClick r:id="rId5"/>
              </a:rPr>
              <a:t>O</a:t>
            </a:r>
            <a:r>
              <a:rPr sz="1200" spc="-30" dirty="0">
                <a:latin typeface="Calibri"/>
                <a:cs typeface="Calibri"/>
                <a:hlinkClick r:id="rId5"/>
              </a:rPr>
              <a:t>E</a:t>
            </a:r>
            <a:r>
              <a:rPr sz="1200" dirty="0">
                <a:latin typeface="Calibri"/>
                <a:cs typeface="Calibri"/>
                <a:hlinkClick r:id="rId5"/>
              </a:rPr>
              <a:t>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479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D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10" dirty="0">
                <a:latin typeface="Calibri"/>
                <a:cs typeface="Calibri"/>
              </a:rPr>
              <a:t>na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3119" y="3567686"/>
            <a:ext cx="6391275" cy="2045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ts val="26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b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b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i="1" spc="5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24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utput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i="1" spc="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“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ct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ai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nput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i="1" dirty="0">
                <a:latin typeface="Calibri"/>
                <a:cs typeface="Calibri"/>
              </a:rPr>
              <a:t>s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1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/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49010" y="2709705"/>
            <a:ext cx="4139565" cy="0"/>
          </a:xfrm>
          <a:custGeom>
            <a:avLst/>
            <a:gdLst/>
            <a:ahLst/>
            <a:cxnLst/>
            <a:rect l="l" t="t" r="r" b="b"/>
            <a:pathLst>
              <a:path w="4139565">
                <a:moveTo>
                  <a:pt x="0" y="0"/>
                </a:moveTo>
                <a:lnTo>
                  <a:pt x="4139460" y="0"/>
                </a:lnTo>
              </a:path>
            </a:pathLst>
          </a:custGeom>
          <a:ln w="159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51355" y="2281312"/>
            <a:ext cx="4140200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0" dirty="0">
                <a:latin typeface="Times New Roman"/>
                <a:cs typeface="Times New Roman"/>
              </a:rPr>
              <a:t>0.0170</a:t>
            </a:r>
            <a:r>
              <a:rPr sz="2500" spc="85" dirty="0">
                <a:latin typeface="Times New Roman"/>
                <a:cs typeface="Times New Roman"/>
              </a:rPr>
              <a:t>6</a:t>
            </a:r>
            <a:r>
              <a:rPr sz="2500" i="1" spc="145" dirty="0">
                <a:latin typeface="Times New Roman"/>
                <a:cs typeface="Times New Roman"/>
              </a:rPr>
              <a:t>s</a:t>
            </a:r>
            <a:r>
              <a:rPr sz="2175" baseline="44061" dirty="0">
                <a:latin typeface="Times New Roman"/>
                <a:cs typeface="Times New Roman"/>
              </a:rPr>
              <a:t>2 </a:t>
            </a:r>
            <a:r>
              <a:rPr sz="2175" spc="-75" baseline="44061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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0.157</a:t>
            </a:r>
            <a:r>
              <a:rPr sz="2500" spc="45" dirty="0">
                <a:latin typeface="Times New Roman"/>
                <a:cs typeface="Times New Roman"/>
              </a:rPr>
              <a:t>8</a:t>
            </a:r>
            <a:r>
              <a:rPr sz="2500" i="1" spc="5" dirty="0">
                <a:latin typeface="Times New Roman"/>
                <a:cs typeface="Times New Roman"/>
              </a:rPr>
              <a:t>s</a:t>
            </a:r>
            <a:r>
              <a:rPr sz="2500" i="1" spc="-1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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0.001680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3020" y="2734988"/>
            <a:ext cx="30918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45" dirty="0">
                <a:latin typeface="Times New Roman"/>
                <a:cs typeface="Times New Roman"/>
              </a:rPr>
              <a:t>s</a:t>
            </a:r>
            <a:r>
              <a:rPr sz="2175" baseline="44061" dirty="0">
                <a:latin typeface="Times New Roman"/>
                <a:cs typeface="Times New Roman"/>
              </a:rPr>
              <a:t>2 </a:t>
            </a:r>
            <a:r>
              <a:rPr sz="2175" spc="-75" baseline="44061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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0.329</a:t>
            </a:r>
            <a:r>
              <a:rPr sz="2500" spc="85" dirty="0">
                <a:latin typeface="Times New Roman"/>
                <a:cs typeface="Times New Roman"/>
              </a:rPr>
              <a:t>9</a:t>
            </a:r>
            <a:r>
              <a:rPr sz="2500" i="1" spc="5" dirty="0">
                <a:latin typeface="Times New Roman"/>
                <a:cs typeface="Times New Roman"/>
              </a:rPr>
              <a:t>s</a:t>
            </a:r>
            <a:r>
              <a:rPr sz="2500" i="1" spc="-1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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0.0017</a:t>
            </a:r>
            <a:r>
              <a:rPr sz="2500" spc="5" dirty="0">
                <a:latin typeface="Times New Roman"/>
                <a:cs typeface="Times New Roman"/>
              </a:rPr>
              <a:t>6</a:t>
            </a:r>
            <a:r>
              <a:rPr sz="2500" spc="10" dirty="0">
                <a:latin typeface="Times New Roman"/>
                <a:cs typeface="Times New Roman"/>
              </a:rPr>
              <a:t>8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8485" y="2513516"/>
            <a:ext cx="753745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10" dirty="0">
                <a:latin typeface="Times New Roman"/>
                <a:cs typeface="Times New Roman"/>
              </a:rPr>
              <a:t>y</a:t>
            </a:r>
            <a:r>
              <a:rPr sz="2500" spc="-10" dirty="0">
                <a:latin typeface="Times New Roman"/>
                <a:cs typeface="Times New Roman"/>
              </a:rPr>
              <a:t>(</a:t>
            </a:r>
            <a:r>
              <a:rPr sz="2500" i="1" spc="170" dirty="0">
                <a:latin typeface="Times New Roman"/>
                <a:cs typeface="Times New Roman"/>
              </a:rPr>
              <a:t>t</a:t>
            </a:r>
            <a:r>
              <a:rPr sz="2500" spc="5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20583" y="2518652"/>
            <a:ext cx="524510" cy="347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25" dirty="0">
                <a:latin typeface="Times New Roman"/>
                <a:cs typeface="Times New Roman"/>
              </a:rPr>
              <a:t>u</a:t>
            </a:r>
            <a:r>
              <a:rPr sz="2500" spc="-15" dirty="0">
                <a:latin typeface="Times New Roman"/>
                <a:cs typeface="Times New Roman"/>
              </a:rPr>
              <a:t>(</a:t>
            </a:r>
            <a:r>
              <a:rPr sz="2500" i="1" spc="170" dirty="0">
                <a:latin typeface="Times New Roman"/>
                <a:cs typeface="Times New Roman"/>
              </a:rPr>
              <a:t>t</a:t>
            </a:r>
            <a:r>
              <a:rPr sz="2500" spc="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479" rIns="0" bIns="0" rtlCol="0">
            <a:spAutoFit/>
          </a:bodyPr>
          <a:lstStyle/>
          <a:p>
            <a:pPr marL="95885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E</a:t>
            </a:r>
            <a:r>
              <a:rPr spc="-75" dirty="0">
                <a:latin typeface="Calibri"/>
                <a:cs typeface="Calibri"/>
              </a:rPr>
              <a:t>x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ci</a:t>
            </a:r>
            <a:r>
              <a:rPr spc="-15" dirty="0">
                <a:latin typeface="Calibri"/>
                <a:cs typeface="Calibri"/>
              </a:rPr>
              <a:t>s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3" name="object 3"/>
          <p:cNvSpPr/>
          <p:nvPr/>
        </p:nvSpPr>
        <p:spPr>
          <a:xfrm>
            <a:off x="4193529" y="3114044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79">
                <a:moveTo>
                  <a:pt x="0" y="627375"/>
                </a:moveTo>
                <a:lnTo>
                  <a:pt x="1544324" y="627375"/>
                </a:lnTo>
                <a:lnTo>
                  <a:pt x="1544324" y="0"/>
                </a:lnTo>
                <a:lnTo>
                  <a:pt x="0" y="0"/>
                </a:lnTo>
                <a:lnTo>
                  <a:pt x="0" y="627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3529" y="3114044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 marR="441325" indent="-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64029" y="3114044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79">
                <a:moveTo>
                  <a:pt x="0" y="627375"/>
                </a:moveTo>
                <a:lnTo>
                  <a:pt x="1544311" y="627375"/>
                </a:lnTo>
                <a:lnTo>
                  <a:pt x="1544311" y="0"/>
                </a:lnTo>
                <a:lnTo>
                  <a:pt x="0" y="0"/>
                </a:lnTo>
                <a:lnTo>
                  <a:pt x="0" y="627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64029" y="3114044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930" marR="270510" indent="-178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dirty="0">
                <a:latin typeface="Arial"/>
                <a:cs typeface="Arial"/>
              </a:rPr>
              <a:t>li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36529" y="1513850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399"/>
                </a:moveTo>
                <a:lnTo>
                  <a:pt x="2057399" y="914399"/>
                </a:lnTo>
                <a:lnTo>
                  <a:pt x="20573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6529" y="1513850"/>
            <a:ext cx="2057400" cy="91440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 marR="151765" indent="2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Lu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pe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distrib</a:t>
            </a:r>
            <a:r>
              <a:rPr sz="1800" dirty="0">
                <a:latin typeface="Arial"/>
                <a:cs typeface="Arial"/>
              </a:rPr>
              <a:t>uted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pa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79129" y="437134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79129" y="437134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 marR="156210" indent="-292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Mec</a:t>
            </a:r>
            <a:r>
              <a:rPr sz="1800" spc="-5" dirty="0">
                <a:latin typeface="Arial"/>
                <a:cs typeface="Arial"/>
              </a:rPr>
              <a:t>hanistic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93629" y="437134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93629" y="437134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 marR="262890" indent="-1828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Bl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67157" y="254255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2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22229" y="291891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44" y="0"/>
                </a:moveTo>
                <a:lnTo>
                  <a:pt x="0" y="80832"/>
                </a:lnTo>
                <a:lnTo>
                  <a:pt x="80832" y="53858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51029" y="254255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2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27427" y="291891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02" y="8083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52757" y="379985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07829" y="417621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44" y="0"/>
                </a:moveTo>
                <a:lnTo>
                  <a:pt x="0" y="80832"/>
                </a:lnTo>
                <a:lnTo>
                  <a:pt x="80832" y="53876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07929" y="379985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84327" y="417621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02" y="8083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65429" y="379985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41827" y="417621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02" y="8083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67357" y="379985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22429" y="417621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44" y="0"/>
                </a:moveTo>
                <a:lnTo>
                  <a:pt x="0" y="80832"/>
                </a:lnTo>
                <a:lnTo>
                  <a:pt x="80832" y="53876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79229" y="5570220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079229" y="5570220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6375" marR="143510" indent="-565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nuou</a:t>
            </a:r>
            <a:r>
              <a:rPr sz="1800" dirty="0">
                <a:latin typeface="Arial"/>
                <a:cs typeface="Arial"/>
              </a:rPr>
              <a:t>s-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63930" y="5570220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963930" y="5570220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6375" marR="199390" indent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Discre</a:t>
            </a:r>
            <a:r>
              <a:rPr sz="1800" spc="-10" dirty="0">
                <a:latin typeface="Arial"/>
                <a:cs typeface="Arial"/>
              </a:rPr>
              <a:t>te-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38557" y="5057144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93629" y="543351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44" y="0"/>
                </a:moveTo>
                <a:lnTo>
                  <a:pt x="0" y="80832"/>
                </a:lnTo>
                <a:lnTo>
                  <a:pt x="80832" y="53876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36629" y="5057144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13027" y="5433510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02" y="8083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17879" y="2689069"/>
            <a:ext cx="2936240" cy="142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C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5" dirty="0">
                <a:latin typeface="Calibri"/>
                <a:cs typeface="Calibri"/>
              </a:rPr>
              <a:t>el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v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li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ee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e</a:t>
            </a:r>
            <a:r>
              <a:rPr sz="2400" i="1" spc="5" dirty="0">
                <a:latin typeface="Calibri"/>
                <a:cs typeface="Calibri"/>
              </a:rPr>
              <a:t>f</a:t>
            </a:r>
            <a:r>
              <a:rPr sz="2400" i="1" spc="-35" dirty="0">
                <a:latin typeface="Calibri"/>
                <a:cs typeface="Calibri"/>
              </a:rPr>
              <a:t>f</a:t>
            </a:r>
            <a:r>
              <a:rPr sz="2400" i="1" spc="-25" dirty="0">
                <a:latin typeface="Calibri"/>
                <a:cs typeface="Calibri"/>
              </a:rPr>
              <a:t>e</a:t>
            </a:r>
            <a:r>
              <a:rPr sz="2400" i="1" dirty="0">
                <a:latin typeface="Calibri"/>
                <a:cs typeface="Calibri"/>
              </a:rPr>
              <a:t>c</a:t>
            </a:r>
            <a:r>
              <a:rPr sz="2400" i="1" spc="-5" dirty="0">
                <a:latin typeface="Calibri"/>
                <a:cs typeface="Calibri"/>
              </a:rPr>
              <a:t>t</a:t>
            </a:r>
            <a:r>
              <a:rPr sz="2400" i="1" spc="5" dirty="0">
                <a:latin typeface="Calibri"/>
                <a:cs typeface="Calibri"/>
              </a:rPr>
              <a:t>i</a:t>
            </a:r>
            <a:r>
              <a:rPr sz="2400" i="1" spc="-5" dirty="0">
                <a:latin typeface="Calibri"/>
                <a:cs typeface="Calibri"/>
              </a:rPr>
              <a:t>v</a:t>
            </a:r>
            <a:r>
              <a:rPr sz="2400" i="1" spc="-15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7879" y="4152110"/>
            <a:ext cx="1435735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i="1" spc="-15" dirty="0">
                <a:latin typeface="Calibri"/>
                <a:cs typeface="Calibri"/>
              </a:rPr>
              <a:t>r</a:t>
            </a:r>
            <a:r>
              <a:rPr sz="2400" i="1" spc="5" dirty="0">
                <a:latin typeface="Calibri"/>
                <a:cs typeface="Calibri"/>
              </a:rPr>
              <a:t>ain</a:t>
            </a:r>
            <a:r>
              <a:rPr sz="2400" i="1" spc="-15" dirty="0">
                <a:latin typeface="Calibri"/>
                <a:cs typeface="Calibri"/>
              </a:rPr>
              <a:t>f</a:t>
            </a:r>
            <a:r>
              <a:rPr sz="2400" i="1" spc="5" dirty="0">
                <a:latin typeface="Calibri"/>
                <a:cs typeface="Calibri"/>
              </a:rPr>
              <a:t>al</a:t>
            </a:r>
            <a:r>
              <a:rPr sz="2400" i="1" dirty="0">
                <a:latin typeface="Calibri"/>
                <a:cs typeface="Calibri"/>
              </a:rPr>
              <a:t>l</a:t>
            </a:r>
            <a:r>
              <a:rPr sz="2400" i="1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7879" y="5249391"/>
            <a:ext cx="29089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5" dirty="0">
                <a:latin typeface="Calibri"/>
                <a:cs typeface="Calibri"/>
              </a:rPr>
              <a:t>ut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9647964-899D-EEBE-ABF8-06506D8C30C9}"/>
              </a:ext>
            </a:extLst>
          </p:cNvPr>
          <p:cNvSpPr/>
          <p:nvPr/>
        </p:nvSpPr>
        <p:spPr>
          <a:xfrm>
            <a:off x="5679907" y="1371600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D69536D-14A8-DEFD-25A4-448C3D9937BC}"/>
              </a:ext>
            </a:extLst>
          </p:cNvPr>
          <p:cNvSpPr/>
          <p:nvPr/>
        </p:nvSpPr>
        <p:spPr>
          <a:xfrm>
            <a:off x="4378722" y="3199606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37EB90C-8465-CE55-CBE1-BE32E0D5B43F}"/>
              </a:ext>
            </a:extLst>
          </p:cNvPr>
          <p:cNvSpPr/>
          <p:nvPr/>
        </p:nvSpPr>
        <p:spPr>
          <a:xfrm>
            <a:off x="5281107" y="4459446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496C50B-39A0-9D7A-D08F-8477CC9F7B00}"/>
              </a:ext>
            </a:extLst>
          </p:cNvPr>
          <p:cNvSpPr/>
          <p:nvPr/>
        </p:nvSpPr>
        <p:spPr>
          <a:xfrm>
            <a:off x="4367185" y="5648933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479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D</a:t>
            </a:r>
            <a:r>
              <a:rPr spc="-30" dirty="0">
                <a:latin typeface="Calibri"/>
                <a:cs typeface="Calibri"/>
              </a:rPr>
              <a:t>BM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x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p</a:t>
            </a:r>
            <a:r>
              <a:rPr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4740880" y="2092964"/>
            <a:ext cx="1134110" cy="0"/>
          </a:xfrm>
          <a:custGeom>
            <a:avLst/>
            <a:gdLst/>
            <a:ahLst/>
            <a:cxnLst/>
            <a:rect l="l" t="t" r="r" b="b"/>
            <a:pathLst>
              <a:path w="1134110">
                <a:moveTo>
                  <a:pt x="0" y="0"/>
                </a:moveTo>
                <a:lnTo>
                  <a:pt x="1134013" y="0"/>
                </a:lnTo>
              </a:path>
            </a:pathLst>
          </a:custGeom>
          <a:ln w="133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34951" y="2092964"/>
            <a:ext cx="1266190" cy="0"/>
          </a:xfrm>
          <a:custGeom>
            <a:avLst/>
            <a:gdLst/>
            <a:ahLst/>
            <a:cxnLst/>
            <a:rect l="l" t="t" r="r" b="b"/>
            <a:pathLst>
              <a:path w="1266190">
                <a:moveTo>
                  <a:pt x="0" y="0"/>
                </a:moveTo>
                <a:lnTo>
                  <a:pt x="1266199" y="0"/>
                </a:lnTo>
              </a:path>
            </a:pathLst>
          </a:custGeom>
          <a:ln w="133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22155" y="1760855"/>
            <a:ext cx="77597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15" dirty="0">
                <a:latin typeface="Times New Roman"/>
                <a:cs typeface="Times New Roman"/>
              </a:rPr>
              <a:t>0.1496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0175" y="1759470"/>
            <a:ext cx="1767839" cy="467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73480" algn="l"/>
              </a:tabLst>
            </a:pPr>
            <a:r>
              <a:rPr sz="2100" spc="15" dirty="0">
                <a:latin typeface="Times New Roman"/>
                <a:cs typeface="Times New Roman"/>
              </a:rPr>
              <a:t>0.002573	</a:t>
            </a:r>
            <a:r>
              <a:rPr sz="3150" spc="292" baseline="-3968" dirty="0">
                <a:latin typeface="Symbol"/>
                <a:cs typeface="Symbol"/>
              </a:rPr>
              <a:t></a:t>
            </a:r>
            <a:r>
              <a:rPr sz="3150" i="1" spc="165" baseline="-35714" dirty="0">
                <a:latin typeface="Times New Roman"/>
                <a:cs typeface="Times New Roman"/>
              </a:rPr>
              <a:t>u</a:t>
            </a:r>
            <a:r>
              <a:rPr sz="3150" baseline="-35714" dirty="0">
                <a:latin typeface="Times New Roman"/>
                <a:cs typeface="Times New Roman"/>
              </a:rPr>
              <a:t>(</a:t>
            </a:r>
            <a:r>
              <a:rPr sz="3150" i="1" spc="225" baseline="-35714" dirty="0">
                <a:latin typeface="Times New Roman"/>
                <a:cs typeface="Times New Roman"/>
              </a:rPr>
              <a:t>t</a:t>
            </a:r>
            <a:r>
              <a:rPr sz="3150" spc="15" baseline="-35714" dirty="0">
                <a:latin typeface="Times New Roman"/>
                <a:cs typeface="Times New Roman"/>
              </a:rPr>
              <a:t>)</a:t>
            </a:r>
            <a:endParaRPr sz="3150" baseline="-3571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3999" y="1870359"/>
            <a:ext cx="176720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i="1" spc="100" dirty="0">
                <a:latin typeface="Times New Roman"/>
                <a:cs typeface="Times New Roman"/>
              </a:rPr>
              <a:t>y</a:t>
            </a:r>
            <a:r>
              <a:rPr sz="2100" spc="-5" dirty="0">
                <a:latin typeface="Times New Roman"/>
                <a:cs typeface="Times New Roman"/>
              </a:rPr>
              <a:t>(</a:t>
            </a:r>
            <a:r>
              <a:rPr sz="2100" i="1" spc="150" dirty="0">
                <a:latin typeface="Times New Roman"/>
                <a:cs typeface="Times New Roman"/>
              </a:rPr>
              <a:t>t</a:t>
            </a:r>
            <a:r>
              <a:rPr sz="2100" spc="10" dirty="0">
                <a:latin typeface="Times New Roman"/>
                <a:cs typeface="Times New Roman"/>
              </a:rPr>
              <a:t>)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3150" spc="52" baseline="31746" dirty="0">
                <a:latin typeface="Symbol"/>
                <a:cs typeface="Symbol"/>
              </a:rPr>
              <a:t></a:t>
            </a:r>
            <a:r>
              <a:rPr sz="2100" spc="15" dirty="0">
                <a:latin typeface="Times New Roman"/>
                <a:cs typeface="Times New Roman"/>
              </a:rPr>
              <a:t>0.017</a:t>
            </a:r>
            <a:r>
              <a:rPr sz="2100" spc="180" dirty="0">
                <a:latin typeface="Times New Roman"/>
                <a:cs typeface="Times New Roman"/>
              </a:rPr>
              <a:t>1</a:t>
            </a:r>
            <a:r>
              <a:rPr sz="2100" spc="20" dirty="0">
                <a:latin typeface="Symbol"/>
                <a:cs typeface="Symbol"/>
              </a:rPr>
              <a:t></a:t>
            </a:r>
            <a:endParaRPr sz="2100" dirty="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0880" y="2146061"/>
            <a:ext cx="2822575" cy="46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6525" algn="l"/>
              </a:tabLst>
            </a:pPr>
            <a:r>
              <a:rPr sz="2100" i="1" spc="15" dirty="0">
                <a:latin typeface="Times New Roman"/>
                <a:cs typeface="Times New Roman"/>
              </a:rPr>
              <a:t>s</a:t>
            </a:r>
            <a:r>
              <a:rPr sz="2100" i="1" spc="-12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</a:t>
            </a:r>
            <a:r>
              <a:rPr sz="2100" spc="-165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Times New Roman"/>
                <a:cs typeface="Times New Roman"/>
              </a:rPr>
              <a:t>0.3244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i="1" spc="15" dirty="0">
                <a:latin typeface="Times New Roman"/>
                <a:cs typeface="Times New Roman"/>
              </a:rPr>
              <a:t>s</a:t>
            </a:r>
            <a:r>
              <a:rPr sz="2100" i="1" spc="-12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</a:t>
            </a:r>
            <a:r>
              <a:rPr sz="2100" spc="-165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Times New Roman"/>
                <a:cs typeface="Times New Roman"/>
              </a:rPr>
              <a:t>0.00545</a:t>
            </a:r>
            <a:r>
              <a:rPr sz="2100" spc="-315" dirty="0">
                <a:latin typeface="Times New Roman"/>
                <a:cs typeface="Times New Roman"/>
              </a:rPr>
              <a:t> </a:t>
            </a:r>
            <a:r>
              <a:rPr sz="3150" spc="30" baseline="34391" dirty="0">
                <a:latin typeface="Symbol"/>
                <a:cs typeface="Symbol"/>
              </a:rPr>
              <a:t></a:t>
            </a:r>
            <a:endParaRPr sz="3150" baseline="34391" dirty="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17801" y="1925834"/>
            <a:ext cx="175260" cy="296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20" dirty="0">
                <a:latin typeface="Symbol"/>
                <a:cs typeface="Symbol"/>
              </a:rPr>
              <a:t>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817" y="2746085"/>
            <a:ext cx="7937500" cy="3691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227965" indent="-228600">
              <a:lnSpc>
                <a:spcPct val="899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pp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25" dirty="0">
                <a:latin typeface="Calibri"/>
                <a:cs typeface="Calibri"/>
              </a:rPr>
              <a:t>y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ar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xp</a:t>
            </a:r>
            <a:r>
              <a:rPr sz="2400" spc="-1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b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wr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5" dirty="0">
                <a:latin typeface="Calibri"/>
                <a:cs typeface="Calibri"/>
              </a:rPr>
              <a:t>t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h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rm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spc="-3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ll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80"/>
              </a:lnSpc>
              <a:spcBef>
                <a:spcPts val="1055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ect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2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th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fl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w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wi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1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698500" marR="109855" lvl="1" indent="-228600" algn="just">
              <a:lnSpc>
                <a:spcPct val="89900"/>
              </a:lnSpc>
              <a:spcBef>
                <a:spcPts val="975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Calibri"/>
                <a:cs typeface="Calibri"/>
              </a:rPr>
              <a:t>‘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ck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5" dirty="0">
                <a:latin typeface="Calibri"/>
                <a:cs typeface="Calibri"/>
              </a:rPr>
              <a:t>fl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60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’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ect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wi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me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me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ec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e)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ss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ci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wi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ac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oces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  <a:p>
            <a:pPr marL="698500" marR="240665" lvl="1" indent="-228600">
              <a:lnSpc>
                <a:spcPts val="2580"/>
              </a:lnSpc>
              <a:spcBef>
                <a:spcPts val="1055"/>
              </a:spcBef>
              <a:buClr>
                <a:srgbClr val="ADB3B8"/>
              </a:buClr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Calibri"/>
                <a:cs typeface="Calibri"/>
              </a:rPr>
              <a:t>‘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5" dirty="0">
                <a:latin typeface="Calibri"/>
                <a:cs typeface="Calibri"/>
              </a:rPr>
              <a:t>fl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60" dirty="0">
                <a:latin typeface="Calibri"/>
                <a:cs typeface="Calibri"/>
              </a:rPr>
              <a:t>w</a:t>
            </a:r>
            <a:r>
              <a:rPr sz="2400" spc="-10" dirty="0">
                <a:latin typeface="Calibri"/>
                <a:cs typeface="Calibri"/>
              </a:rPr>
              <a:t>’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ect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wi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Calibri"/>
                <a:cs typeface="Calibri"/>
              </a:rPr>
              <a:t>g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es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ce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ss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5" dirty="0">
                <a:latin typeface="Calibri"/>
                <a:cs typeface="Calibri"/>
              </a:rPr>
              <a:t>ci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Calibri"/>
                <a:cs typeface="Calibri"/>
              </a:rPr>
              <a:t>wi</a:t>
            </a:r>
            <a:r>
              <a:rPr sz="2400" spc="-1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g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und</a:t>
            </a:r>
            <a:r>
              <a:rPr sz="2400" spc="-40" dirty="0">
                <a:latin typeface="Calibri"/>
                <a:cs typeface="Calibri"/>
              </a:rPr>
              <a:t>w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10" dirty="0">
                <a:latin typeface="Calibri"/>
                <a:cs typeface="Calibri"/>
              </a:rPr>
              <a:t>oces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26460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lli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4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62855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24" y="627388"/>
                </a:lnTo>
                <a:lnTo>
                  <a:pt x="1544324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2855" y="2037082"/>
            <a:ext cx="1544320" cy="62738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 marR="440690" indent="-508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1229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11" y="627388"/>
                </a:lnTo>
                <a:lnTo>
                  <a:pt x="1544311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21229" y="2037082"/>
            <a:ext cx="1544320" cy="627380"/>
          </a:xfrm>
          <a:custGeom>
            <a:avLst/>
            <a:gdLst/>
            <a:ahLst/>
            <a:cxnLst/>
            <a:rect l="l" t="t" r="r" b="b"/>
            <a:pathLst>
              <a:path w="1544320" h="627380">
                <a:moveTo>
                  <a:pt x="0" y="627388"/>
                </a:moveTo>
                <a:lnTo>
                  <a:pt x="1544311" y="627388"/>
                </a:lnTo>
                <a:lnTo>
                  <a:pt x="1544311" y="0"/>
                </a:lnTo>
                <a:lnTo>
                  <a:pt x="0" y="0"/>
                </a:lnTo>
                <a:lnTo>
                  <a:pt x="0" y="627388"/>
                </a:lnTo>
                <a:close/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05849" y="436869"/>
            <a:ext cx="2057400" cy="914400"/>
          </a:xfrm>
          <a:custGeom>
            <a:avLst/>
            <a:gdLst/>
            <a:ahLst/>
            <a:cxnLst/>
            <a:rect l="l" t="t" r="r" b="b"/>
            <a:pathLst>
              <a:path w="2057400" h="914400">
                <a:moveTo>
                  <a:pt x="0" y="914399"/>
                </a:moveTo>
                <a:lnTo>
                  <a:pt x="2057399" y="914399"/>
                </a:lnTo>
                <a:lnTo>
                  <a:pt x="20573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48455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62949" y="329437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36477" y="14655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1549" y="18419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44" y="0"/>
                </a:moveTo>
                <a:lnTo>
                  <a:pt x="0" y="80802"/>
                </a:lnTo>
                <a:lnTo>
                  <a:pt x="80832" y="53858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20349" y="1465569"/>
            <a:ext cx="1633220" cy="436245"/>
          </a:xfrm>
          <a:custGeom>
            <a:avLst/>
            <a:gdLst/>
            <a:ahLst/>
            <a:cxnLst/>
            <a:rect l="l" t="t" r="r" b="b"/>
            <a:pathLst>
              <a:path w="1633220" h="436244">
                <a:moveTo>
                  <a:pt x="0" y="0"/>
                </a:moveTo>
                <a:lnTo>
                  <a:pt x="1632844" y="4357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1095" y="1861230"/>
            <a:ext cx="83820" cy="73660"/>
          </a:xfrm>
          <a:custGeom>
            <a:avLst/>
            <a:gdLst/>
            <a:ahLst/>
            <a:cxnLst/>
            <a:rect l="l" t="t" r="r" b="b"/>
            <a:pathLst>
              <a:path w="83820" h="73660">
                <a:moveTo>
                  <a:pt x="19629" y="0"/>
                </a:moveTo>
                <a:lnTo>
                  <a:pt x="0" y="73639"/>
                </a:lnTo>
                <a:lnTo>
                  <a:pt x="83423" y="56479"/>
                </a:lnTo>
                <a:lnTo>
                  <a:pt x="19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22065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84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77155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80">
                <a:moveTo>
                  <a:pt x="26944" y="0"/>
                </a:moveTo>
                <a:lnTo>
                  <a:pt x="0" y="80802"/>
                </a:lnTo>
                <a:lnTo>
                  <a:pt x="80832" y="53858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7724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53647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0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422629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99027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53888" y="0"/>
                </a:moveTo>
                <a:lnTo>
                  <a:pt x="0" y="53858"/>
                </a:lnTo>
                <a:lnTo>
                  <a:pt x="80802" y="80802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24557" y="2722869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9629" y="3099267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80">
                <a:moveTo>
                  <a:pt x="26944" y="0"/>
                </a:moveTo>
                <a:lnTo>
                  <a:pt x="0" y="80802"/>
                </a:lnTo>
                <a:lnTo>
                  <a:pt x="80832" y="53858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48555" y="4493264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35779" y="4493264"/>
            <a:ext cx="1541780" cy="629920"/>
          </a:xfrm>
          <a:custGeom>
            <a:avLst/>
            <a:gdLst/>
            <a:ahLst/>
            <a:cxnLst/>
            <a:rect l="l" t="t" r="r" b="b"/>
            <a:pathLst>
              <a:path w="1541779" h="629920">
                <a:moveTo>
                  <a:pt x="0" y="629911"/>
                </a:moveTo>
                <a:lnTo>
                  <a:pt x="1541775" y="629911"/>
                </a:lnTo>
                <a:lnTo>
                  <a:pt x="1541775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07877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72" y="0"/>
                </a:moveTo>
                <a:lnTo>
                  <a:pt x="0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62949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44" y="0"/>
                </a:moveTo>
                <a:lnTo>
                  <a:pt x="0" y="80820"/>
                </a:lnTo>
                <a:lnTo>
                  <a:pt x="80832" y="53876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05949" y="3980176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3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82347" y="4356555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76"/>
                </a:lnTo>
                <a:lnTo>
                  <a:pt x="8080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11295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24" y="629924"/>
                </a:lnTo>
                <a:lnTo>
                  <a:pt x="1544324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70605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412290" y="0"/>
                </a:moveTo>
                <a:lnTo>
                  <a:pt x="0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425695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80" h="81279">
                <a:moveTo>
                  <a:pt x="26944" y="0"/>
                </a:moveTo>
                <a:lnTo>
                  <a:pt x="0" y="80820"/>
                </a:lnTo>
                <a:lnTo>
                  <a:pt x="80832" y="53864"/>
                </a:lnTo>
                <a:lnTo>
                  <a:pt x="269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43589" y="5702296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24"/>
                </a:moveTo>
                <a:lnTo>
                  <a:pt x="1544311" y="629924"/>
                </a:lnTo>
                <a:lnTo>
                  <a:pt x="1544311" y="0"/>
                </a:lnTo>
                <a:lnTo>
                  <a:pt x="0" y="0"/>
                </a:lnTo>
                <a:lnTo>
                  <a:pt x="0" y="629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16289" y="5189220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302" y="4122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090159" y="1623060"/>
            <a:ext cx="3780154" cy="241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1435" marR="380365" indent="-1784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dirty="0">
                <a:latin typeface="Arial"/>
                <a:cs typeface="Arial"/>
              </a:rPr>
              <a:t>li</a:t>
            </a:r>
            <a:r>
              <a:rPr sz="1800" spc="-5" dirty="0">
                <a:latin typeface="Arial"/>
                <a:cs typeface="Arial"/>
              </a:rPr>
              <a:t>nea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516255" marR="2480945" indent="-153035">
              <a:lnSpc>
                <a:spcPct val="100000"/>
              </a:lnSpc>
              <a:spcBef>
                <a:spcPts val="1460"/>
              </a:spcBef>
            </a:pPr>
            <a:r>
              <a:rPr sz="1800" spc="-15" dirty="0">
                <a:latin typeface="Arial"/>
                <a:cs typeface="Arial"/>
              </a:rPr>
              <a:t>Gr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box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05849" y="436869"/>
            <a:ext cx="2057400" cy="91440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0" marR="151765" indent="2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Lu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pe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distrib</a:t>
            </a:r>
            <a:r>
              <a:rPr sz="1800" dirty="0">
                <a:latin typeface="Arial"/>
                <a:cs typeface="Arial"/>
              </a:rPr>
              <a:t>uted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pa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648455" y="329437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 marR="156210" indent="-292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Mec</a:t>
            </a:r>
            <a:r>
              <a:rPr sz="1800" spc="-5" dirty="0">
                <a:latin typeface="Arial"/>
                <a:cs typeface="Arial"/>
              </a:rPr>
              <a:t>hanistic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62949" y="329437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5295" marR="262890" indent="-1828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Bl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bo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48555" y="4493264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6375" marR="143510" indent="-565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nuou</a:t>
            </a:r>
            <a:r>
              <a:rPr sz="1800" dirty="0">
                <a:latin typeface="Arial"/>
                <a:cs typeface="Arial"/>
              </a:rPr>
              <a:t>s-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35779" y="4493264"/>
            <a:ext cx="154178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4470" marR="199390" indent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Discre</a:t>
            </a:r>
            <a:r>
              <a:rPr sz="1800" spc="-10" dirty="0">
                <a:latin typeface="Arial"/>
                <a:cs typeface="Arial"/>
              </a:rPr>
              <a:t>te-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11295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Dete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2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inistic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3589" y="5702296"/>
            <a:ext cx="1544320" cy="629920"/>
          </a:xfrm>
          <a:prstGeom prst="rect">
            <a:avLst/>
          </a:prstGeom>
          <a:ln w="1015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939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Stoch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stic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792687" y="5565599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53888" y="0"/>
                </a:moveTo>
                <a:lnTo>
                  <a:pt x="0" y="53864"/>
                </a:lnTo>
                <a:lnTo>
                  <a:pt x="80802" y="80820"/>
                </a:lnTo>
                <a:lnTo>
                  <a:pt x="53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14602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46029" y="3296923"/>
            <a:ext cx="1544320" cy="629920"/>
          </a:xfrm>
          <a:custGeom>
            <a:avLst/>
            <a:gdLst/>
            <a:ahLst/>
            <a:cxnLst/>
            <a:rect l="l" t="t" r="r" b="b"/>
            <a:pathLst>
              <a:path w="1544320" h="629920">
                <a:moveTo>
                  <a:pt x="0" y="629911"/>
                </a:moveTo>
                <a:lnTo>
                  <a:pt x="1544324" y="629911"/>
                </a:lnTo>
                <a:lnTo>
                  <a:pt x="1544324" y="0"/>
                </a:lnTo>
                <a:lnTo>
                  <a:pt x="0" y="0"/>
                </a:lnTo>
                <a:lnTo>
                  <a:pt x="0" y="629911"/>
                </a:lnTo>
                <a:close/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88729" y="2776210"/>
            <a:ext cx="1594485" cy="389255"/>
          </a:xfrm>
          <a:custGeom>
            <a:avLst/>
            <a:gdLst/>
            <a:ahLst/>
            <a:cxnLst/>
            <a:rect l="l" t="t" r="r" b="b"/>
            <a:pathLst>
              <a:path w="1594485" h="389255">
                <a:moveTo>
                  <a:pt x="0" y="0"/>
                </a:moveTo>
                <a:lnTo>
                  <a:pt x="1594408" y="38880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61741" y="3125023"/>
            <a:ext cx="83185" cy="74295"/>
          </a:xfrm>
          <a:custGeom>
            <a:avLst/>
            <a:gdLst/>
            <a:ahLst/>
            <a:cxnLst/>
            <a:rect l="l" t="t" r="r" b="b"/>
            <a:pathLst>
              <a:path w="83185" h="74294">
                <a:moveTo>
                  <a:pt x="18074" y="0"/>
                </a:moveTo>
                <a:lnTo>
                  <a:pt x="0" y="74005"/>
                </a:lnTo>
                <a:lnTo>
                  <a:pt x="83057" y="55046"/>
                </a:lnTo>
                <a:lnTo>
                  <a:pt x="18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537365" y="5270625"/>
            <a:ext cx="2807335" cy="119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080"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Al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10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ti</a:t>
            </a:r>
            <a:r>
              <a:rPr sz="2000" spc="-3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ti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nu</a:t>
            </a:r>
            <a:r>
              <a:rPr sz="2000" spc="-10" dirty="0">
                <a:latin typeface="Calibri"/>
                <a:cs typeface="Calibri"/>
              </a:rPr>
              <a:t>meri</a:t>
            </a:r>
            <a:r>
              <a:rPr sz="2000" spc="-4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ti</a:t>
            </a:r>
            <a:r>
              <a:rPr sz="2000" spc="5" dirty="0">
                <a:latin typeface="Calibri"/>
                <a:cs typeface="Calibri"/>
              </a:rPr>
              <a:t>on</a:t>
            </a:r>
            <a:r>
              <a:rPr sz="2000" spc="-10" dirty="0">
                <a:latin typeface="Calibri"/>
                <a:cs typeface="Calibri"/>
              </a:rPr>
              <a:t>;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10" dirty="0">
                <a:latin typeface="Calibri"/>
                <a:cs typeface="Calibri"/>
              </a:rPr>
              <a:t>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20" dirty="0">
                <a:latin typeface="Calibri"/>
                <a:cs typeface="Calibri"/>
              </a:rPr>
              <a:t>tat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v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fu</a:t>
            </a:r>
            <a:r>
              <a:rPr sz="2000" dirty="0">
                <a:latin typeface="Calibri"/>
                <a:cs typeface="Calibri"/>
              </a:rPr>
              <a:t>lly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20" dirty="0">
                <a:latin typeface="Calibri"/>
                <a:cs typeface="Calibri"/>
              </a:rPr>
              <a:t>y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amic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arl</a:t>
            </a:r>
            <a:r>
              <a:rPr sz="2000" spc="-35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Calibri"/>
                <a:cs typeface="Calibri"/>
              </a:rPr>
              <a:t>e</a:t>
            </a:r>
            <a:r>
              <a:rPr sz="2000" spc="-20" dirty="0">
                <a:latin typeface="Calibri"/>
                <a:cs typeface="Calibri"/>
              </a:rPr>
              <a:t>tc</a:t>
            </a:r>
            <a:r>
              <a:rPr sz="200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090159" y="1623060"/>
            <a:ext cx="3779855" cy="24193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993678" y="4510682"/>
            <a:ext cx="1050925" cy="0"/>
          </a:xfrm>
          <a:custGeom>
            <a:avLst/>
            <a:gdLst/>
            <a:ahLst/>
            <a:cxnLst/>
            <a:rect l="l" t="t" r="r" b="b"/>
            <a:pathLst>
              <a:path w="1050925">
                <a:moveTo>
                  <a:pt x="0" y="0"/>
                </a:moveTo>
                <a:lnTo>
                  <a:pt x="1050859" y="0"/>
                </a:lnTo>
              </a:path>
            </a:pathLst>
          </a:custGeom>
          <a:ln w="55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113809" y="4128047"/>
            <a:ext cx="793115" cy="354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0.6</a:t>
            </a:r>
            <a:r>
              <a:rPr sz="1900" spc="90" dirty="0">
                <a:latin typeface="Times New Roman"/>
                <a:cs typeface="Times New Roman"/>
              </a:rPr>
              <a:t>5</a:t>
            </a:r>
            <a:r>
              <a:rPr sz="1900" i="1" spc="130" dirty="0">
                <a:latin typeface="Times New Roman"/>
                <a:cs typeface="Times New Roman"/>
              </a:rPr>
              <a:t>z</a:t>
            </a:r>
            <a:r>
              <a:rPr sz="2475" spc="-7" baseline="28619" dirty="0">
                <a:latin typeface="Symbol"/>
                <a:cs typeface="Symbol"/>
              </a:rPr>
              <a:t></a:t>
            </a:r>
            <a:r>
              <a:rPr sz="2475" baseline="28619" dirty="0">
                <a:latin typeface="Times New Roman"/>
                <a:cs typeface="Times New Roman"/>
              </a:rPr>
              <a:t>2</a:t>
            </a:r>
            <a:endParaRPr sz="2475" baseline="28619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61516" y="4511036"/>
            <a:ext cx="1090295" cy="354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155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Symbol"/>
                <a:cs typeface="Symbol"/>
              </a:rPr>
              <a:t></a:t>
            </a:r>
            <a:r>
              <a:rPr sz="1900" spc="-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0.9</a:t>
            </a:r>
            <a:r>
              <a:rPr sz="1900" spc="-30" dirty="0">
                <a:latin typeface="Times New Roman"/>
                <a:cs typeface="Times New Roman"/>
              </a:rPr>
              <a:t>1</a:t>
            </a:r>
            <a:r>
              <a:rPr sz="1900" i="1" spc="130" dirty="0">
                <a:latin typeface="Times New Roman"/>
                <a:cs typeface="Times New Roman"/>
              </a:rPr>
              <a:t>z</a:t>
            </a:r>
            <a:r>
              <a:rPr sz="2475" spc="-7" baseline="28619" dirty="0">
                <a:latin typeface="Symbol"/>
                <a:cs typeface="Symbol"/>
              </a:rPr>
              <a:t></a:t>
            </a:r>
            <a:r>
              <a:rPr sz="2475" baseline="28619" dirty="0">
                <a:latin typeface="Times New Roman"/>
                <a:cs typeface="Times New Roman"/>
              </a:rPr>
              <a:t>1</a:t>
            </a:r>
            <a:endParaRPr sz="2475" baseline="28619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19818" y="4359468"/>
            <a:ext cx="62865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80" dirty="0">
                <a:latin typeface="Times New Roman"/>
                <a:cs typeface="Times New Roman"/>
              </a:rPr>
              <a:t>y</a:t>
            </a:r>
            <a:r>
              <a:rPr sz="1900" spc="5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k</a:t>
            </a:r>
            <a:r>
              <a:rPr sz="1900" i="1" spc="-3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61782" y="4363232"/>
            <a:ext cx="456565" cy="268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90" dirty="0">
                <a:latin typeface="Times New Roman"/>
                <a:cs typeface="Times New Roman"/>
              </a:rPr>
              <a:t>u</a:t>
            </a:r>
            <a:r>
              <a:rPr sz="1900" spc="5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k</a:t>
            </a:r>
            <a:r>
              <a:rPr sz="1900" i="1" spc="-3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81CE6CA-E210-008B-D875-5EBA139D80BD}"/>
              </a:ext>
            </a:extLst>
          </p:cNvPr>
          <p:cNvSpPr/>
          <p:nvPr/>
        </p:nvSpPr>
        <p:spPr>
          <a:xfrm>
            <a:off x="3992875" y="358445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86CFCE2-A9E3-A8F2-F6AD-3A3C476961A4}"/>
              </a:ext>
            </a:extLst>
          </p:cNvPr>
          <p:cNvSpPr/>
          <p:nvPr/>
        </p:nvSpPr>
        <p:spPr>
          <a:xfrm>
            <a:off x="2758435" y="2015476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69B7788-8C8F-8F11-AF74-3C676A1465AF}"/>
              </a:ext>
            </a:extLst>
          </p:cNvPr>
          <p:cNvSpPr/>
          <p:nvPr/>
        </p:nvSpPr>
        <p:spPr>
          <a:xfrm>
            <a:off x="3445319" y="3292439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7E7AAF2-0B46-D762-54E7-7AA8471F3A00}"/>
              </a:ext>
            </a:extLst>
          </p:cNvPr>
          <p:cNvSpPr/>
          <p:nvPr/>
        </p:nvSpPr>
        <p:spPr>
          <a:xfrm>
            <a:off x="4454265" y="4484887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2707C5-0A01-827B-B90E-6B5D99330F08}"/>
              </a:ext>
            </a:extLst>
          </p:cNvPr>
          <p:cNvSpPr/>
          <p:nvPr/>
        </p:nvSpPr>
        <p:spPr>
          <a:xfrm>
            <a:off x="1768055" y="5613128"/>
            <a:ext cx="1084122" cy="3946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5335270" cy="376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pe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dirty="0">
                <a:latin typeface="Calibri"/>
                <a:cs typeface="Calibri"/>
              </a:rPr>
              <a:t>Di</a:t>
            </a:r>
            <a:r>
              <a:rPr sz="2600" u="heavy" spc="-15" dirty="0">
                <a:latin typeface="Calibri"/>
                <a:cs typeface="Calibri"/>
              </a:rPr>
              <a:t>f</a:t>
            </a:r>
            <a:r>
              <a:rPr sz="2600" u="heavy" spc="-55" dirty="0">
                <a:latin typeface="Calibri"/>
                <a:cs typeface="Calibri"/>
              </a:rPr>
              <a:t>f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en</a:t>
            </a:r>
            <a:r>
              <a:rPr sz="2600" u="heavy" dirty="0">
                <a:latin typeface="Calibri"/>
                <a:cs typeface="Calibri"/>
              </a:rPr>
              <a:t>c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65" dirty="0">
                <a:latin typeface="Calibri"/>
                <a:cs typeface="Calibri"/>
              </a:rPr>
              <a:t> </a:t>
            </a:r>
            <a:r>
              <a:rPr sz="2600" u="heavy" spc="-50" dirty="0">
                <a:latin typeface="Calibri"/>
                <a:cs typeface="Calibri"/>
              </a:rPr>
              <a:t>E</a:t>
            </a:r>
            <a:r>
              <a:rPr sz="2600" u="heavy" spc="-10" dirty="0">
                <a:latin typeface="Calibri"/>
                <a:cs typeface="Calibri"/>
              </a:rPr>
              <a:t>qu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5" dirty="0">
                <a:latin typeface="Calibri"/>
                <a:cs typeface="Calibri"/>
              </a:rPr>
              <a:t>t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7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ms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957206"/>
            <a:ext cx="6128385" cy="3037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as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4700">
              <a:latin typeface="Times New Roman"/>
              <a:cs typeface="Times New Roman"/>
            </a:endParaRPr>
          </a:p>
          <a:p>
            <a:pPr marL="961390" algn="ctr">
              <a:lnSpc>
                <a:spcPct val="100000"/>
              </a:lnSpc>
            </a:pPr>
            <a:r>
              <a:rPr sz="3400" i="1" spc="-50" dirty="0">
                <a:latin typeface="Times New Roman"/>
                <a:cs typeface="Times New Roman"/>
              </a:rPr>
              <a:t>y</a:t>
            </a:r>
            <a:endParaRPr sz="3400">
              <a:latin typeface="Times New Roman"/>
              <a:cs typeface="Times New Roman"/>
            </a:endParaRPr>
          </a:p>
          <a:p>
            <a:pPr marL="1089025" algn="ctr">
              <a:lnSpc>
                <a:spcPct val="100000"/>
              </a:lnSpc>
              <a:spcBef>
                <a:spcPts val="1340"/>
              </a:spcBef>
            </a:pPr>
            <a:r>
              <a:rPr sz="3500" i="1" spc="100" dirty="0">
                <a:latin typeface="Times New Roman"/>
                <a:cs typeface="Times New Roman"/>
              </a:rPr>
              <a:t>y</a:t>
            </a:r>
            <a:r>
              <a:rPr sz="3500" spc="-40" dirty="0">
                <a:latin typeface="Times New Roman"/>
                <a:cs typeface="Times New Roman"/>
              </a:rPr>
              <a:t>(</a:t>
            </a:r>
            <a:r>
              <a:rPr sz="3500" i="1" spc="210" dirty="0">
                <a:latin typeface="Times New Roman"/>
                <a:cs typeface="Times New Roman"/>
              </a:rPr>
              <a:t>t</a:t>
            </a:r>
            <a:r>
              <a:rPr sz="3500" spc="-25" dirty="0">
                <a:latin typeface="Times New Roman"/>
                <a:cs typeface="Times New Roman"/>
              </a:rPr>
              <a:t>)</a:t>
            </a:r>
            <a:endParaRPr sz="3500">
              <a:latin typeface="Times New Roman"/>
              <a:cs typeface="Times New Roman"/>
            </a:endParaRPr>
          </a:p>
          <a:p>
            <a:pPr marL="1439545">
              <a:lnSpc>
                <a:spcPct val="100000"/>
              </a:lnSpc>
              <a:spcBef>
                <a:spcPts val="1700"/>
              </a:spcBef>
            </a:pPr>
            <a:r>
              <a:rPr sz="3100" i="1" spc="125" dirty="0">
                <a:latin typeface="Times New Roman"/>
                <a:cs typeface="Times New Roman"/>
              </a:rPr>
              <a:t>y</a:t>
            </a:r>
            <a:r>
              <a:rPr sz="3100" spc="35" dirty="0">
                <a:latin typeface="Times New Roman"/>
                <a:cs typeface="Times New Roman"/>
              </a:rPr>
              <a:t>(</a:t>
            </a:r>
            <a:r>
              <a:rPr sz="3100" dirty="0">
                <a:latin typeface="Times New Roman"/>
                <a:cs typeface="Times New Roman"/>
              </a:rPr>
              <a:t>0</a:t>
            </a:r>
            <a:r>
              <a:rPr sz="3100" spc="-5" dirty="0">
                <a:latin typeface="Times New Roman"/>
                <a:cs typeface="Times New Roman"/>
              </a:rPr>
              <a:t>)</a:t>
            </a:r>
            <a:r>
              <a:rPr sz="3100" dirty="0">
                <a:latin typeface="Times New Roman"/>
                <a:cs typeface="Times New Roman"/>
              </a:rPr>
              <a:t>,</a:t>
            </a:r>
            <a:r>
              <a:rPr sz="3100" spc="235" dirty="0">
                <a:latin typeface="Times New Roman"/>
                <a:cs typeface="Times New Roman"/>
              </a:rPr>
              <a:t> </a:t>
            </a:r>
            <a:r>
              <a:rPr sz="3100" i="1" spc="120" dirty="0">
                <a:latin typeface="Times New Roman"/>
                <a:cs typeface="Times New Roman"/>
              </a:rPr>
              <a:t>y</a:t>
            </a:r>
            <a:r>
              <a:rPr sz="3100" spc="90" dirty="0">
                <a:latin typeface="Times New Roman"/>
                <a:cs typeface="Times New Roman"/>
              </a:rPr>
              <a:t>(</a:t>
            </a:r>
            <a:r>
              <a:rPr sz="3100" spc="-10" dirty="0">
                <a:latin typeface="Symbol"/>
                <a:cs typeface="Symbol"/>
              </a:rPr>
              <a:t></a:t>
            </a:r>
            <a:r>
              <a:rPr sz="3100" i="1" spc="190" dirty="0">
                <a:latin typeface="Times New Roman"/>
                <a:cs typeface="Times New Roman"/>
              </a:rPr>
              <a:t>t</a:t>
            </a:r>
            <a:r>
              <a:rPr sz="3100" spc="-5" dirty="0">
                <a:latin typeface="Times New Roman"/>
                <a:cs typeface="Times New Roman"/>
              </a:rPr>
              <a:t>)</a:t>
            </a:r>
            <a:r>
              <a:rPr sz="3100" dirty="0">
                <a:latin typeface="Times New Roman"/>
                <a:cs typeface="Times New Roman"/>
              </a:rPr>
              <a:t>,</a:t>
            </a:r>
            <a:r>
              <a:rPr sz="3100" spc="240" dirty="0">
                <a:latin typeface="Times New Roman"/>
                <a:cs typeface="Times New Roman"/>
              </a:rPr>
              <a:t> </a:t>
            </a:r>
            <a:r>
              <a:rPr sz="3100" i="1" spc="120" dirty="0">
                <a:latin typeface="Times New Roman"/>
                <a:cs typeface="Times New Roman"/>
              </a:rPr>
              <a:t>y</a:t>
            </a:r>
            <a:r>
              <a:rPr sz="3100" spc="85" dirty="0">
                <a:latin typeface="Times New Roman"/>
                <a:cs typeface="Times New Roman"/>
              </a:rPr>
              <a:t>(</a:t>
            </a:r>
            <a:r>
              <a:rPr sz="3100" spc="55" dirty="0">
                <a:latin typeface="Times New Roman"/>
                <a:cs typeface="Times New Roman"/>
              </a:rPr>
              <a:t>2</a:t>
            </a:r>
            <a:r>
              <a:rPr sz="3100" spc="-10" dirty="0">
                <a:latin typeface="Symbol"/>
                <a:cs typeface="Symbol"/>
              </a:rPr>
              <a:t></a:t>
            </a:r>
            <a:r>
              <a:rPr sz="3100" i="1" spc="190" dirty="0">
                <a:latin typeface="Times New Roman"/>
                <a:cs typeface="Times New Roman"/>
              </a:rPr>
              <a:t>t</a:t>
            </a:r>
            <a:r>
              <a:rPr sz="3100" dirty="0">
                <a:latin typeface="Times New Roman"/>
                <a:cs typeface="Times New Roman"/>
              </a:rPr>
              <a:t>)</a:t>
            </a:r>
            <a:r>
              <a:rPr sz="3100" spc="-30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MT Extra"/>
                <a:cs typeface="MT Extra"/>
              </a:rPr>
              <a:t></a:t>
            </a:r>
            <a:r>
              <a:rPr sz="3100" spc="55" dirty="0">
                <a:latin typeface="Times New Roman"/>
                <a:cs typeface="Times New Roman"/>
              </a:rPr>
              <a:t> </a:t>
            </a:r>
            <a:r>
              <a:rPr sz="3100" i="1" spc="120" dirty="0">
                <a:latin typeface="Times New Roman"/>
                <a:cs typeface="Times New Roman"/>
              </a:rPr>
              <a:t>y</a:t>
            </a:r>
            <a:r>
              <a:rPr sz="3100" spc="235" dirty="0">
                <a:latin typeface="Times New Roman"/>
                <a:cs typeface="Times New Roman"/>
              </a:rPr>
              <a:t>(</a:t>
            </a:r>
            <a:r>
              <a:rPr sz="3100" i="1" spc="15" dirty="0">
                <a:latin typeface="Times New Roman"/>
                <a:cs typeface="Times New Roman"/>
              </a:rPr>
              <a:t>N</a:t>
            </a:r>
            <a:r>
              <a:rPr sz="3100" spc="-10" dirty="0">
                <a:latin typeface="Symbol"/>
                <a:cs typeface="Symbol"/>
              </a:rPr>
              <a:t></a:t>
            </a:r>
            <a:r>
              <a:rPr sz="3100" i="1" spc="195" dirty="0">
                <a:latin typeface="Times New Roman"/>
                <a:cs typeface="Times New Roman"/>
              </a:rPr>
              <a:t>t</a:t>
            </a:r>
            <a:r>
              <a:rPr sz="3100" dirty="0">
                <a:latin typeface="Times New Roman"/>
                <a:cs typeface="Times New Roman"/>
              </a:rPr>
              <a:t>)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5250" y="4304003"/>
            <a:ext cx="2519045" cy="1281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1353185" algn="l"/>
              </a:tabLst>
            </a:pPr>
            <a:r>
              <a:rPr sz="3350" i="1" spc="100" dirty="0">
                <a:latin typeface="Times New Roman"/>
                <a:cs typeface="Times New Roman"/>
              </a:rPr>
              <a:t>y</a:t>
            </a:r>
            <a:r>
              <a:rPr sz="3350" spc="65" dirty="0">
                <a:latin typeface="Times New Roman"/>
                <a:cs typeface="Times New Roman"/>
              </a:rPr>
              <a:t>(</a:t>
            </a:r>
            <a:r>
              <a:rPr sz="3350" i="1" spc="-30" dirty="0">
                <a:latin typeface="Times New Roman"/>
                <a:cs typeface="Times New Roman"/>
              </a:rPr>
              <a:t>k</a:t>
            </a:r>
            <a:r>
              <a:rPr sz="3350" i="1" spc="-545" dirty="0">
                <a:latin typeface="Times New Roman"/>
                <a:cs typeface="Times New Roman"/>
              </a:rPr>
              <a:t> </a:t>
            </a:r>
            <a:r>
              <a:rPr sz="3350" spc="-25" dirty="0">
                <a:latin typeface="Times New Roman"/>
                <a:cs typeface="Times New Roman"/>
              </a:rPr>
              <a:t>)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400" i="1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400" spc="-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400" i="1" spc="-12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34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11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3400" spc="-365" dirty="0">
                <a:solidFill>
                  <a:srgbClr val="FF0000"/>
                </a:solidFill>
                <a:latin typeface="Times New Roman"/>
                <a:cs typeface="Times New Roman"/>
              </a:rPr>
              <a:t>1)</a:t>
            </a:r>
            <a:endParaRPr sz="3400">
              <a:latin typeface="Times New Roman"/>
              <a:cs typeface="Times New Roman"/>
            </a:endParaRPr>
          </a:p>
          <a:p>
            <a:pPr marR="41910" algn="ctr">
              <a:lnSpc>
                <a:spcPts val="4105"/>
              </a:lnSpc>
              <a:spcBef>
                <a:spcPts val="2410"/>
              </a:spcBef>
              <a:tabLst>
                <a:tab pos="1449705" algn="l"/>
              </a:tabLst>
            </a:pPr>
            <a:r>
              <a:rPr sz="5175" i="1" spc="-15" baseline="15297" dirty="0">
                <a:latin typeface="Times New Roman"/>
                <a:cs typeface="Times New Roman"/>
              </a:rPr>
              <a:t>y</a:t>
            </a:r>
            <a:r>
              <a:rPr sz="3000" i="1" spc="-30" dirty="0">
                <a:latin typeface="Times New Roman"/>
                <a:cs typeface="Times New Roman"/>
              </a:rPr>
              <a:t>k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5100" i="1" spc="-165" baseline="1470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5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50" i="1" spc="-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16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350" spc="-7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8407" y="4304003"/>
            <a:ext cx="1156970" cy="1244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i="1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400" spc="-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400" i="1" spc="-12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34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6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3400" spc="-365" dirty="0">
                <a:solidFill>
                  <a:srgbClr val="FF0000"/>
                </a:solidFill>
                <a:latin typeface="Times New Roman"/>
                <a:cs typeface="Times New Roman"/>
              </a:rPr>
              <a:t>1)</a:t>
            </a:r>
            <a:endParaRPr sz="3400">
              <a:latin typeface="Times New Roman"/>
              <a:cs typeface="Times New Roman"/>
            </a:endParaRPr>
          </a:p>
          <a:p>
            <a:pPr marL="47625" algn="ctr">
              <a:lnSpc>
                <a:spcPts val="3965"/>
              </a:lnSpc>
              <a:spcBef>
                <a:spcPts val="2260"/>
              </a:spcBef>
            </a:pPr>
            <a:r>
              <a:rPr sz="5100" i="1" spc="-165" baseline="1470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5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50" i="1" spc="-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50" spc="-21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350" spc="-8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043427"/>
            <a:ext cx="429450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eed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3400" y="2318201"/>
            <a:ext cx="3435350" cy="3037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nea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d</a:t>
            </a:r>
            <a:endParaRPr sz="2600">
              <a:latin typeface="Calibri"/>
              <a:cs typeface="Calibri"/>
            </a:endParaRPr>
          </a:p>
          <a:p>
            <a:pPr marL="241300" marR="33655" indent="-228600">
              <a:lnSpc>
                <a:spcPct val="7990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par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e!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50788" y="3322303"/>
            <a:ext cx="2632735" cy="7108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6897" y="4004322"/>
            <a:ext cx="2578100" cy="59690"/>
          </a:xfrm>
          <a:custGeom>
            <a:avLst/>
            <a:gdLst/>
            <a:ahLst/>
            <a:cxnLst/>
            <a:rect l="l" t="t" r="r" b="b"/>
            <a:pathLst>
              <a:path w="2578100" h="59689">
                <a:moveTo>
                  <a:pt x="245729" y="880"/>
                </a:moveTo>
                <a:lnTo>
                  <a:pt x="0" y="15096"/>
                </a:lnTo>
                <a:lnTo>
                  <a:pt x="97048" y="45314"/>
                </a:lnTo>
                <a:lnTo>
                  <a:pt x="239481" y="46207"/>
                </a:lnTo>
                <a:lnTo>
                  <a:pt x="857371" y="59530"/>
                </a:lnTo>
                <a:lnTo>
                  <a:pt x="2385151" y="59530"/>
                </a:lnTo>
                <a:lnTo>
                  <a:pt x="2427884" y="56863"/>
                </a:lnTo>
                <a:lnTo>
                  <a:pt x="2483998" y="50648"/>
                </a:lnTo>
                <a:lnTo>
                  <a:pt x="2577480" y="32872"/>
                </a:lnTo>
                <a:lnTo>
                  <a:pt x="2421041" y="15989"/>
                </a:lnTo>
                <a:lnTo>
                  <a:pt x="1949805" y="15989"/>
                </a:lnTo>
                <a:lnTo>
                  <a:pt x="1944261" y="9774"/>
                </a:lnTo>
                <a:lnTo>
                  <a:pt x="699790" y="9774"/>
                </a:lnTo>
                <a:lnTo>
                  <a:pt x="245729" y="880"/>
                </a:lnTo>
                <a:close/>
              </a:path>
              <a:path w="2578100" h="59689">
                <a:moveTo>
                  <a:pt x="2355768" y="9774"/>
                </a:moveTo>
                <a:lnTo>
                  <a:pt x="2248936" y="15989"/>
                </a:lnTo>
                <a:lnTo>
                  <a:pt x="2421041" y="15989"/>
                </a:lnTo>
                <a:lnTo>
                  <a:pt x="2412766" y="15096"/>
                </a:lnTo>
                <a:lnTo>
                  <a:pt x="2355768" y="9774"/>
                </a:lnTo>
                <a:close/>
              </a:path>
              <a:path w="2578100" h="59689">
                <a:moveTo>
                  <a:pt x="1935540" y="0"/>
                </a:moveTo>
                <a:lnTo>
                  <a:pt x="814638" y="7107"/>
                </a:lnTo>
                <a:lnTo>
                  <a:pt x="699790" y="9774"/>
                </a:lnTo>
                <a:lnTo>
                  <a:pt x="1944261" y="9774"/>
                </a:lnTo>
                <a:lnTo>
                  <a:pt x="1935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6896" y="4004320"/>
            <a:ext cx="2578100" cy="59690"/>
          </a:xfrm>
          <a:custGeom>
            <a:avLst/>
            <a:gdLst/>
            <a:ahLst/>
            <a:cxnLst/>
            <a:rect l="l" t="t" r="r" b="b"/>
            <a:pathLst>
              <a:path w="2578100" h="59689">
                <a:moveTo>
                  <a:pt x="2577509" y="32874"/>
                </a:moveTo>
                <a:lnTo>
                  <a:pt x="2412787" y="15097"/>
                </a:lnTo>
                <a:lnTo>
                  <a:pt x="2355826" y="9777"/>
                </a:lnTo>
                <a:lnTo>
                  <a:pt x="2248982" y="15992"/>
                </a:lnTo>
                <a:lnTo>
                  <a:pt x="1949835" y="15992"/>
                </a:lnTo>
                <a:lnTo>
                  <a:pt x="1935587" y="0"/>
                </a:lnTo>
                <a:lnTo>
                  <a:pt x="814666" y="7110"/>
                </a:lnTo>
                <a:lnTo>
                  <a:pt x="699797" y="9777"/>
                </a:lnTo>
                <a:lnTo>
                  <a:pt x="478115" y="4442"/>
                </a:lnTo>
                <a:lnTo>
                  <a:pt x="245754" y="883"/>
                </a:lnTo>
                <a:lnTo>
                  <a:pt x="0" y="15097"/>
                </a:lnTo>
                <a:lnTo>
                  <a:pt x="97050" y="45316"/>
                </a:lnTo>
                <a:lnTo>
                  <a:pt x="239500" y="46208"/>
                </a:lnTo>
                <a:lnTo>
                  <a:pt x="857379" y="59533"/>
                </a:lnTo>
                <a:lnTo>
                  <a:pt x="2023729" y="59533"/>
                </a:lnTo>
                <a:lnTo>
                  <a:pt x="2385207" y="59533"/>
                </a:lnTo>
                <a:lnTo>
                  <a:pt x="2427920" y="56866"/>
                </a:lnTo>
                <a:lnTo>
                  <a:pt x="2484027" y="50651"/>
                </a:lnTo>
                <a:lnTo>
                  <a:pt x="2577509" y="32874"/>
                </a:lnTo>
                <a:close/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7275" y="3515593"/>
            <a:ext cx="37465" cy="25400"/>
          </a:xfrm>
          <a:custGeom>
            <a:avLst/>
            <a:gdLst/>
            <a:ahLst/>
            <a:cxnLst/>
            <a:rect l="l" t="t" r="r" b="b"/>
            <a:pathLst>
              <a:path w="37464" h="25400">
                <a:moveTo>
                  <a:pt x="35391" y="10667"/>
                </a:moveTo>
                <a:lnTo>
                  <a:pt x="14234" y="10667"/>
                </a:lnTo>
                <a:lnTo>
                  <a:pt x="28498" y="16001"/>
                </a:lnTo>
                <a:lnTo>
                  <a:pt x="33832" y="24871"/>
                </a:lnTo>
                <a:lnTo>
                  <a:pt x="37398" y="18653"/>
                </a:lnTo>
                <a:lnTo>
                  <a:pt x="35391" y="10667"/>
                </a:lnTo>
                <a:close/>
              </a:path>
              <a:path w="37464" h="25400">
                <a:moveTo>
                  <a:pt x="20482" y="0"/>
                </a:moveTo>
                <a:lnTo>
                  <a:pt x="4450" y="1767"/>
                </a:lnTo>
                <a:lnTo>
                  <a:pt x="0" y="11551"/>
                </a:lnTo>
                <a:lnTo>
                  <a:pt x="14234" y="10667"/>
                </a:lnTo>
                <a:lnTo>
                  <a:pt x="35391" y="10667"/>
                </a:lnTo>
                <a:lnTo>
                  <a:pt x="34716" y="7985"/>
                </a:lnTo>
                <a:lnTo>
                  <a:pt x="28498" y="1767"/>
                </a:lnTo>
                <a:lnTo>
                  <a:pt x="20482" y="0"/>
                </a:lnTo>
                <a:close/>
              </a:path>
            </a:pathLst>
          </a:custGeom>
          <a:solidFill>
            <a:srgbClr val="81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17320" y="3515591"/>
            <a:ext cx="37465" cy="25400"/>
          </a:xfrm>
          <a:custGeom>
            <a:avLst/>
            <a:gdLst/>
            <a:ahLst/>
            <a:cxnLst/>
            <a:rect l="l" t="t" r="r" b="b"/>
            <a:pathLst>
              <a:path w="37464" h="25400">
                <a:moveTo>
                  <a:pt x="4423" y="1766"/>
                </a:moveTo>
                <a:lnTo>
                  <a:pt x="20471" y="0"/>
                </a:lnTo>
                <a:lnTo>
                  <a:pt x="28465" y="1766"/>
                </a:lnTo>
                <a:lnTo>
                  <a:pt x="34689" y="7978"/>
                </a:lnTo>
                <a:lnTo>
                  <a:pt x="37374" y="18635"/>
                </a:lnTo>
                <a:lnTo>
                  <a:pt x="33804" y="24878"/>
                </a:lnTo>
                <a:lnTo>
                  <a:pt x="28465" y="15986"/>
                </a:lnTo>
                <a:lnTo>
                  <a:pt x="14217" y="10657"/>
                </a:lnTo>
                <a:lnTo>
                  <a:pt x="0" y="11540"/>
                </a:lnTo>
                <a:lnTo>
                  <a:pt x="4423" y="1766"/>
                </a:lnTo>
                <a:close/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20841" y="3517361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79" h="17145">
                <a:moveTo>
                  <a:pt x="26715" y="6217"/>
                </a:moveTo>
                <a:lnTo>
                  <a:pt x="12466" y="6217"/>
                </a:lnTo>
                <a:lnTo>
                  <a:pt x="26700" y="12435"/>
                </a:lnTo>
                <a:lnTo>
                  <a:pt x="30266" y="16885"/>
                </a:lnTo>
                <a:lnTo>
                  <a:pt x="29382" y="9784"/>
                </a:lnTo>
                <a:lnTo>
                  <a:pt x="26715" y="6217"/>
                </a:lnTo>
                <a:close/>
              </a:path>
              <a:path w="30479" h="17145">
                <a:moveTo>
                  <a:pt x="15118" y="0"/>
                </a:moveTo>
                <a:lnTo>
                  <a:pt x="1767" y="2651"/>
                </a:lnTo>
                <a:lnTo>
                  <a:pt x="0" y="7101"/>
                </a:lnTo>
                <a:lnTo>
                  <a:pt x="12466" y="6217"/>
                </a:lnTo>
                <a:lnTo>
                  <a:pt x="26715" y="6217"/>
                </a:lnTo>
                <a:lnTo>
                  <a:pt x="24048" y="2651"/>
                </a:lnTo>
                <a:lnTo>
                  <a:pt x="151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20859" y="3517357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79" h="17145">
                <a:moveTo>
                  <a:pt x="1769" y="2679"/>
                </a:moveTo>
                <a:lnTo>
                  <a:pt x="15132" y="0"/>
                </a:lnTo>
                <a:lnTo>
                  <a:pt x="24041" y="2679"/>
                </a:lnTo>
                <a:lnTo>
                  <a:pt x="29380" y="9774"/>
                </a:lnTo>
                <a:lnTo>
                  <a:pt x="30265" y="16900"/>
                </a:lnTo>
                <a:lnTo>
                  <a:pt x="26726" y="12454"/>
                </a:lnTo>
                <a:lnTo>
                  <a:pt x="12478" y="6211"/>
                </a:lnTo>
                <a:lnTo>
                  <a:pt x="0" y="7125"/>
                </a:lnTo>
                <a:lnTo>
                  <a:pt x="1769" y="2679"/>
                </a:lnTo>
                <a:close/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57687" y="2349123"/>
            <a:ext cx="351790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700" i="1" spc="25" dirty="0">
                <a:latin typeface="Times New Roman"/>
                <a:cs typeface="Times New Roman"/>
              </a:rPr>
              <a:t>y</a:t>
            </a:r>
            <a:endParaRPr sz="5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9695" y="3189707"/>
            <a:ext cx="335915" cy="771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020"/>
              </a:lnSpc>
            </a:pPr>
            <a:r>
              <a:rPr sz="5850" i="1" spc="-2185" dirty="0">
                <a:latin typeface="Times New Roman"/>
                <a:cs typeface="Times New Roman"/>
              </a:rPr>
              <a:t>y</a:t>
            </a:r>
            <a:r>
              <a:rPr sz="5850" spc="35" dirty="0">
                <a:latin typeface="MT Extra"/>
                <a:cs typeface="MT Extra"/>
              </a:rPr>
              <a:t></a:t>
            </a:r>
            <a:endParaRPr sz="5850">
              <a:latin typeface="MT Extra"/>
              <a:cs typeface="MT Ext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9238" y="4237642"/>
            <a:ext cx="42354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500" spc="-1630" dirty="0">
                <a:latin typeface="MT Extra"/>
                <a:cs typeface="MT Extra"/>
              </a:rPr>
              <a:t></a:t>
            </a:r>
            <a:r>
              <a:rPr sz="8250" i="1" spc="-2122" baseline="1010" dirty="0">
                <a:latin typeface="Times New Roman"/>
                <a:cs typeface="Times New Roman"/>
              </a:rPr>
              <a:t>y</a:t>
            </a:r>
            <a:r>
              <a:rPr sz="5500" spc="55" dirty="0">
                <a:latin typeface="MT Extra"/>
                <a:cs typeface="MT Extra"/>
              </a:rPr>
              <a:t></a:t>
            </a:r>
            <a:endParaRPr sz="5500">
              <a:latin typeface="MT Extra"/>
              <a:cs typeface="MT Extr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957206"/>
            <a:ext cx="334264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50435" y="5775959"/>
            <a:ext cx="5600700" cy="2540"/>
          </a:xfrm>
          <a:custGeom>
            <a:avLst/>
            <a:gdLst/>
            <a:ahLst/>
            <a:cxnLst/>
            <a:rect l="l" t="t" r="r" b="b"/>
            <a:pathLst>
              <a:path w="5600700" h="2539">
                <a:moveTo>
                  <a:pt x="0" y="0"/>
                </a:moveTo>
                <a:lnTo>
                  <a:pt x="5600693" y="2535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8535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40935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93335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5735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8135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505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029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553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077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601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125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49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173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697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221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745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269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79329" y="577849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317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841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3365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889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413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93729" y="577849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9461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985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509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033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55730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08129" y="577849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605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12929" y="57759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653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177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70129" y="5775959"/>
            <a:ext cx="114300" cy="116839"/>
          </a:xfrm>
          <a:custGeom>
            <a:avLst/>
            <a:gdLst/>
            <a:ahLst/>
            <a:cxnLst/>
            <a:rect l="l" t="t" r="r" b="b"/>
            <a:pathLst>
              <a:path w="114300" h="116839">
                <a:moveTo>
                  <a:pt x="0" y="116835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622529" y="577849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299"/>
                </a:moveTo>
                <a:lnTo>
                  <a:pt x="11429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22129" y="4861560"/>
            <a:ext cx="1371600" cy="914400"/>
          </a:xfrm>
          <a:custGeom>
            <a:avLst/>
            <a:gdLst/>
            <a:ahLst/>
            <a:cxnLst/>
            <a:rect l="l" t="t" r="r" b="b"/>
            <a:pathLst>
              <a:path w="1371600" h="914400">
                <a:moveTo>
                  <a:pt x="0" y="914399"/>
                </a:moveTo>
                <a:lnTo>
                  <a:pt x="1371599" y="914399"/>
                </a:lnTo>
                <a:lnTo>
                  <a:pt x="13715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22129" y="4861560"/>
            <a:ext cx="1371600" cy="914400"/>
          </a:xfrm>
          <a:custGeom>
            <a:avLst/>
            <a:gdLst/>
            <a:ahLst/>
            <a:cxnLst/>
            <a:rect l="l" t="t" r="r" b="b"/>
            <a:pathLst>
              <a:path w="1371600" h="914400">
                <a:moveTo>
                  <a:pt x="0" y="914399"/>
                </a:moveTo>
                <a:lnTo>
                  <a:pt x="1371599" y="914399"/>
                </a:lnTo>
                <a:lnTo>
                  <a:pt x="1371599" y="0"/>
                </a:lnTo>
                <a:lnTo>
                  <a:pt x="0" y="0"/>
                </a:lnTo>
                <a:lnTo>
                  <a:pt x="0" y="914399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978721" y="5171477"/>
            <a:ext cx="25844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dirty="0">
                <a:latin typeface="Arial"/>
                <a:cs typeface="Arial"/>
              </a:rPr>
              <a:t>m</a:t>
            </a:r>
            <a:endParaRPr sz="22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93729" y="5318759"/>
            <a:ext cx="965200" cy="2540"/>
          </a:xfrm>
          <a:custGeom>
            <a:avLst/>
            <a:gdLst/>
            <a:ahLst/>
            <a:cxnLst/>
            <a:rect l="l" t="t" r="r" b="b"/>
            <a:pathLst>
              <a:path w="965200" h="2539">
                <a:moveTo>
                  <a:pt x="0" y="0"/>
                </a:moveTo>
                <a:lnTo>
                  <a:pt x="965210" y="239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746138" y="5283006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4" h="76200">
                <a:moveTo>
                  <a:pt x="182" y="0"/>
                </a:moveTo>
                <a:lnTo>
                  <a:pt x="0" y="76199"/>
                </a:lnTo>
                <a:lnTo>
                  <a:pt x="76291" y="38288"/>
                </a:lnTo>
                <a:lnTo>
                  <a:pt x="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56950" y="5318759"/>
            <a:ext cx="965200" cy="2540"/>
          </a:xfrm>
          <a:custGeom>
            <a:avLst/>
            <a:gdLst/>
            <a:ahLst/>
            <a:cxnLst/>
            <a:rect l="l" t="t" r="r" b="b"/>
            <a:pathLst>
              <a:path w="965200" h="2539">
                <a:moveTo>
                  <a:pt x="965179" y="0"/>
                </a:moveTo>
                <a:lnTo>
                  <a:pt x="0" y="239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93460" y="5283006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5" h="76200">
                <a:moveTo>
                  <a:pt x="76078" y="0"/>
                </a:moveTo>
                <a:lnTo>
                  <a:pt x="0" y="38288"/>
                </a:lnTo>
                <a:lnTo>
                  <a:pt x="76260" y="76199"/>
                </a:lnTo>
                <a:lnTo>
                  <a:pt x="76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19600" y="4264664"/>
            <a:ext cx="965200" cy="2540"/>
          </a:xfrm>
          <a:custGeom>
            <a:avLst/>
            <a:gdLst/>
            <a:ahLst/>
            <a:cxnLst/>
            <a:rect l="l" t="t" r="r" b="b"/>
            <a:pathLst>
              <a:path w="965200" h="2539">
                <a:moveTo>
                  <a:pt x="0" y="0"/>
                </a:moveTo>
                <a:lnTo>
                  <a:pt x="965210" y="23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72008" y="4228908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5" h="76200">
                <a:moveTo>
                  <a:pt x="182" y="0"/>
                </a:moveTo>
                <a:lnTo>
                  <a:pt x="0" y="76199"/>
                </a:lnTo>
                <a:lnTo>
                  <a:pt x="76291" y="38292"/>
                </a:lnTo>
                <a:lnTo>
                  <a:pt x="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48300" y="3540764"/>
            <a:ext cx="1402080" cy="469900"/>
          </a:xfrm>
          <a:custGeom>
            <a:avLst/>
            <a:gdLst/>
            <a:ahLst/>
            <a:cxnLst/>
            <a:rect l="l" t="t" r="r" b="b"/>
            <a:pathLst>
              <a:path w="1402079" h="469900">
                <a:moveTo>
                  <a:pt x="0" y="469891"/>
                </a:moveTo>
                <a:lnTo>
                  <a:pt x="1402079" y="469891"/>
                </a:lnTo>
                <a:lnTo>
                  <a:pt x="1402079" y="0"/>
                </a:lnTo>
                <a:lnTo>
                  <a:pt x="0" y="0"/>
                </a:lnTo>
                <a:lnTo>
                  <a:pt x="0" y="469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712820" y="3618406"/>
            <a:ext cx="9550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448300" y="4061460"/>
            <a:ext cx="2098040" cy="358140"/>
          </a:xfrm>
          <a:custGeom>
            <a:avLst/>
            <a:gdLst/>
            <a:ahLst/>
            <a:cxnLst/>
            <a:rect l="l" t="t" r="r" b="b"/>
            <a:pathLst>
              <a:path w="2098040" h="358139">
                <a:moveTo>
                  <a:pt x="0" y="358139"/>
                </a:moveTo>
                <a:lnTo>
                  <a:pt x="2098035" y="358139"/>
                </a:lnTo>
                <a:lnTo>
                  <a:pt x="2098035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702710" y="4140325"/>
            <a:ext cx="16668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d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p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nt</a:t>
            </a:r>
            <a:endParaRPr sz="22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417069" y="3792230"/>
            <a:ext cx="965200" cy="2540"/>
          </a:xfrm>
          <a:custGeom>
            <a:avLst/>
            <a:gdLst/>
            <a:ahLst/>
            <a:cxnLst/>
            <a:rect l="l" t="t" r="r" b="b"/>
            <a:pathLst>
              <a:path w="965200" h="2539">
                <a:moveTo>
                  <a:pt x="0" y="0"/>
                </a:moveTo>
                <a:lnTo>
                  <a:pt x="965179" y="23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369478" y="3756477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5" h="76200">
                <a:moveTo>
                  <a:pt x="182" y="0"/>
                </a:moveTo>
                <a:lnTo>
                  <a:pt x="0" y="76190"/>
                </a:lnTo>
                <a:lnTo>
                  <a:pt x="76260" y="38282"/>
                </a:lnTo>
                <a:lnTo>
                  <a:pt x="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417069" y="3322320"/>
            <a:ext cx="965200" cy="2540"/>
          </a:xfrm>
          <a:custGeom>
            <a:avLst/>
            <a:gdLst/>
            <a:ahLst/>
            <a:cxnLst/>
            <a:rect l="l" t="t" r="r" b="b"/>
            <a:pathLst>
              <a:path w="965200" h="2539">
                <a:moveTo>
                  <a:pt x="0" y="0"/>
                </a:moveTo>
                <a:lnTo>
                  <a:pt x="965179" y="240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69478" y="3286567"/>
            <a:ext cx="76835" cy="76200"/>
          </a:xfrm>
          <a:custGeom>
            <a:avLst/>
            <a:gdLst/>
            <a:ahLst/>
            <a:cxnLst/>
            <a:rect l="l" t="t" r="r" b="b"/>
            <a:pathLst>
              <a:path w="76835" h="76200">
                <a:moveTo>
                  <a:pt x="182" y="0"/>
                </a:moveTo>
                <a:lnTo>
                  <a:pt x="0" y="76199"/>
                </a:lnTo>
                <a:lnTo>
                  <a:pt x="76260" y="38282"/>
                </a:lnTo>
                <a:lnTo>
                  <a:pt x="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14509" y="3177540"/>
            <a:ext cx="3175" cy="1231900"/>
          </a:xfrm>
          <a:custGeom>
            <a:avLst/>
            <a:gdLst/>
            <a:ahLst/>
            <a:cxnLst/>
            <a:rect l="l" t="t" r="r" b="b"/>
            <a:pathLst>
              <a:path w="3175" h="1231900">
                <a:moveTo>
                  <a:pt x="0" y="0"/>
                </a:moveTo>
                <a:lnTo>
                  <a:pt x="2560" y="1231904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48300" y="3070854"/>
            <a:ext cx="1963420" cy="254000"/>
          </a:xfrm>
          <a:custGeom>
            <a:avLst/>
            <a:gdLst/>
            <a:ahLst/>
            <a:cxnLst/>
            <a:rect l="l" t="t" r="r" b="b"/>
            <a:pathLst>
              <a:path w="1963420" h="254000">
                <a:moveTo>
                  <a:pt x="0" y="253995"/>
                </a:moveTo>
                <a:lnTo>
                  <a:pt x="1963424" y="253995"/>
                </a:lnTo>
                <a:lnTo>
                  <a:pt x="1963424" y="0"/>
                </a:lnTo>
                <a:lnTo>
                  <a:pt x="0" y="0"/>
                </a:lnTo>
                <a:lnTo>
                  <a:pt x="0" y="2539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705250" y="3149191"/>
            <a:ext cx="15290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cc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n</a:t>
            </a:r>
            <a:endParaRPr sz="2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384230" y="3077522"/>
            <a:ext cx="19558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spc="-700" dirty="0">
                <a:latin typeface="MT Extra"/>
                <a:cs typeface="MT Extra"/>
              </a:rPr>
              <a:t></a:t>
            </a:r>
            <a:r>
              <a:rPr sz="3525" i="1" spc="-914" baseline="1182" dirty="0">
                <a:latin typeface="Times New Roman"/>
                <a:cs typeface="Times New Roman"/>
              </a:rPr>
              <a:t>y</a:t>
            </a:r>
            <a:r>
              <a:rPr sz="2350" spc="20" dirty="0">
                <a:latin typeface="MT Extra"/>
                <a:cs typeface="MT Extra"/>
              </a:rPr>
              <a:t></a:t>
            </a:r>
            <a:endParaRPr sz="2350">
              <a:latin typeface="MT Extra"/>
              <a:cs typeface="MT Extr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29049" y="3577902"/>
            <a:ext cx="15113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25" i="1" spc="-1312" baseline="1182" dirty="0">
                <a:latin typeface="Times New Roman"/>
                <a:cs typeface="Times New Roman"/>
              </a:rPr>
              <a:t>y</a:t>
            </a:r>
            <a:r>
              <a:rPr sz="2350" spc="20" dirty="0">
                <a:latin typeface="MT Extra"/>
                <a:cs typeface="MT Extra"/>
              </a:rPr>
              <a:t></a:t>
            </a:r>
            <a:endParaRPr sz="2350">
              <a:latin typeface="MT Extra"/>
              <a:cs typeface="MT Extr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42802" y="4098133"/>
            <a:ext cx="1625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98600" y="5172554"/>
            <a:ext cx="4972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100" dirty="0">
                <a:latin typeface="Times New Roman"/>
                <a:cs typeface="Times New Roman"/>
              </a:rPr>
              <a:t>u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15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61073" y="5172554"/>
            <a:ext cx="30416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baseline="1157" dirty="0">
                <a:latin typeface="Times New Roman"/>
                <a:cs typeface="Times New Roman"/>
              </a:rPr>
              <a:t>b</a:t>
            </a:r>
            <a:r>
              <a:rPr sz="3600" i="1" spc="-1350" baseline="1157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MT Extra"/>
                <a:cs typeface="MT Extra"/>
              </a:rPr>
              <a:t></a:t>
            </a:r>
            <a:endParaRPr sz="2400">
              <a:latin typeface="MT Extra"/>
              <a:cs typeface="MT Extr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3621" y="2370955"/>
            <a:ext cx="2636520" cy="2068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 marR="5080" indent="-71755" algn="just">
              <a:lnSpc>
                <a:spcPct val="147800"/>
              </a:lnSpc>
            </a:pPr>
            <a:r>
              <a:rPr sz="3600" i="1" spc="170" dirty="0">
                <a:latin typeface="Times New Roman"/>
                <a:cs typeface="Times New Roman"/>
              </a:rPr>
              <a:t>u</a:t>
            </a:r>
            <a:r>
              <a:rPr sz="3600" spc="-20" dirty="0">
                <a:latin typeface="Times New Roman"/>
                <a:cs typeface="Times New Roman"/>
              </a:rPr>
              <a:t>(</a:t>
            </a:r>
            <a:r>
              <a:rPr sz="3600" i="1" spc="240" dirty="0">
                <a:latin typeface="Times New Roman"/>
                <a:cs typeface="Times New Roman"/>
              </a:rPr>
              <a:t>t</a:t>
            </a:r>
            <a:r>
              <a:rPr sz="3600" dirty="0">
                <a:latin typeface="Times New Roman"/>
                <a:cs typeface="Times New Roman"/>
              </a:rPr>
              <a:t>)</a:t>
            </a:r>
            <a:r>
              <a:rPr sz="3600" spc="-2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</a:t>
            </a:r>
            <a:r>
              <a:rPr sz="3600" spc="-28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d</a:t>
            </a:r>
            <a:r>
              <a:rPr sz="3600" i="1" spc="-1350" dirty="0">
                <a:latin typeface="Times New Roman"/>
                <a:cs typeface="Times New Roman"/>
              </a:rPr>
              <a:t>y</a:t>
            </a:r>
            <a:r>
              <a:rPr sz="5400" baseline="2314" dirty="0">
                <a:latin typeface="MT Extra"/>
                <a:cs typeface="MT Extra"/>
              </a:rPr>
              <a:t></a:t>
            </a:r>
            <a:r>
              <a:rPr sz="5400" spc="262" baseline="23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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i="1" spc="-145" dirty="0">
                <a:latin typeface="Times New Roman"/>
                <a:cs typeface="Times New Roman"/>
              </a:rPr>
              <a:t>m</a:t>
            </a:r>
            <a:r>
              <a:rPr sz="5400" spc="-1620" baseline="2314" dirty="0">
                <a:latin typeface="MT Extra"/>
                <a:cs typeface="MT Extra"/>
              </a:rPr>
              <a:t></a:t>
            </a:r>
            <a:r>
              <a:rPr sz="3600" i="1" spc="-950" dirty="0">
                <a:latin typeface="Times New Roman"/>
                <a:cs typeface="Times New Roman"/>
              </a:rPr>
              <a:t>y</a:t>
            </a:r>
            <a:r>
              <a:rPr sz="5400" spc="-622" baseline="2314" dirty="0">
                <a:latin typeface="MT Extra"/>
                <a:cs typeface="MT Extra"/>
              </a:rPr>
              <a:t></a:t>
            </a:r>
            <a:r>
              <a:rPr sz="5400" spc="-622" baseline="2314" dirty="0">
                <a:latin typeface="Times New Roman"/>
                <a:cs typeface="Times New Roman"/>
              </a:rPr>
              <a:t> </a:t>
            </a:r>
            <a:r>
              <a:rPr sz="3350" i="1" spc="-160" dirty="0">
                <a:latin typeface="Times New Roman"/>
                <a:cs typeface="Times New Roman"/>
              </a:rPr>
              <a:t>m</a:t>
            </a:r>
            <a:r>
              <a:rPr sz="5025" spc="-1507" baseline="2487" dirty="0">
                <a:latin typeface="MT Extra"/>
                <a:cs typeface="MT Extra"/>
              </a:rPr>
              <a:t></a:t>
            </a:r>
            <a:r>
              <a:rPr sz="3350" i="1" spc="-890" dirty="0">
                <a:latin typeface="Times New Roman"/>
                <a:cs typeface="Times New Roman"/>
              </a:rPr>
              <a:t>y</a:t>
            </a:r>
            <a:r>
              <a:rPr sz="5025" spc="-22" baseline="2487" dirty="0">
                <a:latin typeface="MT Extra"/>
                <a:cs typeface="MT Extra"/>
              </a:rPr>
              <a:t></a:t>
            </a:r>
            <a:r>
              <a:rPr sz="5025" spc="-630" baseline="2487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Symbol"/>
                <a:cs typeface="Symbol"/>
              </a:rPr>
              <a:t></a:t>
            </a:r>
            <a:r>
              <a:rPr sz="3350" spc="-220" dirty="0">
                <a:latin typeface="Times New Roman"/>
                <a:cs typeface="Times New Roman"/>
              </a:rPr>
              <a:t> </a:t>
            </a:r>
            <a:r>
              <a:rPr sz="3350" i="1" spc="-20" dirty="0">
                <a:latin typeface="Times New Roman"/>
                <a:cs typeface="Times New Roman"/>
              </a:rPr>
              <a:t>d</a:t>
            </a:r>
            <a:r>
              <a:rPr sz="3350" i="1" spc="-1255" dirty="0">
                <a:latin typeface="Times New Roman"/>
                <a:cs typeface="Times New Roman"/>
              </a:rPr>
              <a:t>y</a:t>
            </a:r>
            <a:r>
              <a:rPr sz="5025" spc="-22" baseline="2487" dirty="0">
                <a:latin typeface="MT Extra"/>
                <a:cs typeface="MT Extra"/>
              </a:rPr>
              <a:t></a:t>
            </a:r>
            <a:r>
              <a:rPr sz="5025" spc="225" baseline="2487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Symbol"/>
                <a:cs typeface="Symbol"/>
              </a:rPr>
              <a:t></a:t>
            </a:r>
            <a:r>
              <a:rPr sz="3350" spc="-165" dirty="0">
                <a:latin typeface="Times New Roman"/>
                <a:cs typeface="Times New Roman"/>
              </a:rPr>
              <a:t> </a:t>
            </a:r>
            <a:r>
              <a:rPr sz="3350" i="1" spc="135" dirty="0">
                <a:latin typeface="Times New Roman"/>
                <a:cs typeface="Times New Roman"/>
              </a:rPr>
              <a:t>u</a:t>
            </a:r>
            <a:r>
              <a:rPr sz="3350" spc="-35" dirty="0">
                <a:latin typeface="Times New Roman"/>
                <a:cs typeface="Times New Roman"/>
              </a:rPr>
              <a:t>(</a:t>
            </a:r>
            <a:r>
              <a:rPr sz="3350" i="1" spc="204" dirty="0">
                <a:latin typeface="Times New Roman"/>
                <a:cs typeface="Times New Roman"/>
              </a:rPr>
              <a:t>t</a:t>
            </a:r>
            <a:r>
              <a:rPr sz="3350" spc="-15" dirty="0">
                <a:latin typeface="Times New Roman"/>
                <a:cs typeface="Times New Roman"/>
              </a:rPr>
              <a:t>)</a:t>
            </a:r>
            <a:r>
              <a:rPr sz="3350" spc="-10" dirty="0">
                <a:latin typeface="Times New Roman"/>
                <a:cs typeface="Times New Roman"/>
              </a:rPr>
              <a:t> </a:t>
            </a:r>
            <a:r>
              <a:rPr sz="3550" i="1" spc="-15" dirty="0">
                <a:latin typeface="Times New Roman"/>
                <a:cs typeface="Times New Roman"/>
              </a:rPr>
              <a:t>m</a:t>
            </a:r>
            <a:r>
              <a:rPr sz="3550" i="1" spc="-1270" dirty="0">
                <a:latin typeface="Times New Roman"/>
                <a:cs typeface="Times New Roman"/>
              </a:rPr>
              <a:t>x</a:t>
            </a:r>
            <a:r>
              <a:rPr sz="5325" baseline="2347" dirty="0">
                <a:latin typeface="MT Extra"/>
                <a:cs typeface="MT Extra"/>
              </a:rPr>
              <a:t></a:t>
            </a:r>
            <a:r>
              <a:rPr sz="5325" spc="-209" baseline="2347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Symbol"/>
                <a:cs typeface="Symbol"/>
              </a:rPr>
              <a:t></a:t>
            </a:r>
            <a:r>
              <a:rPr sz="3550" spc="-204" dirty="0">
                <a:latin typeface="Times New Roman"/>
                <a:cs typeface="Times New Roman"/>
              </a:rPr>
              <a:t> </a:t>
            </a:r>
            <a:r>
              <a:rPr sz="3550" i="1" dirty="0">
                <a:latin typeface="Times New Roman"/>
                <a:cs typeface="Times New Roman"/>
              </a:rPr>
              <a:t>dx</a:t>
            </a:r>
            <a:r>
              <a:rPr sz="3550" i="1" spc="4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Symbol"/>
                <a:cs typeface="Symbol"/>
              </a:rPr>
              <a:t></a:t>
            </a:r>
            <a:r>
              <a:rPr sz="3550" spc="-105" dirty="0">
                <a:latin typeface="Times New Roman"/>
                <a:cs typeface="Times New Roman"/>
              </a:rPr>
              <a:t> </a:t>
            </a:r>
            <a:r>
              <a:rPr sz="3550" i="1" spc="165" dirty="0">
                <a:latin typeface="Times New Roman"/>
                <a:cs typeface="Times New Roman"/>
              </a:rPr>
              <a:t>u</a:t>
            </a:r>
            <a:r>
              <a:rPr sz="3550" spc="-20" dirty="0">
                <a:latin typeface="Times New Roman"/>
                <a:cs typeface="Times New Roman"/>
              </a:rPr>
              <a:t>(</a:t>
            </a:r>
            <a:r>
              <a:rPr sz="3550" i="1" spc="229" dirty="0">
                <a:latin typeface="Times New Roman"/>
                <a:cs typeface="Times New Roman"/>
              </a:rPr>
              <a:t>t</a:t>
            </a:r>
            <a:r>
              <a:rPr sz="3550" dirty="0">
                <a:latin typeface="Times New Roman"/>
                <a:cs typeface="Times New Roman"/>
              </a:rPr>
              <a:t>)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68142" y="2201769"/>
            <a:ext cx="25596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i="1" dirty="0">
                <a:latin typeface="Calibri"/>
                <a:cs typeface="Calibri"/>
              </a:rPr>
              <a:t>x</a:t>
            </a:r>
            <a:r>
              <a:rPr sz="3200" i="1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h</a:t>
            </a:r>
            <a:r>
              <a:rPr sz="3200" spc="-20" dirty="0">
                <a:latin typeface="Calibri"/>
                <a:cs typeface="Calibri"/>
              </a:rPr>
              <a:t>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Calibri"/>
                <a:cs typeface="Calibri"/>
              </a:rPr>
              <a:t>v</a:t>
            </a:r>
            <a:r>
              <a:rPr sz="3200" spc="5" dirty="0">
                <a:latin typeface="Calibri"/>
                <a:cs typeface="Calibri"/>
              </a:rPr>
              <a:t>el</a:t>
            </a:r>
            <a:r>
              <a:rPr sz="3200" spc="-15" dirty="0">
                <a:latin typeface="Calibri"/>
                <a:cs typeface="Calibri"/>
              </a:rPr>
              <a:t>o</a:t>
            </a:r>
            <a:r>
              <a:rPr sz="3200" spc="-10" dirty="0">
                <a:latin typeface="Calibri"/>
                <a:cs typeface="Calibri"/>
              </a:rPr>
              <a:t>city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24733"/>
            <a:ext cx="51454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Fi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,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nu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us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40"/>
              </a:lnSpc>
            </a:pPr>
            <a:r>
              <a:rPr sz="3400" b="1" i="1" spc="-5" dirty="0">
                <a:solidFill>
                  <a:srgbClr val="B5121B"/>
                </a:solidFill>
                <a:latin typeface="Calibri"/>
                <a:cs typeface="Calibri"/>
              </a:rPr>
              <a:t>Di</a:t>
            </a:r>
            <a:r>
              <a:rPr sz="3400" b="1" i="1" spc="2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b="1" i="1" spc="-4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b="1" i="1" spc="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b="1" i="1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b="1" i="1" spc="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b="1" i="1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b="1" i="1" spc="-1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b="1" i="1" spc="-1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b="1" i="1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b="1" i="1" spc="-13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qu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47810" y="1579869"/>
            <a:ext cx="4996189" cy="3776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9561" y="2717074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4">
                <a:moveTo>
                  <a:pt x="0" y="0"/>
                </a:moveTo>
                <a:lnTo>
                  <a:pt x="394238" y="0"/>
                </a:lnTo>
              </a:path>
            </a:pathLst>
          </a:custGeom>
          <a:ln w="195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45679" y="2717044"/>
            <a:ext cx="335915" cy="0"/>
          </a:xfrm>
          <a:custGeom>
            <a:avLst/>
            <a:gdLst/>
            <a:ahLst/>
            <a:cxnLst/>
            <a:rect l="l" t="t" r="r" b="b"/>
            <a:pathLst>
              <a:path w="335914">
                <a:moveTo>
                  <a:pt x="0" y="0"/>
                </a:moveTo>
                <a:lnTo>
                  <a:pt x="335468" y="0"/>
                </a:lnTo>
              </a:path>
            </a:pathLst>
          </a:custGeom>
          <a:ln w="195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2453" y="2147475"/>
            <a:ext cx="3437254" cy="2799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8630">
              <a:lnSpc>
                <a:spcPts val="3665"/>
              </a:lnSpc>
            </a:pPr>
            <a:r>
              <a:rPr sz="5550" i="1" baseline="35285" dirty="0">
                <a:latin typeface="Times New Roman"/>
                <a:cs typeface="Times New Roman"/>
              </a:rPr>
              <a:t>m</a:t>
            </a:r>
            <a:r>
              <a:rPr sz="5550" i="1" spc="97" baseline="35285" dirty="0">
                <a:latin typeface="Times New Roman"/>
                <a:cs typeface="Times New Roman"/>
              </a:rPr>
              <a:t> </a:t>
            </a:r>
            <a:r>
              <a:rPr sz="3700" i="1" spc="-1315" dirty="0">
                <a:latin typeface="Times New Roman"/>
                <a:cs typeface="Times New Roman"/>
              </a:rPr>
              <a:t>x</a:t>
            </a:r>
            <a:r>
              <a:rPr sz="5550" baseline="2252" dirty="0">
                <a:latin typeface="MT Extra"/>
                <a:cs typeface="MT Extra"/>
              </a:rPr>
              <a:t></a:t>
            </a:r>
            <a:r>
              <a:rPr sz="5550" spc="-262" baseline="2252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Symbol"/>
                <a:cs typeface="Symbol"/>
              </a:rPr>
              <a:t></a:t>
            </a:r>
            <a:r>
              <a:rPr sz="3700" spc="-65" dirty="0">
                <a:latin typeface="Times New Roman"/>
                <a:cs typeface="Times New Roman"/>
              </a:rPr>
              <a:t> </a:t>
            </a:r>
            <a:r>
              <a:rPr sz="3700" i="1" dirty="0">
                <a:latin typeface="Times New Roman"/>
                <a:cs typeface="Times New Roman"/>
              </a:rPr>
              <a:t>x</a:t>
            </a:r>
            <a:r>
              <a:rPr sz="3700" i="1" spc="-2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Symbol"/>
                <a:cs typeface="Symbol"/>
              </a:rPr>
              <a:t></a:t>
            </a:r>
            <a:r>
              <a:rPr sz="3700" spc="385" dirty="0">
                <a:latin typeface="Times New Roman"/>
                <a:cs typeface="Times New Roman"/>
              </a:rPr>
              <a:t> </a:t>
            </a:r>
            <a:r>
              <a:rPr sz="5550" baseline="35285" dirty="0">
                <a:latin typeface="Times New Roman"/>
                <a:cs typeface="Times New Roman"/>
              </a:rPr>
              <a:t>1</a:t>
            </a:r>
            <a:r>
              <a:rPr sz="5550" spc="-15" baseline="35285" dirty="0">
                <a:latin typeface="Times New Roman"/>
                <a:cs typeface="Times New Roman"/>
              </a:rPr>
              <a:t> </a:t>
            </a:r>
            <a:r>
              <a:rPr sz="3700" i="1" spc="170" dirty="0">
                <a:latin typeface="Times New Roman"/>
                <a:cs typeface="Times New Roman"/>
              </a:rPr>
              <a:t>u</a:t>
            </a:r>
            <a:r>
              <a:rPr sz="3700" spc="-20" dirty="0">
                <a:latin typeface="Times New Roman"/>
                <a:cs typeface="Times New Roman"/>
              </a:rPr>
              <a:t>(</a:t>
            </a:r>
            <a:r>
              <a:rPr sz="3700" i="1" spc="225" dirty="0">
                <a:latin typeface="Times New Roman"/>
                <a:cs typeface="Times New Roman"/>
              </a:rPr>
              <a:t>t</a:t>
            </a:r>
            <a:r>
              <a:rPr sz="3700" dirty="0">
                <a:latin typeface="Times New Roman"/>
                <a:cs typeface="Times New Roman"/>
              </a:rPr>
              <a:t>)</a:t>
            </a:r>
            <a:endParaRPr sz="3700">
              <a:latin typeface="Times New Roman"/>
              <a:cs typeface="Times New Roman"/>
            </a:endParaRPr>
          </a:p>
          <a:p>
            <a:pPr marL="498475">
              <a:lnSpc>
                <a:spcPts val="3665"/>
              </a:lnSpc>
              <a:tabLst>
                <a:tab pos="2324735" algn="l"/>
              </a:tabLst>
            </a:pPr>
            <a:r>
              <a:rPr sz="3700" i="1" dirty="0">
                <a:latin typeface="Times New Roman"/>
                <a:cs typeface="Times New Roman"/>
              </a:rPr>
              <a:t>d	d</a:t>
            </a:r>
            <a:endParaRPr sz="3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Times New Roman"/>
              <a:cs typeface="Times New Roman"/>
            </a:endParaRPr>
          </a:p>
          <a:p>
            <a:pPr marL="12700" marR="124460">
              <a:lnSpc>
                <a:spcPct val="100000"/>
              </a:lnSpc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0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7622" y="5601603"/>
            <a:ext cx="321310" cy="0"/>
          </a:xfrm>
          <a:custGeom>
            <a:avLst/>
            <a:gdLst/>
            <a:ahLst/>
            <a:cxnLst/>
            <a:rect l="l" t="t" r="r" b="b"/>
            <a:pathLst>
              <a:path w="321310">
                <a:moveTo>
                  <a:pt x="0" y="0"/>
                </a:moveTo>
                <a:lnTo>
                  <a:pt x="320970" y="0"/>
                </a:lnTo>
              </a:path>
            </a:pathLst>
          </a:custGeom>
          <a:ln w="18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9979" y="5315545"/>
            <a:ext cx="82550" cy="258445"/>
          </a:xfrm>
          <a:custGeom>
            <a:avLst/>
            <a:gdLst/>
            <a:ahLst/>
            <a:cxnLst/>
            <a:rect l="l" t="t" r="r" b="b"/>
            <a:pathLst>
              <a:path w="82550" h="258445">
                <a:moveTo>
                  <a:pt x="82003" y="0"/>
                </a:moveTo>
                <a:lnTo>
                  <a:pt x="0" y="258032"/>
                </a:lnTo>
              </a:path>
            </a:pathLst>
          </a:custGeom>
          <a:ln w="9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0371" y="5057652"/>
            <a:ext cx="3437890" cy="854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00" i="1" spc="100" dirty="0">
                <a:latin typeface="Times New Roman"/>
                <a:cs typeface="Times New Roman"/>
              </a:rPr>
              <a:t>x</a:t>
            </a:r>
            <a:r>
              <a:rPr sz="3500" spc="-10" dirty="0">
                <a:latin typeface="Times New Roman"/>
                <a:cs typeface="Times New Roman"/>
              </a:rPr>
              <a:t>(</a:t>
            </a:r>
            <a:r>
              <a:rPr sz="3500" i="1" spc="235" dirty="0">
                <a:latin typeface="Times New Roman"/>
                <a:cs typeface="Times New Roman"/>
              </a:rPr>
              <a:t>t</a:t>
            </a:r>
            <a:r>
              <a:rPr sz="3500" spc="10" dirty="0">
                <a:latin typeface="Times New Roman"/>
                <a:cs typeface="Times New Roman"/>
              </a:rPr>
              <a:t>)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spc="15" dirty="0">
                <a:latin typeface="Symbol"/>
                <a:cs typeface="Symbol"/>
              </a:rPr>
              <a:t></a:t>
            </a:r>
            <a:r>
              <a:rPr sz="3500" spc="380" dirty="0">
                <a:latin typeface="Times New Roman"/>
                <a:cs typeface="Times New Roman"/>
              </a:rPr>
              <a:t> </a:t>
            </a:r>
            <a:r>
              <a:rPr sz="5250" spc="22" baseline="34920" dirty="0">
                <a:latin typeface="Times New Roman"/>
                <a:cs typeface="Times New Roman"/>
              </a:rPr>
              <a:t>1</a:t>
            </a:r>
            <a:r>
              <a:rPr sz="5250" baseline="34920" dirty="0">
                <a:latin typeface="Times New Roman"/>
                <a:cs typeface="Times New Roman"/>
              </a:rPr>
              <a:t> </a:t>
            </a:r>
            <a:r>
              <a:rPr sz="8400" spc="-1192" baseline="-4464" dirty="0">
                <a:latin typeface="Symbol"/>
                <a:cs typeface="Symbol"/>
              </a:rPr>
              <a:t></a:t>
            </a:r>
            <a:r>
              <a:rPr sz="3500" spc="290" dirty="0">
                <a:latin typeface="Times New Roman"/>
                <a:cs typeface="Times New Roman"/>
              </a:rPr>
              <a:t>1</a:t>
            </a:r>
            <a:r>
              <a:rPr sz="3500" spc="15" dirty="0">
                <a:latin typeface="Symbol"/>
                <a:cs typeface="Symbol"/>
              </a:rPr>
              <a:t></a:t>
            </a:r>
            <a:r>
              <a:rPr sz="3500" spc="-330" dirty="0">
                <a:latin typeface="Times New Roman"/>
                <a:cs typeface="Times New Roman"/>
              </a:rPr>
              <a:t> </a:t>
            </a:r>
            <a:r>
              <a:rPr sz="3500" i="1" spc="125" dirty="0">
                <a:latin typeface="Times New Roman"/>
                <a:cs typeface="Times New Roman"/>
              </a:rPr>
              <a:t>e</a:t>
            </a:r>
            <a:r>
              <a:rPr sz="3075" spc="150" baseline="43360" dirty="0">
                <a:latin typeface="Symbol"/>
                <a:cs typeface="Symbol"/>
              </a:rPr>
              <a:t></a:t>
            </a:r>
            <a:r>
              <a:rPr sz="3075" i="1" spc="-22" baseline="43360" dirty="0">
                <a:latin typeface="Times New Roman"/>
                <a:cs typeface="Times New Roman"/>
              </a:rPr>
              <a:t>d</a:t>
            </a:r>
            <a:r>
              <a:rPr sz="3075" i="1" spc="-442" baseline="43360" dirty="0">
                <a:latin typeface="Times New Roman"/>
                <a:cs typeface="Times New Roman"/>
              </a:rPr>
              <a:t> </a:t>
            </a:r>
            <a:r>
              <a:rPr sz="3075" spc="-67" baseline="43360" dirty="0">
                <a:latin typeface="Symbol"/>
                <a:cs typeface="Symbol"/>
              </a:rPr>
              <a:t></a:t>
            </a:r>
            <a:r>
              <a:rPr sz="3075" i="1" spc="-15" baseline="43360" dirty="0">
                <a:latin typeface="Times New Roman"/>
                <a:cs typeface="Times New Roman"/>
              </a:rPr>
              <a:t>t</a:t>
            </a:r>
            <a:r>
              <a:rPr sz="3075" i="1" baseline="43360" dirty="0">
                <a:latin typeface="Times New Roman"/>
                <a:cs typeface="Times New Roman"/>
              </a:rPr>
              <a:t> </a:t>
            </a:r>
            <a:r>
              <a:rPr sz="3075" i="1" spc="-195" baseline="43360" dirty="0">
                <a:latin typeface="Times New Roman"/>
                <a:cs typeface="Times New Roman"/>
              </a:rPr>
              <a:t> </a:t>
            </a:r>
            <a:r>
              <a:rPr sz="3075" i="1" spc="-22" baseline="43360" dirty="0">
                <a:latin typeface="Times New Roman"/>
                <a:cs typeface="Times New Roman"/>
              </a:rPr>
              <a:t>m</a:t>
            </a:r>
            <a:r>
              <a:rPr sz="3075" i="1" spc="135" baseline="43360" dirty="0">
                <a:latin typeface="Times New Roman"/>
                <a:cs typeface="Times New Roman"/>
              </a:rPr>
              <a:t> </a:t>
            </a:r>
            <a:r>
              <a:rPr sz="8400" spc="-1064" baseline="-4464" dirty="0">
                <a:latin typeface="Symbol"/>
                <a:cs typeface="Symbol"/>
              </a:rPr>
              <a:t></a:t>
            </a:r>
            <a:endParaRPr sz="8400" baseline="-4464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507" y="5690376"/>
            <a:ext cx="250825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00" i="1" spc="15" dirty="0">
                <a:latin typeface="Times New Roman"/>
                <a:cs typeface="Times New Roman"/>
              </a:rPr>
              <a:t>d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03179" y="4067806"/>
            <a:ext cx="109855" cy="106680"/>
          </a:xfrm>
          <a:custGeom>
            <a:avLst/>
            <a:gdLst/>
            <a:ahLst/>
            <a:cxnLst/>
            <a:rect l="l" t="t" r="r" b="b"/>
            <a:pathLst>
              <a:path w="109854" h="106679">
                <a:moveTo>
                  <a:pt x="54448" y="0"/>
                </a:moveTo>
                <a:lnTo>
                  <a:pt x="15949" y="15678"/>
                </a:lnTo>
                <a:lnTo>
                  <a:pt x="0" y="53339"/>
                </a:lnTo>
                <a:lnTo>
                  <a:pt x="2" y="53860"/>
                </a:lnTo>
                <a:lnTo>
                  <a:pt x="16235" y="91230"/>
                </a:lnTo>
                <a:lnTo>
                  <a:pt x="55046" y="106678"/>
                </a:lnTo>
                <a:lnTo>
                  <a:pt x="69460" y="104684"/>
                </a:lnTo>
                <a:lnTo>
                  <a:pt x="101845" y="80061"/>
                </a:lnTo>
                <a:lnTo>
                  <a:pt x="109239" y="53030"/>
                </a:lnTo>
                <a:lnTo>
                  <a:pt x="107219" y="38924"/>
                </a:lnTo>
                <a:lnTo>
                  <a:pt x="82042" y="7234"/>
                </a:lnTo>
                <a:lnTo>
                  <a:pt x="5444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03179" y="4067806"/>
            <a:ext cx="109855" cy="106680"/>
          </a:xfrm>
          <a:custGeom>
            <a:avLst/>
            <a:gdLst/>
            <a:ahLst/>
            <a:cxnLst/>
            <a:rect l="l" t="t" r="r" b="b"/>
            <a:pathLst>
              <a:path w="109854" h="106679">
                <a:moveTo>
                  <a:pt x="0" y="53339"/>
                </a:moveTo>
                <a:lnTo>
                  <a:pt x="15949" y="15678"/>
                </a:lnTo>
                <a:lnTo>
                  <a:pt x="54448" y="0"/>
                </a:lnTo>
                <a:lnTo>
                  <a:pt x="68985" y="1892"/>
                </a:lnTo>
                <a:lnTo>
                  <a:pt x="101672" y="26253"/>
                </a:lnTo>
                <a:lnTo>
                  <a:pt x="109239" y="53030"/>
                </a:lnTo>
                <a:lnTo>
                  <a:pt x="107305" y="67279"/>
                </a:lnTo>
                <a:lnTo>
                  <a:pt x="82407" y="99255"/>
                </a:lnTo>
                <a:lnTo>
                  <a:pt x="55046" y="106678"/>
                </a:lnTo>
                <a:lnTo>
                  <a:pt x="40436" y="104795"/>
                </a:lnTo>
                <a:lnTo>
                  <a:pt x="7646" y="80544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47959" y="3708849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39854" y="0"/>
                </a:moveTo>
                <a:lnTo>
                  <a:pt x="7427" y="24451"/>
                </a:lnTo>
                <a:lnTo>
                  <a:pt x="0" y="51620"/>
                </a:lnTo>
                <a:lnTo>
                  <a:pt x="301" y="57303"/>
                </a:lnTo>
                <a:lnTo>
                  <a:pt x="18738" y="91094"/>
                </a:lnTo>
                <a:lnTo>
                  <a:pt x="61132" y="104388"/>
                </a:lnTo>
                <a:lnTo>
                  <a:pt x="73442" y="100895"/>
                </a:lnTo>
                <a:lnTo>
                  <a:pt x="100254" y="72896"/>
                </a:lnTo>
                <a:lnTo>
                  <a:pt x="105658" y="41290"/>
                </a:lnTo>
                <a:lnTo>
                  <a:pt x="101680" y="29619"/>
                </a:lnTo>
                <a:lnTo>
                  <a:pt x="72611" y="4587"/>
                </a:lnTo>
                <a:lnTo>
                  <a:pt x="3985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47959" y="3708849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0" y="51620"/>
                </a:moveTo>
                <a:lnTo>
                  <a:pt x="15923" y="13604"/>
                </a:lnTo>
                <a:lnTo>
                  <a:pt x="39854" y="0"/>
                </a:lnTo>
                <a:lnTo>
                  <a:pt x="57510" y="831"/>
                </a:lnTo>
                <a:lnTo>
                  <a:pt x="94786" y="19359"/>
                </a:lnTo>
                <a:lnTo>
                  <a:pt x="105658" y="41290"/>
                </a:lnTo>
                <a:lnTo>
                  <a:pt x="104472" y="58276"/>
                </a:lnTo>
                <a:lnTo>
                  <a:pt x="84335" y="94371"/>
                </a:lnTo>
                <a:lnTo>
                  <a:pt x="61132" y="104388"/>
                </a:lnTo>
                <a:lnTo>
                  <a:pt x="44738" y="102947"/>
                </a:lnTo>
                <a:lnTo>
                  <a:pt x="9611" y="81538"/>
                </a:lnTo>
                <a:lnTo>
                  <a:pt x="0" y="5162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90209" y="338201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53399" y="0"/>
                </a:moveTo>
                <a:lnTo>
                  <a:pt x="15595" y="16395"/>
                </a:lnTo>
                <a:lnTo>
                  <a:pt x="0" y="54606"/>
                </a:lnTo>
                <a:lnTo>
                  <a:pt x="120" y="58262"/>
                </a:lnTo>
                <a:lnTo>
                  <a:pt x="17641" y="94399"/>
                </a:lnTo>
                <a:lnTo>
                  <a:pt x="57603" y="109146"/>
                </a:lnTo>
                <a:lnTo>
                  <a:pt x="71411" y="106575"/>
                </a:lnTo>
                <a:lnTo>
                  <a:pt x="102207" y="80673"/>
                </a:lnTo>
                <a:lnTo>
                  <a:pt x="109166" y="52416"/>
                </a:lnTo>
                <a:lnTo>
                  <a:pt x="106761" y="38418"/>
                </a:lnTo>
                <a:lnTo>
                  <a:pt x="81202" y="7110"/>
                </a:lnTo>
                <a:lnTo>
                  <a:pt x="5339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90209" y="338201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0" y="54606"/>
                </a:moveTo>
                <a:lnTo>
                  <a:pt x="15595" y="16395"/>
                </a:lnTo>
                <a:lnTo>
                  <a:pt x="53399" y="0"/>
                </a:lnTo>
                <a:lnTo>
                  <a:pt x="68076" y="1855"/>
                </a:lnTo>
                <a:lnTo>
                  <a:pt x="100997" y="25877"/>
                </a:lnTo>
                <a:lnTo>
                  <a:pt x="109166" y="52416"/>
                </a:lnTo>
                <a:lnTo>
                  <a:pt x="107358" y="67365"/>
                </a:lnTo>
                <a:lnTo>
                  <a:pt x="83762" y="100695"/>
                </a:lnTo>
                <a:lnTo>
                  <a:pt x="57603" y="109146"/>
                </a:lnTo>
                <a:lnTo>
                  <a:pt x="42432" y="107379"/>
                </a:lnTo>
                <a:lnTo>
                  <a:pt x="8793" y="84113"/>
                </a:lnTo>
                <a:lnTo>
                  <a:pt x="0" y="5460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70560" y="3095000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20" h="106680">
                <a:moveTo>
                  <a:pt x="54444" y="0"/>
                </a:moveTo>
                <a:lnTo>
                  <a:pt x="15942" y="15663"/>
                </a:lnTo>
                <a:lnTo>
                  <a:pt x="0" y="53339"/>
                </a:lnTo>
                <a:lnTo>
                  <a:pt x="2" y="53820"/>
                </a:lnTo>
                <a:lnTo>
                  <a:pt x="16204" y="91208"/>
                </a:lnTo>
                <a:lnTo>
                  <a:pt x="54999" y="106678"/>
                </a:lnTo>
                <a:lnTo>
                  <a:pt x="69426" y="104686"/>
                </a:lnTo>
                <a:lnTo>
                  <a:pt x="101818" y="80061"/>
                </a:lnTo>
                <a:lnTo>
                  <a:pt x="109209" y="53051"/>
                </a:lnTo>
                <a:lnTo>
                  <a:pt x="107196" y="38934"/>
                </a:lnTo>
                <a:lnTo>
                  <a:pt x="82039" y="7233"/>
                </a:lnTo>
                <a:lnTo>
                  <a:pt x="5444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70560" y="3095000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20" h="106680">
                <a:moveTo>
                  <a:pt x="0" y="53339"/>
                </a:moveTo>
                <a:lnTo>
                  <a:pt x="15942" y="15663"/>
                </a:lnTo>
                <a:lnTo>
                  <a:pt x="54444" y="0"/>
                </a:lnTo>
                <a:lnTo>
                  <a:pt x="68983" y="1892"/>
                </a:lnTo>
                <a:lnTo>
                  <a:pt x="101656" y="26256"/>
                </a:lnTo>
                <a:lnTo>
                  <a:pt x="109209" y="53051"/>
                </a:lnTo>
                <a:lnTo>
                  <a:pt x="107276" y="67285"/>
                </a:lnTo>
                <a:lnTo>
                  <a:pt x="82381" y="99256"/>
                </a:lnTo>
                <a:lnTo>
                  <a:pt x="54999" y="106678"/>
                </a:lnTo>
                <a:lnTo>
                  <a:pt x="40392" y="104792"/>
                </a:lnTo>
                <a:lnTo>
                  <a:pt x="7625" y="80512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3254" y="2045970"/>
            <a:ext cx="807720" cy="1283335"/>
          </a:xfrm>
          <a:custGeom>
            <a:avLst/>
            <a:gdLst/>
            <a:ahLst/>
            <a:cxnLst/>
            <a:rect l="l" t="t" r="r" b="b"/>
            <a:pathLst>
              <a:path w="807719" h="1283335">
                <a:moveTo>
                  <a:pt x="0" y="134630"/>
                </a:moveTo>
                <a:lnTo>
                  <a:pt x="6870" y="92057"/>
                </a:lnTo>
                <a:lnTo>
                  <a:pt x="26002" y="55084"/>
                </a:lnTo>
                <a:lnTo>
                  <a:pt x="55173" y="25934"/>
                </a:lnTo>
                <a:lnTo>
                  <a:pt x="92162" y="6831"/>
                </a:lnTo>
                <a:lnTo>
                  <a:pt x="673095" y="0"/>
                </a:lnTo>
                <a:lnTo>
                  <a:pt x="687771" y="791"/>
                </a:lnTo>
                <a:lnTo>
                  <a:pt x="728723" y="11998"/>
                </a:lnTo>
                <a:lnTo>
                  <a:pt x="763332" y="34726"/>
                </a:lnTo>
                <a:lnTo>
                  <a:pt x="789378" y="66753"/>
                </a:lnTo>
                <a:lnTo>
                  <a:pt x="804637" y="105856"/>
                </a:lnTo>
                <a:lnTo>
                  <a:pt x="807719" y="1148059"/>
                </a:lnTo>
                <a:lnTo>
                  <a:pt x="806929" y="1162739"/>
                </a:lnTo>
                <a:lnTo>
                  <a:pt x="795726" y="1203699"/>
                </a:lnTo>
                <a:lnTo>
                  <a:pt x="773004" y="1238315"/>
                </a:lnTo>
                <a:lnTo>
                  <a:pt x="740985" y="1264367"/>
                </a:lnTo>
                <a:lnTo>
                  <a:pt x="701890" y="1279632"/>
                </a:lnTo>
                <a:lnTo>
                  <a:pt x="134611" y="1282720"/>
                </a:lnTo>
                <a:lnTo>
                  <a:pt x="119937" y="1281929"/>
                </a:lnTo>
                <a:lnTo>
                  <a:pt x="78990" y="1270723"/>
                </a:lnTo>
                <a:lnTo>
                  <a:pt x="44385" y="1247994"/>
                </a:lnTo>
                <a:lnTo>
                  <a:pt x="18343" y="1215965"/>
                </a:lnTo>
                <a:lnTo>
                  <a:pt x="3084" y="1176856"/>
                </a:lnTo>
                <a:lnTo>
                  <a:pt x="0" y="13463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86333" y="2134880"/>
            <a:ext cx="810260" cy="1282700"/>
          </a:xfrm>
          <a:custGeom>
            <a:avLst/>
            <a:gdLst/>
            <a:ahLst/>
            <a:cxnLst/>
            <a:rect l="l" t="t" r="r" b="b"/>
            <a:pathLst>
              <a:path w="810260" h="1282700">
                <a:moveTo>
                  <a:pt x="0" y="135026"/>
                </a:moveTo>
                <a:lnTo>
                  <a:pt x="6851" y="92441"/>
                </a:lnTo>
                <a:lnTo>
                  <a:pt x="25935" y="55440"/>
                </a:lnTo>
                <a:lnTo>
                  <a:pt x="55042" y="26229"/>
                </a:lnTo>
                <a:lnTo>
                  <a:pt x="91964" y="7014"/>
                </a:lnTo>
                <a:lnTo>
                  <a:pt x="134494" y="1"/>
                </a:lnTo>
                <a:lnTo>
                  <a:pt x="675229" y="0"/>
                </a:lnTo>
                <a:lnTo>
                  <a:pt x="689904" y="788"/>
                </a:lnTo>
                <a:lnTo>
                  <a:pt x="730867" y="11961"/>
                </a:lnTo>
                <a:lnTo>
                  <a:pt x="765518" y="34628"/>
                </a:lnTo>
                <a:lnTo>
                  <a:pt x="791648" y="66584"/>
                </a:lnTo>
                <a:lnTo>
                  <a:pt x="807044" y="105622"/>
                </a:lnTo>
                <a:lnTo>
                  <a:pt x="810255" y="1147663"/>
                </a:lnTo>
                <a:lnTo>
                  <a:pt x="809467" y="1162338"/>
                </a:lnTo>
                <a:lnTo>
                  <a:pt x="798290" y="1203301"/>
                </a:lnTo>
                <a:lnTo>
                  <a:pt x="775616" y="1237952"/>
                </a:lnTo>
                <a:lnTo>
                  <a:pt x="743658" y="1264082"/>
                </a:lnTo>
                <a:lnTo>
                  <a:pt x="704624" y="1279478"/>
                </a:lnTo>
                <a:lnTo>
                  <a:pt x="135041" y="1282689"/>
                </a:lnTo>
                <a:lnTo>
                  <a:pt x="120362" y="1281901"/>
                </a:lnTo>
                <a:lnTo>
                  <a:pt x="79392" y="1270725"/>
                </a:lnTo>
                <a:lnTo>
                  <a:pt x="44738" y="1248054"/>
                </a:lnTo>
                <a:lnTo>
                  <a:pt x="18609" y="1216098"/>
                </a:lnTo>
                <a:lnTo>
                  <a:pt x="3212" y="1177068"/>
                </a:lnTo>
                <a:lnTo>
                  <a:pt x="0" y="13502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59389" y="5181600"/>
            <a:ext cx="3089275" cy="584200"/>
          </a:xfrm>
          <a:custGeom>
            <a:avLst/>
            <a:gdLst/>
            <a:ahLst/>
            <a:cxnLst/>
            <a:rect l="l" t="t" r="r" b="b"/>
            <a:pathLst>
              <a:path w="3089275" h="584200">
                <a:moveTo>
                  <a:pt x="0" y="584204"/>
                </a:moveTo>
                <a:lnTo>
                  <a:pt x="3088660" y="584204"/>
                </a:lnTo>
                <a:lnTo>
                  <a:pt x="3088660" y="0"/>
                </a:lnTo>
                <a:lnTo>
                  <a:pt x="0" y="0"/>
                </a:lnTo>
                <a:lnTo>
                  <a:pt x="0" y="5842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37317" y="5290676"/>
            <a:ext cx="78486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t</a:t>
            </a:r>
            <a:r>
              <a:rPr sz="3200" spc="5" dirty="0">
                <a:latin typeface="Calibri"/>
                <a:cs typeface="Calibri"/>
              </a:rPr>
              <a:t>i</a:t>
            </a:r>
            <a:r>
              <a:rPr sz="3200" spc="-25" dirty="0">
                <a:latin typeface="Calibri"/>
                <a:cs typeface="Calibri"/>
              </a:rPr>
              <a:t>me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77958" y="2764100"/>
            <a:ext cx="10642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latin typeface="Calibri"/>
                <a:cs typeface="Calibri"/>
              </a:rPr>
              <a:t>Ou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pu</a:t>
            </a:r>
            <a:r>
              <a:rPr sz="2800" spc="-10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63068" y="2171311"/>
            <a:ext cx="797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5" dirty="0">
                <a:latin typeface="Calibri"/>
                <a:cs typeface="Calibri"/>
              </a:rPr>
              <a:t>npu</a:t>
            </a:r>
            <a:r>
              <a:rPr sz="2800" spc="-10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40629" y="4596134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53187" y="0"/>
                </a:moveTo>
                <a:lnTo>
                  <a:pt x="15567" y="16041"/>
                </a:lnTo>
                <a:lnTo>
                  <a:pt x="0" y="54601"/>
                </a:lnTo>
                <a:lnTo>
                  <a:pt x="2" y="55095"/>
                </a:lnTo>
                <a:lnTo>
                  <a:pt x="15825" y="93383"/>
                </a:lnTo>
                <a:lnTo>
                  <a:pt x="53735" y="109214"/>
                </a:lnTo>
                <a:lnTo>
                  <a:pt x="67828" y="107177"/>
                </a:lnTo>
                <a:lnTo>
                  <a:pt x="99462" y="81976"/>
                </a:lnTo>
                <a:lnTo>
                  <a:pt x="106679" y="54319"/>
                </a:lnTo>
                <a:lnTo>
                  <a:pt x="104716" y="39868"/>
                </a:lnTo>
                <a:lnTo>
                  <a:pt x="80149" y="7409"/>
                </a:lnTo>
                <a:lnTo>
                  <a:pt x="5318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40629" y="4596134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0" y="54601"/>
                </a:moveTo>
                <a:lnTo>
                  <a:pt x="15567" y="16041"/>
                </a:lnTo>
                <a:lnTo>
                  <a:pt x="53187" y="0"/>
                </a:lnTo>
                <a:lnTo>
                  <a:pt x="67394" y="1938"/>
                </a:lnTo>
                <a:lnTo>
                  <a:pt x="99308" y="26889"/>
                </a:lnTo>
                <a:lnTo>
                  <a:pt x="106679" y="54319"/>
                </a:lnTo>
                <a:lnTo>
                  <a:pt x="104791" y="68896"/>
                </a:lnTo>
                <a:lnTo>
                  <a:pt x="80480" y="101622"/>
                </a:lnTo>
                <a:lnTo>
                  <a:pt x="53735" y="109214"/>
                </a:lnTo>
                <a:lnTo>
                  <a:pt x="39458" y="107285"/>
                </a:lnTo>
                <a:lnTo>
                  <a:pt x="7446" y="82433"/>
                </a:lnTo>
                <a:lnTo>
                  <a:pt x="0" y="54601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15" dirty="0">
                <a:latin typeface="Calibri"/>
                <a:cs typeface="Calibri"/>
              </a:rPr>
              <a:t>r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el</a:t>
            </a:r>
          </a:p>
        </p:txBody>
      </p:sp>
      <p:sp>
        <p:nvSpPr>
          <p:cNvPr id="5" name="object 5"/>
          <p:cNvSpPr/>
          <p:nvPr/>
        </p:nvSpPr>
        <p:spPr>
          <a:xfrm>
            <a:off x="4455170" y="2227578"/>
            <a:ext cx="4122419" cy="2758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3400" y="2348694"/>
            <a:ext cx="7741920" cy="3360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4740275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nea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han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i="1" spc="-2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i="1" spc="-2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2750">
              <a:latin typeface="Times New Roman"/>
              <a:cs typeface="Times New Roman"/>
            </a:endParaRPr>
          </a:p>
          <a:p>
            <a:pPr marL="3853815" marR="5080">
              <a:lnSpc>
                <a:spcPct val="100000"/>
              </a:lnSpc>
            </a:pPr>
            <a:r>
              <a:rPr sz="1800" spc="-30" dirty="0">
                <a:latin typeface="Calibri"/>
                <a:cs typeface="Calibri"/>
              </a:rPr>
              <a:t>h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40" dirty="0">
                <a:latin typeface="Calibri"/>
                <a:cs typeface="Calibri"/>
              </a:rPr>
              <a:t>/</a:t>
            </a:r>
            <a:r>
              <a:rPr sz="1800" spc="-10" dirty="0">
                <a:latin typeface="Calibri"/>
                <a:cs typeface="Calibri"/>
              </a:rPr>
              <a:t>en</a:t>
            </a:r>
            <a:r>
              <a:rPr sz="1800" spc="-55" dirty="0">
                <a:latin typeface="Calibri"/>
                <a:cs typeface="Calibri"/>
              </a:rPr>
              <a:t>.</a:t>
            </a:r>
            <a:r>
              <a:rPr sz="1800" spc="-25" dirty="0">
                <a:latin typeface="Calibri"/>
                <a:cs typeface="Calibri"/>
              </a:rPr>
              <a:t>w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ped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.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4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25" dirty="0">
                <a:latin typeface="Calibri"/>
                <a:cs typeface="Calibri"/>
              </a:rPr>
              <a:t>w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5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25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#/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spc="-20" dirty="0">
                <a:latin typeface="Calibri"/>
                <a:cs typeface="Calibri"/>
              </a:rPr>
              <a:t>d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10" dirty="0">
                <a:latin typeface="Calibri"/>
                <a:cs typeface="Calibri"/>
              </a:rPr>
              <a:t>F</a:t>
            </a:r>
            <a:r>
              <a:rPr sz="1800" spc="5" dirty="0">
                <a:latin typeface="Calibri"/>
                <a:cs typeface="Calibri"/>
              </a:rPr>
              <a:t>il</a:t>
            </a:r>
            <a:r>
              <a:rPr sz="1800" spc="-10" dirty="0">
                <a:latin typeface="Calibri"/>
                <a:cs typeface="Calibri"/>
              </a:rPr>
              <a:t>e: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70" dirty="0">
                <a:latin typeface="Calibri"/>
                <a:cs typeface="Calibri"/>
              </a:rPr>
              <a:t>k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1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3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w</a:t>
            </a:r>
            <a:r>
              <a:rPr sz="1800" spc="-25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u</a:t>
            </a:r>
            <a:r>
              <a:rPr sz="1800" spc="-15" dirty="0">
                <a:latin typeface="Calibri"/>
                <a:cs typeface="Calibri"/>
              </a:rPr>
              <a:t>mm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200" dirty="0">
                <a:latin typeface="Calibri"/>
                <a:cs typeface="Calibri"/>
              </a:rPr>
              <a:t>r</a:t>
            </a:r>
            <a:r>
              <a:rPr sz="1800" spc="5" dirty="0">
                <a:latin typeface="Calibri"/>
                <a:cs typeface="Calibri"/>
              </a:rPr>
              <a:t>.j</a:t>
            </a:r>
            <a:r>
              <a:rPr sz="1800" spc="-10" dirty="0">
                <a:latin typeface="Calibri"/>
                <a:cs typeface="Calibri"/>
              </a:rPr>
              <a:t>pg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7983855" cy="187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383915">
              <a:lnSpc>
                <a:spcPts val="3600"/>
              </a:lnSpc>
            </a:pP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el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han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endParaRPr sz="3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</a:pPr>
            <a:r>
              <a:rPr sz="3200" i="1" spc="35" dirty="0">
                <a:latin typeface="Times New Roman"/>
                <a:cs typeface="Times New Roman"/>
              </a:rPr>
              <a:t>V</a:t>
            </a:r>
            <a:r>
              <a:rPr sz="3200" i="1" spc="-295" dirty="0">
                <a:latin typeface="Times New Roman"/>
                <a:cs typeface="Times New Roman"/>
              </a:rPr>
              <a:t> </a:t>
            </a:r>
            <a:r>
              <a:rPr sz="3200" spc="110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-515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</a:t>
            </a:r>
            <a:r>
              <a:rPr sz="3200" spc="-285" dirty="0">
                <a:latin typeface="Times New Roman"/>
                <a:cs typeface="Times New Roman"/>
              </a:rPr>
              <a:t> </a:t>
            </a:r>
            <a:r>
              <a:rPr sz="3200" i="1" spc="35" dirty="0">
                <a:latin typeface="Times New Roman"/>
                <a:cs typeface="Times New Roman"/>
              </a:rPr>
              <a:t>V</a:t>
            </a:r>
            <a:r>
              <a:rPr sz="3200" i="1" spc="-300" dirty="0">
                <a:latin typeface="Times New Roman"/>
                <a:cs typeface="Times New Roman"/>
              </a:rPr>
              <a:t> </a:t>
            </a:r>
            <a:r>
              <a:rPr sz="3200" spc="110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11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484" dirty="0">
                <a:latin typeface="Times New Roman"/>
                <a:cs typeface="Times New Roman"/>
              </a:rPr>
              <a:t> </a:t>
            </a:r>
            <a:r>
              <a:rPr sz="3200" spc="-229" dirty="0">
                <a:latin typeface="Times New Roman"/>
                <a:cs typeface="Times New Roman"/>
              </a:rPr>
              <a:t>1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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i="1" spc="20" dirty="0">
                <a:latin typeface="Times New Roman"/>
                <a:cs typeface="Times New Roman"/>
              </a:rPr>
              <a:t>I</a:t>
            </a:r>
            <a:r>
              <a:rPr sz="3200" i="1" spc="-409" dirty="0">
                <a:latin typeface="Times New Roman"/>
                <a:cs typeface="Times New Roman"/>
              </a:rPr>
              <a:t> </a:t>
            </a:r>
            <a:r>
              <a:rPr sz="3200" spc="110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11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480" dirty="0">
                <a:latin typeface="Times New Roman"/>
                <a:cs typeface="Times New Roman"/>
              </a:rPr>
              <a:t> </a:t>
            </a:r>
            <a:r>
              <a:rPr sz="3200" spc="-229" dirty="0">
                <a:latin typeface="Times New Roman"/>
                <a:cs typeface="Times New Roman"/>
              </a:rPr>
              <a:t>1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225" dirty="0">
                <a:latin typeface="Times New Roman"/>
                <a:cs typeface="Times New Roman"/>
              </a:rPr>
              <a:t> </a:t>
            </a:r>
            <a:r>
              <a:rPr sz="3200" i="1" spc="130" dirty="0">
                <a:latin typeface="Times New Roman"/>
                <a:cs typeface="Times New Roman"/>
              </a:rPr>
              <a:t>O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114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480" dirty="0">
                <a:latin typeface="Times New Roman"/>
                <a:cs typeface="Times New Roman"/>
              </a:rPr>
              <a:t> </a:t>
            </a:r>
            <a:r>
              <a:rPr sz="3200" spc="-229" dirty="0">
                <a:latin typeface="Times New Roman"/>
                <a:cs typeface="Times New Roman"/>
              </a:rPr>
              <a:t>1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425" dirty="0">
                <a:latin typeface="Times New Roman"/>
                <a:cs typeface="Times New Roman"/>
              </a:rPr>
              <a:t> </a:t>
            </a:r>
            <a:r>
              <a:rPr sz="3400" i="1" spc="-114" dirty="0">
                <a:latin typeface="Symbol"/>
                <a:cs typeface="Symbol"/>
              </a:rPr>
              <a:t></a:t>
            </a:r>
            <a:r>
              <a:rPr sz="3200" i="1" spc="35" dirty="0">
                <a:latin typeface="Times New Roman"/>
                <a:cs typeface="Times New Roman"/>
              </a:rPr>
              <a:t>V</a:t>
            </a:r>
            <a:r>
              <a:rPr sz="3200" i="1" spc="-290" dirty="0">
                <a:latin typeface="Times New Roman"/>
                <a:cs typeface="Times New Roman"/>
              </a:rPr>
              <a:t> </a:t>
            </a:r>
            <a:r>
              <a:rPr sz="3200" spc="100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114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480" dirty="0">
                <a:latin typeface="Times New Roman"/>
                <a:cs typeface="Times New Roman"/>
              </a:rPr>
              <a:t> </a:t>
            </a:r>
            <a:r>
              <a:rPr sz="3200" spc="-229" dirty="0">
                <a:latin typeface="Times New Roman"/>
                <a:cs typeface="Times New Roman"/>
              </a:rPr>
              <a:t>1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715" y="3012546"/>
            <a:ext cx="2628900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50" i="1" spc="20" dirty="0">
                <a:latin typeface="Times New Roman"/>
                <a:cs typeface="Times New Roman"/>
              </a:rPr>
              <a:t>V</a:t>
            </a:r>
            <a:r>
              <a:rPr sz="3350" i="1" spc="-315" dirty="0">
                <a:latin typeface="Times New Roman"/>
                <a:cs typeface="Times New Roman"/>
              </a:rPr>
              <a:t> </a:t>
            </a:r>
            <a:r>
              <a:rPr sz="3350" spc="100" dirty="0">
                <a:latin typeface="Times New Roman"/>
                <a:cs typeface="Times New Roman"/>
              </a:rPr>
              <a:t>(</a:t>
            </a:r>
            <a:r>
              <a:rPr sz="3350" i="1" spc="10" dirty="0">
                <a:latin typeface="Times New Roman"/>
                <a:cs typeface="Times New Roman"/>
              </a:rPr>
              <a:t>k</a:t>
            </a:r>
            <a:r>
              <a:rPr sz="3350" i="1" spc="-545" dirty="0">
                <a:latin typeface="Times New Roman"/>
                <a:cs typeface="Times New Roman"/>
              </a:rPr>
              <a:t> </a:t>
            </a:r>
            <a:r>
              <a:rPr sz="3350" spc="10" dirty="0">
                <a:latin typeface="Times New Roman"/>
                <a:cs typeface="Times New Roman"/>
              </a:rPr>
              <a:t>)</a:t>
            </a:r>
            <a:r>
              <a:rPr sz="3350" spc="-30" dirty="0">
                <a:latin typeface="Times New Roman"/>
                <a:cs typeface="Times New Roman"/>
              </a:rPr>
              <a:t> </a:t>
            </a:r>
            <a:r>
              <a:rPr sz="3350" spc="15" dirty="0">
                <a:latin typeface="Symbol"/>
                <a:cs typeface="Symbol"/>
              </a:rPr>
              <a:t></a:t>
            </a:r>
            <a:r>
              <a:rPr sz="3350" spc="235" dirty="0">
                <a:latin typeface="Times New Roman"/>
                <a:cs typeface="Times New Roman"/>
              </a:rPr>
              <a:t> </a:t>
            </a:r>
            <a:r>
              <a:rPr sz="3350" i="1" spc="20" dirty="0">
                <a:latin typeface="Times New Roman"/>
                <a:cs typeface="Times New Roman"/>
              </a:rPr>
              <a:t>A</a:t>
            </a:r>
            <a:r>
              <a:rPr sz="3350" i="1" spc="-434" dirty="0">
                <a:latin typeface="Times New Roman"/>
                <a:cs typeface="Times New Roman"/>
              </a:rPr>
              <a:t> </a:t>
            </a:r>
            <a:r>
              <a:rPr sz="3350" spc="5" dirty="0">
                <a:latin typeface="Symbol"/>
                <a:cs typeface="Symbol"/>
              </a:rPr>
              <a:t></a:t>
            </a:r>
            <a:r>
              <a:rPr sz="3350" dirty="0">
                <a:latin typeface="Times New Roman"/>
                <a:cs typeface="Times New Roman"/>
              </a:rPr>
              <a:t> </a:t>
            </a:r>
            <a:r>
              <a:rPr sz="3350" i="1" spc="140" dirty="0">
                <a:latin typeface="Times New Roman"/>
                <a:cs typeface="Times New Roman"/>
              </a:rPr>
              <a:t>y</a:t>
            </a:r>
            <a:r>
              <a:rPr sz="3350" spc="100" dirty="0">
                <a:latin typeface="Times New Roman"/>
                <a:cs typeface="Times New Roman"/>
              </a:rPr>
              <a:t>(</a:t>
            </a:r>
            <a:r>
              <a:rPr sz="3350" i="1" spc="10" dirty="0">
                <a:latin typeface="Times New Roman"/>
                <a:cs typeface="Times New Roman"/>
              </a:rPr>
              <a:t>k</a:t>
            </a:r>
            <a:r>
              <a:rPr sz="3350" i="1" spc="-540" dirty="0">
                <a:latin typeface="Times New Roman"/>
                <a:cs typeface="Times New Roman"/>
              </a:rPr>
              <a:t> </a:t>
            </a:r>
            <a:r>
              <a:rPr sz="3350" spc="10" dirty="0"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3525" y="3049523"/>
            <a:ext cx="3115310" cy="44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i="1" spc="185" dirty="0">
                <a:latin typeface="Times New Roman"/>
                <a:cs typeface="Times New Roman"/>
              </a:rPr>
              <a:t>u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-515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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i="1" spc="20" dirty="0">
                <a:latin typeface="Times New Roman"/>
                <a:cs typeface="Times New Roman"/>
              </a:rPr>
              <a:t>I</a:t>
            </a:r>
            <a:r>
              <a:rPr sz="3200" i="1" spc="-405" dirty="0">
                <a:latin typeface="Times New Roman"/>
                <a:cs typeface="Times New Roman"/>
              </a:rPr>
              <a:t> 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-515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229" dirty="0">
                <a:latin typeface="Times New Roman"/>
                <a:cs typeface="Times New Roman"/>
              </a:rPr>
              <a:t> </a:t>
            </a:r>
            <a:r>
              <a:rPr sz="3200" i="1" spc="130" dirty="0">
                <a:latin typeface="Times New Roman"/>
                <a:cs typeface="Times New Roman"/>
              </a:rPr>
              <a:t>O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-515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42944" y="5667206"/>
            <a:ext cx="135255" cy="425450"/>
          </a:xfrm>
          <a:custGeom>
            <a:avLst/>
            <a:gdLst/>
            <a:ahLst/>
            <a:cxnLst/>
            <a:rect l="l" t="t" r="r" b="b"/>
            <a:pathLst>
              <a:path w="135254" h="425450">
                <a:moveTo>
                  <a:pt x="135239" y="0"/>
                </a:moveTo>
                <a:lnTo>
                  <a:pt x="0" y="425197"/>
                </a:lnTo>
              </a:path>
            </a:pathLst>
          </a:custGeom>
          <a:ln w="20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6136" y="3869047"/>
            <a:ext cx="7474584" cy="2267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i="1" spc="30" dirty="0">
                <a:latin typeface="Times New Roman"/>
                <a:cs typeface="Times New Roman"/>
              </a:rPr>
              <a:t>A</a:t>
            </a:r>
            <a:r>
              <a:rPr sz="3200" i="1" spc="160" dirty="0">
                <a:latin typeface="Times New Roman"/>
                <a:cs typeface="Times New Roman"/>
              </a:rPr>
              <a:t>y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-509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</a:t>
            </a:r>
            <a:r>
              <a:rPr sz="3200" spc="185" dirty="0">
                <a:latin typeface="Times New Roman"/>
                <a:cs typeface="Times New Roman"/>
              </a:rPr>
              <a:t> </a:t>
            </a:r>
            <a:r>
              <a:rPr sz="3200" i="1" spc="30" dirty="0">
                <a:latin typeface="Times New Roman"/>
                <a:cs typeface="Times New Roman"/>
              </a:rPr>
              <a:t>A</a:t>
            </a:r>
            <a:r>
              <a:rPr sz="3200" i="1" spc="160" dirty="0">
                <a:latin typeface="Times New Roman"/>
                <a:cs typeface="Times New Roman"/>
              </a:rPr>
              <a:t>y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spc="240" dirty="0">
                <a:latin typeface="Symbol"/>
                <a:cs typeface="Symbol"/>
              </a:rPr>
              <a:t></a:t>
            </a:r>
            <a:r>
              <a:rPr sz="3200" spc="-225" dirty="0">
                <a:latin typeface="Times New Roman"/>
                <a:cs typeface="Times New Roman"/>
              </a:rPr>
              <a:t>1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245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</a:t>
            </a:r>
            <a:r>
              <a:rPr sz="3200" spc="-290" dirty="0">
                <a:latin typeface="Times New Roman"/>
                <a:cs typeface="Times New Roman"/>
              </a:rPr>
              <a:t> </a:t>
            </a:r>
            <a:r>
              <a:rPr sz="3200" i="1" spc="185" dirty="0">
                <a:latin typeface="Times New Roman"/>
                <a:cs typeface="Times New Roman"/>
              </a:rPr>
              <a:t>u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spc="240" dirty="0">
                <a:latin typeface="Symbol"/>
                <a:cs typeface="Symbol"/>
              </a:rPr>
              <a:t></a:t>
            </a:r>
            <a:r>
              <a:rPr sz="3200" spc="-225" dirty="0">
                <a:latin typeface="Times New Roman"/>
                <a:cs typeface="Times New Roman"/>
              </a:rPr>
              <a:t>1</a:t>
            </a:r>
            <a:r>
              <a:rPr sz="3200" spc="20" dirty="0">
                <a:latin typeface="Times New Roman"/>
                <a:cs typeface="Times New Roman"/>
              </a:rPr>
              <a:t>)</a:t>
            </a:r>
            <a:r>
              <a:rPr sz="3200" spc="-245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Symbol"/>
                <a:cs typeface="Symbol"/>
              </a:rPr>
              <a:t></a:t>
            </a:r>
            <a:r>
              <a:rPr sz="3200" spc="-490" dirty="0">
                <a:latin typeface="Times New Roman"/>
                <a:cs typeface="Times New Roman"/>
              </a:rPr>
              <a:t> </a:t>
            </a:r>
            <a:r>
              <a:rPr sz="3400" i="1" spc="-90" dirty="0">
                <a:latin typeface="Symbol"/>
                <a:cs typeface="Symbol"/>
              </a:rPr>
              <a:t></a:t>
            </a:r>
            <a:r>
              <a:rPr sz="3400" i="1" spc="-270" dirty="0">
                <a:latin typeface="Times New Roman"/>
                <a:cs typeface="Times New Roman"/>
              </a:rPr>
              <a:t> </a:t>
            </a:r>
            <a:r>
              <a:rPr sz="3200" i="1" spc="30" dirty="0">
                <a:latin typeface="Times New Roman"/>
                <a:cs typeface="Times New Roman"/>
              </a:rPr>
              <a:t>A</a:t>
            </a:r>
            <a:r>
              <a:rPr sz="3200" i="1" spc="160" dirty="0">
                <a:latin typeface="Times New Roman"/>
                <a:cs typeface="Times New Roman"/>
              </a:rPr>
              <a:t>y</a:t>
            </a:r>
            <a:r>
              <a:rPr sz="3200" spc="105" dirty="0">
                <a:latin typeface="Times New Roman"/>
                <a:cs typeface="Times New Roman"/>
              </a:rPr>
              <a:t>(</a:t>
            </a:r>
            <a:r>
              <a:rPr sz="3200" i="1" spc="25" dirty="0">
                <a:latin typeface="Times New Roman"/>
                <a:cs typeface="Times New Roman"/>
              </a:rPr>
              <a:t>k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spc="240" dirty="0">
                <a:latin typeface="Symbol"/>
                <a:cs typeface="Symbol"/>
              </a:rPr>
              <a:t></a:t>
            </a:r>
            <a:r>
              <a:rPr sz="3200" spc="-229" dirty="0">
                <a:latin typeface="Times New Roman"/>
                <a:cs typeface="Times New Roman"/>
              </a:rPr>
              <a:t>1)</a:t>
            </a:r>
            <a:endParaRPr sz="32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  <a:spcBef>
                <a:spcPts val="2630"/>
              </a:spcBef>
            </a:pPr>
            <a:r>
              <a:rPr sz="3450" i="1" spc="180" dirty="0">
                <a:latin typeface="Times New Roman"/>
                <a:cs typeface="Times New Roman"/>
              </a:rPr>
              <a:t>y</a:t>
            </a:r>
            <a:r>
              <a:rPr sz="3450" spc="110" dirty="0">
                <a:latin typeface="Times New Roman"/>
                <a:cs typeface="Times New Roman"/>
              </a:rPr>
              <a:t>(</a:t>
            </a:r>
            <a:r>
              <a:rPr sz="3450" i="1" spc="30" dirty="0">
                <a:latin typeface="Times New Roman"/>
                <a:cs typeface="Times New Roman"/>
              </a:rPr>
              <a:t>k</a:t>
            </a:r>
            <a:r>
              <a:rPr sz="3450" i="1" spc="-550" dirty="0">
                <a:latin typeface="Times New Roman"/>
                <a:cs typeface="Times New Roman"/>
              </a:rPr>
              <a:t> </a:t>
            </a:r>
            <a:r>
              <a:rPr sz="3450" spc="20" dirty="0">
                <a:latin typeface="Times New Roman"/>
                <a:cs typeface="Times New Roman"/>
              </a:rPr>
              <a:t>)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</a:t>
            </a:r>
            <a:r>
              <a:rPr sz="3450" spc="15" dirty="0">
                <a:latin typeface="Times New Roman"/>
                <a:cs typeface="Times New Roman"/>
              </a:rPr>
              <a:t> </a:t>
            </a:r>
            <a:r>
              <a:rPr sz="3450" spc="140" dirty="0">
                <a:latin typeface="Symbol"/>
                <a:cs typeface="Symbol"/>
              </a:rPr>
              <a:t></a:t>
            </a:r>
            <a:r>
              <a:rPr sz="3450" i="1" spc="30" dirty="0">
                <a:latin typeface="Times New Roman"/>
                <a:cs typeface="Times New Roman"/>
              </a:rPr>
              <a:t>a</a:t>
            </a:r>
            <a:r>
              <a:rPr sz="3450" i="1" spc="175" dirty="0">
                <a:latin typeface="Times New Roman"/>
                <a:cs typeface="Times New Roman"/>
              </a:rPr>
              <a:t>y</a:t>
            </a:r>
            <a:r>
              <a:rPr sz="3450" spc="110" dirty="0">
                <a:latin typeface="Times New Roman"/>
                <a:cs typeface="Times New Roman"/>
              </a:rPr>
              <a:t>(</a:t>
            </a:r>
            <a:r>
              <a:rPr sz="3450" i="1" spc="30" dirty="0">
                <a:latin typeface="Times New Roman"/>
                <a:cs typeface="Times New Roman"/>
              </a:rPr>
              <a:t>k</a:t>
            </a:r>
            <a:r>
              <a:rPr sz="3450" i="1" spc="125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</a:t>
            </a:r>
            <a:r>
              <a:rPr sz="3450" spc="-520" dirty="0">
                <a:latin typeface="Times New Roman"/>
                <a:cs typeface="Times New Roman"/>
              </a:rPr>
              <a:t> </a:t>
            </a:r>
            <a:r>
              <a:rPr sz="3450" spc="-250" dirty="0">
                <a:latin typeface="Times New Roman"/>
                <a:cs typeface="Times New Roman"/>
              </a:rPr>
              <a:t>1</a:t>
            </a:r>
            <a:r>
              <a:rPr sz="3450" spc="20" dirty="0">
                <a:latin typeface="Times New Roman"/>
                <a:cs typeface="Times New Roman"/>
              </a:rPr>
              <a:t>)</a:t>
            </a:r>
            <a:r>
              <a:rPr sz="3450" spc="-145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</a:t>
            </a:r>
            <a:r>
              <a:rPr sz="3450" spc="-190" dirty="0">
                <a:latin typeface="Times New Roman"/>
                <a:cs typeface="Times New Roman"/>
              </a:rPr>
              <a:t> </a:t>
            </a:r>
            <a:r>
              <a:rPr sz="3450" i="1" spc="30" dirty="0">
                <a:latin typeface="Times New Roman"/>
                <a:cs typeface="Times New Roman"/>
              </a:rPr>
              <a:t>b</a:t>
            </a:r>
            <a:r>
              <a:rPr sz="3450" i="1" spc="195" dirty="0">
                <a:latin typeface="Times New Roman"/>
                <a:cs typeface="Times New Roman"/>
              </a:rPr>
              <a:t>u</a:t>
            </a:r>
            <a:r>
              <a:rPr sz="3450" spc="110" dirty="0">
                <a:latin typeface="Times New Roman"/>
                <a:cs typeface="Times New Roman"/>
              </a:rPr>
              <a:t>(</a:t>
            </a:r>
            <a:r>
              <a:rPr sz="3450" i="1" spc="30" dirty="0">
                <a:latin typeface="Times New Roman"/>
                <a:cs typeface="Times New Roman"/>
              </a:rPr>
              <a:t>k</a:t>
            </a:r>
            <a:r>
              <a:rPr sz="3450" i="1" spc="130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</a:t>
            </a:r>
            <a:r>
              <a:rPr sz="3450" spc="-520" dirty="0">
                <a:latin typeface="Times New Roman"/>
                <a:cs typeface="Times New Roman"/>
              </a:rPr>
              <a:t> </a:t>
            </a:r>
            <a:r>
              <a:rPr sz="3450" spc="-250" dirty="0">
                <a:latin typeface="Times New Roman"/>
                <a:cs typeface="Times New Roman"/>
              </a:rPr>
              <a:t>1</a:t>
            </a:r>
            <a:r>
              <a:rPr sz="3450" spc="20" dirty="0">
                <a:latin typeface="Times New Roman"/>
                <a:cs typeface="Times New Roman"/>
              </a:rPr>
              <a:t>)</a:t>
            </a:r>
            <a:endParaRPr sz="3450" dirty="0">
              <a:latin typeface="Times New Roman"/>
              <a:cs typeface="Times New Roman"/>
            </a:endParaRPr>
          </a:p>
          <a:p>
            <a:pPr marL="550545">
              <a:lnSpc>
                <a:spcPct val="100000"/>
              </a:lnSpc>
              <a:spcBef>
                <a:spcPts val="2014"/>
              </a:spcBef>
              <a:tabLst>
                <a:tab pos="2393950" algn="l"/>
                <a:tab pos="4293870" algn="l"/>
                <a:tab pos="5262245" algn="l"/>
                <a:tab pos="5869305" algn="l"/>
              </a:tabLst>
            </a:pPr>
            <a:r>
              <a:rPr sz="6525" spc="-434" baseline="-3192" dirty="0">
                <a:latin typeface="Symbol"/>
                <a:cs typeface="Symbol"/>
              </a:rPr>
              <a:t></a:t>
            </a:r>
            <a:r>
              <a:rPr sz="3350" spc="-35" dirty="0">
                <a:latin typeface="Calibri"/>
                <a:cs typeface="Calibri"/>
              </a:rPr>
              <a:t>E</a:t>
            </a:r>
            <a:r>
              <a:rPr sz="3350" spc="-5" dirty="0">
                <a:latin typeface="Calibri"/>
                <a:cs typeface="Calibri"/>
              </a:rPr>
              <a:t>x</a:t>
            </a:r>
            <a:r>
              <a:rPr sz="3350" spc="-15" dirty="0">
                <a:latin typeface="Calibri"/>
                <a:cs typeface="Calibri"/>
              </a:rPr>
              <a:t>e</a:t>
            </a:r>
            <a:r>
              <a:rPr sz="3350" spc="-35" dirty="0">
                <a:latin typeface="Calibri"/>
                <a:cs typeface="Calibri"/>
              </a:rPr>
              <a:t>r</a:t>
            </a:r>
            <a:r>
              <a:rPr sz="3350" spc="-20" dirty="0">
                <a:latin typeface="Calibri"/>
                <a:cs typeface="Calibri"/>
              </a:rPr>
              <a:t>c</a:t>
            </a:r>
            <a:r>
              <a:rPr sz="3350" spc="0" dirty="0">
                <a:latin typeface="Calibri"/>
                <a:cs typeface="Calibri"/>
              </a:rPr>
              <a:t>i</a:t>
            </a:r>
            <a:r>
              <a:rPr sz="3350" spc="-20" dirty="0">
                <a:latin typeface="Calibri"/>
                <a:cs typeface="Calibri"/>
              </a:rPr>
              <a:t>s</a:t>
            </a:r>
            <a:r>
              <a:rPr sz="3350" spc="-15" dirty="0">
                <a:latin typeface="Calibri"/>
                <a:cs typeface="Calibri"/>
              </a:rPr>
              <a:t>e</a:t>
            </a:r>
            <a:r>
              <a:rPr sz="3350" spc="-10" dirty="0">
                <a:latin typeface="Calibri"/>
                <a:cs typeface="Calibri"/>
              </a:rPr>
              <a:t>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0" dirty="0">
                <a:latin typeface="Calibri"/>
                <a:cs typeface="Calibri"/>
              </a:rPr>
              <a:t>s</a:t>
            </a:r>
            <a:r>
              <a:rPr sz="3350" spc="-5" dirty="0">
                <a:latin typeface="Calibri"/>
                <a:cs typeface="Calibri"/>
              </a:rPr>
              <a:t>h</a:t>
            </a:r>
            <a:r>
              <a:rPr sz="3350" spc="-10" dirty="0">
                <a:latin typeface="Calibri"/>
                <a:cs typeface="Calibri"/>
              </a:rPr>
              <a:t>o</a:t>
            </a:r>
            <a:r>
              <a:rPr sz="3350" spc="-25" dirty="0">
                <a:latin typeface="Calibri"/>
                <a:cs typeface="Calibri"/>
              </a:rPr>
              <a:t>w</a:t>
            </a:r>
            <a:r>
              <a:rPr sz="3350" spc="-95" dirty="0">
                <a:latin typeface="Times New Roman"/>
                <a:cs typeface="Times New Roman"/>
              </a:rPr>
              <a:t> </a:t>
            </a:r>
            <a:r>
              <a:rPr sz="3350" spc="-40" dirty="0">
                <a:latin typeface="Calibri"/>
                <a:cs typeface="Calibri"/>
              </a:rPr>
              <a:t>t</a:t>
            </a:r>
            <a:r>
              <a:rPr sz="3350" spc="-5" dirty="0">
                <a:latin typeface="Calibri"/>
                <a:cs typeface="Calibri"/>
              </a:rPr>
              <a:t>ha</a:t>
            </a:r>
            <a:r>
              <a:rPr sz="3350" spc="-15" dirty="0">
                <a:latin typeface="Calibri"/>
                <a:cs typeface="Calibri"/>
              </a:rPr>
              <a:t>t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i="1" spc="-20" dirty="0">
                <a:latin typeface="Times New Roman"/>
                <a:cs typeface="Times New Roman"/>
              </a:rPr>
              <a:t>b</a:t>
            </a:r>
            <a:r>
              <a:rPr sz="3350" i="1" spc="-65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Symbol"/>
                <a:cs typeface="Symbol"/>
              </a:rPr>
              <a:t></a:t>
            </a:r>
            <a:r>
              <a:rPr sz="3350" spc="-430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Times New Roman"/>
                <a:cs typeface="Times New Roman"/>
              </a:rPr>
              <a:t>1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i="1" spc="225" dirty="0">
                <a:latin typeface="Times New Roman"/>
                <a:cs typeface="Times New Roman"/>
              </a:rPr>
              <a:t>A</a:t>
            </a:r>
            <a:r>
              <a:rPr sz="3350" spc="-10" dirty="0">
                <a:latin typeface="Times New Roman"/>
                <a:cs typeface="Times New Roman"/>
              </a:rPr>
              <a:t>,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i="1" spc="-20" dirty="0">
                <a:latin typeface="Times New Roman"/>
                <a:cs typeface="Times New Roman"/>
              </a:rPr>
              <a:t>a</a:t>
            </a:r>
            <a:r>
              <a:rPr sz="3350" i="1" spc="-10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Symbol"/>
                <a:cs typeface="Symbol"/>
              </a:rPr>
              <a:t></a:t>
            </a:r>
            <a:r>
              <a:rPr sz="3350" spc="-325" dirty="0">
                <a:latin typeface="Times New Roman"/>
                <a:cs typeface="Times New Roman"/>
              </a:rPr>
              <a:t> </a:t>
            </a:r>
            <a:r>
              <a:rPr sz="3500" i="1" spc="-135" dirty="0">
                <a:latin typeface="Symbol"/>
                <a:cs typeface="Symbol"/>
              </a:rPr>
              <a:t></a:t>
            </a:r>
            <a:r>
              <a:rPr sz="3500" i="1" spc="35" dirty="0">
                <a:latin typeface="Times New Roman"/>
                <a:cs typeface="Times New Roman"/>
              </a:rPr>
              <a:t> </a:t>
            </a:r>
            <a:r>
              <a:rPr sz="3350" spc="180" dirty="0">
                <a:latin typeface="Symbol"/>
                <a:cs typeface="Symbol"/>
              </a:rPr>
              <a:t></a:t>
            </a:r>
            <a:r>
              <a:rPr sz="3350" spc="-110" dirty="0">
                <a:latin typeface="Times New Roman"/>
                <a:cs typeface="Times New Roman"/>
              </a:rPr>
              <a:t>1</a:t>
            </a:r>
            <a:r>
              <a:rPr sz="6525" spc="-547" baseline="-3192" dirty="0">
                <a:latin typeface="Symbol"/>
                <a:cs typeface="Symbol"/>
              </a:rPr>
              <a:t></a:t>
            </a:r>
            <a:endParaRPr sz="6525" baseline="-3192" dirty="0">
              <a:latin typeface="Symbol"/>
              <a:cs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>
              <a:lnSpc>
                <a:spcPts val="3840"/>
              </a:lnSpc>
            </a:pPr>
            <a:r>
              <a:rPr spc="-5" dirty="0">
                <a:latin typeface="Calibri"/>
                <a:cs typeface="Calibri"/>
              </a:rPr>
              <a:t>Fi</a:t>
            </a:r>
            <a:r>
              <a:rPr spc="-70" dirty="0">
                <a:latin typeface="Calibri"/>
                <a:cs typeface="Calibri"/>
              </a:rPr>
              <a:t>r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32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,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35" dirty="0">
                <a:latin typeface="Calibri"/>
                <a:cs typeface="Calibri"/>
              </a:rPr>
              <a:t>e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-</a:t>
            </a:r>
            <a:r>
              <a:rPr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25" dirty="0">
                <a:latin typeface="Calibri"/>
                <a:cs typeface="Calibri"/>
              </a:rPr>
              <a:t>me</a:t>
            </a:r>
          </a:p>
          <a:p>
            <a:pPr marL="165100">
              <a:lnSpc>
                <a:spcPts val="3840"/>
              </a:lnSpc>
            </a:pPr>
            <a:r>
              <a:rPr b="1" i="1" spc="-5" dirty="0">
                <a:latin typeface="Calibri"/>
                <a:cs typeface="Calibri"/>
              </a:rPr>
              <a:t>Di</a:t>
            </a:r>
            <a:r>
              <a:rPr b="1" i="1" spc="20" dirty="0">
                <a:latin typeface="Calibri"/>
                <a:cs typeface="Calibri"/>
              </a:rPr>
              <a:t>f</a:t>
            </a:r>
            <a:r>
              <a:rPr b="1" i="1" spc="-40" dirty="0">
                <a:latin typeface="Calibri"/>
                <a:cs typeface="Calibri"/>
              </a:rPr>
              <a:t>f</a:t>
            </a:r>
            <a:r>
              <a:rPr b="1" i="1" spc="5" dirty="0">
                <a:latin typeface="Calibri"/>
                <a:cs typeface="Calibri"/>
              </a:rPr>
              <a:t>e</a:t>
            </a:r>
            <a:r>
              <a:rPr b="1" i="1" dirty="0">
                <a:latin typeface="Calibri"/>
                <a:cs typeface="Calibri"/>
              </a:rPr>
              <a:t>r</a:t>
            </a:r>
            <a:r>
              <a:rPr b="1" i="1" spc="10" dirty="0">
                <a:latin typeface="Calibri"/>
                <a:cs typeface="Calibri"/>
              </a:rPr>
              <a:t>e</a:t>
            </a:r>
            <a:r>
              <a:rPr b="1" i="1" spc="-15" dirty="0">
                <a:latin typeface="Calibri"/>
                <a:cs typeface="Calibri"/>
              </a:rPr>
              <a:t>n</a:t>
            </a:r>
            <a:r>
              <a:rPr b="1" i="1" spc="-35" dirty="0">
                <a:latin typeface="Calibri"/>
                <a:cs typeface="Calibri"/>
              </a:rPr>
              <a:t>c</a:t>
            </a:r>
            <a:r>
              <a:rPr b="1" i="1" dirty="0">
                <a:latin typeface="Calibri"/>
                <a:cs typeface="Calibri"/>
              </a:rPr>
              <a:t>e</a:t>
            </a:r>
            <a:r>
              <a:rPr b="1" i="1" spc="-120" dirty="0">
                <a:latin typeface="Times New Roman"/>
                <a:cs typeface="Times New Roman"/>
              </a:rPr>
              <a:t> </a:t>
            </a:r>
            <a:r>
              <a:rPr spc="-6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qu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7567" y="2327040"/>
            <a:ext cx="6323965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1246505">
              <a:lnSpc>
                <a:spcPct val="100000"/>
              </a:lnSpc>
              <a:spcBef>
                <a:spcPts val="1510"/>
              </a:spcBef>
            </a:pPr>
            <a:r>
              <a:rPr sz="3450" i="1" spc="180" dirty="0">
                <a:latin typeface="Times New Roman"/>
                <a:cs typeface="Times New Roman"/>
              </a:rPr>
              <a:t>y</a:t>
            </a:r>
            <a:r>
              <a:rPr sz="3450" spc="110" dirty="0">
                <a:latin typeface="Times New Roman"/>
                <a:cs typeface="Times New Roman"/>
              </a:rPr>
              <a:t>(</a:t>
            </a:r>
            <a:r>
              <a:rPr sz="3450" i="1" spc="30" dirty="0">
                <a:latin typeface="Times New Roman"/>
                <a:cs typeface="Times New Roman"/>
              </a:rPr>
              <a:t>k</a:t>
            </a:r>
            <a:r>
              <a:rPr sz="3450" i="1" spc="-550" dirty="0">
                <a:latin typeface="Times New Roman"/>
                <a:cs typeface="Times New Roman"/>
              </a:rPr>
              <a:t> </a:t>
            </a:r>
            <a:r>
              <a:rPr sz="3450" spc="20" dirty="0">
                <a:latin typeface="Times New Roman"/>
                <a:cs typeface="Times New Roman"/>
              </a:rPr>
              <a:t>)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</a:t>
            </a:r>
            <a:r>
              <a:rPr sz="3450" spc="15" dirty="0">
                <a:latin typeface="Times New Roman"/>
                <a:cs typeface="Times New Roman"/>
              </a:rPr>
              <a:t> </a:t>
            </a:r>
            <a:r>
              <a:rPr sz="3450" spc="140" dirty="0">
                <a:latin typeface="Symbol"/>
                <a:cs typeface="Symbol"/>
              </a:rPr>
              <a:t></a:t>
            </a:r>
            <a:r>
              <a:rPr sz="3450" i="1" spc="30" dirty="0">
                <a:latin typeface="Times New Roman"/>
                <a:cs typeface="Times New Roman"/>
              </a:rPr>
              <a:t>a</a:t>
            </a:r>
            <a:r>
              <a:rPr sz="3450" i="1" spc="175" dirty="0">
                <a:latin typeface="Times New Roman"/>
                <a:cs typeface="Times New Roman"/>
              </a:rPr>
              <a:t>y</a:t>
            </a:r>
            <a:r>
              <a:rPr sz="3450" spc="110" dirty="0">
                <a:latin typeface="Times New Roman"/>
                <a:cs typeface="Times New Roman"/>
              </a:rPr>
              <a:t>(</a:t>
            </a:r>
            <a:r>
              <a:rPr sz="3450" i="1" spc="30" dirty="0">
                <a:latin typeface="Times New Roman"/>
                <a:cs typeface="Times New Roman"/>
              </a:rPr>
              <a:t>k</a:t>
            </a:r>
            <a:r>
              <a:rPr sz="3450" i="1" spc="125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</a:t>
            </a:r>
            <a:r>
              <a:rPr sz="3450" spc="-520" dirty="0">
                <a:latin typeface="Times New Roman"/>
                <a:cs typeface="Times New Roman"/>
              </a:rPr>
              <a:t> </a:t>
            </a:r>
            <a:r>
              <a:rPr sz="3450" spc="-250" dirty="0">
                <a:latin typeface="Times New Roman"/>
                <a:cs typeface="Times New Roman"/>
              </a:rPr>
              <a:t>1</a:t>
            </a:r>
            <a:r>
              <a:rPr sz="3450" spc="20" dirty="0">
                <a:latin typeface="Times New Roman"/>
                <a:cs typeface="Times New Roman"/>
              </a:rPr>
              <a:t>)</a:t>
            </a:r>
            <a:r>
              <a:rPr sz="3450" spc="-145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</a:t>
            </a:r>
            <a:r>
              <a:rPr sz="3450" spc="-190" dirty="0">
                <a:latin typeface="Times New Roman"/>
                <a:cs typeface="Times New Roman"/>
              </a:rPr>
              <a:t> </a:t>
            </a:r>
            <a:r>
              <a:rPr sz="3450" i="1" spc="30" dirty="0">
                <a:latin typeface="Times New Roman"/>
                <a:cs typeface="Times New Roman"/>
              </a:rPr>
              <a:t>b</a:t>
            </a:r>
            <a:r>
              <a:rPr sz="3450" i="1" spc="195" dirty="0">
                <a:latin typeface="Times New Roman"/>
                <a:cs typeface="Times New Roman"/>
              </a:rPr>
              <a:t>u</a:t>
            </a:r>
            <a:r>
              <a:rPr sz="3450" spc="110" dirty="0">
                <a:latin typeface="Times New Roman"/>
                <a:cs typeface="Times New Roman"/>
              </a:rPr>
              <a:t>(</a:t>
            </a:r>
            <a:r>
              <a:rPr sz="3450" i="1" spc="30" dirty="0">
                <a:latin typeface="Times New Roman"/>
                <a:cs typeface="Times New Roman"/>
              </a:rPr>
              <a:t>k</a:t>
            </a:r>
            <a:r>
              <a:rPr sz="3450" i="1" spc="130" dirty="0">
                <a:latin typeface="Times New Roman"/>
                <a:cs typeface="Times New Roman"/>
              </a:rPr>
              <a:t> </a:t>
            </a:r>
            <a:r>
              <a:rPr sz="3450" spc="35" dirty="0">
                <a:latin typeface="Symbol"/>
                <a:cs typeface="Symbol"/>
              </a:rPr>
              <a:t></a:t>
            </a:r>
            <a:r>
              <a:rPr sz="3450" spc="-520" dirty="0">
                <a:latin typeface="Times New Roman"/>
                <a:cs typeface="Times New Roman"/>
              </a:rPr>
              <a:t> </a:t>
            </a:r>
            <a:r>
              <a:rPr sz="3450" spc="-250" dirty="0">
                <a:latin typeface="Times New Roman"/>
                <a:cs typeface="Times New Roman"/>
              </a:rPr>
              <a:t>1</a:t>
            </a:r>
            <a:r>
              <a:rPr sz="3450" spc="20" dirty="0">
                <a:latin typeface="Times New Roman"/>
                <a:cs typeface="Times New Roman"/>
              </a:rPr>
              <a:t>)</a:t>
            </a:r>
            <a:endParaRPr sz="3450">
              <a:latin typeface="Times New Roman"/>
              <a:cs typeface="Times New Roman"/>
            </a:endParaRPr>
          </a:p>
          <a:p>
            <a:pPr marL="241300" marR="325120" indent="-228600">
              <a:lnSpc>
                <a:spcPts val="2820"/>
              </a:lnSpc>
              <a:spcBef>
                <a:spcPts val="29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j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  <a:p>
            <a:pPr marL="1267460">
              <a:lnSpc>
                <a:spcPct val="100000"/>
              </a:lnSpc>
              <a:spcBef>
                <a:spcPts val="1545"/>
              </a:spcBef>
            </a:pPr>
            <a:r>
              <a:rPr sz="3350" i="1" spc="145" dirty="0">
                <a:latin typeface="Times New Roman"/>
                <a:cs typeface="Times New Roman"/>
              </a:rPr>
              <a:t>y</a:t>
            </a:r>
            <a:r>
              <a:rPr sz="3350" spc="100" dirty="0">
                <a:latin typeface="Times New Roman"/>
                <a:cs typeface="Times New Roman"/>
              </a:rPr>
              <a:t>(</a:t>
            </a:r>
            <a:r>
              <a:rPr sz="3350" i="1" spc="10" dirty="0">
                <a:latin typeface="Times New Roman"/>
                <a:cs typeface="Times New Roman"/>
              </a:rPr>
              <a:t>k</a:t>
            </a:r>
            <a:r>
              <a:rPr sz="3350" i="1" spc="-545" dirty="0">
                <a:latin typeface="Times New Roman"/>
                <a:cs typeface="Times New Roman"/>
              </a:rPr>
              <a:t> </a:t>
            </a:r>
            <a:r>
              <a:rPr sz="3350" spc="10" dirty="0">
                <a:latin typeface="Times New Roman"/>
                <a:cs typeface="Times New Roman"/>
              </a:rPr>
              <a:t>)</a:t>
            </a:r>
            <a:r>
              <a:rPr sz="3350" spc="-60" dirty="0">
                <a:latin typeface="Times New Roman"/>
                <a:cs typeface="Times New Roman"/>
              </a:rPr>
              <a:t> </a:t>
            </a:r>
            <a:r>
              <a:rPr sz="3350" spc="15" dirty="0">
                <a:latin typeface="Symbol"/>
                <a:cs typeface="Symbol"/>
              </a:rPr>
              <a:t></a:t>
            </a:r>
            <a:r>
              <a:rPr sz="3350" spc="-50" dirty="0">
                <a:latin typeface="Times New Roman"/>
                <a:cs typeface="Times New Roman"/>
              </a:rPr>
              <a:t> </a:t>
            </a:r>
            <a:r>
              <a:rPr sz="3350" spc="114" dirty="0">
                <a:latin typeface="Symbol"/>
                <a:cs typeface="Symbol"/>
              </a:rPr>
              <a:t></a:t>
            </a:r>
            <a:r>
              <a:rPr sz="3350" i="1" spc="-210" dirty="0">
                <a:latin typeface="Times New Roman"/>
                <a:cs typeface="Times New Roman"/>
              </a:rPr>
              <a:t>a</a:t>
            </a:r>
            <a:r>
              <a:rPr sz="2925" baseline="-24216" dirty="0">
                <a:latin typeface="Times New Roman"/>
                <a:cs typeface="Times New Roman"/>
              </a:rPr>
              <a:t>1</a:t>
            </a:r>
            <a:r>
              <a:rPr sz="2925" spc="-225" baseline="-24216" dirty="0">
                <a:latin typeface="Times New Roman"/>
                <a:cs typeface="Times New Roman"/>
              </a:rPr>
              <a:t> </a:t>
            </a:r>
            <a:r>
              <a:rPr sz="3350" i="1" spc="145" dirty="0">
                <a:latin typeface="Times New Roman"/>
                <a:cs typeface="Times New Roman"/>
              </a:rPr>
              <a:t>y</a:t>
            </a:r>
            <a:r>
              <a:rPr sz="3350" spc="100" dirty="0">
                <a:latin typeface="Times New Roman"/>
                <a:cs typeface="Times New Roman"/>
              </a:rPr>
              <a:t>(</a:t>
            </a:r>
            <a:r>
              <a:rPr sz="3350" i="1" spc="10" dirty="0">
                <a:latin typeface="Times New Roman"/>
                <a:cs typeface="Times New Roman"/>
              </a:rPr>
              <a:t>k</a:t>
            </a:r>
            <a:r>
              <a:rPr sz="3350" i="1" spc="-15" dirty="0">
                <a:latin typeface="Times New Roman"/>
                <a:cs typeface="Times New Roman"/>
              </a:rPr>
              <a:t> </a:t>
            </a:r>
            <a:r>
              <a:rPr sz="3350" spc="220" dirty="0">
                <a:latin typeface="Symbol"/>
                <a:cs typeface="Symbol"/>
              </a:rPr>
              <a:t></a:t>
            </a:r>
            <a:r>
              <a:rPr sz="3350" spc="-254" dirty="0">
                <a:latin typeface="Times New Roman"/>
                <a:cs typeface="Times New Roman"/>
              </a:rPr>
              <a:t>1</a:t>
            </a:r>
            <a:r>
              <a:rPr sz="3350" spc="10" dirty="0">
                <a:latin typeface="Times New Roman"/>
                <a:cs typeface="Times New Roman"/>
              </a:rPr>
              <a:t>)</a:t>
            </a:r>
            <a:r>
              <a:rPr sz="3350" spc="-275" dirty="0">
                <a:latin typeface="Times New Roman"/>
                <a:cs typeface="Times New Roman"/>
              </a:rPr>
              <a:t> </a:t>
            </a:r>
            <a:r>
              <a:rPr sz="3350" spc="15" dirty="0">
                <a:latin typeface="Symbol"/>
                <a:cs typeface="Symbol"/>
              </a:rPr>
              <a:t></a:t>
            </a:r>
            <a:r>
              <a:rPr sz="3350" spc="-310" dirty="0">
                <a:latin typeface="Times New Roman"/>
                <a:cs typeface="Times New Roman"/>
              </a:rPr>
              <a:t> </a:t>
            </a:r>
            <a:r>
              <a:rPr sz="3350" i="1" spc="-370" dirty="0">
                <a:latin typeface="Times New Roman"/>
                <a:cs typeface="Times New Roman"/>
              </a:rPr>
              <a:t>b</a:t>
            </a:r>
            <a:r>
              <a:rPr sz="2925" spc="-135" baseline="-24216" dirty="0">
                <a:latin typeface="Times New Roman"/>
                <a:cs typeface="Times New Roman"/>
              </a:rPr>
              <a:t>1</a:t>
            </a:r>
            <a:r>
              <a:rPr sz="3350" i="1" spc="170" dirty="0">
                <a:latin typeface="Times New Roman"/>
                <a:cs typeface="Times New Roman"/>
              </a:rPr>
              <a:t>u</a:t>
            </a:r>
            <a:r>
              <a:rPr sz="3350" spc="100" dirty="0">
                <a:latin typeface="Times New Roman"/>
                <a:cs typeface="Times New Roman"/>
              </a:rPr>
              <a:t>(</a:t>
            </a:r>
            <a:r>
              <a:rPr sz="3350" i="1" spc="10" dirty="0">
                <a:latin typeface="Times New Roman"/>
                <a:cs typeface="Times New Roman"/>
              </a:rPr>
              <a:t>k</a:t>
            </a:r>
            <a:r>
              <a:rPr sz="3350" i="1" spc="-15" dirty="0">
                <a:latin typeface="Times New Roman"/>
                <a:cs typeface="Times New Roman"/>
              </a:rPr>
              <a:t> </a:t>
            </a:r>
            <a:r>
              <a:rPr sz="3350" spc="225" dirty="0">
                <a:latin typeface="Symbol"/>
                <a:cs typeface="Symbol"/>
              </a:rPr>
              <a:t></a:t>
            </a:r>
            <a:r>
              <a:rPr sz="3350" spc="-260" dirty="0">
                <a:latin typeface="Times New Roman"/>
                <a:cs typeface="Times New Roman"/>
              </a:rPr>
              <a:t>1)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1534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el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1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59" y="2865129"/>
            <a:ext cx="4358639" cy="35001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64089" y="4582069"/>
            <a:ext cx="10642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latin typeface="Calibri"/>
                <a:cs typeface="Calibri"/>
              </a:rPr>
              <a:t>Ou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5" dirty="0">
                <a:latin typeface="Calibri"/>
                <a:cs typeface="Calibri"/>
              </a:rPr>
              <a:t>pu</a:t>
            </a:r>
            <a:r>
              <a:rPr sz="2800" spc="-10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1193" y="3389394"/>
            <a:ext cx="7975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5" dirty="0">
                <a:latin typeface="Calibri"/>
                <a:cs typeface="Calibri"/>
              </a:rPr>
              <a:t>npu</a:t>
            </a:r>
            <a:r>
              <a:rPr sz="2800" spc="-10" dirty="0"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768" y="2041716"/>
            <a:ext cx="6898005" cy="933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51660" algn="l"/>
              </a:tabLst>
            </a:pP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200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</a:t>
            </a:r>
            <a:r>
              <a:rPr sz="2850" spc="-5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2)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315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1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850" spc="-20" dirty="0">
                <a:latin typeface="Calibri"/>
                <a:cs typeface="Calibri"/>
              </a:rPr>
              <a:t>o</a:t>
            </a:r>
            <a:r>
              <a:rPr sz="2850" spc="-40" dirty="0">
                <a:latin typeface="Calibri"/>
                <a:cs typeface="Calibri"/>
              </a:rPr>
              <a:t>t</a:t>
            </a:r>
            <a:r>
              <a:rPr sz="2850" spc="-15" dirty="0">
                <a:latin typeface="Calibri"/>
                <a:cs typeface="Calibri"/>
              </a:rPr>
              <a:t>h</a:t>
            </a:r>
            <a:r>
              <a:rPr sz="2850" spc="-25" dirty="0">
                <a:latin typeface="Calibri"/>
                <a:cs typeface="Calibri"/>
              </a:rPr>
              <a:t>e</a:t>
            </a:r>
            <a:r>
              <a:rPr sz="2850" spc="-35" dirty="0">
                <a:latin typeface="Calibri"/>
                <a:cs typeface="Calibri"/>
              </a:rPr>
              <a:t>rw</a:t>
            </a:r>
            <a:r>
              <a:rPr sz="2850" dirty="0">
                <a:latin typeface="Calibri"/>
                <a:cs typeface="Calibri"/>
              </a:rPr>
              <a:t>i</a:t>
            </a:r>
            <a:r>
              <a:rPr sz="2850" spc="-30" dirty="0">
                <a:latin typeface="Calibri"/>
                <a:cs typeface="Calibri"/>
              </a:rPr>
              <a:t>se</a:t>
            </a:r>
            <a:r>
              <a:rPr sz="2850" spc="-90" dirty="0">
                <a:latin typeface="Times New Roman"/>
                <a:cs typeface="Times New Roman"/>
              </a:rPr>
              <a:t> </a:t>
            </a:r>
            <a:r>
              <a:rPr sz="2850" spc="-40" dirty="0">
                <a:latin typeface="Calibri"/>
                <a:cs typeface="Calibri"/>
              </a:rPr>
              <a:t>z</a:t>
            </a:r>
            <a:r>
              <a:rPr sz="2850" spc="-25" dirty="0">
                <a:latin typeface="Calibri"/>
                <a:cs typeface="Calibri"/>
              </a:rPr>
              <a:t>e</a:t>
            </a:r>
            <a:r>
              <a:rPr sz="2850" spc="-35" dirty="0">
                <a:latin typeface="Calibri"/>
                <a:cs typeface="Calibri"/>
              </a:rPr>
              <a:t>r</a:t>
            </a:r>
            <a:r>
              <a:rPr sz="2850" spc="-30" dirty="0">
                <a:latin typeface="Calibri"/>
                <a:cs typeface="Calibri"/>
              </a:rPr>
              <a:t>o</a:t>
            </a:r>
            <a:endParaRPr sz="2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6527165" algn="l"/>
              </a:tabLst>
            </a:pP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1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0)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75" dirty="0">
                <a:latin typeface="Times New Roman"/>
                <a:cs typeface="Times New Roman"/>
              </a:rPr>
              <a:t>0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-254" dirty="0">
                <a:latin typeface="Times New Roman"/>
                <a:cs typeface="Times New Roman"/>
              </a:rPr>
              <a:t>(1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75" dirty="0">
                <a:latin typeface="Times New Roman"/>
                <a:cs typeface="Times New Roman"/>
              </a:rPr>
              <a:t>0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2)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75" dirty="0">
                <a:latin typeface="Times New Roman"/>
                <a:cs typeface="Times New Roman"/>
              </a:rPr>
              <a:t>0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-35" dirty="0">
                <a:latin typeface="Times New Roman"/>
                <a:cs typeface="Times New Roman"/>
              </a:rPr>
              <a:t>(</a:t>
            </a:r>
            <a:r>
              <a:rPr sz="2850" spc="-120" dirty="0">
                <a:latin typeface="Times New Roman"/>
                <a:cs typeface="Times New Roman"/>
              </a:rPr>
              <a:t>3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315" dirty="0">
                <a:latin typeface="Times New Roman"/>
                <a:cs typeface="Times New Roman"/>
              </a:rPr>
              <a:t> </a:t>
            </a:r>
            <a:r>
              <a:rPr sz="2850" spc="-295" dirty="0">
                <a:latin typeface="Times New Roman"/>
                <a:cs typeface="Times New Roman"/>
              </a:rPr>
              <a:t>1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4)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315" dirty="0">
                <a:latin typeface="Times New Roman"/>
                <a:cs typeface="Times New Roman"/>
              </a:rPr>
              <a:t> </a:t>
            </a:r>
            <a:r>
              <a:rPr sz="2850" spc="-295" dirty="0">
                <a:latin typeface="Times New Roman"/>
                <a:cs typeface="Times New Roman"/>
              </a:rPr>
              <a:t>1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850" spc="-60" dirty="0">
                <a:latin typeface="MT Extra"/>
                <a:cs typeface="MT Extra"/>
              </a:rPr>
              <a:t></a:t>
            </a:r>
            <a:endParaRPr sz="2850">
              <a:latin typeface="MT Extra"/>
              <a:cs typeface="MT Ext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9187" y="3164762"/>
            <a:ext cx="1012825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i="1" spc="10" dirty="0">
                <a:latin typeface="Times New Roman"/>
                <a:cs typeface="Times New Roman"/>
              </a:rPr>
              <a:t>b</a:t>
            </a:r>
            <a:r>
              <a:rPr sz="2750" i="1" spc="15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Symbol"/>
                <a:cs typeface="Symbol"/>
              </a:rPr>
              <a:t>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Times New Roman"/>
                <a:cs typeface="Times New Roman"/>
              </a:rPr>
              <a:t>0.2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6048" y="3124118"/>
            <a:ext cx="130810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dirty="0">
                <a:latin typeface="Times New Roman"/>
                <a:cs typeface="Times New Roman"/>
              </a:rPr>
              <a:t>a</a:t>
            </a:r>
            <a:r>
              <a:rPr sz="3000" i="1" spc="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Symbol"/>
                <a:cs typeface="Symbol"/>
              </a:rPr>
              <a:t>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Symbol"/>
                <a:cs typeface="Symbol"/>
              </a:rPr>
              <a:t></a:t>
            </a:r>
            <a:r>
              <a:rPr sz="3000" dirty="0">
                <a:latin typeface="Times New Roman"/>
                <a:cs typeface="Times New Roman"/>
              </a:rPr>
              <a:t>0.8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8465" y="3133917"/>
            <a:ext cx="1167765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1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0)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0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581" y="3814325"/>
            <a:ext cx="4353560" cy="395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210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0.8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15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-75" dirty="0">
                <a:latin typeface="Times New Roman"/>
                <a:cs typeface="Times New Roman"/>
              </a:rPr>
              <a:t>2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922" y="4439166"/>
            <a:ext cx="1175385" cy="943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-254" dirty="0">
                <a:latin typeface="Times New Roman"/>
                <a:cs typeface="Times New Roman"/>
              </a:rPr>
              <a:t>(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0</a:t>
            </a: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spc="-15" dirty="0">
                <a:latin typeface="Times New Roman"/>
                <a:cs typeface="Times New Roman"/>
              </a:rPr>
              <a:t>2)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15" dirty="0">
                <a:latin typeface="Times New Roman"/>
                <a:cs typeface="Times New Roman"/>
              </a:rPr>
              <a:t>0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17479" y="568071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53177" y="0"/>
                </a:moveTo>
                <a:lnTo>
                  <a:pt x="15575" y="16047"/>
                </a:lnTo>
                <a:lnTo>
                  <a:pt x="0" y="54613"/>
                </a:lnTo>
                <a:lnTo>
                  <a:pt x="2" y="55101"/>
                </a:lnTo>
                <a:lnTo>
                  <a:pt x="15836" y="93383"/>
                </a:lnTo>
                <a:lnTo>
                  <a:pt x="53741" y="109214"/>
                </a:lnTo>
                <a:lnTo>
                  <a:pt x="67832" y="107176"/>
                </a:lnTo>
                <a:lnTo>
                  <a:pt x="99463" y="81973"/>
                </a:lnTo>
                <a:lnTo>
                  <a:pt x="106679" y="54313"/>
                </a:lnTo>
                <a:lnTo>
                  <a:pt x="104712" y="39862"/>
                </a:lnTo>
                <a:lnTo>
                  <a:pt x="80141" y="7407"/>
                </a:lnTo>
                <a:lnTo>
                  <a:pt x="5317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17479" y="568071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0" y="54613"/>
                </a:moveTo>
                <a:lnTo>
                  <a:pt x="15575" y="16047"/>
                </a:lnTo>
                <a:lnTo>
                  <a:pt x="53177" y="0"/>
                </a:lnTo>
                <a:lnTo>
                  <a:pt x="67386" y="1937"/>
                </a:lnTo>
                <a:lnTo>
                  <a:pt x="99302" y="26884"/>
                </a:lnTo>
                <a:lnTo>
                  <a:pt x="106679" y="54313"/>
                </a:lnTo>
                <a:lnTo>
                  <a:pt x="104792" y="68892"/>
                </a:lnTo>
                <a:lnTo>
                  <a:pt x="80483" y="101620"/>
                </a:lnTo>
                <a:lnTo>
                  <a:pt x="53741" y="109214"/>
                </a:lnTo>
                <a:lnTo>
                  <a:pt x="39471" y="107284"/>
                </a:lnTo>
                <a:lnTo>
                  <a:pt x="7451" y="82434"/>
                </a:lnTo>
                <a:lnTo>
                  <a:pt x="0" y="546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62259" y="568072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53405" y="0"/>
                </a:moveTo>
                <a:lnTo>
                  <a:pt x="15608" y="16381"/>
                </a:lnTo>
                <a:lnTo>
                  <a:pt x="0" y="54600"/>
                </a:lnTo>
                <a:lnTo>
                  <a:pt x="121" y="58262"/>
                </a:lnTo>
                <a:lnTo>
                  <a:pt x="17658" y="94389"/>
                </a:lnTo>
                <a:lnTo>
                  <a:pt x="57625" y="109121"/>
                </a:lnTo>
                <a:lnTo>
                  <a:pt x="71431" y="106548"/>
                </a:lnTo>
                <a:lnTo>
                  <a:pt x="102233" y="80656"/>
                </a:lnTo>
                <a:lnTo>
                  <a:pt x="109196" y="52394"/>
                </a:lnTo>
                <a:lnTo>
                  <a:pt x="106785" y="38392"/>
                </a:lnTo>
                <a:lnTo>
                  <a:pt x="81208" y="7101"/>
                </a:lnTo>
                <a:lnTo>
                  <a:pt x="5340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62259" y="568072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0" y="54600"/>
                </a:moveTo>
                <a:lnTo>
                  <a:pt x="15608" y="16381"/>
                </a:lnTo>
                <a:lnTo>
                  <a:pt x="53405" y="0"/>
                </a:lnTo>
                <a:lnTo>
                  <a:pt x="68079" y="1852"/>
                </a:lnTo>
                <a:lnTo>
                  <a:pt x="101014" y="25854"/>
                </a:lnTo>
                <a:lnTo>
                  <a:pt x="109196" y="52394"/>
                </a:lnTo>
                <a:lnTo>
                  <a:pt x="107387" y="67349"/>
                </a:lnTo>
                <a:lnTo>
                  <a:pt x="83782" y="100670"/>
                </a:lnTo>
                <a:lnTo>
                  <a:pt x="57625" y="109121"/>
                </a:lnTo>
                <a:lnTo>
                  <a:pt x="42456" y="107356"/>
                </a:lnTo>
                <a:lnTo>
                  <a:pt x="8803" y="84109"/>
                </a:lnTo>
                <a:lnTo>
                  <a:pt x="0" y="5460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15" dirty="0">
                <a:latin typeface="Calibri"/>
                <a:cs typeface="Calibri"/>
              </a:rPr>
              <a:t>r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7567" y="1198578"/>
            <a:ext cx="315341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95801" y="2133600"/>
            <a:ext cx="4419600" cy="32435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98119" y="4682502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53399" y="0"/>
                </a:moveTo>
                <a:lnTo>
                  <a:pt x="15601" y="16373"/>
                </a:lnTo>
                <a:lnTo>
                  <a:pt x="0" y="54601"/>
                </a:lnTo>
                <a:lnTo>
                  <a:pt x="118" y="58228"/>
                </a:lnTo>
                <a:lnTo>
                  <a:pt x="17627" y="94379"/>
                </a:lnTo>
                <a:lnTo>
                  <a:pt x="57581" y="109122"/>
                </a:lnTo>
                <a:lnTo>
                  <a:pt x="71399" y="106553"/>
                </a:lnTo>
                <a:lnTo>
                  <a:pt x="102207" y="80668"/>
                </a:lnTo>
                <a:lnTo>
                  <a:pt x="109166" y="52415"/>
                </a:lnTo>
                <a:lnTo>
                  <a:pt x="106762" y="38408"/>
                </a:lnTo>
                <a:lnTo>
                  <a:pt x="81204" y="7104"/>
                </a:lnTo>
                <a:lnTo>
                  <a:pt x="5339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98119" y="4682502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0" y="54601"/>
                </a:moveTo>
                <a:lnTo>
                  <a:pt x="15601" y="16373"/>
                </a:lnTo>
                <a:lnTo>
                  <a:pt x="53399" y="0"/>
                </a:lnTo>
                <a:lnTo>
                  <a:pt x="68077" y="1853"/>
                </a:lnTo>
                <a:lnTo>
                  <a:pt x="100999" y="25865"/>
                </a:lnTo>
                <a:lnTo>
                  <a:pt x="109166" y="52415"/>
                </a:lnTo>
                <a:lnTo>
                  <a:pt x="107358" y="67364"/>
                </a:lnTo>
                <a:lnTo>
                  <a:pt x="83756" y="100678"/>
                </a:lnTo>
                <a:lnTo>
                  <a:pt x="57581" y="109122"/>
                </a:lnTo>
                <a:lnTo>
                  <a:pt x="42414" y="107356"/>
                </a:lnTo>
                <a:lnTo>
                  <a:pt x="8781" y="84091"/>
                </a:lnTo>
                <a:lnTo>
                  <a:pt x="0" y="54601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50519" y="4687586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53409" y="0"/>
                </a:moveTo>
                <a:lnTo>
                  <a:pt x="15604" y="16368"/>
                </a:lnTo>
                <a:lnTo>
                  <a:pt x="0" y="54589"/>
                </a:lnTo>
                <a:lnTo>
                  <a:pt x="119" y="58222"/>
                </a:lnTo>
                <a:lnTo>
                  <a:pt x="17628" y="94379"/>
                </a:lnTo>
                <a:lnTo>
                  <a:pt x="57576" y="109123"/>
                </a:lnTo>
                <a:lnTo>
                  <a:pt x="71395" y="106555"/>
                </a:lnTo>
                <a:lnTo>
                  <a:pt x="102206" y="80671"/>
                </a:lnTo>
                <a:lnTo>
                  <a:pt x="109167" y="52421"/>
                </a:lnTo>
                <a:lnTo>
                  <a:pt x="106767" y="38414"/>
                </a:lnTo>
                <a:lnTo>
                  <a:pt x="81212" y="7106"/>
                </a:lnTo>
                <a:lnTo>
                  <a:pt x="5340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50519" y="4687586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0" y="54589"/>
                </a:moveTo>
                <a:lnTo>
                  <a:pt x="15604" y="16368"/>
                </a:lnTo>
                <a:lnTo>
                  <a:pt x="53409" y="0"/>
                </a:lnTo>
                <a:lnTo>
                  <a:pt x="68085" y="1854"/>
                </a:lnTo>
                <a:lnTo>
                  <a:pt x="101005" y="25870"/>
                </a:lnTo>
                <a:lnTo>
                  <a:pt x="109167" y="52421"/>
                </a:lnTo>
                <a:lnTo>
                  <a:pt x="107359" y="67369"/>
                </a:lnTo>
                <a:lnTo>
                  <a:pt x="83754" y="100680"/>
                </a:lnTo>
                <a:lnTo>
                  <a:pt x="57576" y="109123"/>
                </a:lnTo>
                <a:lnTo>
                  <a:pt x="42411" y="107356"/>
                </a:lnTo>
                <a:lnTo>
                  <a:pt x="8783" y="84091"/>
                </a:lnTo>
                <a:lnTo>
                  <a:pt x="0" y="5458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77499" y="4199066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39854" y="0"/>
                </a:moveTo>
                <a:lnTo>
                  <a:pt x="7427" y="24458"/>
                </a:lnTo>
                <a:lnTo>
                  <a:pt x="0" y="51619"/>
                </a:lnTo>
                <a:lnTo>
                  <a:pt x="300" y="57298"/>
                </a:lnTo>
                <a:lnTo>
                  <a:pt x="18737" y="91090"/>
                </a:lnTo>
                <a:lnTo>
                  <a:pt x="61129" y="104387"/>
                </a:lnTo>
                <a:lnTo>
                  <a:pt x="73440" y="100894"/>
                </a:lnTo>
                <a:lnTo>
                  <a:pt x="100253" y="72895"/>
                </a:lnTo>
                <a:lnTo>
                  <a:pt x="105657" y="41293"/>
                </a:lnTo>
                <a:lnTo>
                  <a:pt x="101680" y="29625"/>
                </a:lnTo>
                <a:lnTo>
                  <a:pt x="72611" y="4589"/>
                </a:lnTo>
                <a:lnTo>
                  <a:pt x="3985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77499" y="4199066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0" y="51619"/>
                </a:moveTo>
                <a:lnTo>
                  <a:pt x="15923" y="13610"/>
                </a:lnTo>
                <a:lnTo>
                  <a:pt x="39854" y="0"/>
                </a:lnTo>
                <a:lnTo>
                  <a:pt x="57510" y="832"/>
                </a:lnTo>
                <a:lnTo>
                  <a:pt x="94786" y="19365"/>
                </a:lnTo>
                <a:lnTo>
                  <a:pt x="105657" y="41293"/>
                </a:lnTo>
                <a:lnTo>
                  <a:pt x="104472" y="58276"/>
                </a:lnTo>
                <a:lnTo>
                  <a:pt x="84334" y="94370"/>
                </a:lnTo>
                <a:lnTo>
                  <a:pt x="61129" y="104387"/>
                </a:lnTo>
                <a:lnTo>
                  <a:pt x="44736" y="102945"/>
                </a:lnTo>
                <a:lnTo>
                  <a:pt x="9610" y="81533"/>
                </a:lnTo>
                <a:lnTo>
                  <a:pt x="0" y="516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22279" y="380110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53172" y="0"/>
                </a:moveTo>
                <a:lnTo>
                  <a:pt x="15573" y="16056"/>
                </a:lnTo>
                <a:lnTo>
                  <a:pt x="0" y="54619"/>
                </a:lnTo>
                <a:lnTo>
                  <a:pt x="2" y="55132"/>
                </a:lnTo>
                <a:lnTo>
                  <a:pt x="15846" y="93404"/>
                </a:lnTo>
                <a:lnTo>
                  <a:pt x="53758" y="109232"/>
                </a:lnTo>
                <a:lnTo>
                  <a:pt x="67845" y="107189"/>
                </a:lnTo>
                <a:lnTo>
                  <a:pt x="99466" y="81975"/>
                </a:lnTo>
                <a:lnTo>
                  <a:pt x="106679" y="54310"/>
                </a:lnTo>
                <a:lnTo>
                  <a:pt x="104710" y="39864"/>
                </a:lnTo>
                <a:lnTo>
                  <a:pt x="80137" y="7409"/>
                </a:lnTo>
                <a:lnTo>
                  <a:pt x="5317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22279" y="380110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0" y="54619"/>
                </a:moveTo>
                <a:lnTo>
                  <a:pt x="15573" y="16056"/>
                </a:lnTo>
                <a:lnTo>
                  <a:pt x="53172" y="0"/>
                </a:lnTo>
                <a:lnTo>
                  <a:pt x="67381" y="1938"/>
                </a:lnTo>
                <a:lnTo>
                  <a:pt x="99299" y="26888"/>
                </a:lnTo>
                <a:lnTo>
                  <a:pt x="106679" y="54310"/>
                </a:lnTo>
                <a:lnTo>
                  <a:pt x="104792" y="68892"/>
                </a:lnTo>
                <a:lnTo>
                  <a:pt x="80492" y="101629"/>
                </a:lnTo>
                <a:lnTo>
                  <a:pt x="53758" y="109232"/>
                </a:lnTo>
                <a:lnTo>
                  <a:pt x="39485" y="107303"/>
                </a:lnTo>
                <a:lnTo>
                  <a:pt x="7460" y="82458"/>
                </a:lnTo>
                <a:lnTo>
                  <a:pt x="0" y="546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28959" y="3549640"/>
            <a:ext cx="109855" cy="106680"/>
          </a:xfrm>
          <a:custGeom>
            <a:avLst/>
            <a:gdLst/>
            <a:ahLst/>
            <a:cxnLst/>
            <a:rect l="l" t="t" r="r" b="b"/>
            <a:pathLst>
              <a:path w="109854" h="106679">
                <a:moveTo>
                  <a:pt x="54448" y="0"/>
                </a:moveTo>
                <a:lnTo>
                  <a:pt x="15949" y="15683"/>
                </a:lnTo>
                <a:lnTo>
                  <a:pt x="0" y="53339"/>
                </a:lnTo>
                <a:lnTo>
                  <a:pt x="2" y="53860"/>
                </a:lnTo>
                <a:lnTo>
                  <a:pt x="16235" y="91232"/>
                </a:lnTo>
                <a:lnTo>
                  <a:pt x="55046" y="106678"/>
                </a:lnTo>
                <a:lnTo>
                  <a:pt x="69459" y="104685"/>
                </a:lnTo>
                <a:lnTo>
                  <a:pt x="101845" y="80064"/>
                </a:lnTo>
                <a:lnTo>
                  <a:pt x="109239" y="53030"/>
                </a:lnTo>
                <a:lnTo>
                  <a:pt x="107219" y="38928"/>
                </a:lnTo>
                <a:lnTo>
                  <a:pt x="82042" y="7237"/>
                </a:lnTo>
                <a:lnTo>
                  <a:pt x="5444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28959" y="3549640"/>
            <a:ext cx="109855" cy="106680"/>
          </a:xfrm>
          <a:custGeom>
            <a:avLst/>
            <a:gdLst/>
            <a:ahLst/>
            <a:cxnLst/>
            <a:rect l="l" t="t" r="r" b="b"/>
            <a:pathLst>
              <a:path w="109854" h="106679">
                <a:moveTo>
                  <a:pt x="0" y="53339"/>
                </a:moveTo>
                <a:lnTo>
                  <a:pt x="15949" y="15683"/>
                </a:lnTo>
                <a:lnTo>
                  <a:pt x="54448" y="0"/>
                </a:lnTo>
                <a:lnTo>
                  <a:pt x="68985" y="1893"/>
                </a:lnTo>
                <a:lnTo>
                  <a:pt x="101672" y="26259"/>
                </a:lnTo>
                <a:lnTo>
                  <a:pt x="109239" y="53030"/>
                </a:lnTo>
                <a:lnTo>
                  <a:pt x="107305" y="67281"/>
                </a:lnTo>
                <a:lnTo>
                  <a:pt x="82407" y="99257"/>
                </a:lnTo>
                <a:lnTo>
                  <a:pt x="55046" y="106678"/>
                </a:lnTo>
                <a:lnTo>
                  <a:pt x="40436" y="104796"/>
                </a:lnTo>
                <a:lnTo>
                  <a:pt x="7646" y="80547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6804" y="2008384"/>
            <a:ext cx="4561840" cy="46935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210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0.8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2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-75" dirty="0">
                <a:latin typeface="Times New Roman"/>
                <a:cs typeface="Times New Roman"/>
              </a:rPr>
              <a:t>2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endParaRPr sz="2850" dirty="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1070"/>
              </a:spcBef>
            </a:pP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2)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75" dirty="0">
                <a:latin typeface="Times New Roman"/>
                <a:cs typeface="Times New Roman"/>
              </a:rPr>
              <a:t>0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-35" dirty="0">
                <a:latin typeface="Times New Roman"/>
                <a:cs typeface="Times New Roman"/>
              </a:rPr>
              <a:t>(</a:t>
            </a:r>
            <a:r>
              <a:rPr sz="2850" spc="-120" dirty="0">
                <a:latin typeface="Times New Roman"/>
                <a:cs typeface="Times New Roman"/>
              </a:rPr>
              <a:t>3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315" dirty="0">
                <a:latin typeface="Times New Roman"/>
                <a:cs typeface="Times New Roman"/>
              </a:rPr>
              <a:t> </a:t>
            </a:r>
            <a:r>
              <a:rPr sz="2850" spc="-295" dirty="0">
                <a:latin typeface="Times New Roman"/>
                <a:cs typeface="Times New Roman"/>
              </a:rPr>
              <a:t>1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4)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315" dirty="0">
                <a:latin typeface="Times New Roman"/>
                <a:cs typeface="Times New Roman"/>
              </a:rPr>
              <a:t> </a:t>
            </a:r>
            <a:r>
              <a:rPr sz="2850" spc="-295" dirty="0">
                <a:latin typeface="Times New Roman"/>
                <a:cs typeface="Times New Roman"/>
              </a:rPr>
              <a:t>1</a:t>
            </a:r>
            <a:r>
              <a:rPr sz="2850" spc="25" dirty="0">
                <a:latin typeface="Times New Roman"/>
                <a:cs typeface="Times New Roman"/>
              </a:rPr>
              <a:t>,</a:t>
            </a:r>
            <a:r>
              <a:rPr sz="2850" spc="-60" dirty="0">
                <a:latin typeface="MT Extra"/>
                <a:cs typeface="MT Extra"/>
              </a:rPr>
              <a:t></a:t>
            </a:r>
            <a:endParaRPr sz="2850" dirty="0">
              <a:latin typeface="MT Extra"/>
              <a:cs typeface="MT Extra"/>
            </a:endParaRPr>
          </a:p>
          <a:p>
            <a:pPr marL="80645">
              <a:lnSpc>
                <a:spcPct val="100000"/>
              </a:lnSpc>
              <a:spcBef>
                <a:spcPts val="1120"/>
              </a:spcBef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1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0)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254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-254" dirty="0">
                <a:latin typeface="Times New Roman"/>
                <a:cs typeface="Times New Roman"/>
              </a:rPr>
              <a:t>(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254" dirty="0">
                <a:latin typeface="Times New Roman"/>
                <a:cs typeface="Times New Roman"/>
              </a:rPr>
              <a:t> </a:t>
            </a:r>
            <a:r>
              <a:rPr sz="2850" i="1" spc="80" dirty="0">
                <a:latin typeface="Times New Roman"/>
                <a:cs typeface="Times New Roman"/>
              </a:rPr>
              <a:t>y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2)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0</a:t>
            </a:r>
            <a:endParaRPr sz="2850" dirty="0">
              <a:latin typeface="Times New Roman"/>
              <a:cs typeface="Times New Roman"/>
            </a:endParaRPr>
          </a:p>
          <a:p>
            <a:pPr marL="33020" marR="160655" indent="32384">
              <a:lnSpc>
                <a:spcPct val="104000"/>
              </a:lnSpc>
              <a:spcBef>
                <a:spcPts val="455"/>
              </a:spcBef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-35" dirty="0">
                <a:latin typeface="Times New Roman"/>
                <a:cs typeface="Times New Roman"/>
              </a:rPr>
              <a:t>(</a:t>
            </a:r>
            <a:r>
              <a:rPr sz="2850" spc="-120" dirty="0">
                <a:latin typeface="Times New Roman"/>
                <a:cs typeface="Times New Roman"/>
              </a:rPr>
              <a:t>3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180" dirty="0">
                <a:latin typeface="Times New Roman"/>
                <a:cs typeface="Times New Roman"/>
              </a:rPr>
              <a:t>8</a:t>
            </a:r>
            <a:r>
              <a:rPr sz="5625" spc="-202" baseline="-2962" dirty="0">
                <a:latin typeface="Symbol"/>
                <a:cs typeface="Symbol"/>
              </a:rPr>
              <a:t></a:t>
            </a:r>
            <a:r>
              <a:rPr sz="2850" spc="110" dirty="0">
                <a:latin typeface="Times New Roman"/>
                <a:cs typeface="Times New Roman"/>
              </a:rPr>
              <a:t>0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727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2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0.2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5625" spc="-202" baseline="-2962" dirty="0">
                <a:latin typeface="Symbol"/>
                <a:cs typeface="Symbol"/>
              </a:rPr>
              <a:t></a:t>
            </a:r>
            <a:r>
              <a:rPr sz="2850" spc="110" dirty="0">
                <a:latin typeface="Times New Roman"/>
                <a:cs typeface="Times New Roman"/>
              </a:rPr>
              <a:t>0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412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0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endParaRPr lang="en-NZ" sz="2850" spc="-15" dirty="0">
              <a:latin typeface="Times New Roman"/>
              <a:cs typeface="Times New Roman"/>
            </a:endParaRPr>
          </a:p>
          <a:p>
            <a:pPr marL="33020" marR="160655" indent="32384">
              <a:lnSpc>
                <a:spcPct val="104000"/>
              </a:lnSpc>
              <a:spcBef>
                <a:spcPts val="455"/>
              </a:spcBef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4)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185" dirty="0">
                <a:latin typeface="Times New Roman"/>
                <a:cs typeface="Times New Roman"/>
              </a:rPr>
              <a:t>8</a:t>
            </a:r>
            <a:r>
              <a:rPr sz="5625" spc="-202" baseline="-2962" dirty="0">
                <a:latin typeface="Symbol"/>
                <a:cs typeface="Symbol"/>
              </a:rPr>
              <a:t></a:t>
            </a:r>
            <a:r>
              <a:rPr sz="2850" spc="110" dirty="0">
                <a:latin typeface="Times New Roman"/>
                <a:cs typeface="Times New Roman"/>
              </a:rPr>
              <a:t>0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727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2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0.2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5625" spc="-600" baseline="-2962" dirty="0">
                <a:latin typeface="Symbol"/>
                <a:cs typeface="Symbol"/>
              </a:rPr>
              <a:t></a:t>
            </a:r>
            <a:r>
              <a:rPr sz="2850" spc="-105" dirty="0">
                <a:latin typeface="Times New Roman"/>
                <a:cs typeface="Times New Roman"/>
              </a:rPr>
              <a:t>1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412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0.2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-35" dirty="0">
                <a:latin typeface="Times New Roman"/>
                <a:cs typeface="Times New Roman"/>
              </a:rPr>
              <a:t>(</a:t>
            </a:r>
            <a:r>
              <a:rPr sz="2850" spc="-75" dirty="0">
                <a:latin typeface="Times New Roman"/>
                <a:cs typeface="Times New Roman"/>
              </a:rPr>
              <a:t>5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185" dirty="0">
                <a:latin typeface="Times New Roman"/>
                <a:cs typeface="Times New Roman"/>
              </a:rPr>
              <a:t>8</a:t>
            </a:r>
            <a:r>
              <a:rPr sz="5625" spc="-202" baseline="-2962" dirty="0">
                <a:latin typeface="Symbol"/>
                <a:cs typeface="Symbol"/>
              </a:rPr>
              <a:t>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120" dirty="0">
                <a:latin typeface="Times New Roman"/>
                <a:cs typeface="Times New Roman"/>
              </a:rPr>
              <a:t>2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727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2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0.2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5625" spc="-600" baseline="-2962" dirty="0">
                <a:latin typeface="Symbol"/>
                <a:cs typeface="Symbol"/>
              </a:rPr>
              <a:t></a:t>
            </a:r>
            <a:r>
              <a:rPr sz="2850" spc="-100" dirty="0">
                <a:latin typeface="Times New Roman"/>
                <a:cs typeface="Times New Roman"/>
              </a:rPr>
              <a:t>1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412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0.36</a:t>
            </a:r>
            <a:endParaRPr sz="2850" dirty="0">
              <a:latin typeface="Times New Roman"/>
              <a:cs typeface="Times New Roman"/>
            </a:endParaRPr>
          </a:p>
          <a:p>
            <a:pPr marL="17780">
              <a:lnSpc>
                <a:spcPts val="4475"/>
              </a:lnSpc>
              <a:spcBef>
                <a:spcPts val="110"/>
              </a:spcBef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10" dirty="0">
                <a:latin typeface="Times New Roman"/>
                <a:cs typeface="Times New Roman"/>
              </a:rPr>
              <a:t>(</a:t>
            </a:r>
            <a:r>
              <a:rPr sz="2850" spc="-25" dirty="0">
                <a:latin typeface="Times New Roman"/>
                <a:cs typeface="Times New Roman"/>
              </a:rPr>
              <a:t>6)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185" dirty="0">
                <a:latin typeface="Times New Roman"/>
                <a:cs typeface="Times New Roman"/>
              </a:rPr>
              <a:t>8</a:t>
            </a:r>
            <a:r>
              <a:rPr sz="5625" spc="-202" baseline="-2962" dirty="0">
                <a:latin typeface="Symbol"/>
                <a:cs typeface="Symbol"/>
              </a:rPr>
              <a:t></a:t>
            </a:r>
            <a:r>
              <a:rPr sz="2850" spc="-25" dirty="0">
                <a:latin typeface="Times New Roman"/>
                <a:cs typeface="Times New Roman"/>
              </a:rPr>
              <a:t>0.3</a:t>
            </a:r>
            <a:r>
              <a:rPr sz="2850" spc="110" dirty="0">
                <a:latin typeface="Times New Roman"/>
                <a:cs typeface="Times New Roman"/>
              </a:rPr>
              <a:t>6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727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2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0.2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5625" spc="-600" baseline="-2962" dirty="0">
                <a:latin typeface="Symbol"/>
                <a:cs typeface="Symbol"/>
              </a:rPr>
              <a:t></a:t>
            </a:r>
            <a:r>
              <a:rPr sz="2850" spc="-105" dirty="0">
                <a:latin typeface="Times New Roman"/>
                <a:cs typeface="Times New Roman"/>
              </a:rPr>
              <a:t>1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412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0.49</a:t>
            </a:r>
            <a:endParaRPr sz="2850" dirty="0">
              <a:latin typeface="Times New Roman"/>
              <a:cs typeface="Times New Roman"/>
            </a:endParaRPr>
          </a:p>
          <a:p>
            <a:pPr marL="12700">
              <a:lnSpc>
                <a:spcPts val="4475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10" dirty="0">
                <a:latin typeface="Times New Roman"/>
                <a:cs typeface="Times New Roman"/>
              </a:rPr>
              <a:t>(</a:t>
            </a:r>
            <a:r>
              <a:rPr sz="2850" spc="5" dirty="0">
                <a:latin typeface="Times New Roman"/>
                <a:cs typeface="Times New Roman"/>
              </a:rPr>
              <a:t>7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</a:t>
            </a:r>
            <a:r>
              <a:rPr sz="2850" spc="185" dirty="0">
                <a:latin typeface="Times New Roman"/>
                <a:cs typeface="Times New Roman"/>
              </a:rPr>
              <a:t>8</a:t>
            </a:r>
            <a:r>
              <a:rPr sz="5625" spc="-202" baseline="-2962" dirty="0">
                <a:latin typeface="Symbol"/>
                <a:cs typeface="Symbol"/>
              </a:rPr>
              <a:t></a:t>
            </a:r>
            <a:r>
              <a:rPr sz="2850" spc="-25" dirty="0">
                <a:latin typeface="Times New Roman"/>
                <a:cs typeface="Times New Roman"/>
              </a:rPr>
              <a:t>0.4</a:t>
            </a:r>
            <a:r>
              <a:rPr sz="2850" spc="110" dirty="0">
                <a:latin typeface="Times New Roman"/>
                <a:cs typeface="Times New Roman"/>
              </a:rPr>
              <a:t>9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727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2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0.2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5625" spc="-600" baseline="-2962" dirty="0">
                <a:latin typeface="Symbol"/>
                <a:cs typeface="Symbol"/>
              </a:rPr>
              <a:t></a:t>
            </a:r>
            <a:r>
              <a:rPr sz="2850" spc="-105" dirty="0">
                <a:latin typeface="Times New Roman"/>
                <a:cs typeface="Times New Roman"/>
              </a:rPr>
              <a:t>1</a:t>
            </a:r>
            <a:r>
              <a:rPr sz="5625" spc="-487" baseline="-2962" dirty="0">
                <a:latin typeface="Symbol"/>
                <a:cs typeface="Symbol"/>
              </a:rPr>
              <a:t></a:t>
            </a:r>
            <a:r>
              <a:rPr sz="5625" spc="-412" baseline="-2962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0.59</a:t>
            </a:r>
            <a:endParaRPr sz="285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73739" y="3299901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39854" y="0"/>
                </a:moveTo>
                <a:lnTo>
                  <a:pt x="7427" y="24463"/>
                </a:lnTo>
                <a:lnTo>
                  <a:pt x="0" y="51618"/>
                </a:lnTo>
                <a:lnTo>
                  <a:pt x="300" y="57296"/>
                </a:lnTo>
                <a:lnTo>
                  <a:pt x="18736" y="91091"/>
                </a:lnTo>
                <a:lnTo>
                  <a:pt x="61127" y="104387"/>
                </a:lnTo>
                <a:lnTo>
                  <a:pt x="73439" y="100895"/>
                </a:lnTo>
                <a:lnTo>
                  <a:pt x="100253" y="72898"/>
                </a:lnTo>
                <a:lnTo>
                  <a:pt x="105657" y="41295"/>
                </a:lnTo>
                <a:lnTo>
                  <a:pt x="101680" y="29629"/>
                </a:lnTo>
                <a:lnTo>
                  <a:pt x="72610" y="4591"/>
                </a:lnTo>
                <a:lnTo>
                  <a:pt x="3985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73739" y="3299901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0" y="51618"/>
                </a:moveTo>
                <a:lnTo>
                  <a:pt x="15923" y="13614"/>
                </a:lnTo>
                <a:lnTo>
                  <a:pt x="39854" y="0"/>
                </a:lnTo>
                <a:lnTo>
                  <a:pt x="57510" y="832"/>
                </a:lnTo>
                <a:lnTo>
                  <a:pt x="94786" y="19370"/>
                </a:lnTo>
                <a:lnTo>
                  <a:pt x="105657" y="41295"/>
                </a:lnTo>
                <a:lnTo>
                  <a:pt x="104471" y="58280"/>
                </a:lnTo>
                <a:lnTo>
                  <a:pt x="84332" y="94372"/>
                </a:lnTo>
                <a:lnTo>
                  <a:pt x="61127" y="104387"/>
                </a:lnTo>
                <a:lnTo>
                  <a:pt x="44735" y="102945"/>
                </a:lnTo>
                <a:lnTo>
                  <a:pt x="9609" y="81534"/>
                </a:lnTo>
                <a:lnTo>
                  <a:pt x="0" y="51618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40629" y="468249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53177" y="0"/>
                </a:moveTo>
                <a:lnTo>
                  <a:pt x="15563" y="16047"/>
                </a:lnTo>
                <a:lnTo>
                  <a:pt x="0" y="54613"/>
                </a:lnTo>
                <a:lnTo>
                  <a:pt x="2" y="55101"/>
                </a:lnTo>
                <a:lnTo>
                  <a:pt x="15824" y="93383"/>
                </a:lnTo>
                <a:lnTo>
                  <a:pt x="53741" y="109214"/>
                </a:lnTo>
                <a:lnTo>
                  <a:pt x="67832" y="107176"/>
                </a:lnTo>
                <a:lnTo>
                  <a:pt x="99463" y="81972"/>
                </a:lnTo>
                <a:lnTo>
                  <a:pt x="106679" y="54313"/>
                </a:lnTo>
                <a:lnTo>
                  <a:pt x="104712" y="39862"/>
                </a:lnTo>
                <a:lnTo>
                  <a:pt x="80141" y="7407"/>
                </a:lnTo>
                <a:lnTo>
                  <a:pt x="5317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40629" y="468249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79" h="109220">
                <a:moveTo>
                  <a:pt x="0" y="54613"/>
                </a:moveTo>
                <a:lnTo>
                  <a:pt x="15563" y="16047"/>
                </a:lnTo>
                <a:lnTo>
                  <a:pt x="53177" y="0"/>
                </a:lnTo>
                <a:lnTo>
                  <a:pt x="67385" y="1937"/>
                </a:lnTo>
                <a:lnTo>
                  <a:pt x="99302" y="26884"/>
                </a:lnTo>
                <a:lnTo>
                  <a:pt x="106679" y="54313"/>
                </a:lnTo>
                <a:lnTo>
                  <a:pt x="104792" y="68892"/>
                </a:lnTo>
                <a:lnTo>
                  <a:pt x="80483" y="101620"/>
                </a:lnTo>
                <a:lnTo>
                  <a:pt x="53741" y="109214"/>
                </a:lnTo>
                <a:lnTo>
                  <a:pt x="39460" y="107284"/>
                </a:lnTo>
                <a:lnTo>
                  <a:pt x="7444" y="82434"/>
                </a:lnTo>
                <a:lnTo>
                  <a:pt x="0" y="546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>
              <a:lnSpc>
                <a:spcPts val="3840"/>
              </a:lnSpc>
            </a:pP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15" dirty="0">
                <a:latin typeface="Calibri"/>
                <a:cs typeface="Calibri"/>
              </a:rPr>
              <a:t>r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el</a:t>
            </a:r>
          </a:p>
          <a:p>
            <a:pPr marL="165100">
              <a:lnSpc>
                <a:spcPts val="384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sp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ns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260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15115" y="2590800"/>
            <a:ext cx="3616325" cy="2529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140335" indent="-5080">
              <a:lnSpc>
                <a:spcPct val="118200"/>
              </a:lnSpc>
            </a:pPr>
            <a:r>
              <a:rPr sz="2300" i="1" spc="50" dirty="0">
                <a:latin typeface="Times New Roman"/>
                <a:cs typeface="Times New Roman"/>
              </a:rPr>
              <a:t>y</a:t>
            </a:r>
            <a:r>
              <a:rPr sz="2300" spc="-40" dirty="0">
                <a:latin typeface="Times New Roman"/>
                <a:cs typeface="Times New Roman"/>
              </a:rPr>
              <a:t>(</a:t>
            </a:r>
            <a:r>
              <a:rPr sz="2300" spc="-105" dirty="0">
                <a:latin typeface="Times New Roman"/>
                <a:cs typeface="Times New Roman"/>
              </a:rPr>
              <a:t>3</a:t>
            </a:r>
            <a:r>
              <a:rPr sz="2300" spc="-25" dirty="0">
                <a:latin typeface="Times New Roman"/>
                <a:cs typeface="Times New Roman"/>
              </a:rPr>
              <a:t>)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40" dirty="0">
                <a:latin typeface="Symbol"/>
                <a:cs typeface="Symbol"/>
              </a:rPr>
              <a:t>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0.</a:t>
            </a:r>
            <a:r>
              <a:rPr sz="2300" spc="140" dirty="0">
                <a:latin typeface="Times New Roman"/>
                <a:cs typeface="Times New Roman"/>
              </a:rPr>
              <a:t>8</a:t>
            </a:r>
            <a:r>
              <a:rPr sz="4500" spc="-179" baseline="-2777" dirty="0">
                <a:latin typeface="Symbol"/>
                <a:cs typeface="Symbol"/>
              </a:rPr>
              <a:t></a:t>
            </a:r>
            <a:r>
              <a:rPr sz="2300" spc="75" dirty="0">
                <a:latin typeface="Times New Roman"/>
                <a:cs typeface="Times New Roman"/>
              </a:rPr>
              <a:t>0</a:t>
            </a:r>
            <a:r>
              <a:rPr sz="4500" spc="-405" baseline="-2777" dirty="0">
                <a:latin typeface="Symbol"/>
                <a:cs typeface="Symbol"/>
              </a:rPr>
              <a:t></a:t>
            </a:r>
            <a:r>
              <a:rPr sz="4500" spc="-585" baseline="-2777" dirty="0">
                <a:latin typeface="Times New Roman"/>
                <a:cs typeface="Times New Roman"/>
              </a:rPr>
              <a:t> </a:t>
            </a:r>
            <a:r>
              <a:rPr sz="2300" spc="-40" dirty="0">
                <a:latin typeface="Symbol"/>
                <a:cs typeface="Symbol"/>
              </a:rPr>
              <a:t></a:t>
            </a:r>
            <a:r>
              <a:rPr sz="2300" spc="-180" dirty="0">
                <a:latin typeface="Times New Roman"/>
                <a:cs typeface="Times New Roman"/>
              </a:rPr>
              <a:t> </a:t>
            </a:r>
            <a:r>
              <a:rPr sz="2300" spc="-30" dirty="0">
                <a:latin typeface="Times New Roman"/>
                <a:cs typeface="Times New Roman"/>
              </a:rPr>
              <a:t>0.2</a:t>
            </a:r>
            <a:r>
              <a:rPr sz="2300" spc="-365" dirty="0">
                <a:latin typeface="Times New Roman"/>
                <a:cs typeface="Times New Roman"/>
              </a:rPr>
              <a:t> </a:t>
            </a:r>
            <a:r>
              <a:rPr sz="4500" spc="-179" baseline="-2777" dirty="0">
                <a:latin typeface="Symbol"/>
                <a:cs typeface="Symbol"/>
              </a:rPr>
              <a:t></a:t>
            </a:r>
            <a:r>
              <a:rPr sz="2300" spc="75" dirty="0">
                <a:latin typeface="Times New Roman"/>
                <a:cs typeface="Times New Roman"/>
              </a:rPr>
              <a:t>0</a:t>
            </a:r>
            <a:r>
              <a:rPr sz="4500" spc="-405" baseline="-2777" dirty="0">
                <a:latin typeface="Symbol"/>
                <a:cs typeface="Symbol"/>
              </a:rPr>
              <a:t></a:t>
            </a:r>
            <a:r>
              <a:rPr sz="4500" spc="-337" baseline="-2777" dirty="0">
                <a:latin typeface="Times New Roman"/>
                <a:cs typeface="Times New Roman"/>
              </a:rPr>
              <a:t> </a:t>
            </a:r>
            <a:r>
              <a:rPr sz="2300" spc="-40" dirty="0">
                <a:latin typeface="Symbol"/>
                <a:cs typeface="Symbol"/>
              </a:rPr>
              <a:t>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35" dirty="0">
                <a:latin typeface="Times New Roman"/>
                <a:cs typeface="Times New Roman"/>
              </a:rPr>
              <a:t>0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y</a:t>
            </a:r>
            <a:r>
              <a:rPr sz="2350" spc="35" dirty="0">
                <a:latin typeface="Times New Roman"/>
                <a:cs typeface="Times New Roman"/>
              </a:rPr>
              <a:t>(</a:t>
            </a:r>
            <a:r>
              <a:rPr sz="2350" spc="-30" dirty="0">
                <a:latin typeface="Times New Roman"/>
                <a:cs typeface="Times New Roman"/>
              </a:rPr>
              <a:t>4)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40" dirty="0">
                <a:latin typeface="Symbol"/>
                <a:cs typeface="Symbol"/>
              </a:rPr>
              <a:t>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30" dirty="0">
                <a:latin typeface="Times New Roman"/>
                <a:cs typeface="Times New Roman"/>
              </a:rPr>
              <a:t>0.</a:t>
            </a:r>
            <a:r>
              <a:rPr sz="2350" spc="135" dirty="0">
                <a:latin typeface="Times New Roman"/>
                <a:cs typeface="Times New Roman"/>
              </a:rPr>
              <a:t>8</a:t>
            </a:r>
            <a:r>
              <a:rPr sz="4575" spc="-172" baseline="-2732" dirty="0">
                <a:latin typeface="Symbol"/>
                <a:cs typeface="Symbol"/>
              </a:rPr>
              <a:t></a:t>
            </a:r>
            <a:r>
              <a:rPr sz="2350" spc="75" dirty="0">
                <a:latin typeface="Times New Roman"/>
                <a:cs typeface="Times New Roman"/>
              </a:rPr>
              <a:t>0</a:t>
            </a:r>
            <a:r>
              <a:rPr sz="4575" spc="-397" baseline="-2732" dirty="0">
                <a:latin typeface="Symbol"/>
                <a:cs typeface="Symbol"/>
              </a:rPr>
              <a:t></a:t>
            </a:r>
            <a:r>
              <a:rPr sz="4575" spc="-592" baseline="-2732" dirty="0">
                <a:latin typeface="Times New Roman"/>
                <a:cs typeface="Times New Roman"/>
              </a:rPr>
              <a:t> </a:t>
            </a:r>
            <a:r>
              <a:rPr sz="2350" spc="-40" dirty="0">
                <a:latin typeface="Symbol"/>
                <a:cs typeface="Symbol"/>
              </a:rPr>
              <a:t></a:t>
            </a:r>
            <a:r>
              <a:rPr sz="2350" spc="-185" dirty="0">
                <a:latin typeface="Times New Roman"/>
                <a:cs typeface="Times New Roman"/>
              </a:rPr>
              <a:t> </a:t>
            </a:r>
            <a:r>
              <a:rPr sz="2350" spc="-30" dirty="0">
                <a:latin typeface="Times New Roman"/>
                <a:cs typeface="Times New Roman"/>
              </a:rPr>
              <a:t>0.2</a:t>
            </a:r>
            <a:r>
              <a:rPr sz="2350" spc="-375" dirty="0">
                <a:latin typeface="Times New Roman"/>
                <a:cs typeface="Times New Roman"/>
              </a:rPr>
              <a:t> </a:t>
            </a:r>
            <a:r>
              <a:rPr sz="4575" spc="-487" baseline="-2732" dirty="0">
                <a:latin typeface="Symbol"/>
                <a:cs typeface="Symbol"/>
              </a:rPr>
              <a:t></a:t>
            </a:r>
            <a:r>
              <a:rPr sz="2350" spc="-100" dirty="0">
                <a:latin typeface="Times New Roman"/>
                <a:cs typeface="Times New Roman"/>
              </a:rPr>
              <a:t>1</a:t>
            </a:r>
            <a:r>
              <a:rPr sz="4575" spc="-397" baseline="-2732" dirty="0">
                <a:latin typeface="Symbol"/>
                <a:cs typeface="Symbol"/>
              </a:rPr>
              <a:t></a:t>
            </a:r>
            <a:r>
              <a:rPr sz="4575" spc="-337" baseline="-2732" dirty="0">
                <a:latin typeface="Times New Roman"/>
                <a:cs typeface="Times New Roman"/>
              </a:rPr>
              <a:t> </a:t>
            </a:r>
            <a:r>
              <a:rPr sz="2350" spc="-40" dirty="0">
                <a:latin typeface="Symbol"/>
                <a:cs typeface="Symbol"/>
              </a:rPr>
              <a:t>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30" dirty="0">
                <a:latin typeface="Times New Roman"/>
                <a:cs typeface="Times New Roman"/>
              </a:rPr>
              <a:t>0.2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250" i="1" spc="75" dirty="0">
                <a:latin typeface="Times New Roman"/>
                <a:cs typeface="Times New Roman"/>
              </a:rPr>
              <a:t>y</a:t>
            </a:r>
            <a:r>
              <a:rPr sz="2250" spc="-25" dirty="0">
                <a:latin typeface="Times New Roman"/>
                <a:cs typeface="Times New Roman"/>
              </a:rPr>
              <a:t>(</a:t>
            </a:r>
            <a:r>
              <a:rPr sz="2250" spc="-50" dirty="0">
                <a:latin typeface="Times New Roman"/>
                <a:cs typeface="Times New Roman"/>
              </a:rPr>
              <a:t>5</a:t>
            </a:r>
            <a:r>
              <a:rPr sz="2250" spc="-10" dirty="0">
                <a:latin typeface="Times New Roman"/>
                <a:cs typeface="Times New Roman"/>
              </a:rPr>
              <a:t>)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0.</a:t>
            </a:r>
            <a:r>
              <a:rPr sz="2250" spc="150" dirty="0">
                <a:latin typeface="Times New Roman"/>
                <a:cs typeface="Times New Roman"/>
              </a:rPr>
              <a:t>8</a:t>
            </a:r>
            <a:r>
              <a:rPr sz="4425" spc="-165" baseline="-2824" dirty="0">
                <a:latin typeface="Symbol"/>
                <a:cs typeface="Symbol"/>
              </a:rPr>
              <a:t></a:t>
            </a:r>
            <a:r>
              <a:rPr sz="2250" spc="-10" dirty="0">
                <a:latin typeface="Times New Roman"/>
                <a:cs typeface="Times New Roman"/>
              </a:rPr>
              <a:t>0.</a:t>
            </a:r>
            <a:r>
              <a:rPr sz="2250" spc="100" dirty="0">
                <a:latin typeface="Times New Roman"/>
                <a:cs typeface="Times New Roman"/>
              </a:rPr>
              <a:t>2</a:t>
            </a:r>
            <a:r>
              <a:rPr sz="4425" spc="-390" baseline="-2824" dirty="0">
                <a:latin typeface="Symbol"/>
                <a:cs typeface="Symbol"/>
              </a:rPr>
              <a:t></a:t>
            </a:r>
            <a:r>
              <a:rPr sz="4425" spc="-569" baseline="-2824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17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0.2</a:t>
            </a:r>
            <a:r>
              <a:rPr sz="2250" spc="-355" dirty="0">
                <a:latin typeface="Times New Roman"/>
                <a:cs typeface="Times New Roman"/>
              </a:rPr>
              <a:t> </a:t>
            </a:r>
            <a:r>
              <a:rPr sz="4425" spc="-480" baseline="-2824" dirty="0">
                <a:latin typeface="Symbol"/>
                <a:cs typeface="Symbol"/>
              </a:rPr>
              <a:t></a:t>
            </a:r>
            <a:r>
              <a:rPr sz="2250" spc="-75" dirty="0">
                <a:latin typeface="Times New Roman"/>
                <a:cs typeface="Times New Roman"/>
              </a:rPr>
              <a:t>1</a:t>
            </a:r>
            <a:r>
              <a:rPr sz="4425" spc="-390" baseline="-2824" dirty="0">
                <a:latin typeface="Symbol"/>
                <a:cs typeface="Symbol"/>
              </a:rPr>
              <a:t></a:t>
            </a:r>
            <a:r>
              <a:rPr sz="4425" spc="-322" baseline="-2824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0.36</a:t>
            </a:r>
            <a:endParaRPr sz="2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250" i="1" spc="75" dirty="0">
                <a:latin typeface="Times New Roman"/>
                <a:cs typeface="Times New Roman"/>
              </a:rPr>
              <a:t>y</a:t>
            </a:r>
            <a:r>
              <a:rPr sz="2250" spc="5" dirty="0">
                <a:latin typeface="Times New Roman"/>
                <a:cs typeface="Times New Roman"/>
              </a:rPr>
              <a:t>(</a:t>
            </a:r>
            <a:r>
              <a:rPr sz="2250" spc="-10" dirty="0">
                <a:latin typeface="Times New Roman"/>
                <a:cs typeface="Times New Roman"/>
              </a:rPr>
              <a:t>6)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0.</a:t>
            </a:r>
            <a:r>
              <a:rPr sz="2250" spc="150" dirty="0">
                <a:latin typeface="Times New Roman"/>
                <a:cs typeface="Times New Roman"/>
              </a:rPr>
              <a:t>8</a:t>
            </a:r>
            <a:r>
              <a:rPr sz="4425" spc="-165" baseline="-2824" dirty="0">
                <a:latin typeface="Symbol"/>
                <a:cs typeface="Symbol"/>
              </a:rPr>
              <a:t></a:t>
            </a:r>
            <a:r>
              <a:rPr sz="2250" spc="-10" dirty="0">
                <a:latin typeface="Times New Roman"/>
                <a:cs typeface="Times New Roman"/>
              </a:rPr>
              <a:t>0.3</a:t>
            </a:r>
            <a:r>
              <a:rPr sz="2250" spc="100" dirty="0">
                <a:latin typeface="Times New Roman"/>
                <a:cs typeface="Times New Roman"/>
              </a:rPr>
              <a:t>6</a:t>
            </a:r>
            <a:r>
              <a:rPr sz="4425" spc="-390" baseline="-2824" dirty="0">
                <a:latin typeface="Symbol"/>
                <a:cs typeface="Symbol"/>
              </a:rPr>
              <a:t></a:t>
            </a:r>
            <a:r>
              <a:rPr sz="4425" spc="-569" baseline="-2824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</a:t>
            </a:r>
            <a:r>
              <a:rPr sz="2250" spc="-17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0.2</a:t>
            </a:r>
            <a:r>
              <a:rPr sz="2250" spc="-355" dirty="0">
                <a:latin typeface="Times New Roman"/>
                <a:cs typeface="Times New Roman"/>
              </a:rPr>
              <a:t> </a:t>
            </a:r>
            <a:r>
              <a:rPr sz="4425" spc="-480" baseline="-2824" dirty="0">
                <a:latin typeface="Symbol"/>
                <a:cs typeface="Symbol"/>
              </a:rPr>
              <a:t></a:t>
            </a:r>
            <a:r>
              <a:rPr sz="2250" spc="-75" dirty="0">
                <a:latin typeface="Times New Roman"/>
                <a:cs typeface="Times New Roman"/>
              </a:rPr>
              <a:t>1</a:t>
            </a:r>
            <a:r>
              <a:rPr sz="4425" spc="-390" baseline="-2824" dirty="0">
                <a:latin typeface="Symbol"/>
                <a:cs typeface="Symbol"/>
              </a:rPr>
              <a:t></a:t>
            </a:r>
            <a:r>
              <a:rPr sz="4425" spc="-315" baseline="-2824" dirty="0">
                <a:latin typeface="Times New Roman"/>
                <a:cs typeface="Times New Roman"/>
              </a:rPr>
              <a:t> </a:t>
            </a:r>
            <a:r>
              <a:rPr sz="2250" spc="-15" dirty="0">
                <a:latin typeface="Symbol"/>
                <a:cs typeface="Symbol"/>
              </a:rPr>
              <a:t></a:t>
            </a:r>
            <a:r>
              <a:rPr sz="2250" spc="-40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0.49</a:t>
            </a:r>
            <a:endParaRPr sz="2250" dirty="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  <a:spcBef>
                <a:spcPts val="280"/>
              </a:spcBef>
            </a:pPr>
            <a:r>
              <a:rPr sz="2250" i="1" spc="65" dirty="0">
                <a:latin typeface="Times New Roman"/>
                <a:cs typeface="Times New Roman"/>
              </a:rPr>
              <a:t>y</a:t>
            </a:r>
            <a:r>
              <a:rPr sz="2250" spc="0" dirty="0">
                <a:latin typeface="Times New Roman"/>
                <a:cs typeface="Times New Roman"/>
              </a:rPr>
              <a:t>(</a:t>
            </a:r>
            <a:r>
              <a:rPr sz="2250" spc="5" dirty="0">
                <a:latin typeface="Times New Roman"/>
                <a:cs typeface="Times New Roman"/>
              </a:rPr>
              <a:t>7</a:t>
            </a:r>
            <a:r>
              <a:rPr sz="2250" spc="-15" dirty="0">
                <a:latin typeface="Times New Roman"/>
                <a:cs typeface="Times New Roman"/>
              </a:rPr>
              <a:t>) </a:t>
            </a:r>
            <a:r>
              <a:rPr sz="2250" spc="-25" dirty="0">
                <a:latin typeface="Symbol"/>
                <a:cs typeface="Symbol"/>
              </a:rPr>
              <a:t></a:t>
            </a:r>
            <a:r>
              <a:rPr sz="2250" spc="-45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0.</a:t>
            </a:r>
            <a:r>
              <a:rPr sz="2250" spc="145" dirty="0">
                <a:latin typeface="Times New Roman"/>
                <a:cs typeface="Times New Roman"/>
              </a:rPr>
              <a:t>8</a:t>
            </a:r>
            <a:r>
              <a:rPr sz="4425" spc="-187" baseline="-2824" dirty="0">
                <a:latin typeface="Symbol"/>
                <a:cs typeface="Symbol"/>
              </a:rPr>
              <a:t></a:t>
            </a:r>
            <a:r>
              <a:rPr sz="2250" spc="-20" dirty="0">
                <a:latin typeface="Times New Roman"/>
                <a:cs typeface="Times New Roman"/>
              </a:rPr>
              <a:t>0.4</a:t>
            </a:r>
            <a:r>
              <a:rPr sz="2250" spc="90" dirty="0">
                <a:latin typeface="Times New Roman"/>
                <a:cs typeface="Times New Roman"/>
              </a:rPr>
              <a:t>9</a:t>
            </a:r>
            <a:r>
              <a:rPr sz="4425" spc="-405" baseline="-2824" dirty="0">
                <a:latin typeface="Symbol"/>
                <a:cs typeface="Symbol"/>
              </a:rPr>
              <a:t></a:t>
            </a:r>
            <a:r>
              <a:rPr sz="4425" spc="-569" baseline="-2824" dirty="0">
                <a:latin typeface="Times New Roman"/>
                <a:cs typeface="Times New Roman"/>
              </a:rPr>
              <a:t> </a:t>
            </a:r>
            <a:r>
              <a:rPr sz="2250" spc="-25" dirty="0">
                <a:latin typeface="Symbol"/>
                <a:cs typeface="Symbol"/>
              </a:rPr>
              <a:t></a:t>
            </a:r>
            <a:r>
              <a:rPr sz="2250" spc="-175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0.2</a:t>
            </a:r>
            <a:r>
              <a:rPr sz="2250" spc="-360" dirty="0">
                <a:latin typeface="Times New Roman"/>
                <a:cs typeface="Times New Roman"/>
              </a:rPr>
              <a:t> </a:t>
            </a:r>
            <a:r>
              <a:rPr sz="4425" spc="-494" baseline="-2824" dirty="0">
                <a:latin typeface="Symbol"/>
                <a:cs typeface="Symbol"/>
              </a:rPr>
              <a:t></a:t>
            </a:r>
            <a:r>
              <a:rPr sz="2250" spc="-85" dirty="0">
                <a:latin typeface="Times New Roman"/>
                <a:cs typeface="Times New Roman"/>
              </a:rPr>
              <a:t>1</a:t>
            </a:r>
            <a:r>
              <a:rPr sz="4425" spc="-405" baseline="-2824" dirty="0">
                <a:latin typeface="Symbol"/>
                <a:cs typeface="Symbol"/>
              </a:rPr>
              <a:t></a:t>
            </a:r>
            <a:r>
              <a:rPr sz="4425" spc="-322" baseline="-2824" dirty="0">
                <a:latin typeface="Times New Roman"/>
                <a:cs typeface="Times New Roman"/>
              </a:rPr>
              <a:t> </a:t>
            </a:r>
            <a:r>
              <a:rPr sz="2250" spc="-25" dirty="0">
                <a:latin typeface="Symbol"/>
                <a:cs typeface="Symbol"/>
              </a:rPr>
              <a:t></a:t>
            </a:r>
            <a:r>
              <a:rPr sz="2250" spc="-45" dirty="0">
                <a:latin typeface="Times New Roman"/>
                <a:cs typeface="Times New Roman"/>
              </a:rPr>
              <a:t> </a:t>
            </a:r>
            <a:r>
              <a:rPr sz="2250" spc="-20" dirty="0">
                <a:latin typeface="Times New Roman"/>
                <a:cs typeface="Times New Roman"/>
              </a:rPr>
              <a:t>0.59</a:t>
            </a:r>
            <a:endParaRPr sz="225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45480" y="2285319"/>
          <a:ext cx="4176473" cy="3745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137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</a:pPr>
                      <a:r>
                        <a:rPr sz="2650" i="1" spc="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65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i="1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</a:pPr>
                      <a:r>
                        <a:rPr sz="2650" i="1" spc="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65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50" spc="-210" dirty="0">
                          <a:latin typeface="Times New Roman"/>
                          <a:cs typeface="Times New Roman"/>
                        </a:rPr>
                        <a:t>1)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</a:pPr>
                      <a:r>
                        <a:rPr sz="2650" i="1" spc="10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50" spc="7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spc="22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7302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49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1112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0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0.2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49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0.36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0.49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0.59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0043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Lab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6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7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til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400" y="2202453"/>
            <a:ext cx="3912870" cy="348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255270" indent="-228600">
              <a:lnSpc>
                <a:spcPct val="798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nea</a:t>
            </a:r>
            <a:r>
              <a:rPr sz="2600" spc="-2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ed</a:t>
            </a:r>
            <a:endParaRPr sz="2600">
              <a:latin typeface="Calibri"/>
              <a:cs typeface="Calibri"/>
            </a:endParaRPr>
          </a:p>
          <a:p>
            <a:pPr marL="241300" marR="118110" indent="-228600">
              <a:lnSpc>
                <a:spcPts val="2500"/>
              </a:lnSpc>
              <a:spcBef>
                <a:spcPts val="9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a)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90550" y="2136151"/>
            <a:ext cx="2762667" cy="35317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84179" y="2129796"/>
            <a:ext cx="2776220" cy="3545840"/>
          </a:xfrm>
          <a:custGeom>
            <a:avLst/>
            <a:gdLst/>
            <a:ahLst/>
            <a:cxnLst/>
            <a:rect l="l" t="t" r="r" b="b"/>
            <a:pathLst>
              <a:path w="2776220" h="3545840">
                <a:moveTo>
                  <a:pt x="0" y="3545829"/>
                </a:moveTo>
                <a:lnTo>
                  <a:pt x="2776228" y="3545829"/>
                </a:lnTo>
                <a:lnTo>
                  <a:pt x="2776228" y="0"/>
                </a:lnTo>
                <a:lnTo>
                  <a:pt x="0" y="0"/>
                </a:lnTo>
                <a:lnTo>
                  <a:pt x="0" y="354582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5" dirty="0">
                <a:latin typeface="Calibri"/>
                <a:cs typeface="Calibri"/>
              </a:rPr>
              <a:t>ck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25" dirty="0">
                <a:latin typeface="Calibri"/>
                <a:cs typeface="Calibri"/>
              </a:rPr>
              <a:t>g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30" dirty="0">
                <a:latin typeface="Calibri"/>
                <a:cs typeface="Calibri"/>
              </a:rPr>
              <a:t>m</a:t>
            </a:r>
          </a:p>
        </p:txBody>
      </p:sp>
      <p:sp>
        <p:nvSpPr>
          <p:cNvPr id="3" name="object 3"/>
          <p:cNvSpPr/>
          <p:nvPr/>
        </p:nvSpPr>
        <p:spPr>
          <a:xfrm>
            <a:off x="1813560" y="353821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5268" y="349526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09259" y="356106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50968" y="351812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93274" y="2905412"/>
            <a:ext cx="1177290" cy="1202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ctr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5242" y="2869852"/>
            <a:ext cx="1231265" cy="1280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2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0429" y="283336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7"/>
                </a:lnTo>
                <a:lnTo>
                  <a:pt x="184913" y="7075"/>
                </a:lnTo>
                <a:lnTo>
                  <a:pt x="148660" y="19131"/>
                </a:lnTo>
                <a:lnTo>
                  <a:pt x="99650" y="46971"/>
                </a:lnTo>
                <a:lnTo>
                  <a:pt x="58589" y="85014"/>
                </a:lnTo>
                <a:lnTo>
                  <a:pt x="27166" y="131568"/>
                </a:lnTo>
                <a:lnTo>
                  <a:pt x="7073" y="184942"/>
                </a:lnTo>
                <a:lnTo>
                  <a:pt x="806" y="223477"/>
                </a:lnTo>
                <a:lnTo>
                  <a:pt x="0" y="243443"/>
                </a:lnTo>
                <a:lnTo>
                  <a:pt x="0" y="1217087"/>
                </a:lnTo>
                <a:lnTo>
                  <a:pt x="3185" y="1256573"/>
                </a:lnTo>
                <a:lnTo>
                  <a:pt x="12408" y="1294030"/>
                </a:lnTo>
                <a:lnTo>
                  <a:pt x="36465" y="1345314"/>
                </a:lnTo>
                <a:lnTo>
                  <a:pt x="71288" y="1389215"/>
                </a:lnTo>
                <a:lnTo>
                  <a:pt x="115187" y="1424041"/>
                </a:lnTo>
                <a:lnTo>
                  <a:pt x="166470" y="1448100"/>
                </a:lnTo>
                <a:lnTo>
                  <a:pt x="203927" y="1457324"/>
                </a:lnTo>
                <a:lnTo>
                  <a:pt x="243413" y="1460510"/>
                </a:lnTo>
                <a:lnTo>
                  <a:pt x="1839376" y="1460510"/>
                </a:lnTo>
                <a:lnTo>
                  <a:pt x="1878862" y="1457324"/>
                </a:lnTo>
                <a:lnTo>
                  <a:pt x="1916319" y="1448100"/>
                </a:lnTo>
                <a:lnTo>
                  <a:pt x="1967602" y="1424041"/>
                </a:lnTo>
                <a:lnTo>
                  <a:pt x="2011500" y="1389215"/>
                </a:lnTo>
                <a:lnTo>
                  <a:pt x="2046324" y="1345314"/>
                </a:lnTo>
                <a:lnTo>
                  <a:pt x="2070381" y="1294030"/>
                </a:lnTo>
                <a:lnTo>
                  <a:pt x="2079604" y="1256573"/>
                </a:lnTo>
                <a:lnTo>
                  <a:pt x="2082789" y="1217087"/>
                </a:lnTo>
                <a:lnTo>
                  <a:pt x="2082789" y="243443"/>
                </a:lnTo>
                <a:lnTo>
                  <a:pt x="2079604" y="203956"/>
                </a:lnTo>
                <a:lnTo>
                  <a:pt x="2070381" y="166497"/>
                </a:lnTo>
                <a:lnTo>
                  <a:pt x="2046324" y="115209"/>
                </a:lnTo>
                <a:lnTo>
                  <a:pt x="2011500" y="71304"/>
                </a:lnTo>
                <a:lnTo>
                  <a:pt x="1967602" y="36474"/>
                </a:lnTo>
                <a:lnTo>
                  <a:pt x="1916319" y="12411"/>
                </a:lnTo>
                <a:lnTo>
                  <a:pt x="1878862" y="3186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40429" y="283336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43"/>
                </a:moveTo>
                <a:lnTo>
                  <a:pt x="3185" y="203956"/>
                </a:lnTo>
                <a:lnTo>
                  <a:pt x="12408" y="166497"/>
                </a:lnTo>
                <a:lnTo>
                  <a:pt x="36465" y="115209"/>
                </a:lnTo>
                <a:lnTo>
                  <a:pt x="71288" y="71304"/>
                </a:lnTo>
                <a:lnTo>
                  <a:pt x="115187" y="36474"/>
                </a:lnTo>
                <a:lnTo>
                  <a:pt x="166470" y="12411"/>
                </a:lnTo>
                <a:lnTo>
                  <a:pt x="203927" y="3186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6"/>
                </a:lnTo>
                <a:lnTo>
                  <a:pt x="1916319" y="12411"/>
                </a:lnTo>
                <a:lnTo>
                  <a:pt x="1967602" y="36474"/>
                </a:lnTo>
                <a:lnTo>
                  <a:pt x="2011500" y="71304"/>
                </a:lnTo>
                <a:lnTo>
                  <a:pt x="2046324" y="115209"/>
                </a:lnTo>
                <a:lnTo>
                  <a:pt x="2070381" y="166497"/>
                </a:lnTo>
                <a:lnTo>
                  <a:pt x="2079604" y="203956"/>
                </a:lnTo>
                <a:lnTo>
                  <a:pt x="2082789" y="243443"/>
                </a:lnTo>
                <a:lnTo>
                  <a:pt x="2082789" y="1217087"/>
                </a:lnTo>
                <a:lnTo>
                  <a:pt x="2079604" y="1256573"/>
                </a:lnTo>
                <a:lnTo>
                  <a:pt x="2070381" y="1294030"/>
                </a:lnTo>
                <a:lnTo>
                  <a:pt x="2046324" y="1345314"/>
                </a:lnTo>
                <a:lnTo>
                  <a:pt x="2011500" y="1389215"/>
                </a:lnTo>
                <a:lnTo>
                  <a:pt x="1967602" y="1424041"/>
                </a:lnTo>
                <a:lnTo>
                  <a:pt x="1916319" y="1448100"/>
                </a:lnTo>
                <a:lnTo>
                  <a:pt x="1878862" y="1457324"/>
                </a:lnTo>
                <a:lnTo>
                  <a:pt x="1839376" y="1460510"/>
                </a:lnTo>
                <a:lnTo>
                  <a:pt x="243413" y="1460510"/>
                </a:lnTo>
                <a:lnTo>
                  <a:pt x="203927" y="1457324"/>
                </a:lnTo>
                <a:lnTo>
                  <a:pt x="166470" y="1448100"/>
                </a:lnTo>
                <a:lnTo>
                  <a:pt x="115187" y="1424041"/>
                </a:lnTo>
                <a:lnTo>
                  <a:pt x="71288" y="1389215"/>
                </a:lnTo>
                <a:lnTo>
                  <a:pt x="36465" y="1345314"/>
                </a:lnTo>
                <a:lnTo>
                  <a:pt x="12408" y="1294030"/>
                </a:lnTo>
                <a:lnTo>
                  <a:pt x="3185" y="1256573"/>
                </a:lnTo>
                <a:lnTo>
                  <a:pt x="0" y="1217087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59870" y="2966718"/>
            <a:ext cx="1082039" cy="11810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86029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38300" y="1988820"/>
            <a:ext cx="5633709" cy="4213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1211580" y="299213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53285" y="29491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07279" y="30175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5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48988" y="29745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0997" y="2361865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7505" y="2326305"/>
            <a:ext cx="61976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3363" y="3174235"/>
            <a:ext cx="123126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l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4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1395" y="3131562"/>
            <a:ext cx="117729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rfl</a:t>
            </a:r>
            <a:r>
              <a:rPr sz="3200" spc="-3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38450" y="228981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9" y="806"/>
                </a:lnTo>
                <a:lnTo>
                  <a:pt x="184917" y="7073"/>
                </a:lnTo>
                <a:lnTo>
                  <a:pt x="148665" y="19126"/>
                </a:lnTo>
                <a:lnTo>
                  <a:pt x="99655" y="46960"/>
                </a:lnTo>
                <a:lnTo>
                  <a:pt x="58593" y="84996"/>
                </a:lnTo>
                <a:lnTo>
                  <a:pt x="27169" y="131544"/>
                </a:lnTo>
                <a:lnTo>
                  <a:pt x="7074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66"/>
                </a:lnTo>
                <a:lnTo>
                  <a:pt x="3185" y="1256553"/>
                </a:lnTo>
                <a:lnTo>
                  <a:pt x="12409" y="1294012"/>
                </a:lnTo>
                <a:lnTo>
                  <a:pt x="36468" y="1345300"/>
                </a:lnTo>
                <a:lnTo>
                  <a:pt x="71293" y="1389205"/>
                </a:lnTo>
                <a:lnTo>
                  <a:pt x="115192" y="1424035"/>
                </a:lnTo>
                <a:lnTo>
                  <a:pt x="166475" y="1448098"/>
                </a:lnTo>
                <a:lnTo>
                  <a:pt x="203929" y="1457323"/>
                </a:lnTo>
                <a:lnTo>
                  <a:pt x="243413" y="1460510"/>
                </a:lnTo>
                <a:lnTo>
                  <a:pt x="1839376" y="1460510"/>
                </a:lnTo>
                <a:lnTo>
                  <a:pt x="1878862" y="1457323"/>
                </a:lnTo>
                <a:lnTo>
                  <a:pt x="1916319" y="1448098"/>
                </a:lnTo>
                <a:lnTo>
                  <a:pt x="1967602" y="1424035"/>
                </a:lnTo>
                <a:lnTo>
                  <a:pt x="2011500" y="1389205"/>
                </a:lnTo>
                <a:lnTo>
                  <a:pt x="2046324" y="1345300"/>
                </a:lnTo>
                <a:lnTo>
                  <a:pt x="2070381" y="1294012"/>
                </a:lnTo>
                <a:lnTo>
                  <a:pt x="2079604" y="1256553"/>
                </a:lnTo>
                <a:lnTo>
                  <a:pt x="2082789" y="1217066"/>
                </a:lnTo>
                <a:lnTo>
                  <a:pt x="2082789" y="243413"/>
                </a:lnTo>
                <a:lnTo>
                  <a:pt x="2079604" y="203927"/>
                </a:lnTo>
                <a:lnTo>
                  <a:pt x="2070381" y="166470"/>
                </a:lnTo>
                <a:lnTo>
                  <a:pt x="2046324" y="115187"/>
                </a:lnTo>
                <a:lnTo>
                  <a:pt x="2011500" y="71288"/>
                </a:lnTo>
                <a:lnTo>
                  <a:pt x="1967602" y="36465"/>
                </a:lnTo>
                <a:lnTo>
                  <a:pt x="1916319" y="12408"/>
                </a:lnTo>
                <a:lnTo>
                  <a:pt x="1878862" y="3185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38450" y="228981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13"/>
                </a:moveTo>
                <a:lnTo>
                  <a:pt x="3185" y="203927"/>
                </a:lnTo>
                <a:lnTo>
                  <a:pt x="12409" y="166470"/>
                </a:lnTo>
                <a:lnTo>
                  <a:pt x="36468" y="115187"/>
                </a:lnTo>
                <a:lnTo>
                  <a:pt x="71293" y="71288"/>
                </a:lnTo>
                <a:lnTo>
                  <a:pt x="115192" y="36465"/>
                </a:lnTo>
                <a:lnTo>
                  <a:pt x="166475" y="12408"/>
                </a:lnTo>
                <a:lnTo>
                  <a:pt x="203929" y="3185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5"/>
                </a:lnTo>
                <a:lnTo>
                  <a:pt x="1916319" y="12408"/>
                </a:lnTo>
                <a:lnTo>
                  <a:pt x="1967602" y="36465"/>
                </a:lnTo>
                <a:lnTo>
                  <a:pt x="2011500" y="71288"/>
                </a:lnTo>
                <a:lnTo>
                  <a:pt x="2046324" y="115187"/>
                </a:lnTo>
                <a:lnTo>
                  <a:pt x="2070381" y="166470"/>
                </a:lnTo>
                <a:lnTo>
                  <a:pt x="2079604" y="203927"/>
                </a:lnTo>
                <a:lnTo>
                  <a:pt x="2082789" y="243413"/>
                </a:lnTo>
                <a:lnTo>
                  <a:pt x="2082789" y="1217066"/>
                </a:lnTo>
                <a:lnTo>
                  <a:pt x="2079604" y="1256553"/>
                </a:lnTo>
                <a:lnTo>
                  <a:pt x="2070381" y="1294012"/>
                </a:lnTo>
                <a:lnTo>
                  <a:pt x="2046324" y="1345300"/>
                </a:lnTo>
                <a:lnTo>
                  <a:pt x="2011500" y="1389205"/>
                </a:lnTo>
                <a:lnTo>
                  <a:pt x="1967602" y="1424035"/>
                </a:lnTo>
                <a:lnTo>
                  <a:pt x="1916319" y="1448098"/>
                </a:lnTo>
                <a:lnTo>
                  <a:pt x="1878862" y="1457323"/>
                </a:lnTo>
                <a:lnTo>
                  <a:pt x="1839376" y="1460510"/>
                </a:lnTo>
                <a:lnTo>
                  <a:pt x="243413" y="1460510"/>
                </a:lnTo>
                <a:lnTo>
                  <a:pt x="203929" y="1457323"/>
                </a:lnTo>
                <a:lnTo>
                  <a:pt x="166475" y="1448098"/>
                </a:lnTo>
                <a:lnTo>
                  <a:pt x="115192" y="1424035"/>
                </a:lnTo>
                <a:lnTo>
                  <a:pt x="71293" y="1389205"/>
                </a:lnTo>
                <a:lnTo>
                  <a:pt x="36468" y="1345300"/>
                </a:lnTo>
                <a:lnTo>
                  <a:pt x="12409" y="1294012"/>
                </a:lnTo>
                <a:lnTo>
                  <a:pt x="3185" y="1256553"/>
                </a:lnTo>
                <a:lnTo>
                  <a:pt x="0" y="1217066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57889" y="2387589"/>
            <a:ext cx="1082039" cy="11810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81757" y="4350278"/>
            <a:ext cx="4345940" cy="123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204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10" dirty="0">
                <a:latin typeface="Times New Roman"/>
                <a:cs typeface="Times New Roman"/>
              </a:rPr>
              <a:t> </a:t>
            </a:r>
            <a:r>
              <a:rPr sz="2850" spc="45" dirty="0">
                <a:latin typeface="Symbol"/>
                <a:cs typeface="Symbol"/>
              </a:rPr>
              <a:t></a:t>
            </a:r>
            <a:r>
              <a:rPr sz="2850" i="1" spc="-265" dirty="0">
                <a:latin typeface="Times New Roman"/>
                <a:cs typeface="Times New Roman"/>
              </a:rPr>
              <a:t>a</a:t>
            </a:r>
            <a:r>
              <a:rPr sz="3000" spc="-30" baseline="-20833" dirty="0">
                <a:latin typeface="Times New Roman"/>
                <a:cs typeface="Times New Roman"/>
              </a:rPr>
              <a:t>1</a:t>
            </a:r>
            <a:r>
              <a:rPr sz="3000" spc="-315" baseline="-20833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60" dirty="0">
                <a:latin typeface="Times New Roman"/>
                <a:cs typeface="Times New Roman"/>
              </a:rPr>
              <a:t> </a:t>
            </a:r>
            <a:r>
              <a:rPr sz="2850" i="1" spc="-395" dirty="0">
                <a:latin typeface="Times New Roman"/>
                <a:cs typeface="Times New Roman"/>
              </a:rPr>
              <a:t>b</a:t>
            </a:r>
            <a:r>
              <a:rPr sz="3000" spc="-120" baseline="-20833" dirty="0">
                <a:latin typeface="Times New Roman"/>
                <a:cs typeface="Times New Roman"/>
              </a:rPr>
              <a:t>1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45" dirty="0">
                <a:latin typeface="Times New Roman"/>
                <a:cs typeface="Times New Roman"/>
              </a:rPr>
              <a:t>1)</a:t>
            </a:r>
            <a:endParaRPr sz="2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"/>
              </a:spcBef>
            </a:pPr>
            <a:endParaRPr sz="2900">
              <a:latin typeface="Times New Roman"/>
              <a:cs typeface="Times New Roman"/>
            </a:endParaRPr>
          </a:p>
          <a:p>
            <a:pPr marL="315595">
              <a:lnSpc>
                <a:spcPct val="100000"/>
              </a:lnSpc>
            </a:pPr>
            <a:r>
              <a:rPr sz="2700" i="1" spc="65" dirty="0">
                <a:latin typeface="Times New Roman"/>
                <a:cs typeface="Times New Roman"/>
              </a:rPr>
              <a:t>y</a:t>
            </a:r>
            <a:r>
              <a:rPr sz="2700" spc="35" dirty="0">
                <a:latin typeface="Times New Roman"/>
                <a:cs typeface="Times New Roman"/>
              </a:rPr>
              <a:t>(</a:t>
            </a:r>
            <a:r>
              <a:rPr sz="2700" i="1" spc="185" dirty="0">
                <a:latin typeface="Times New Roman"/>
                <a:cs typeface="Times New Roman"/>
              </a:rPr>
              <a:t>k</a:t>
            </a:r>
            <a:r>
              <a:rPr sz="2700" spc="-30" dirty="0">
                <a:latin typeface="Times New Roman"/>
                <a:cs typeface="Times New Roman"/>
              </a:rPr>
              <a:t>)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45" dirty="0">
                <a:latin typeface="Symbol"/>
                <a:cs typeface="Symbol"/>
              </a:rPr>
              <a:t>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35" dirty="0">
                <a:latin typeface="Times New Roman"/>
                <a:cs typeface="Times New Roman"/>
              </a:rPr>
              <a:t>0.8</a:t>
            </a:r>
            <a:r>
              <a:rPr sz="2700" spc="-430" dirty="0">
                <a:latin typeface="Times New Roman"/>
                <a:cs typeface="Times New Roman"/>
              </a:rPr>
              <a:t> </a:t>
            </a:r>
            <a:r>
              <a:rPr sz="2700" i="1" spc="65" dirty="0">
                <a:latin typeface="Times New Roman"/>
                <a:cs typeface="Times New Roman"/>
              </a:rPr>
              <a:t>y</a:t>
            </a:r>
            <a:r>
              <a:rPr sz="2700" spc="35" dirty="0">
                <a:latin typeface="Times New Roman"/>
                <a:cs typeface="Times New Roman"/>
              </a:rPr>
              <a:t>(</a:t>
            </a:r>
            <a:r>
              <a:rPr sz="2700" i="1" spc="-40" dirty="0">
                <a:latin typeface="Times New Roman"/>
                <a:cs typeface="Times New Roman"/>
              </a:rPr>
              <a:t>k</a:t>
            </a:r>
            <a:r>
              <a:rPr sz="2700" i="1" spc="-20" dirty="0">
                <a:latin typeface="Times New Roman"/>
                <a:cs typeface="Times New Roman"/>
              </a:rPr>
              <a:t> </a:t>
            </a:r>
            <a:r>
              <a:rPr sz="2700" spc="130" dirty="0">
                <a:latin typeface="Symbol"/>
                <a:cs typeface="Symbol"/>
              </a:rPr>
              <a:t></a:t>
            </a:r>
            <a:r>
              <a:rPr sz="2700" spc="-254" dirty="0">
                <a:latin typeface="Times New Roman"/>
                <a:cs typeface="Times New Roman"/>
              </a:rPr>
              <a:t>1</a:t>
            </a:r>
            <a:r>
              <a:rPr sz="2700" spc="-30" dirty="0">
                <a:latin typeface="Times New Roman"/>
                <a:cs typeface="Times New Roman"/>
              </a:rPr>
              <a:t>)</a:t>
            </a:r>
            <a:r>
              <a:rPr sz="2700" spc="-220" dirty="0">
                <a:latin typeface="Times New Roman"/>
                <a:cs typeface="Times New Roman"/>
              </a:rPr>
              <a:t> </a:t>
            </a:r>
            <a:r>
              <a:rPr sz="2700" spc="170" dirty="0">
                <a:latin typeface="Symbol"/>
                <a:cs typeface="Symbol"/>
              </a:rPr>
              <a:t></a:t>
            </a:r>
            <a:r>
              <a:rPr sz="2700" spc="-35" dirty="0">
                <a:latin typeface="Times New Roman"/>
                <a:cs typeface="Times New Roman"/>
              </a:rPr>
              <a:t>1.</a:t>
            </a:r>
            <a:r>
              <a:rPr sz="2700" spc="-85" dirty="0">
                <a:latin typeface="Times New Roman"/>
                <a:cs typeface="Times New Roman"/>
              </a:rPr>
              <a:t>6</a:t>
            </a:r>
            <a:r>
              <a:rPr sz="2700" i="1" spc="75" dirty="0">
                <a:latin typeface="Times New Roman"/>
                <a:cs typeface="Times New Roman"/>
              </a:rPr>
              <a:t>u</a:t>
            </a:r>
            <a:r>
              <a:rPr sz="2700" spc="35" dirty="0">
                <a:latin typeface="Times New Roman"/>
                <a:cs typeface="Times New Roman"/>
              </a:rPr>
              <a:t>(</a:t>
            </a:r>
            <a:r>
              <a:rPr sz="2700" i="1" spc="-40" dirty="0">
                <a:latin typeface="Times New Roman"/>
                <a:cs typeface="Times New Roman"/>
              </a:rPr>
              <a:t>k</a:t>
            </a:r>
            <a:r>
              <a:rPr sz="2700" i="1" spc="-20" dirty="0">
                <a:latin typeface="Times New Roman"/>
                <a:cs typeface="Times New Roman"/>
              </a:rPr>
              <a:t> </a:t>
            </a:r>
            <a:r>
              <a:rPr sz="2700" spc="130" dirty="0">
                <a:latin typeface="Symbol"/>
                <a:cs typeface="Symbol"/>
              </a:rPr>
              <a:t></a:t>
            </a:r>
            <a:r>
              <a:rPr sz="2700" spc="-254" dirty="0">
                <a:latin typeface="Times New Roman"/>
                <a:cs typeface="Times New Roman"/>
              </a:rPr>
              <a:t>1</a:t>
            </a:r>
            <a:r>
              <a:rPr sz="2700" spc="-3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350012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of</a:t>
            </a:r>
            <a:r>
              <a:rPr sz="3400" spc="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2125" y="2115376"/>
            <a:ext cx="432054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210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0.8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195" dirty="0">
                <a:latin typeface="Symbol"/>
                <a:cs typeface="Symbol"/>
              </a:rPr>
              <a:t></a:t>
            </a:r>
            <a:r>
              <a:rPr sz="2850" spc="-25" dirty="0">
                <a:latin typeface="Times New Roman"/>
                <a:cs typeface="Times New Roman"/>
              </a:rPr>
              <a:t>1.</a:t>
            </a:r>
            <a:r>
              <a:rPr sz="2850" spc="-75" dirty="0">
                <a:latin typeface="Times New Roman"/>
                <a:cs typeface="Times New Roman"/>
              </a:rPr>
              <a:t>6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5538" y="274493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39643" y="274493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763" y="274493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27876" y="274493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5538" y="3280065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39643" y="3280065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83763" y="3280065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7876" y="3280065"/>
            <a:ext cx="696595" cy="535305"/>
          </a:xfrm>
          <a:custGeom>
            <a:avLst/>
            <a:gdLst/>
            <a:ahLst/>
            <a:cxnLst/>
            <a:rect l="l" t="t" r="r" b="b"/>
            <a:pathLst>
              <a:path w="696595" h="535304">
                <a:moveTo>
                  <a:pt x="0" y="535137"/>
                </a:moveTo>
                <a:lnTo>
                  <a:pt x="696132" y="535137"/>
                </a:lnTo>
                <a:lnTo>
                  <a:pt x="696132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5538" y="3815203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39643" y="3815203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83763" y="3815203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27876" y="3815203"/>
            <a:ext cx="696595" cy="535305"/>
          </a:xfrm>
          <a:custGeom>
            <a:avLst/>
            <a:gdLst/>
            <a:ahLst/>
            <a:cxnLst/>
            <a:rect l="l" t="t" r="r" b="b"/>
            <a:pathLst>
              <a:path w="696595" h="535304">
                <a:moveTo>
                  <a:pt x="0" y="535137"/>
                </a:moveTo>
                <a:lnTo>
                  <a:pt x="696132" y="535137"/>
                </a:lnTo>
                <a:lnTo>
                  <a:pt x="696132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5538" y="4350343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49"/>
                </a:moveTo>
                <a:lnTo>
                  <a:pt x="1044119" y="535149"/>
                </a:lnTo>
                <a:lnTo>
                  <a:pt x="1044119" y="0"/>
                </a:lnTo>
                <a:lnTo>
                  <a:pt x="0" y="0"/>
                </a:lnTo>
                <a:lnTo>
                  <a:pt x="0" y="5351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9643" y="4350343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49"/>
                </a:moveTo>
                <a:lnTo>
                  <a:pt x="1044119" y="535149"/>
                </a:lnTo>
                <a:lnTo>
                  <a:pt x="1044119" y="0"/>
                </a:lnTo>
                <a:lnTo>
                  <a:pt x="0" y="0"/>
                </a:lnTo>
                <a:lnTo>
                  <a:pt x="0" y="5351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83763" y="4350343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49"/>
                </a:moveTo>
                <a:lnTo>
                  <a:pt x="1044119" y="535149"/>
                </a:lnTo>
                <a:lnTo>
                  <a:pt x="1044119" y="0"/>
                </a:lnTo>
                <a:lnTo>
                  <a:pt x="0" y="0"/>
                </a:lnTo>
                <a:lnTo>
                  <a:pt x="0" y="5351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27876" y="4350343"/>
            <a:ext cx="696595" cy="535305"/>
          </a:xfrm>
          <a:custGeom>
            <a:avLst/>
            <a:gdLst/>
            <a:ahLst/>
            <a:cxnLst/>
            <a:rect l="l" t="t" r="r" b="b"/>
            <a:pathLst>
              <a:path w="696595" h="535304">
                <a:moveTo>
                  <a:pt x="0" y="535149"/>
                </a:moveTo>
                <a:lnTo>
                  <a:pt x="696132" y="535149"/>
                </a:lnTo>
                <a:lnTo>
                  <a:pt x="696132" y="0"/>
                </a:lnTo>
                <a:lnTo>
                  <a:pt x="0" y="0"/>
                </a:lnTo>
                <a:lnTo>
                  <a:pt x="0" y="5351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5538" y="4885492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39643" y="4885492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83763" y="4885492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27876" y="4885492"/>
            <a:ext cx="696595" cy="535305"/>
          </a:xfrm>
          <a:custGeom>
            <a:avLst/>
            <a:gdLst/>
            <a:ahLst/>
            <a:cxnLst/>
            <a:rect l="l" t="t" r="r" b="b"/>
            <a:pathLst>
              <a:path w="696595" h="535304">
                <a:moveTo>
                  <a:pt x="0" y="535137"/>
                </a:moveTo>
                <a:lnTo>
                  <a:pt x="696132" y="535137"/>
                </a:lnTo>
                <a:lnTo>
                  <a:pt x="696132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5538" y="5420630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39643" y="5420630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83763" y="5420630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27876" y="5420630"/>
            <a:ext cx="696595" cy="535305"/>
          </a:xfrm>
          <a:custGeom>
            <a:avLst/>
            <a:gdLst/>
            <a:ahLst/>
            <a:cxnLst/>
            <a:rect l="l" t="t" r="r" b="b"/>
            <a:pathLst>
              <a:path w="696595" h="535304">
                <a:moveTo>
                  <a:pt x="0" y="535137"/>
                </a:moveTo>
                <a:lnTo>
                  <a:pt x="696132" y="535137"/>
                </a:lnTo>
                <a:lnTo>
                  <a:pt x="696132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5538" y="595576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39643" y="595576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83763" y="5955767"/>
            <a:ext cx="1044575" cy="535305"/>
          </a:xfrm>
          <a:custGeom>
            <a:avLst/>
            <a:gdLst/>
            <a:ahLst/>
            <a:cxnLst/>
            <a:rect l="l" t="t" r="r" b="b"/>
            <a:pathLst>
              <a:path w="1044575" h="535304">
                <a:moveTo>
                  <a:pt x="0" y="535137"/>
                </a:moveTo>
                <a:lnTo>
                  <a:pt x="1044119" y="535137"/>
                </a:lnTo>
                <a:lnTo>
                  <a:pt x="1044119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27876" y="5955767"/>
            <a:ext cx="696595" cy="535305"/>
          </a:xfrm>
          <a:custGeom>
            <a:avLst/>
            <a:gdLst/>
            <a:ahLst/>
            <a:cxnLst/>
            <a:rect l="l" t="t" r="r" b="b"/>
            <a:pathLst>
              <a:path w="696595" h="535304">
                <a:moveTo>
                  <a:pt x="0" y="535137"/>
                </a:moveTo>
                <a:lnTo>
                  <a:pt x="696132" y="535137"/>
                </a:lnTo>
                <a:lnTo>
                  <a:pt x="696132" y="0"/>
                </a:lnTo>
                <a:lnTo>
                  <a:pt x="0" y="0"/>
                </a:lnTo>
                <a:lnTo>
                  <a:pt x="0" y="535137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39655" y="2738567"/>
            <a:ext cx="0" cy="3759200"/>
          </a:xfrm>
          <a:custGeom>
            <a:avLst/>
            <a:gdLst/>
            <a:ahLst/>
            <a:cxnLst/>
            <a:rect l="l" t="t" r="r" b="b"/>
            <a:pathLst>
              <a:path h="3759200">
                <a:moveTo>
                  <a:pt x="0" y="0"/>
                </a:moveTo>
                <a:lnTo>
                  <a:pt x="0" y="375868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83763" y="2738567"/>
            <a:ext cx="0" cy="3759200"/>
          </a:xfrm>
          <a:custGeom>
            <a:avLst/>
            <a:gdLst/>
            <a:ahLst/>
            <a:cxnLst/>
            <a:rect l="l" t="t" r="r" b="b"/>
            <a:pathLst>
              <a:path h="3759200">
                <a:moveTo>
                  <a:pt x="0" y="0"/>
                </a:moveTo>
                <a:lnTo>
                  <a:pt x="0" y="375868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27876" y="2738567"/>
            <a:ext cx="0" cy="3759200"/>
          </a:xfrm>
          <a:custGeom>
            <a:avLst/>
            <a:gdLst/>
            <a:ahLst/>
            <a:cxnLst/>
            <a:rect l="l" t="t" r="r" b="b"/>
            <a:pathLst>
              <a:path h="3759200">
                <a:moveTo>
                  <a:pt x="0" y="0"/>
                </a:moveTo>
                <a:lnTo>
                  <a:pt x="0" y="375868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9193" y="3280074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89193" y="3815203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9193" y="4350340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9193" y="4885480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89193" y="5420630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89193" y="5955767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95538" y="2738567"/>
            <a:ext cx="0" cy="3759200"/>
          </a:xfrm>
          <a:custGeom>
            <a:avLst/>
            <a:gdLst/>
            <a:ahLst/>
            <a:cxnLst/>
            <a:rect l="l" t="t" r="r" b="b"/>
            <a:pathLst>
              <a:path h="3759200">
                <a:moveTo>
                  <a:pt x="0" y="0"/>
                </a:moveTo>
                <a:lnTo>
                  <a:pt x="0" y="375868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572000" y="2738567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20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9193" y="2744937"/>
            <a:ext cx="4189729" cy="0"/>
          </a:xfrm>
          <a:custGeom>
            <a:avLst/>
            <a:gdLst/>
            <a:ahLst/>
            <a:cxnLst/>
            <a:rect l="l" t="t" r="r" b="b"/>
            <a:pathLst>
              <a:path w="4189729">
                <a:moveTo>
                  <a:pt x="0" y="0"/>
                </a:moveTo>
                <a:lnTo>
                  <a:pt x="418914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89193" y="6490904"/>
            <a:ext cx="3835400" cy="0"/>
          </a:xfrm>
          <a:custGeom>
            <a:avLst/>
            <a:gdLst/>
            <a:ahLst/>
            <a:cxnLst/>
            <a:rect l="l" t="t" r="r" b="b"/>
            <a:pathLst>
              <a:path w="3835400">
                <a:moveTo>
                  <a:pt x="0" y="0"/>
                </a:moveTo>
                <a:lnTo>
                  <a:pt x="383481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56765" y="2844465"/>
            <a:ext cx="3451860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42644" algn="l"/>
                <a:tab pos="1678305" algn="l"/>
                <a:tab pos="2868295" algn="l"/>
              </a:tabLst>
            </a:pPr>
            <a:r>
              <a:rPr sz="3975" i="1" spc="-22" baseline="3144" dirty="0">
                <a:latin typeface="Times New Roman"/>
                <a:cs typeface="Times New Roman"/>
              </a:rPr>
              <a:t>k	</a:t>
            </a:r>
            <a:r>
              <a:rPr sz="3975" i="1" spc="150" baseline="1048" dirty="0">
                <a:latin typeface="Times New Roman"/>
                <a:cs typeface="Times New Roman"/>
              </a:rPr>
              <a:t>u</a:t>
            </a:r>
            <a:r>
              <a:rPr sz="3975" spc="75" baseline="1048" dirty="0">
                <a:latin typeface="Times New Roman"/>
                <a:cs typeface="Times New Roman"/>
              </a:rPr>
              <a:t>(</a:t>
            </a:r>
            <a:r>
              <a:rPr sz="3975" i="1" spc="-22" baseline="1048" dirty="0">
                <a:latin typeface="Times New Roman"/>
                <a:cs typeface="Times New Roman"/>
              </a:rPr>
              <a:t>k</a:t>
            </a:r>
            <a:r>
              <a:rPr sz="3975" i="1" spc="-652" baseline="1048" dirty="0">
                <a:latin typeface="Times New Roman"/>
                <a:cs typeface="Times New Roman"/>
              </a:rPr>
              <a:t> </a:t>
            </a:r>
            <a:r>
              <a:rPr sz="3975" spc="-15" baseline="1048" dirty="0">
                <a:latin typeface="Times New Roman"/>
                <a:cs typeface="Times New Roman"/>
              </a:rPr>
              <a:t>)</a:t>
            </a:r>
            <a:r>
              <a:rPr sz="3975" baseline="1048" dirty="0">
                <a:latin typeface="Times New Roman"/>
                <a:cs typeface="Times New Roman"/>
              </a:rPr>
              <a:t>	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20" dirty="0">
                <a:latin typeface="Times New Roman"/>
                <a:cs typeface="Times New Roman"/>
              </a:rPr>
              <a:t> </a:t>
            </a:r>
            <a:r>
              <a:rPr sz="2650" spc="14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3975" i="1" spc="135" baseline="3144" dirty="0">
                <a:latin typeface="Times New Roman"/>
                <a:cs typeface="Times New Roman"/>
              </a:rPr>
              <a:t>y</a:t>
            </a:r>
            <a:r>
              <a:rPr sz="3975" spc="82" baseline="3144" dirty="0">
                <a:latin typeface="Times New Roman"/>
                <a:cs typeface="Times New Roman"/>
              </a:rPr>
              <a:t>(</a:t>
            </a:r>
            <a:r>
              <a:rPr sz="3975" i="1" spc="315" baseline="3144" dirty="0">
                <a:latin typeface="Times New Roman"/>
                <a:cs typeface="Times New Roman"/>
              </a:rPr>
              <a:t>k</a:t>
            </a:r>
            <a:r>
              <a:rPr sz="3975" spc="-15" baseline="3144" dirty="0">
                <a:latin typeface="Times New Roman"/>
                <a:cs typeface="Times New Roman"/>
              </a:rPr>
              <a:t>)</a:t>
            </a:r>
            <a:endParaRPr sz="3975" baseline="3144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1497" y="3382986"/>
            <a:ext cx="3294379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57910" algn="l"/>
                <a:tab pos="3115310" algn="l"/>
              </a:tabLst>
            </a:pPr>
            <a:r>
              <a:rPr sz="3975" baseline="2096" dirty="0">
                <a:latin typeface="Times New Roman"/>
                <a:cs typeface="Times New Roman"/>
              </a:rPr>
              <a:t>4	</a:t>
            </a:r>
            <a:r>
              <a:rPr sz="2650" spc="-15" dirty="0">
                <a:latin typeface="Times New Roman"/>
                <a:cs typeface="Times New Roman"/>
              </a:rPr>
              <a:t>0	</a:t>
            </a:r>
            <a:r>
              <a:rPr sz="2650" spc="-30" dirty="0">
                <a:latin typeface="Times New Roman"/>
                <a:cs typeface="Times New Roman"/>
              </a:rPr>
              <a:t>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88185" y="3415988"/>
            <a:ext cx="19177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30" dirty="0">
                <a:latin typeface="Times New Roman"/>
                <a:cs typeface="Times New Roman"/>
              </a:rPr>
              <a:t>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6213" y="3880808"/>
            <a:ext cx="19494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5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69301" y="3923746"/>
            <a:ext cx="121348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33780" algn="l"/>
              </a:tabLst>
            </a:pPr>
            <a:r>
              <a:rPr sz="3975" baseline="1048" dirty="0">
                <a:latin typeface="Times New Roman"/>
                <a:cs typeface="Times New Roman"/>
              </a:rPr>
              <a:t>1	</a:t>
            </a:r>
            <a:r>
              <a:rPr sz="2650" spc="-30" dirty="0">
                <a:latin typeface="Times New Roman"/>
                <a:cs typeface="Times New Roman"/>
              </a:rPr>
              <a:t>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14346" y="3906208"/>
            <a:ext cx="19177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30" dirty="0">
                <a:latin typeface="Times New Roman"/>
                <a:cs typeface="Times New Roman"/>
              </a:rPr>
              <a:t>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8343" y="4421829"/>
            <a:ext cx="19304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Times New Roman"/>
                <a:cs typeface="Times New Roman"/>
              </a:rPr>
              <a:t>6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69301" y="4462486"/>
            <a:ext cx="19558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00161" y="4480279"/>
            <a:ext cx="19113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3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61260" y="4447229"/>
            <a:ext cx="44005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25" dirty="0">
                <a:latin typeface="Times New Roman"/>
                <a:cs typeface="Times New Roman"/>
              </a:rPr>
              <a:t>1.6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8343" y="4960322"/>
            <a:ext cx="19304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Times New Roman"/>
                <a:cs typeface="Times New Roman"/>
              </a:rPr>
              <a:t>7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69289" y="5000967"/>
            <a:ext cx="19558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00161" y="5018747"/>
            <a:ext cx="19113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3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583422" y="4985709"/>
            <a:ext cx="60833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25" dirty="0">
                <a:latin typeface="Times New Roman"/>
                <a:cs typeface="Times New Roman"/>
              </a:rPr>
              <a:t>2.88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10914" y="5501336"/>
            <a:ext cx="19494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8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69301" y="5544271"/>
            <a:ext cx="19558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00161" y="5562048"/>
            <a:ext cx="19113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3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63000" y="5526732"/>
            <a:ext cx="61023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Times New Roman"/>
                <a:cs typeface="Times New Roman"/>
              </a:rPr>
              <a:t>3.90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16213" y="6040056"/>
            <a:ext cx="194945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9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769289" y="6083013"/>
            <a:ext cx="19558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00161" y="6100789"/>
            <a:ext cx="19113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3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583422" y="6067753"/>
            <a:ext cx="60833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25" dirty="0">
                <a:latin typeface="Times New Roman"/>
                <a:cs typeface="Times New Roman"/>
              </a:rPr>
              <a:t>4.72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04720" y="1553680"/>
            <a:ext cx="3535045" cy="119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905">
              <a:lnSpc>
                <a:spcPct val="100000"/>
              </a:lnSpc>
            </a:pPr>
            <a:r>
              <a:rPr sz="2300" i="1" spc="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00" spc="4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i="1" spc="17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0.</a:t>
            </a:r>
            <a:r>
              <a:rPr sz="2300" spc="-6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0)</a:t>
            </a:r>
            <a:r>
              <a:rPr sz="2300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15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1.6</a:t>
            </a:r>
            <a:r>
              <a:rPr sz="2300" spc="-2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-20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1.6</a:t>
            </a:r>
            <a:endParaRPr sz="2300">
              <a:latin typeface="Times New Roman"/>
              <a:cs typeface="Times New Roman"/>
            </a:endParaRPr>
          </a:p>
          <a:p>
            <a:pPr marL="106680" algn="ctr">
              <a:lnSpc>
                <a:spcPct val="100000"/>
              </a:lnSpc>
              <a:spcBef>
                <a:spcPts val="700"/>
              </a:spcBef>
            </a:pPr>
            <a:r>
              <a:rPr sz="2300" i="1" spc="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00" spc="4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i="1" spc="17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0.</a:t>
            </a:r>
            <a:r>
              <a:rPr sz="2300" spc="-6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300" spc="-2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1.6)</a:t>
            </a:r>
            <a:r>
              <a:rPr sz="2300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15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1.6</a:t>
            </a:r>
            <a:r>
              <a:rPr sz="2300" spc="-2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-20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2.88</a:t>
            </a:r>
            <a:endParaRPr sz="2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2300" i="1" spc="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00" spc="4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i="1" spc="17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0.</a:t>
            </a:r>
            <a:r>
              <a:rPr sz="2300" spc="-6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300" spc="3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2.8</a:t>
            </a:r>
            <a:r>
              <a:rPr sz="2300" spc="-6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150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1.6</a:t>
            </a:r>
            <a:r>
              <a:rPr sz="2300" spc="-2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-20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3.90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224009" y="2778770"/>
            <a:ext cx="635" cy="3820160"/>
          </a:xfrm>
          <a:custGeom>
            <a:avLst/>
            <a:gdLst/>
            <a:ahLst/>
            <a:cxnLst/>
            <a:rect l="l" t="t" r="r" b="b"/>
            <a:pathLst>
              <a:path w="635" h="3820159">
                <a:moveTo>
                  <a:pt x="0" y="3820149"/>
                </a:moveTo>
                <a:lnTo>
                  <a:pt x="30" y="0"/>
                </a:lnTo>
                <a:lnTo>
                  <a:pt x="0" y="3820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224040" y="2778776"/>
            <a:ext cx="4919980" cy="3820160"/>
          </a:xfrm>
          <a:custGeom>
            <a:avLst/>
            <a:gdLst/>
            <a:ahLst/>
            <a:cxnLst/>
            <a:rect l="l" t="t" r="r" b="b"/>
            <a:pathLst>
              <a:path w="4919980" h="3820159">
                <a:moveTo>
                  <a:pt x="0" y="3820119"/>
                </a:moveTo>
                <a:lnTo>
                  <a:pt x="4919929" y="3820119"/>
                </a:lnTo>
                <a:lnTo>
                  <a:pt x="4919929" y="0"/>
                </a:lnTo>
                <a:lnTo>
                  <a:pt x="0" y="0"/>
                </a:lnTo>
                <a:lnTo>
                  <a:pt x="0" y="3820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84389" y="3069128"/>
            <a:ext cx="3926204" cy="3094355"/>
          </a:xfrm>
          <a:custGeom>
            <a:avLst/>
            <a:gdLst/>
            <a:ahLst/>
            <a:cxnLst/>
            <a:rect l="l" t="t" r="r" b="b"/>
            <a:pathLst>
              <a:path w="3926204" h="3094354">
                <a:moveTo>
                  <a:pt x="0" y="3094238"/>
                </a:moveTo>
                <a:lnTo>
                  <a:pt x="3926037" y="3094238"/>
                </a:lnTo>
                <a:lnTo>
                  <a:pt x="3926037" y="0"/>
                </a:lnTo>
                <a:lnTo>
                  <a:pt x="0" y="0"/>
                </a:lnTo>
                <a:lnTo>
                  <a:pt x="0" y="3094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884408" y="3069125"/>
            <a:ext cx="3926204" cy="3094355"/>
          </a:xfrm>
          <a:custGeom>
            <a:avLst/>
            <a:gdLst/>
            <a:ahLst/>
            <a:cxnLst/>
            <a:rect l="l" t="t" r="r" b="b"/>
            <a:pathLst>
              <a:path w="3926204" h="3094354">
                <a:moveTo>
                  <a:pt x="0" y="0"/>
                </a:moveTo>
                <a:lnTo>
                  <a:pt x="3926036" y="0"/>
                </a:lnTo>
                <a:lnTo>
                  <a:pt x="3926036" y="3094243"/>
                </a:lnTo>
                <a:lnTo>
                  <a:pt x="0" y="3094243"/>
                </a:lnTo>
                <a:lnTo>
                  <a:pt x="0" y="0"/>
                </a:lnTo>
                <a:close/>
              </a:path>
            </a:pathLst>
          </a:custGeom>
          <a:ln w="906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884408" y="61633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84408" y="3069156"/>
            <a:ext cx="3926204" cy="0"/>
          </a:xfrm>
          <a:custGeom>
            <a:avLst/>
            <a:gdLst/>
            <a:ahLst/>
            <a:cxnLst/>
            <a:rect l="l" t="t" r="r" b="b"/>
            <a:pathLst>
              <a:path w="3926204">
                <a:moveTo>
                  <a:pt x="0" y="0"/>
                </a:moveTo>
                <a:lnTo>
                  <a:pt x="3926066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810445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84408" y="6163369"/>
            <a:ext cx="3926204" cy="0"/>
          </a:xfrm>
          <a:custGeom>
            <a:avLst/>
            <a:gdLst/>
            <a:ahLst/>
            <a:cxnLst/>
            <a:rect l="l" t="t" r="r" b="b"/>
            <a:pathLst>
              <a:path w="3926204">
                <a:moveTo>
                  <a:pt x="0" y="0"/>
                </a:moveTo>
                <a:lnTo>
                  <a:pt x="3926066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810445" y="61633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810460" y="3069156"/>
            <a:ext cx="0" cy="3094355"/>
          </a:xfrm>
          <a:custGeom>
            <a:avLst/>
            <a:gdLst/>
            <a:ahLst/>
            <a:cxnLst/>
            <a:rect l="l" t="t" r="r" b="b"/>
            <a:pathLst>
              <a:path h="3094354">
                <a:moveTo>
                  <a:pt x="0" y="3094213"/>
                </a:moveTo>
                <a:lnTo>
                  <a:pt x="0" y="0"/>
                </a:lnTo>
              </a:path>
            </a:pathLst>
          </a:custGeom>
          <a:ln w="90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810445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884423" y="3069156"/>
            <a:ext cx="0" cy="3094355"/>
          </a:xfrm>
          <a:custGeom>
            <a:avLst/>
            <a:gdLst/>
            <a:ahLst/>
            <a:cxnLst/>
            <a:rect l="l" t="t" r="r" b="b"/>
            <a:pathLst>
              <a:path h="3094354">
                <a:moveTo>
                  <a:pt x="0" y="3094213"/>
                </a:moveTo>
                <a:lnTo>
                  <a:pt x="0" y="0"/>
                </a:lnTo>
              </a:path>
            </a:pathLst>
          </a:custGeom>
          <a:ln w="90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884408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810445" y="61633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884408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884408" y="61180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884408" y="31054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835516" y="6184336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662372" y="6118006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62"/>
                </a:moveTo>
                <a:lnTo>
                  <a:pt x="0" y="0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662372" y="61180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662372" y="3069156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296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662372" y="31054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5568268" y="6184336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10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449406" y="6118006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62"/>
                </a:moveTo>
                <a:lnTo>
                  <a:pt x="0" y="0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449406" y="61180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449406" y="3069156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296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449406" y="31054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6355288" y="6184336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20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236409" y="6118006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62"/>
                </a:moveTo>
                <a:lnTo>
                  <a:pt x="0" y="0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236409" y="61180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236409" y="3069156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296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236409" y="31054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7142320" y="6184336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30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8023442" y="6118006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62"/>
                </a:moveTo>
                <a:lnTo>
                  <a:pt x="0" y="0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023442" y="61180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023442" y="3069156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296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023442" y="31054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7929340" y="6184336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40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8810476" y="61180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810476" y="310545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8716360" y="6184336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50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884408" y="5845782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5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920593" y="58457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765221" y="5845782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4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765221" y="58457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4754121" y="5748794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884408" y="5228756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5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920593" y="52287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765221" y="5228756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4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765221" y="52287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4754121" y="5131754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4884408" y="4611718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5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920593" y="46117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765221" y="4611718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4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765221" y="46117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4754121" y="4514725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4884408" y="3994690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5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920593" y="39946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765221" y="3994690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4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765251" y="39946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4754121" y="3897695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6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4884408" y="3377658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5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920593" y="33776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765251" y="3377658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23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765251" y="33776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810476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810476" y="61633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810476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884439" y="306915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884408" y="3377658"/>
            <a:ext cx="3926204" cy="2468245"/>
          </a:xfrm>
          <a:custGeom>
            <a:avLst/>
            <a:gdLst/>
            <a:ahLst/>
            <a:cxnLst/>
            <a:rect l="l" t="t" r="r" b="b"/>
            <a:pathLst>
              <a:path w="3926204" h="2468245">
                <a:moveTo>
                  <a:pt x="0" y="2468124"/>
                </a:moveTo>
                <a:lnTo>
                  <a:pt x="0" y="2468124"/>
                </a:lnTo>
                <a:lnTo>
                  <a:pt x="388966" y="2468124"/>
                </a:lnTo>
                <a:lnTo>
                  <a:pt x="470375" y="1978125"/>
                </a:lnTo>
                <a:lnTo>
                  <a:pt x="542745" y="1578874"/>
                </a:lnTo>
                <a:lnTo>
                  <a:pt x="624185" y="1261290"/>
                </a:lnTo>
                <a:lnTo>
                  <a:pt x="705594" y="1007211"/>
                </a:lnTo>
                <a:lnTo>
                  <a:pt x="777964" y="807591"/>
                </a:lnTo>
                <a:lnTo>
                  <a:pt x="859373" y="644249"/>
                </a:lnTo>
                <a:lnTo>
                  <a:pt x="940781" y="517224"/>
                </a:lnTo>
                <a:lnTo>
                  <a:pt x="1013152" y="408324"/>
                </a:lnTo>
                <a:lnTo>
                  <a:pt x="1094560" y="326665"/>
                </a:lnTo>
                <a:lnTo>
                  <a:pt x="1176000" y="263139"/>
                </a:lnTo>
                <a:lnTo>
                  <a:pt x="1248370" y="208710"/>
                </a:lnTo>
                <a:lnTo>
                  <a:pt x="1329779" y="163348"/>
                </a:lnTo>
                <a:lnTo>
                  <a:pt x="1411188" y="136118"/>
                </a:lnTo>
                <a:lnTo>
                  <a:pt x="1483558" y="108888"/>
                </a:lnTo>
                <a:lnTo>
                  <a:pt x="1564967" y="81658"/>
                </a:lnTo>
                <a:lnTo>
                  <a:pt x="1646406" y="63525"/>
                </a:lnTo>
                <a:lnTo>
                  <a:pt x="1718746" y="54428"/>
                </a:lnTo>
                <a:lnTo>
                  <a:pt x="1800185" y="45362"/>
                </a:lnTo>
                <a:lnTo>
                  <a:pt x="1881594" y="36296"/>
                </a:lnTo>
                <a:lnTo>
                  <a:pt x="1963003" y="27229"/>
                </a:lnTo>
                <a:lnTo>
                  <a:pt x="2035373" y="18163"/>
                </a:lnTo>
                <a:lnTo>
                  <a:pt x="2116812" y="18163"/>
                </a:lnTo>
                <a:lnTo>
                  <a:pt x="2198221" y="9066"/>
                </a:lnTo>
                <a:lnTo>
                  <a:pt x="2270591" y="9066"/>
                </a:lnTo>
                <a:lnTo>
                  <a:pt x="2352000" y="9066"/>
                </a:lnTo>
                <a:lnTo>
                  <a:pt x="2433409" y="0"/>
                </a:lnTo>
                <a:lnTo>
                  <a:pt x="2505779" y="0"/>
                </a:lnTo>
                <a:lnTo>
                  <a:pt x="2587188" y="0"/>
                </a:lnTo>
                <a:lnTo>
                  <a:pt x="3844627" y="0"/>
                </a:lnTo>
                <a:lnTo>
                  <a:pt x="3926036" y="0"/>
                </a:lnTo>
              </a:path>
            </a:pathLst>
          </a:custGeom>
          <a:ln w="18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884408" y="5537271"/>
            <a:ext cx="3926204" cy="308610"/>
          </a:xfrm>
          <a:custGeom>
            <a:avLst/>
            <a:gdLst/>
            <a:ahLst/>
            <a:cxnLst/>
            <a:rect l="l" t="t" r="r" b="b"/>
            <a:pathLst>
              <a:path w="3926204" h="308610">
                <a:moveTo>
                  <a:pt x="0" y="308511"/>
                </a:moveTo>
                <a:lnTo>
                  <a:pt x="72339" y="308511"/>
                </a:lnTo>
                <a:lnTo>
                  <a:pt x="153779" y="308511"/>
                </a:lnTo>
                <a:lnTo>
                  <a:pt x="235187" y="308511"/>
                </a:lnTo>
                <a:lnTo>
                  <a:pt x="307558" y="308511"/>
                </a:lnTo>
                <a:lnTo>
                  <a:pt x="388966" y="0"/>
                </a:lnTo>
                <a:lnTo>
                  <a:pt x="3844627" y="0"/>
                </a:lnTo>
                <a:lnTo>
                  <a:pt x="3926036" y="0"/>
                </a:lnTo>
              </a:path>
            </a:pathLst>
          </a:custGeom>
          <a:ln w="1814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 txBox="1"/>
          <p:nvPr/>
        </p:nvSpPr>
        <p:spPr>
          <a:xfrm>
            <a:off x="6454780" y="6374896"/>
            <a:ext cx="75628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40" dirty="0">
                <a:latin typeface="Times New Roman"/>
                <a:cs typeface="Times New Roman"/>
              </a:rPr>
              <a:t>s</a:t>
            </a:r>
            <a:r>
              <a:rPr sz="1350" spc="-35" dirty="0">
                <a:latin typeface="Times New Roman"/>
                <a:cs typeface="Times New Roman"/>
              </a:rPr>
              <a:t>a</a:t>
            </a:r>
            <a:r>
              <a:rPr sz="1350" spc="-60" dirty="0">
                <a:latin typeface="Times New Roman"/>
                <a:cs typeface="Times New Roman"/>
              </a:rPr>
              <a:t>m</a:t>
            </a:r>
            <a:r>
              <a:rPr sz="1350" spc="35" dirty="0">
                <a:latin typeface="Times New Roman"/>
                <a:cs typeface="Times New Roman"/>
              </a:rPr>
              <a:t>p</a:t>
            </a:r>
            <a:r>
              <a:rPr sz="1350" spc="-95" dirty="0">
                <a:latin typeface="Times New Roman"/>
                <a:cs typeface="Times New Roman"/>
              </a:rPr>
              <a:t>l</a:t>
            </a:r>
            <a:r>
              <a:rPr sz="1350" dirty="0">
                <a:latin typeface="Times New Roman"/>
                <a:cs typeface="Times New Roman"/>
              </a:rPr>
              <a:t>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spc="-40" dirty="0">
                <a:latin typeface="Times New Roman"/>
                <a:cs typeface="Times New Roman"/>
              </a:rPr>
              <a:t>n</a:t>
            </a: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dirty="0"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5776325" y="4061018"/>
            <a:ext cx="45783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spc="-40" dirty="0">
                <a:latin typeface="Times New Roman"/>
                <a:cs typeface="Times New Roman"/>
              </a:rPr>
              <a:t>u</a:t>
            </a:r>
            <a:r>
              <a:rPr sz="1350" spc="-20" dirty="0">
                <a:latin typeface="Times New Roman"/>
                <a:cs typeface="Times New Roman"/>
              </a:rPr>
              <a:t>t</a:t>
            </a:r>
            <a:r>
              <a:rPr sz="1350" spc="35" dirty="0">
                <a:latin typeface="Times New Roman"/>
                <a:cs typeface="Times New Roman"/>
              </a:rPr>
              <a:t>p</a:t>
            </a:r>
            <a:r>
              <a:rPr sz="1350" spc="-40" dirty="0">
                <a:latin typeface="Times New Roman"/>
                <a:cs typeface="Times New Roman"/>
              </a:rPr>
              <a:t>ut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445790" y="5240619"/>
            <a:ext cx="88328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40" dirty="0">
                <a:latin typeface="Times New Roman"/>
                <a:cs typeface="Times New Roman"/>
              </a:rPr>
              <a:t>c</a:t>
            </a: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spc="-40" dirty="0">
                <a:latin typeface="Times New Roman"/>
                <a:cs typeface="Times New Roman"/>
              </a:rPr>
              <a:t>n</a:t>
            </a:r>
            <a:r>
              <a:rPr sz="1350" spc="-20" dirty="0">
                <a:latin typeface="Times New Roman"/>
                <a:cs typeface="Times New Roman"/>
              </a:rPr>
              <a:t>t</a:t>
            </a:r>
            <a:r>
              <a:rPr sz="1350" spc="-25" dirty="0">
                <a:latin typeface="Times New Roman"/>
                <a:cs typeface="Times New Roman"/>
              </a:rPr>
              <a:t>r</a:t>
            </a: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-75" dirty="0">
                <a:latin typeface="Times New Roman"/>
                <a:cs typeface="Times New Roman"/>
              </a:rPr>
              <a:t> </a:t>
            </a:r>
            <a:r>
              <a:rPr sz="1350" spc="-95" dirty="0">
                <a:latin typeface="Times New Roman"/>
                <a:cs typeface="Times New Roman"/>
              </a:rPr>
              <a:t>i</a:t>
            </a:r>
            <a:r>
              <a:rPr sz="1350" spc="-40" dirty="0">
                <a:latin typeface="Times New Roman"/>
                <a:cs typeface="Times New Roman"/>
              </a:rPr>
              <a:t>n</a:t>
            </a:r>
            <a:r>
              <a:rPr sz="1350" spc="35" dirty="0">
                <a:latin typeface="Times New Roman"/>
                <a:cs typeface="Times New Roman"/>
              </a:rPr>
              <a:t>p</a:t>
            </a:r>
            <a:r>
              <a:rPr sz="1350" spc="-40" dirty="0">
                <a:latin typeface="Times New Roman"/>
                <a:cs typeface="Times New Roman"/>
              </a:rPr>
              <a:t>ut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5292089" y="533782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53404" y="0"/>
                </a:moveTo>
                <a:lnTo>
                  <a:pt x="15597" y="16381"/>
                </a:lnTo>
                <a:lnTo>
                  <a:pt x="0" y="54600"/>
                </a:lnTo>
                <a:lnTo>
                  <a:pt x="118" y="58227"/>
                </a:lnTo>
                <a:lnTo>
                  <a:pt x="17628" y="94378"/>
                </a:lnTo>
                <a:lnTo>
                  <a:pt x="57583" y="109123"/>
                </a:lnTo>
                <a:lnTo>
                  <a:pt x="71395" y="106559"/>
                </a:lnTo>
                <a:lnTo>
                  <a:pt x="102204" y="80676"/>
                </a:lnTo>
                <a:lnTo>
                  <a:pt x="109167" y="52417"/>
                </a:lnTo>
                <a:lnTo>
                  <a:pt x="106763" y="38410"/>
                </a:lnTo>
                <a:lnTo>
                  <a:pt x="81206" y="7104"/>
                </a:lnTo>
                <a:lnTo>
                  <a:pt x="534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292089" y="533782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0" y="54600"/>
                </a:moveTo>
                <a:lnTo>
                  <a:pt x="15597" y="16381"/>
                </a:lnTo>
                <a:lnTo>
                  <a:pt x="53404" y="0"/>
                </a:lnTo>
                <a:lnTo>
                  <a:pt x="68080" y="1853"/>
                </a:lnTo>
                <a:lnTo>
                  <a:pt x="101000" y="25866"/>
                </a:lnTo>
                <a:lnTo>
                  <a:pt x="109167" y="52417"/>
                </a:lnTo>
                <a:lnTo>
                  <a:pt x="107358" y="67370"/>
                </a:lnTo>
                <a:lnTo>
                  <a:pt x="83751" y="100686"/>
                </a:lnTo>
                <a:lnTo>
                  <a:pt x="57583" y="109123"/>
                </a:lnTo>
                <a:lnTo>
                  <a:pt x="42415" y="107356"/>
                </a:lnTo>
                <a:lnTo>
                  <a:pt x="8782" y="84091"/>
                </a:lnTo>
                <a:lnTo>
                  <a:pt x="0" y="5460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365760" y="4981390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39844" y="0"/>
                </a:moveTo>
                <a:lnTo>
                  <a:pt x="7420" y="24453"/>
                </a:lnTo>
                <a:lnTo>
                  <a:pt x="0" y="51619"/>
                </a:lnTo>
                <a:lnTo>
                  <a:pt x="300" y="57301"/>
                </a:lnTo>
                <a:lnTo>
                  <a:pt x="18725" y="91092"/>
                </a:lnTo>
                <a:lnTo>
                  <a:pt x="61131" y="104386"/>
                </a:lnTo>
                <a:lnTo>
                  <a:pt x="73434" y="100892"/>
                </a:lnTo>
                <a:lnTo>
                  <a:pt x="100248" y="72889"/>
                </a:lnTo>
                <a:lnTo>
                  <a:pt x="105655" y="41284"/>
                </a:lnTo>
                <a:lnTo>
                  <a:pt x="101673" y="29616"/>
                </a:lnTo>
                <a:lnTo>
                  <a:pt x="72591" y="4587"/>
                </a:lnTo>
                <a:lnTo>
                  <a:pt x="3984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365760" y="4981390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0" y="51619"/>
                </a:moveTo>
                <a:lnTo>
                  <a:pt x="15912" y="13606"/>
                </a:lnTo>
                <a:lnTo>
                  <a:pt x="39844" y="0"/>
                </a:lnTo>
                <a:lnTo>
                  <a:pt x="57492" y="831"/>
                </a:lnTo>
                <a:lnTo>
                  <a:pt x="94773" y="19358"/>
                </a:lnTo>
                <a:lnTo>
                  <a:pt x="105655" y="41284"/>
                </a:lnTo>
                <a:lnTo>
                  <a:pt x="104469" y="58269"/>
                </a:lnTo>
                <a:lnTo>
                  <a:pt x="84324" y="94367"/>
                </a:lnTo>
                <a:lnTo>
                  <a:pt x="61131" y="104386"/>
                </a:lnTo>
                <a:lnTo>
                  <a:pt x="44727" y="102945"/>
                </a:lnTo>
                <a:lnTo>
                  <a:pt x="9603" y="81535"/>
                </a:lnTo>
                <a:lnTo>
                  <a:pt x="0" y="516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436869" y="469012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53404" y="0"/>
                </a:moveTo>
                <a:lnTo>
                  <a:pt x="15597" y="16381"/>
                </a:lnTo>
                <a:lnTo>
                  <a:pt x="0" y="54600"/>
                </a:lnTo>
                <a:lnTo>
                  <a:pt x="118" y="58227"/>
                </a:lnTo>
                <a:lnTo>
                  <a:pt x="17628" y="94378"/>
                </a:lnTo>
                <a:lnTo>
                  <a:pt x="57583" y="109123"/>
                </a:lnTo>
                <a:lnTo>
                  <a:pt x="71395" y="106559"/>
                </a:lnTo>
                <a:lnTo>
                  <a:pt x="102204" y="80676"/>
                </a:lnTo>
                <a:lnTo>
                  <a:pt x="109167" y="52417"/>
                </a:lnTo>
                <a:lnTo>
                  <a:pt x="106763" y="38410"/>
                </a:lnTo>
                <a:lnTo>
                  <a:pt x="81206" y="7104"/>
                </a:lnTo>
                <a:lnTo>
                  <a:pt x="534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436869" y="469012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0" y="54600"/>
                </a:moveTo>
                <a:lnTo>
                  <a:pt x="15597" y="16381"/>
                </a:lnTo>
                <a:lnTo>
                  <a:pt x="53404" y="0"/>
                </a:lnTo>
                <a:lnTo>
                  <a:pt x="68080" y="1853"/>
                </a:lnTo>
                <a:lnTo>
                  <a:pt x="101000" y="25866"/>
                </a:lnTo>
                <a:lnTo>
                  <a:pt x="109167" y="52417"/>
                </a:lnTo>
                <a:lnTo>
                  <a:pt x="107358" y="67370"/>
                </a:lnTo>
                <a:lnTo>
                  <a:pt x="83751" y="100686"/>
                </a:lnTo>
                <a:lnTo>
                  <a:pt x="57583" y="109123"/>
                </a:lnTo>
                <a:lnTo>
                  <a:pt x="42415" y="107356"/>
                </a:lnTo>
                <a:lnTo>
                  <a:pt x="8782" y="84091"/>
                </a:lnTo>
                <a:lnTo>
                  <a:pt x="0" y="5460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546079" y="4369254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39854" y="0"/>
                </a:moveTo>
                <a:lnTo>
                  <a:pt x="7427" y="24453"/>
                </a:lnTo>
                <a:lnTo>
                  <a:pt x="0" y="51619"/>
                </a:lnTo>
                <a:lnTo>
                  <a:pt x="301" y="57299"/>
                </a:lnTo>
                <a:lnTo>
                  <a:pt x="18738" y="91087"/>
                </a:lnTo>
                <a:lnTo>
                  <a:pt x="61131" y="104387"/>
                </a:lnTo>
                <a:lnTo>
                  <a:pt x="73442" y="100892"/>
                </a:lnTo>
                <a:lnTo>
                  <a:pt x="100253" y="72888"/>
                </a:lnTo>
                <a:lnTo>
                  <a:pt x="105657" y="41291"/>
                </a:lnTo>
                <a:lnTo>
                  <a:pt x="101680" y="29621"/>
                </a:lnTo>
                <a:lnTo>
                  <a:pt x="72611" y="4588"/>
                </a:lnTo>
                <a:lnTo>
                  <a:pt x="3985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546079" y="4369254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5" h="104775">
                <a:moveTo>
                  <a:pt x="0" y="51619"/>
                </a:moveTo>
                <a:lnTo>
                  <a:pt x="15923" y="13606"/>
                </a:lnTo>
                <a:lnTo>
                  <a:pt x="39854" y="0"/>
                </a:lnTo>
                <a:lnTo>
                  <a:pt x="57510" y="831"/>
                </a:lnTo>
                <a:lnTo>
                  <a:pt x="94786" y="19361"/>
                </a:lnTo>
                <a:lnTo>
                  <a:pt x="105657" y="41291"/>
                </a:lnTo>
                <a:lnTo>
                  <a:pt x="104472" y="58271"/>
                </a:lnTo>
                <a:lnTo>
                  <a:pt x="84335" y="94366"/>
                </a:lnTo>
                <a:lnTo>
                  <a:pt x="61131" y="104387"/>
                </a:lnTo>
                <a:lnTo>
                  <a:pt x="44738" y="102945"/>
                </a:lnTo>
                <a:lnTo>
                  <a:pt x="9611" y="81530"/>
                </a:lnTo>
                <a:lnTo>
                  <a:pt x="0" y="516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40042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he</a:t>
            </a:r>
            <a:r>
              <a:rPr sz="3400" spc="-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4479" y="1988820"/>
            <a:ext cx="5633709" cy="42138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12185" y="3079760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80">
                <a:moveTo>
                  <a:pt x="54447" y="0"/>
                </a:moveTo>
                <a:lnTo>
                  <a:pt x="15942" y="15670"/>
                </a:lnTo>
                <a:lnTo>
                  <a:pt x="0" y="53339"/>
                </a:lnTo>
                <a:lnTo>
                  <a:pt x="2" y="53844"/>
                </a:lnTo>
                <a:lnTo>
                  <a:pt x="16219" y="91216"/>
                </a:lnTo>
                <a:lnTo>
                  <a:pt x="55028" y="106678"/>
                </a:lnTo>
                <a:lnTo>
                  <a:pt x="69449" y="104685"/>
                </a:lnTo>
                <a:lnTo>
                  <a:pt x="101835" y="80056"/>
                </a:lnTo>
                <a:lnTo>
                  <a:pt x="109227" y="53039"/>
                </a:lnTo>
                <a:lnTo>
                  <a:pt x="107210" y="38924"/>
                </a:lnTo>
                <a:lnTo>
                  <a:pt x="82045" y="7231"/>
                </a:lnTo>
                <a:lnTo>
                  <a:pt x="5444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2185" y="3079760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80">
                <a:moveTo>
                  <a:pt x="0" y="53339"/>
                </a:moveTo>
                <a:lnTo>
                  <a:pt x="15942" y="15670"/>
                </a:lnTo>
                <a:lnTo>
                  <a:pt x="54447" y="0"/>
                </a:lnTo>
                <a:lnTo>
                  <a:pt x="68988" y="1891"/>
                </a:lnTo>
                <a:lnTo>
                  <a:pt x="101668" y="26250"/>
                </a:lnTo>
                <a:lnTo>
                  <a:pt x="109227" y="53039"/>
                </a:lnTo>
                <a:lnTo>
                  <a:pt x="107294" y="67278"/>
                </a:lnTo>
                <a:lnTo>
                  <a:pt x="82399" y="99254"/>
                </a:lnTo>
                <a:lnTo>
                  <a:pt x="55028" y="106678"/>
                </a:lnTo>
                <a:lnTo>
                  <a:pt x="40416" y="104793"/>
                </a:lnTo>
                <a:lnTo>
                  <a:pt x="7636" y="80525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9533" y="3081479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4" h="104775">
                <a:moveTo>
                  <a:pt x="39846" y="0"/>
                </a:moveTo>
                <a:lnTo>
                  <a:pt x="7421" y="24451"/>
                </a:lnTo>
                <a:lnTo>
                  <a:pt x="0" y="51620"/>
                </a:lnTo>
                <a:lnTo>
                  <a:pt x="301" y="57299"/>
                </a:lnTo>
                <a:lnTo>
                  <a:pt x="18729" y="91084"/>
                </a:lnTo>
                <a:lnTo>
                  <a:pt x="61133" y="104386"/>
                </a:lnTo>
                <a:lnTo>
                  <a:pt x="73438" y="100889"/>
                </a:lnTo>
                <a:lnTo>
                  <a:pt x="100250" y="72879"/>
                </a:lnTo>
                <a:lnTo>
                  <a:pt x="105656" y="41284"/>
                </a:lnTo>
                <a:lnTo>
                  <a:pt x="101675" y="29615"/>
                </a:lnTo>
                <a:lnTo>
                  <a:pt x="72598" y="4586"/>
                </a:lnTo>
                <a:lnTo>
                  <a:pt x="3984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9533" y="3081479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4" h="104775">
                <a:moveTo>
                  <a:pt x="0" y="51620"/>
                </a:moveTo>
                <a:lnTo>
                  <a:pt x="15914" y="13604"/>
                </a:lnTo>
                <a:lnTo>
                  <a:pt x="39846" y="0"/>
                </a:lnTo>
                <a:lnTo>
                  <a:pt x="57498" y="831"/>
                </a:lnTo>
                <a:lnTo>
                  <a:pt x="94778" y="19356"/>
                </a:lnTo>
                <a:lnTo>
                  <a:pt x="105656" y="41284"/>
                </a:lnTo>
                <a:lnTo>
                  <a:pt x="104470" y="58262"/>
                </a:lnTo>
                <a:lnTo>
                  <a:pt x="84330" y="94360"/>
                </a:lnTo>
                <a:lnTo>
                  <a:pt x="61133" y="104386"/>
                </a:lnTo>
                <a:lnTo>
                  <a:pt x="44731" y="102944"/>
                </a:lnTo>
                <a:lnTo>
                  <a:pt x="9605" y="81526"/>
                </a:lnTo>
                <a:lnTo>
                  <a:pt x="0" y="5162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44929" y="292228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19" h="109219">
                <a:moveTo>
                  <a:pt x="53398" y="0"/>
                </a:moveTo>
                <a:lnTo>
                  <a:pt x="15596" y="16382"/>
                </a:lnTo>
                <a:lnTo>
                  <a:pt x="0" y="54606"/>
                </a:lnTo>
                <a:lnTo>
                  <a:pt x="118" y="58229"/>
                </a:lnTo>
                <a:lnTo>
                  <a:pt x="17628" y="94372"/>
                </a:lnTo>
                <a:lnTo>
                  <a:pt x="57590" y="109116"/>
                </a:lnTo>
                <a:lnTo>
                  <a:pt x="71405" y="106550"/>
                </a:lnTo>
                <a:lnTo>
                  <a:pt x="102212" y="80665"/>
                </a:lnTo>
                <a:lnTo>
                  <a:pt x="109172" y="52409"/>
                </a:lnTo>
                <a:lnTo>
                  <a:pt x="106766" y="38402"/>
                </a:lnTo>
                <a:lnTo>
                  <a:pt x="81206" y="7102"/>
                </a:lnTo>
                <a:lnTo>
                  <a:pt x="5339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44929" y="292228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19" h="109219">
                <a:moveTo>
                  <a:pt x="0" y="54606"/>
                </a:moveTo>
                <a:lnTo>
                  <a:pt x="15596" y="16382"/>
                </a:lnTo>
                <a:lnTo>
                  <a:pt x="53398" y="0"/>
                </a:lnTo>
                <a:lnTo>
                  <a:pt x="68078" y="1852"/>
                </a:lnTo>
                <a:lnTo>
                  <a:pt x="101002" y="25860"/>
                </a:lnTo>
                <a:lnTo>
                  <a:pt x="109172" y="52409"/>
                </a:lnTo>
                <a:lnTo>
                  <a:pt x="107364" y="67360"/>
                </a:lnTo>
                <a:lnTo>
                  <a:pt x="83761" y="100676"/>
                </a:lnTo>
                <a:lnTo>
                  <a:pt x="57590" y="109116"/>
                </a:lnTo>
                <a:lnTo>
                  <a:pt x="42418" y="107350"/>
                </a:lnTo>
                <a:lnTo>
                  <a:pt x="8781" y="84086"/>
                </a:lnTo>
                <a:lnTo>
                  <a:pt x="0" y="5460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96094" y="2007304"/>
            <a:ext cx="2943225" cy="3967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sim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marR="394970" indent="-228600">
              <a:lnSpc>
                <a:spcPts val="2800"/>
              </a:lnSpc>
              <a:spcBef>
                <a:spcPts val="105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Be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hand!</a:t>
            </a:r>
            <a:endParaRPr sz="2600">
              <a:latin typeface="Calibri"/>
              <a:cs typeface="Calibri"/>
            </a:endParaRPr>
          </a:p>
          <a:p>
            <a:pPr marL="241300" marR="863600" indent="-228600">
              <a:lnSpc>
                <a:spcPts val="2800"/>
              </a:lnSpc>
              <a:spcBef>
                <a:spcPts val="102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-2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i="1" spc="5" dirty="0">
                <a:latin typeface="Calibri"/>
                <a:cs typeface="Calibri"/>
              </a:rPr>
              <a:t>f</a:t>
            </a:r>
            <a:r>
              <a:rPr sz="2600" i="1" dirty="0">
                <a:latin typeface="Calibri"/>
                <a:cs typeface="Calibri"/>
              </a:rPr>
              <a:t>il</a:t>
            </a:r>
            <a:r>
              <a:rPr sz="2600" i="1" spc="-25" dirty="0">
                <a:latin typeface="Calibri"/>
                <a:cs typeface="Calibri"/>
              </a:rPr>
              <a:t>t</a:t>
            </a:r>
            <a:r>
              <a:rPr sz="2600" i="1" spc="-20" dirty="0">
                <a:latin typeface="Calibri"/>
                <a:cs typeface="Calibri"/>
              </a:rPr>
              <a:t>e</a:t>
            </a:r>
            <a:r>
              <a:rPr sz="2600" i="1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marR="652780" indent="-228600">
              <a:lnSpc>
                <a:spcPts val="2820"/>
              </a:lnSpc>
              <a:spcBef>
                <a:spcPts val="9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M</a:t>
            </a:r>
            <a:r>
              <a:rPr sz="2600" spc="-3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NK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i="1" spc="5" dirty="0">
                <a:latin typeface="Calibri"/>
                <a:cs typeface="Calibri"/>
              </a:rPr>
              <a:t>f</a:t>
            </a:r>
            <a:r>
              <a:rPr sz="2600" i="1" dirty="0">
                <a:latin typeface="Calibri"/>
                <a:cs typeface="Calibri"/>
              </a:rPr>
              <a:t>il</a:t>
            </a:r>
            <a:r>
              <a:rPr sz="2600" i="1" spc="-25" dirty="0">
                <a:latin typeface="Calibri"/>
                <a:cs typeface="Calibri"/>
              </a:rPr>
              <a:t>t</a:t>
            </a:r>
            <a:r>
              <a:rPr sz="2600" i="1" spc="-20" dirty="0">
                <a:latin typeface="Calibri"/>
                <a:cs typeface="Calibri"/>
              </a:rPr>
              <a:t>e</a:t>
            </a:r>
            <a:r>
              <a:rPr sz="2600" i="1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75409" y="271654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19" h="109219">
                <a:moveTo>
                  <a:pt x="53398" y="0"/>
                </a:moveTo>
                <a:lnTo>
                  <a:pt x="15596" y="16382"/>
                </a:lnTo>
                <a:lnTo>
                  <a:pt x="0" y="54606"/>
                </a:lnTo>
                <a:lnTo>
                  <a:pt x="118" y="58229"/>
                </a:lnTo>
                <a:lnTo>
                  <a:pt x="17628" y="94372"/>
                </a:lnTo>
                <a:lnTo>
                  <a:pt x="57590" y="109116"/>
                </a:lnTo>
                <a:lnTo>
                  <a:pt x="71405" y="106550"/>
                </a:lnTo>
                <a:lnTo>
                  <a:pt x="102212" y="80665"/>
                </a:lnTo>
                <a:lnTo>
                  <a:pt x="109172" y="52409"/>
                </a:lnTo>
                <a:lnTo>
                  <a:pt x="106766" y="38402"/>
                </a:lnTo>
                <a:lnTo>
                  <a:pt x="81206" y="7102"/>
                </a:lnTo>
                <a:lnTo>
                  <a:pt x="5339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75409" y="2716543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19" h="109219">
                <a:moveTo>
                  <a:pt x="0" y="54606"/>
                </a:moveTo>
                <a:lnTo>
                  <a:pt x="15596" y="16382"/>
                </a:lnTo>
                <a:lnTo>
                  <a:pt x="53398" y="0"/>
                </a:lnTo>
                <a:lnTo>
                  <a:pt x="68078" y="1852"/>
                </a:lnTo>
                <a:lnTo>
                  <a:pt x="101002" y="25860"/>
                </a:lnTo>
                <a:lnTo>
                  <a:pt x="109172" y="52409"/>
                </a:lnTo>
                <a:lnTo>
                  <a:pt x="107364" y="67360"/>
                </a:lnTo>
                <a:lnTo>
                  <a:pt x="83761" y="100676"/>
                </a:lnTo>
                <a:lnTo>
                  <a:pt x="57590" y="109116"/>
                </a:lnTo>
                <a:lnTo>
                  <a:pt x="42418" y="107350"/>
                </a:lnTo>
                <a:lnTo>
                  <a:pt x="8781" y="84086"/>
                </a:lnTo>
                <a:lnTo>
                  <a:pt x="0" y="5460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05889" y="251588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80" h="109219">
                <a:moveTo>
                  <a:pt x="53197" y="0"/>
                </a:moveTo>
                <a:lnTo>
                  <a:pt x="15572" y="16038"/>
                </a:lnTo>
                <a:lnTo>
                  <a:pt x="0" y="54589"/>
                </a:lnTo>
                <a:lnTo>
                  <a:pt x="2" y="55079"/>
                </a:lnTo>
                <a:lnTo>
                  <a:pt x="15825" y="93375"/>
                </a:lnTo>
                <a:lnTo>
                  <a:pt x="53725" y="109208"/>
                </a:lnTo>
                <a:lnTo>
                  <a:pt x="67818" y="107173"/>
                </a:lnTo>
                <a:lnTo>
                  <a:pt x="99459" y="81977"/>
                </a:lnTo>
                <a:lnTo>
                  <a:pt x="106679" y="54326"/>
                </a:lnTo>
                <a:lnTo>
                  <a:pt x="104719" y="39877"/>
                </a:lnTo>
                <a:lnTo>
                  <a:pt x="80154" y="7412"/>
                </a:lnTo>
                <a:lnTo>
                  <a:pt x="5319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05889" y="2515880"/>
            <a:ext cx="106680" cy="109220"/>
          </a:xfrm>
          <a:custGeom>
            <a:avLst/>
            <a:gdLst/>
            <a:ahLst/>
            <a:cxnLst/>
            <a:rect l="l" t="t" r="r" b="b"/>
            <a:pathLst>
              <a:path w="106680" h="109219">
                <a:moveTo>
                  <a:pt x="0" y="54589"/>
                </a:moveTo>
                <a:lnTo>
                  <a:pt x="15572" y="16038"/>
                </a:lnTo>
                <a:lnTo>
                  <a:pt x="53197" y="0"/>
                </a:lnTo>
                <a:lnTo>
                  <a:pt x="67401" y="1939"/>
                </a:lnTo>
                <a:lnTo>
                  <a:pt x="99313" y="26897"/>
                </a:lnTo>
                <a:lnTo>
                  <a:pt x="106679" y="54326"/>
                </a:lnTo>
                <a:lnTo>
                  <a:pt x="104791" y="68899"/>
                </a:lnTo>
                <a:lnTo>
                  <a:pt x="80472" y="101620"/>
                </a:lnTo>
                <a:lnTo>
                  <a:pt x="53725" y="109208"/>
                </a:lnTo>
                <a:lnTo>
                  <a:pt x="39454" y="107279"/>
                </a:lnTo>
                <a:lnTo>
                  <a:pt x="7446" y="82424"/>
                </a:lnTo>
                <a:lnTo>
                  <a:pt x="0" y="5458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67133" y="3079760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80">
                <a:moveTo>
                  <a:pt x="54445" y="0"/>
                </a:moveTo>
                <a:lnTo>
                  <a:pt x="15941" y="15666"/>
                </a:lnTo>
                <a:lnTo>
                  <a:pt x="0" y="53339"/>
                </a:lnTo>
                <a:lnTo>
                  <a:pt x="2" y="53828"/>
                </a:lnTo>
                <a:lnTo>
                  <a:pt x="16208" y="91211"/>
                </a:lnTo>
                <a:lnTo>
                  <a:pt x="55009" y="106678"/>
                </a:lnTo>
                <a:lnTo>
                  <a:pt x="69434" y="104687"/>
                </a:lnTo>
                <a:lnTo>
                  <a:pt x="101824" y="80060"/>
                </a:lnTo>
                <a:lnTo>
                  <a:pt x="109215" y="53048"/>
                </a:lnTo>
                <a:lnTo>
                  <a:pt x="107201" y="38931"/>
                </a:lnTo>
                <a:lnTo>
                  <a:pt x="82043" y="7233"/>
                </a:lnTo>
                <a:lnTo>
                  <a:pt x="5444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67133" y="3079760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80">
                <a:moveTo>
                  <a:pt x="0" y="53339"/>
                </a:moveTo>
                <a:lnTo>
                  <a:pt x="15941" y="15666"/>
                </a:lnTo>
                <a:lnTo>
                  <a:pt x="54445" y="0"/>
                </a:lnTo>
                <a:lnTo>
                  <a:pt x="68986" y="1891"/>
                </a:lnTo>
                <a:lnTo>
                  <a:pt x="101661" y="26255"/>
                </a:lnTo>
                <a:lnTo>
                  <a:pt x="109215" y="53048"/>
                </a:lnTo>
                <a:lnTo>
                  <a:pt x="107282" y="67284"/>
                </a:lnTo>
                <a:lnTo>
                  <a:pt x="82387" y="99257"/>
                </a:lnTo>
                <a:lnTo>
                  <a:pt x="55009" y="106678"/>
                </a:lnTo>
                <a:lnTo>
                  <a:pt x="40399" y="104793"/>
                </a:lnTo>
                <a:lnTo>
                  <a:pt x="7628" y="80516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66465" y="5365754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54447" y="0"/>
                </a:moveTo>
                <a:lnTo>
                  <a:pt x="15942" y="15672"/>
                </a:lnTo>
                <a:lnTo>
                  <a:pt x="0" y="53339"/>
                </a:lnTo>
                <a:lnTo>
                  <a:pt x="2" y="53844"/>
                </a:lnTo>
                <a:lnTo>
                  <a:pt x="16219" y="91220"/>
                </a:lnTo>
                <a:lnTo>
                  <a:pt x="55028" y="106678"/>
                </a:lnTo>
                <a:lnTo>
                  <a:pt x="69449" y="104686"/>
                </a:lnTo>
                <a:lnTo>
                  <a:pt x="101835" y="80061"/>
                </a:lnTo>
                <a:lnTo>
                  <a:pt x="109227" y="53039"/>
                </a:lnTo>
                <a:lnTo>
                  <a:pt x="107210" y="38926"/>
                </a:lnTo>
                <a:lnTo>
                  <a:pt x="82045" y="7233"/>
                </a:lnTo>
                <a:lnTo>
                  <a:pt x="5444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6465" y="5365754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0" y="53339"/>
                </a:moveTo>
                <a:lnTo>
                  <a:pt x="15942" y="15672"/>
                </a:lnTo>
                <a:lnTo>
                  <a:pt x="54447" y="0"/>
                </a:lnTo>
                <a:lnTo>
                  <a:pt x="68988" y="1891"/>
                </a:lnTo>
                <a:lnTo>
                  <a:pt x="101668" y="26253"/>
                </a:lnTo>
                <a:lnTo>
                  <a:pt x="109227" y="53039"/>
                </a:lnTo>
                <a:lnTo>
                  <a:pt x="107294" y="67282"/>
                </a:lnTo>
                <a:lnTo>
                  <a:pt x="82399" y="99257"/>
                </a:lnTo>
                <a:lnTo>
                  <a:pt x="55028" y="106678"/>
                </a:lnTo>
                <a:lnTo>
                  <a:pt x="40416" y="104794"/>
                </a:lnTo>
                <a:lnTo>
                  <a:pt x="7636" y="80530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73814" y="5367474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4" h="104775">
                <a:moveTo>
                  <a:pt x="39846" y="0"/>
                </a:moveTo>
                <a:lnTo>
                  <a:pt x="7421" y="24453"/>
                </a:lnTo>
                <a:lnTo>
                  <a:pt x="0" y="51619"/>
                </a:lnTo>
                <a:lnTo>
                  <a:pt x="300" y="57300"/>
                </a:lnTo>
                <a:lnTo>
                  <a:pt x="18728" y="91088"/>
                </a:lnTo>
                <a:lnTo>
                  <a:pt x="61132" y="104386"/>
                </a:lnTo>
                <a:lnTo>
                  <a:pt x="73438" y="100891"/>
                </a:lnTo>
                <a:lnTo>
                  <a:pt x="100250" y="72885"/>
                </a:lnTo>
                <a:lnTo>
                  <a:pt x="105656" y="41285"/>
                </a:lnTo>
                <a:lnTo>
                  <a:pt x="101675" y="29617"/>
                </a:lnTo>
                <a:lnTo>
                  <a:pt x="72598" y="4587"/>
                </a:lnTo>
                <a:lnTo>
                  <a:pt x="3984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73814" y="5367474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4" h="104775">
                <a:moveTo>
                  <a:pt x="0" y="51619"/>
                </a:moveTo>
                <a:lnTo>
                  <a:pt x="15914" y="13606"/>
                </a:lnTo>
                <a:lnTo>
                  <a:pt x="39846" y="0"/>
                </a:lnTo>
                <a:lnTo>
                  <a:pt x="57498" y="831"/>
                </a:lnTo>
                <a:lnTo>
                  <a:pt x="94778" y="19358"/>
                </a:lnTo>
                <a:lnTo>
                  <a:pt x="105656" y="41285"/>
                </a:lnTo>
                <a:lnTo>
                  <a:pt x="104470" y="58267"/>
                </a:lnTo>
                <a:lnTo>
                  <a:pt x="84329" y="94364"/>
                </a:lnTo>
                <a:lnTo>
                  <a:pt x="61132" y="104386"/>
                </a:lnTo>
                <a:lnTo>
                  <a:pt x="44730" y="102944"/>
                </a:lnTo>
                <a:lnTo>
                  <a:pt x="9605" y="81530"/>
                </a:lnTo>
                <a:lnTo>
                  <a:pt x="0" y="516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83969" y="5114294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54447" y="0"/>
                </a:moveTo>
                <a:lnTo>
                  <a:pt x="15939" y="15672"/>
                </a:lnTo>
                <a:lnTo>
                  <a:pt x="0" y="53339"/>
                </a:lnTo>
                <a:lnTo>
                  <a:pt x="2" y="53829"/>
                </a:lnTo>
                <a:lnTo>
                  <a:pt x="16208" y="91215"/>
                </a:lnTo>
                <a:lnTo>
                  <a:pt x="55009" y="106678"/>
                </a:lnTo>
                <a:lnTo>
                  <a:pt x="69434" y="104690"/>
                </a:lnTo>
                <a:lnTo>
                  <a:pt x="101823" y="80069"/>
                </a:lnTo>
                <a:lnTo>
                  <a:pt x="109215" y="53049"/>
                </a:lnTo>
                <a:lnTo>
                  <a:pt x="107201" y="38934"/>
                </a:lnTo>
                <a:lnTo>
                  <a:pt x="82045" y="7234"/>
                </a:lnTo>
                <a:lnTo>
                  <a:pt x="5444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83969" y="5114294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0" y="53339"/>
                </a:moveTo>
                <a:lnTo>
                  <a:pt x="15939" y="15672"/>
                </a:lnTo>
                <a:lnTo>
                  <a:pt x="54447" y="0"/>
                </a:lnTo>
                <a:lnTo>
                  <a:pt x="68988" y="1892"/>
                </a:lnTo>
                <a:lnTo>
                  <a:pt x="101662" y="26258"/>
                </a:lnTo>
                <a:lnTo>
                  <a:pt x="109215" y="53049"/>
                </a:lnTo>
                <a:lnTo>
                  <a:pt x="107281" y="67291"/>
                </a:lnTo>
                <a:lnTo>
                  <a:pt x="82386" y="99263"/>
                </a:lnTo>
                <a:lnTo>
                  <a:pt x="55009" y="106678"/>
                </a:lnTo>
                <a:lnTo>
                  <a:pt x="40399" y="104794"/>
                </a:lnTo>
                <a:lnTo>
                  <a:pt x="7628" y="80522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91589" y="4845046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54447" y="0"/>
                </a:moveTo>
                <a:lnTo>
                  <a:pt x="15939" y="15677"/>
                </a:lnTo>
                <a:lnTo>
                  <a:pt x="0" y="53339"/>
                </a:lnTo>
                <a:lnTo>
                  <a:pt x="2" y="53829"/>
                </a:lnTo>
                <a:lnTo>
                  <a:pt x="16208" y="91220"/>
                </a:lnTo>
                <a:lnTo>
                  <a:pt x="55009" y="106678"/>
                </a:lnTo>
                <a:lnTo>
                  <a:pt x="69433" y="104691"/>
                </a:lnTo>
                <a:lnTo>
                  <a:pt x="101823" y="80075"/>
                </a:lnTo>
                <a:lnTo>
                  <a:pt x="109215" y="53049"/>
                </a:lnTo>
                <a:lnTo>
                  <a:pt x="107201" y="38938"/>
                </a:lnTo>
                <a:lnTo>
                  <a:pt x="82045" y="7237"/>
                </a:lnTo>
                <a:lnTo>
                  <a:pt x="5444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91589" y="4845046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0" y="53339"/>
                </a:moveTo>
                <a:lnTo>
                  <a:pt x="15939" y="15677"/>
                </a:lnTo>
                <a:lnTo>
                  <a:pt x="54447" y="0"/>
                </a:lnTo>
                <a:lnTo>
                  <a:pt x="68988" y="1893"/>
                </a:lnTo>
                <a:lnTo>
                  <a:pt x="101662" y="26263"/>
                </a:lnTo>
                <a:lnTo>
                  <a:pt x="109215" y="53049"/>
                </a:lnTo>
                <a:lnTo>
                  <a:pt x="107281" y="67295"/>
                </a:lnTo>
                <a:lnTo>
                  <a:pt x="82386" y="99266"/>
                </a:lnTo>
                <a:lnTo>
                  <a:pt x="55009" y="106678"/>
                </a:lnTo>
                <a:lnTo>
                  <a:pt x="40399" y="104794"/>
                </a:lnTo>
                <a:lnTo>
                  <a:pt x="7628" y="80527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99209" y="4572446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4" h="104775">
                <a:moveTo>
                  <a:pt x="39846" y="0"/>
                </a:moveTo>
                <a:lnTo>
                  <a:pt x="7421" y="24458"/>
                </a:lnTo>
                <a:lnTo>
                  <a:pt x="0" y="51619"/>
                </a:lnTo>
                <a:lnTo>
                  <a:pt x="300" y="57301"/>
                </a:lnTo>
                <a:lnTo>
                  <a:pt x="18728" y="91091"/>
                </a:lnTo>
                <a:lnTo>
                  <a:pt x="61133" y="104386"/>
                </a:lnTo>
                <a:lnTo>
                  <a:pt x="73441" y="100892"/>
                </a:lnTo>
                <a:lnTo>
                  <a:pt x="100252" y="72891"/>
                </a:lnTo>
                <a:lnTo>
                  <a:pt x="105656" y="41288"/>
                </a:lnTo>
                <a:lnTo>
                  <a:pt x="101677" y="29621"/>
                </a:lnTo>
                <a:lnTo>
                  <a:pt x="72603" y="4589"/>
                </a:lnTo>
                <a:lnTo>
                  <a:pt x="3984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99209" y="4572446"/>
            <a:ext cx="106045" cy="104775"/>
          </a:xfrm>
          <a:custGeom>
            <a:avLst/>
            <a:gdLst/>
            <a:ahLst/>
            <a:cxnLst/>
            <a:rect l="l" t="t" r="r" b="b"/>
            <a:pathLst>
              <a:path w="106044" h="104775">
                <a:moveTo>
                  <a:pt x="0" y="51619"/>
                </a:moveTo>
                <a:lnTo>
                  <a:pt x="15914" y="13610"/>
                </a:lnTo>
                <a:lnTo>
                  <a:pt x="39846" y="0"/>
                </a:lnTo>
                <a:lnTo>
                  <a:pt x="57502" y="831"/>
                </a:lnTo>
                <a:lnTo>
                  <a:pt x="94781" y="19363"/>
                </a:lnTo>
                <a:lnTo>
                  <a:pt x="105656" y="41288"/>
                </a:lnTo>
                <a:lnTo>
                  <a:pt x="104471" y="58272"/>
                </a:lnTo>
                <a:lnTo>
                  <a:pt x="84333" y="94368"/>
                </a:lnTo>
                <a:lnTo>
                  <a:pt x="61133" y="104386"/>
                </a:lnTo>
                <a:lnTo>
                  <a:pt x="44730" y="102945"/>
                </a:lnTo>
                <a:lnTo>
                  <a:pt x="9605" y="81535"/>
                </a:lnTo>
                <a:lnTo>
                  <a:pt x="0" y="516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21414" y="5365754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54445" y="0"/>
                </a:moveTo>
                <a:lnTo>
                  <a:pt x="15941" y="15669"/>
                </a:lnTo>
                <a:lnTo>
                  <a:pt x="0" y="53339"/>
                </a:lnTo>
                <a:lnTo>
                  <a:pt x="2" y="53828"/>
                </a:lnTo>
                <a:lnTo>
                  <a:pt x="16208" y="91215"/>
                </a:lnTo>
                <a:lnTo>
                  <a:pt x="55009" y="106678"/>
                </a:lnTo>
                <a:lnTo>
                  <a:pt x="69434" y="104687"/>
                </a:lnTo>
                <a:lnTo>
                  <a:pt x="101824" y="80066"/>
                </a:lnTo>
                <a:lnTo>
                  <a:pt x="109215" y="53048"/>
                </a:lnTo>
                <a:lnTo>
                  <a:pt x="107201" y="38933"/>
                </a:lnTo>
                <a:lnTo>
                  <a:pt x="82043" y="7234"/>
                </a:lnTo>
                <a:lnTo>
                  <a:pt x="5444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21414" y="5365754"/>
            <a:ext cx="109220" cy="106680"/>
          </a:xfrm>
          <a:custGeom>
            <a:avLst/>
            <a:gdLst/>
            <a:ahLst/>
            <a:cxnLst/>
            <a:rect l="l" t="t" r="r" b="b"/>
            <a:pathLst>
              <a:path w="109219" h="106679">
                <a:moveTo>
                  <a:pt x="0" y="53339"/>
                </a:moveTo>
                <a:lnTo>
                  <a:pt x="15941" y="15669"/>
                </a:lnTo>
                <a:lnTo>
                  <a:pt x="54445" y="0"/>
                </a:lnTo>
                <a:lnTo>
                  <a:pt x="68986" y="1892"/>
                </a:lnTo>
                <a:lnTo>
                  <a:pt x="101661" y="26257"/>
                </a:lnTo>
                <a:lnTo>
                  <a:pt x="109215" y="53048"/>
                </a:lnTo>
                <a:lnTo>
                  <a:pt x="107282" y="67288"/>
                </a:lnTo>
                <a:lnTo>
                  <a:pt x="82387" y="99259"/>
                </a:lnTo>
                <a:lnTo>
                  <a:pt x="55009" y="106678"/>
                </a:lnTo>
                <a:lnTo>
                  <a:pt x="40399" y="104793"/>
                </a:lnTo>
                <a:lnTo>
                  <a:pt x="7628" y="80522"/>
                </a:lnTo>
                <a:lnTo>
                  <a:pt x="0" y="5333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5335270" cy="376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pe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10" dirty="0">
                <a:latin typeface="Calibri"/>
                <a:cs typeface="Calibri"/>
              </a:rPr>
              <a:t>B</a:t>
            </a:r>
            <a:r>
              <a:rPr sz="2600" u="heavy" spc="-25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c</a:t>
            </a:r>
            <a:r>
              <a:rPr sz="2600" u="heavy" spc="-20" dirty="0">
                <a:latin typeface="Calibri"/>
                <a:cs typeface="Calibri"/>
              </a:rPr>
              <a:t>k</a:t>
            </a:r>
            <a:r>
              <a:rPr sz="2600" u="heavy" spc="-40" dirty="0">
                <a:latin typeface="Calibri"/>
                <a:cs typeface="Calibri"/>
              </a:rPr>
              <a:t>w</a:t>
            </a:r>
            <a:r>
              <a:rPr sz="2600" u="heavy" spc="-25" dirty="0">
                <a:latin typeface="Calibri"/>
                <a:cs typeface="Calibri"/>
              </a:rPr>
              <a:t>a</a:t>
            </a:r>
            <a:r>
              <a:rPr sz="2600" u="heavy" spc="-60" dirty="0">
                <a:latin typeface="Calibri"/>
                <a:cs typeface="Calibri"/>
              </a:rPr>
              <a:t>r</a:t>
            </a:r>
            <a:r>
              <a:rPr sz="2600" u="heavy" dirty="0">
                <a:latin typeface="Calibri"/>
                <a:cs typeface="Calibri"/>
              </a:rPr>
              <a:t>d</a:t>
            </a:r>
            <a:r>
              <a:rPr sz="2600" u="heavy" spc="25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h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5" dirty="0">
                <a:latin typeface="Calibri"/>
                <a:cs typeface="Calibri"/>
              </a:rPr>
              <a:t>f</a:t>
            </a:r>
            <a:r>
              <a:rPr sz="2600" u="heavy" spc="-10" dirty="0">
                <a:latin typeface="Calibri"/>
                <a:cs typeface="Calibri"/>
              </a:rPr>
              <a:t>t</a:t>
            </a:r>
            <a:r>
              <a:rPr sz="2600" u="heavy" spc="-20" dirty="0">
                <a:latin typeface="Calibri"/>
                <a:cs typeface="Calibri"/>
              </a:rPr>
              <a:t> </a:t>
            </a:r>
            <a:r>
              <a:rPr sz="2600" u="heavy" spc="-5" dirty="0">
                <a:latin typeface="Calibri"/>
                <a:cs typeface="Calibri"/>
              </a:rPr>
              <a:t>O</a:t>
            </a:r>
            <a:r>
              <a:rPr sz="2600" u="heavy" spc="-25" dirty="0">
                <a:latin typeface="Calibri"/>
                <a:cs typeface="Calibri"/>
              </a:rPr>
              <a:t>p</a:t>
            </a:r>
            <a:r>
              <a:rPr sz="2600" u="heavy" spc="-10" dirty="0">
                <a:latin typeface="Calibri"/>
                <a:cs typeface="Calibri"/>
              </a:rPr>
              <a:t>e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7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ms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526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pc="-30" dirty="0">
                <a:latin typeface="Calibri"/>
                <a:cs typeface="Calibri"/>
              </a:rPr>
              <a:t>B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15" dirty="0">
                <a:latin typeface="Calibri"/>
                <a:cs typeface="Calibri"/>
              </a:rPr>
              <a:t>c</a:t>
            </a:r>
            <a:r>
              <a:rPr spc="-30" dirty="0">
                <a:latin typeface="Calibri"/>
                <a:cs typeface="Calibri"/>
              </a:rPr>
              <a:t>k</a:t>
            </a:r>
            <a:r>
              <a:rPr spc="-60" dirty="0">
                <a:latin typeface="Calibri"/>
                <a:cs typeface="Calibri"/>
              </a:rPr>
              <a:t>w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d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dirty="0">
                <a:latin typeface="Calibri"/>
                <a:cs typeface="Calibri"/>
              </a:rPr>
              <a:t>if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p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5" dirty="0">
                <a:latin typeface="Calibri"/>
                <a:cs typeface="Calibri"/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4604" y="2812149"/>
            <a:ext cx="58737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325" i="1" spc="367" baseline="-25039" dirty="0">
                <a:latin typeface="Times New Roman"/>
                <a:cs typeface="Times New Roman"/>
              </a:rPr>
              <a:t>z</a:t>
            </a:r>
            <a:r>
              <a:rPr sz="2650" spc="-10" dirty="0">
                <a:latin typeface="Symbol"/>
                <a:cs typeface="Symbol"/>
              </a:rPr>
              <a:t></a:t>
            </a:r>
            <a:r>
              <a:rPr sz="265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" name="object 5"/>
          <p:cNvSpPr/>
          <p:nvPr/>
        </p:nvSpPr>
        <p:spPr>
          <a:xfrm>
            <a:off x="3369319" y="255651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6816" y="0"/>
                </a:lnTo>
                <a:lnTo>
                  <a:pt x="1876303" y="3185"/>
                </a:lnTo>
                <a:lnTo>
                  <a:pt x="1913762" y="12408"/>
                </a:lnTo>
                <a:lnTo>
                  <a:pt x="1965050" y="36465"/>
                </a:lnTo>
                <a:lnTo>
                  <a:pt x="2008955" y="71288"/>
                </a:lnTo>
                <a:lnTo>
                  <a:pt x="2043785" y="115187"/>
                </a:lnTo>
                <a:lnTo>
                  <a:pt x="2067848" y="166470"/>
                </a:lnTo>
                <a:lnTo>
                  <a:pt x="2077073" y="203927"/>
                </a:lnTo>
                <a:lnTo>
                  <a:pt x="2080259" y="243413"/>
                </a:lnTo>
                <a:lnTo>
                  <a:pt x="2080259" y="1217066"/>
                </a:lnTo>
                <a:lnTo>
                  <a:pt x="2077073" y="1256553"/>
                </a:lnTo>
                <a:lnTo>
                  <a:pt x="2067848" y="1294011"/>
                </a:lnTo>
                <a:lnTo>
                  <a:pt x="2043785" y="1345299"/>
                </a:lnTo>
                <a:lnTo>
                  <a:pt x="2008955" y="1389202"/>
                </a:lnTo>
                <a:lnTo>
                  <a:pt x="1965050" y="1424031"/>
                </a:lnTo>
                <a:lnTo>
                  <a:pt x="1913762" y="1448093"/>
                </a:lnTo>
                <a:lnTo>
                  <a:pt x="1876303" y="1457317"/>
                </a:lnTo>
                <a:lnTo>
                  <a:pt x="1836816" y="1460504"/>
                </a:lnTo>
                <a:lnTo>
                  <a:pt x="243413" y="1460504"/>
                </a:lnTo>
                <a:lnTo>
                  <a:pt x="203927" y="1457317"/>
                </a:lnTo>
                <a:lnTo>
                  <a:pt x="166470" y="1448093"/>
                </a:lnTo>
                <a:lnTo>
                  <a:pt x="115187" y="1424031"/>
                </a:lnTo>
                <a:lnTo>
                  <a:pt x="71288" y="1389202"/>
                </a:lnTo>
                <a:lnTo>
                  <a:pt x="36465" y="1345299"/>
                </a:lnTo>
                <a:lnTo>
                  <a:pt x="12408" y="1294011"/>
                </a:lnTo>
                <a:lnTo>
                  <a:pt x="3185" y="1256553"/>
                </a:lnTo>
                <a:lnTo>
                  <a:pt x="0" y="1217066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4655" y="32842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3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66358" y="32412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48300" y="32842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90008" y="32412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94846" y="2835217"/>
            <a:ext cx="54229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dirty="0">
                <a:latin typeface="Times New Roman"/>
                <a:cs typeface="Times New Roman"/>
              </a:rPr>
              <a:t>k</a:t>
            </a:r>
            <a:r>
              <a:rPr sz="2650" i="1" spc="-375" dirty="0">
                <a:latin typeface="Times New Roman"/>
                <a:cs typeface="Times New Roman"/>
              </a:rPr>
              <a:t> </a:t>
            </a:r>
            <a:r>
              <a:rPr sz="2650" spc="-204" dirty="0">
                <a:latin typeface="Symbol"/>
                <a:cs typeface="Symbol"/>
              </a:rPr>
              <a:t></a:t>
            </a:r>
            <a:r>
              <a:rPr sz="26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2334" y="2631174"/>
            <a:ext cx="22606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50" i="1" dirty="0">
                <a:latin typeface="Times New Roman"/>
                <a:cs typeface="Times New Roman"/>
              </a:rPr>
              <a:t>y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1155" y="2840653"/>
            <a:ext cx="176530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dirty="0">
                <a:latin typeface="Times New Roman"/>
                <a:cs typeface="Times New Roman"/>
              </a:rPr>
              <a:t>k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8183" y="2631174"/>
            <a:ext cx="226695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50" i="1" dirty="0">
                <a:latin typeface="Times New Roman"/>
                <a:cs typeface="Times New Roman"/>
              </a:rPr>
              <a:t>y</a:t>
            </a:r>
            <a:endParaRPr sz="3550">
              <a:latin typeface="Times New Roman"/>
              <a:cs typeface="Times New Roman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E3D78C-46FA-E826-0A96-5A174C9F2E25}"/>
              </a:ext>
            </a:extLst>
          </p:cNvPr>
          <p:cNvGrpSpPr/>
          <p:nvPr/>
        </p:nvGrpSpPr>
        <p:grpSpPr>
          <a:xfrm>
            <a:off x="1003832" y="4418288"/>
            <a:ext cx="2265261" cy="695461"/>
            <a:chOff x="1003832" y="4418288"/>
            <a:chExt cx="2265261" cy="695461"/>
          </a:xfrm>
        </p:grpSpPr>
        <p:sp>
          <p:nvSpPr>
            <p:cNvPr id="14" name="object 14"/>
            <p:cNvSpPr txBox="1"/>
            <p:nvPr/>
          </p:nvSpPr>
          <p:spPr>
            <a:xfrm>
              <a:off x="1210942" y="4418288"/>
              <a:ext cx="379730" cy="3727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00" spc="-40" dirty="0">
                  <a:latin typeface="Symbol"/>
                  <a:cs typeface="Symbol"/>
                </a:rPr>
                <a:t></a:t>
              </a:r>
              <a:r>
                <a:rPr sz="2700" spc="-30" dirty="0">
                  <a:latin typeface="Times New Roman"/>
                  <a:cs typeface="Times New Roman"/>
                </a:rPr>
                <a:t>1</a:t>
              </a:r>
              <a:endParaRPr sz="270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1600313" y="4528914"/>
              <a:ext cx="1668780" cy="584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4175"/>
                </a:lnSpc>
                <a:tabLst>
                  <a:tab pos="541020" algn="l"/>
                </a:tabLst>
              </a:pPr>
              <a:r>
                <a:rPr sz="5325" i="1" spc="15" baseline="14866" dirty="0">
                  <a:latin typeface="Times New Roman"/>
                  <a:cs typeface="Times New Roman"/>
                </a:rPr>
                <a:t>y</a:t>
              </a:r>
              <a:r>
                <a:rPr sz="2700" i="1" spc="-25" dirty="0">
                  <a:latin typeface="Times New Roman"/>
                  <a:cs typeface="Times New Roman"/>
                </a:rPr>
                <a:t>k</a:t>
              </a:r>
              <a:r>
                <a:rPr sz="2700" i="1" dirty="0">
                  <a:latin typeface="Times New Roman"/>
                  <a:cs typeface="Times New Roman"/>
                </a:rPr>
                <a:t>	</a:t>
              </a:r>
              <a:r>
                <a:rPr sz="5325" baseline="14866" dirty="0">
                  <a:latin typeface="Symbol"/>
                  <a:cs typeface="Symbol"/>
                </a:rPr>
                <a:t></a:t>
              </a:r>
              <a:r>
                <a:rPr sz="5325" spc="405" baseline="14866" dirty="0">
                  <a:latin typeface="Times New Roman"/>
                  <a:cs typeface="Times New Roman"/>
                </a:rPr>
                <a:t> </a:t>
              </a:r>
              <a:r>
                <a:rPr sz="5325" i="1" spc="22" baseline="14866" dirty="0">
                  <a:latin typeface="Times New Roman"/>
                  <a:cs typeface="Times New Roman"/>
                </a:rPr>
                <a:t>y</a:t>
              </a:r>
              <a:r>
                <a:rPr sz="2700" i="1" spc="-25" dirty="0">
                  <a:latin typeface="Times New Roman"/>
                  <a:cs typeface="Times New Roman"/>
                </a:rPr>
                <a:t>k</a:t>
              </a:r>
              <a:r>
                <a:rPr sz="2700" i="1" spc="-390" dirty="0">
                  <a:latin typeface="Times New Roman"/>
                  <a:cs typeface="Times New Roman"/>
                </a:rPr>
                <a:t> </a:t>
              </a:r>
              <a:r>
                <a:rPr sz="2700" spc="-235" dirty="0">
                  <a:latin typeface="Symbol"/>
                  <a:cs typeface="Symbol"/>
                </a:rPr>
                <a:t></a:t>
              </a:r>
              <a:r>
                <a:rPr sz="2700" spc="-30" dirty="0">
                  <a:latin typeface="Times New Roman"/>
                  <a:cs typeface="Times New Roman"/>
                </a:rPr>
                <a:t>1</a:t>
              </a:r>
              <a:endParaRPr sz="2700" dirty="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1003832" y="4536193"/>
              <a:ext cx="201295" cy="481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550" i="1" dirty="0">
                  <a:latin typeface="Times New Roman"/>
                  <a:cs typeface="Times New Roman"/>
                </a:rPr>
                <a:t>z</a:t>
              </a:r>
              <a:endParaRPr sz="3550">
                <a:latin typeface="Times New Roman"/>
                <a:cs typeface="Times New Roman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822B93-7909-FB17-0542-2A2DB1FB067A}"/>
              </a:ext>
            </a:extLst>
          </p:cNvPr>
          <p:cNvGrpSpPr/>
          <p:nvPr/>
        </p:nvGrpSpPr>
        <p:grpSpPr>
          <a:xfrm>
            <a:off x="1379805" y="5391098"/>
            <a:ext cx="2329721" cy="695478"/>
            <a:chOff x="1379805" y="5391098"/>
            <a:chExt cx="2329721" cy="695478"/>
          </a:xfrm>
        </p:grpSpPr>
        <p:sp>
          <p:nvSpPr>
            <p:cNvPr id="17" name="object 17"/>
            <p:cNvSpPr txBox="1"/>
            <p:nvPr/>
          </p:nvSpPr>
          <p:spPr>
            <a:xfrm>
              <a:off x="1587018" y="5391098"/>
              <a:ext cx="380365" cy="3727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700" spc="-40" dirty="0">
                  <a:latin typeface="Symbol"/>
                  <a:cs typeface="Symbol"/>
                </a:rPr>
                <a:t></a:t>
              </a:r>
              <a:r>
                <a:rPr sz="2700" spc="-30" dirty="0">
                  <a:latin typeface="Times New Roman"/>
                  <a:cs typeface="Times New Roman"/>
                </a:rPr>
                <a:t>2</a:t>
              </a:r>
              <a:endParaRPr sz="270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002646" y="5501741"/>
              <a:ext cx="1706880" cy="5848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4175"/>
                </a:lnSpc>
                <a:tabLst>
                  <a:tab pos="541020" algn="l"/>
                </a:tabLst>
              </a:pPr>
              <a:r>
                <a:rPr sz="5325" i="1" spc="22" baseline="14866" dirty="0">
                  <a:latin typeface="Times New Roman"/>
                  <a:cs typeface="Times New Roman"/>
                </a:rPr>
                <a:t>y</a:t>
              </a:r>
              <a:r>
                <a:rPr sz="2700" i="1" spc="-25" dirty="0">
                  <a:latin typeface="Times New Roman"/>
                  <a:cs typeface="Times New Roman"/>
                </a:rPr>
                <a:t>k</a:t>
              </a:r>
              <a:r>
                <a:rPr sz="2700" i="1" dirty="0">
                  <a:latin typeface="Times New Roman"/>
                  <a:cs typeface="Times New Roman"/>
                </a:rPr>
                <a:t>	</a:t>
              </a:r>
              <a:r>
                <a:rPr sz="5325" baseline="14866" dirty="0">
                  <a:latin typeface="Symbol"/>
                  <a:cs typeface="Symbol"/>
                </a:rPr>
                <a:t></a:t>
              </a:r>
              <a:r>
                <a:rPr sz="5325" spc="405" baseline="14866" dirty="0">
                  <a:latin typeface="Times New Roman"/>
                  <a:cs typeface="Times New Roman"/>
                </a:rPr>
                <a:t> </a:t>
              </a:r>
              <a:r>
                <a:rPr sz="5325" i="1" spc="22" baseline="14866" dirty="0">
                  <a:latin typeface="Times New Roman"/>
                  <a:cs typeface="Times New Roman"/>
                </a:rPr>
                <a:t>y</a:t>
              </a:r>
              <a:r>
                <a:rPr sz="2700" i="1" spc="-25" dirty="0">
                  <a:latin typeface="Times New Roman"/>
                  <a:cs typeface="Times New Roman"/>
                </a:rPr>
                <a:t>k</a:t>
              </a:r>
              <a:r>
                <a:rPr sz="2700" i="1" spc="-390" dirty="0">
                  <a:latin typeface="Times New Roman"/>
                  <a:cs typeface="Times New Roman"/>
                </a:rPr>
                <a:t> </a:t>
              </a:r>
              <a:r>
                <a:rPr sz="2700" spc="55" dirty="0">
                  <a:latin typeface="Symbol"/>
                  <a:cs typeface="Symbol"/>
                </a:rPr>
                <a:t></a:t>
              </a:r>
              <a:r>
                <a:rPr sz="2700" spc="-30" dirty="0">
                  <a:latin typeface="Times New Roman"/>
                  <a:cs typeface="Times New Roman"/>
                </a:rPr>
                <a:t>2</a:t>
              </a:r>
              <a:endParaRPr sz="2700" dirty="0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379805" y="5509020"/>
              <a:ext cx="201930" cy="481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3550" i="1" dirty="0">
                  <a:latin typeface="Times New Roman"/>
                  <a:cs typeface="Times New Roman"/>
                </a:rPr>
                <a:t>z</a:t>
              </a:r>
              <a:endParaRPr sz="355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4772" y="711614"/>
            <a:ext cx="53632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4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Fi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6924" y="2153402"/>
            <a:ext cx="287020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5130" algn="l"/>
              </a:tabLst>
            </a:pPr>
            <a:r>
              <a:rPr sz="3975" i="1" spc="-7" baseline="14675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3975" spc="-22" baseline="14675" dirty="0">
                <a:latin typeface="Symbol"/>
                <a:cs typeface="Symbol"/>
              </a:rPr>
              <a:t></a:t>
            </a:r>
            <a:r>
              <a:rPr sz="3975" spc="-75" baseline="14675" dirty="0">
                <a:latin typeface="Times New Roman"/>
                <a:cs typeface="Times New Roman"/>
              </a:rPr>
              <a:t> </a:t>
            </a:r>
            <a:r>
              <a:rPr sz="3975" spc="89" baseline="14675" dirty="0">
                <a:latin typeface="Symbol"/>
                <a:cs typeface="Symbol"/>
              </a:rPr>
              <a:t></a:t>
            </a:r>
            <a:r>
              <a:rPr sz="3975" i="1" spc="-375" baseline="1467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2000" spc="-295" dirty="0">
                <a:latin typeface="Times New Roman"/>
                <a:cs typeface="Times New Roman"/>
              </a:rPr>
              <a:t> </a:t>
            </a:r>
            <a:r>
              <a:rPr sz="3975" i="1" spc="-7" baseline="14675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3975" spc="-22" baseline="14675" dirty="0">
                <a:latin typeface="Symbol"/>
                <a:cs typeface="Symbol"/>
              </a:rPr>
              <a:t></a:t>
            </a:r>
            <a:r>
              <a:rPr sz="3975" spc="-382" baseline="14675" dirty="0">
                <a:latin typeface="Times New Roman"/>
                <a:cs typeface="Times New Roman"/>
              </a:rPr>
              <a:t> </a:t>
            </a:r>
            <a:r>
              <a:rPr sz="3975" i="1" spc="-562" baseline="14675" dirty="0">
                <a:latin typeface="Times New Roman"/>
                <a:cs typeface="Times New Roman"/>
              </a:rPr>
              <a:t>b</a:t>
            </a:r>
            <a:r>
              <a:rPr sz="2000" spc="-135" dirty="0">
                <a:latin typeface="Times New Roman"/>
                <a:cs typeface="Times New Roman"/>
              </a:rPr>
              <a:t>1</a:t>
            </a:r>
            <a:r>
              <a:rPr sz="3975" i="1" spc="15" baseline="14675" dirty="0">
                <a:latin typeface="Times New Roman"/>
                <a:cs typeface="Times New Roman"/>
              </a:rPr>
              <a:t>u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  <a:p>
            <a:pPr marL="284480">
              <a:lnSpc>
                <a:spcPts val="3140"/>
              </a:lnSpc>
              <a:spcBef>
                <a:spcPts val="2360"/>
              </a:spcBef>
            </a:pPr>
            <a:r>
              <a:rPr sz="3975" i="1" spc="-7" baseline="14675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40" dirty="0">
                <a:latin typeface="Times New Roman"/>
                <a:cs typeface="Times New Roman"/>
              </a:rPr>
              <a:t> </a:t>
            </a:r>
            <a:r>
              <a:rPr sz="3975" spc="-22" baseline="14675" dirty="0">
                <a:latin typeface="Symbol"/>
                <a:cs typeface="Symbol"/>
              </a:rPr>
              <a:t></a:t>
            </a:r>
            <a:r>
              <a:rPr sz="3975" spc="-262" baseline="14675" dirty="0">
                <a:latin typeface="Times New Roman"/>
                <a:cs typeface="Times New Roman"/>
              </a:rPr>
              <a:t> </a:t>
            </a:r>
            <a:r>
              <a:rPr sz="3975" i="1" spc="-375" baseline="1467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2000" spc="-295" dirty="0">
                <a:latin typeface="Times New Roman"/>
                <a:cs typeface="Times New Roman"/>
              </a:rPr>
              <a:t> </a:t>
            </a:r>
            <a:r>
              <a:rPr sz="3975" i="1" spc="-7" baseline="14675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3975" spc="-22" baseline="14675" dirty="0">
                <a:latin typeface="Symbol"/>
                <a:cs typeface="Symbol"/>
              </a:rPr>
              <a:t></a:t>
            </a:r>
            <a:r>
              <a:rPr sz="3975" spc="-202" baseline="14675" dirty="0">
                <a:latin typeface="Times New Roman"/>
                <a:cs typeface="Times New Roman"/>
              </a:rPr>
              <a:t> </a:t>
            </a:r>
            <a:r>
              <a:rPr sz="3975" i="1" spc="-562" baseline="14675" dirty="0">
                <a:latin typeface="Times New Roman"/>
                <a:cs typeface="Times New Roman"/>
              </a:rPr>
              <a:t>b</a:t>
            </a:r>
            <a:r>
              <a:rPr sz="2000" spc="-135" dirty="0">
                <a:latin typeface="Times New Roman"/>
                <a:cs typeface="Times New Roman"/>
              </a:rPr>
              <a:t>1</a:t>
            </a:r>
            <a:r>
              <a:rPr sz="3975" i="1" spc="15" baseline="14675" dirty="0">
                <a:latin typeface="Times New Roman"/>
                <a:cs typeface="Times New Roman"/>
              </a:rPr>
              <a:t>u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3314" y="2221365"/>
            <a:ext cx="267589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Calibri"/>
                <a:cs typeface="Calibri"/>
              </a:rPr>
              <a:t>Di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928" y="3461355"/>
            <a:ext cx="3436620" cy="135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41170" algn="l"/>
              </a:tabLst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 </a:t>
            </a:r>
            <a:r>
              <a:rPr sz="2925" i="1" spc="-172" baseline="-19943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-427" baseline="34188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-179" baseline="34188" dirty="0">
                <a:latin typeface="Times New Roman"/>
                <a:cs typeface="Times New Roman"/>
              </a:rPr>
              <a:t>1</a:t>
            </a: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endParaRPr sz="2925" baseline="-19943" dirty="0">
              <a:latin typeface="Times New Roman"/>
              <a:cs typeface="Times New Roman"/>
            </a:endParaRPr>
          </a:p>
          <a:p>
            <a:pPr marL="384175">
              <a:lnSpc>
                <a:spcPct val="100000"/>
              </a:lnSpc>
              <a:spcBef>
                <a:spcPts val="755"/>
              </a:spcBef>
              <a:tabLst>
                <a:tab pos="2227580" algn="l"/>
              </a:tabLst>
            </a:pPr>
            <a:r>
              <a:rPr sz="7425" spc="-1305" baseline="-6172" dirty="0">
                <a:latin typeface="Symbol"/>
                <a:cs typeface="Symbol"/>
              </a:rPr>
              <a:t></a:t>
            </a: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-345" baseline="34188" dirty="0">
                <a:latin typeface="Times New Roman"/>
                <a:cs typeface="Times New Roman"/>
              </a:rPr>
              <a:t> </a:t>
            </a:r>
            <a:r>
              <a:rPr sz="7425" spc="-1192" baseline="-6172" dirty="0">
                <a:latin typeface="Symbol"/>
                <a:cs typeface="Symbol"/>
              </a:rPr>
              <a:t></a:t>
            </a:r>
            <a:r>
              <a:rPr sz="7425" spc="-997" baseline="-6172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-179" baseline="34188" dirty="0">
                <a:latin typeface="Times New Roman"/>
                <a:cs typeface="Times New Roman"/>
              </a:rPr>
              <a:t>1</a:t>
            </a: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endParaRPr sz="2925" baseline="-19943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9562" y="5306859"/>
            <a:ext cx="235331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71477" y="5476246"/>
            <a:ext cx="1146175" cy="0"/>
          </a:xfrm>
          <a:custGeom>
            <a:avLst/>
            <a:gdLst/>
            <a:ahLst/>
            <a:cxnLst/>
            <a:rect l="l" t="t" r="r" b="b"/>
            <a:pathLst>
              <a:path w="1146175">
                <a:moveTo>
                  <a:pt x="0" y="0"/>
                </a:moveTo>
                <a:lnTo>
                  <a:pt x="114595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6062" y="4975458"/>
            <a:ext cx="70167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i="1" spc="-22" baseline="-25157" dirty="0">
                <a:latin typeface="Times New Roman"/>
                <a:cs typeface="Times New Roman"/>
              </a:rPr>
              <a:t>b</a:t>
            </a:r>
            <a:r>
              <a:rPr sz="3975" i="1" spc="75" baseline="-25157" dirty="0">
                <a:latin typeface="Times New Roman"/>
                <a:cs typeface="Times New Roman"/>
              </a:rPr>
              <a:t> </a:t>
            </a:r>
            <a:r>
              <a:rPr sz="3975" i="1" spc="247" baseline="-25157" dirty="0">
                <a:latin typeface="Times New Roman"/>
                <a:cs typeface="Times New Roman"/>
              </a:rPr>
              <a:t>z</a:t>
            </a: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436" y="5218119"/>
            <a:ext cx="15176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3614" y="5491392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44800" y="5573137"/>
            <a:ext cx="871219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8926" y="5271289"/>
            <a:ext cx="60261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4495" algn="l"/>
              </a:tabLst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 dirty="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2062" y="5276543"/>
            <a:ext cx="30861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endParaRPr sz="2925" baseline="-19943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 animBg="1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772" y="734753"/>
            <a:ext cx="442150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4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76000" y="400431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183681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4"/>
                </a:lnTo>
                <a:lnTo>
                  <a:pt x="148660" y="19128"/>
                </a:lnTo>
                <a:lnTo>
                  <a:pt x="99650" y="46964"/>
                </a:lnTo>
                <a:lnTo>
                  <a:pt x="58589" y="85003"/>
                </a:lnTo>
                <a:lnTo>
                  <a:pt x="27166" y="131553"/>
                </a:lnTo>
                <a:lnTo>
                  <a:pt x="7073" y="184923"/>
                </a:lnTo>
                <a:lnTo>
                  <a:pt x="806" y="223457"/>
                </a:lnTo>
                <a:lnTo>
                  <a:pt x="0" y="243422"/>
                </a:lnTo>
                <a:lnTo>
                  <a:pt x="0" y="1217081"/>
                </a:lnTo>
                <a:lnTo>
                  <a:pt x="3185" y="1256567"/>
                </a:lnTo>
                <a:lnTo>
                  <a:pt x="12408" y="1294024"/>
                </a:lnTo>
                <a:lnTo>
                  <a:pt x="36465" y="1345308"/>
                </a:lnTo>
                <a:lnTo>
                  <a:pt x="71288" y="1389209"/>
                </a:lnTo>
                <a:lnTo>
                  <a:pt x="115187" y="1424035"/>
                </a:lnTo>
                <a:lnTo>
                  <a:pt x="166470" y="1448094"/>
                </a:lnTo>
                <a:lnTo>
                  <a:pt x="203927" y="1457318"/>
                </a:lnTo>
                <a:lnTo>
                  <a:pt x="243413" y="1460504"/>
                </a:lnTo>
                <a:lnTo>
                  <a:pt x="1836816" y="1460504"/>
                </a:lnTo>
                <a:lnTo>
                  <a:pt x="1876303" y="1457318"/>
                </a:lnTo>
                <a:lnTo>
                  <a:pt x="1913762" y="1448094"/>
                </a:lnTo>
                <a:lnTo>
                  <a:pt x="1965050" y="1424035"/>
                </a:lnTo>
                <a:lnTo>
                  <a:pt x="2008955" y="1389209"/>
                </a:lnTo>
                <a:lnTo>
                  <a:pt x="2043785" y="1345308"/>
                </a:lnTo>
                <a:lnTo>
                  <a:pt x="2067848" y="1294024"/>
                </a:lnTo>
                <a:lnTo>
                  <a:pt x="2077073" y="1256567"/>
                </a:lnTo>
                <a:lnTo>
                  <a:pt x="2080259" y="1217081"/>
                </a:lnTo>
                <a:lnTo>
                  <a:pt x="2080259" y="243422"/>
                </a:lnTo>
                <a:lnTo>
                  <a:pt x="2077073" y="203936"/>
                </a:lnTo>
                <a:lnTo>
                  <a:pt x="2067848" y="166479"/>
                </a:lnTo>
                <a:lnTo>
                  <a:pt x="2043785" y="115195"/>
                </a:lnTo>
                <a:lnTo>
                  <a:pt x="2008955" y="71294"/>
                </a:lnTo>
                <a:lnTo>
                  <a:pt x="1965050" y="36468"/>
                </a:lnTo>
                <a:lnTo>
                  <a:pt x="1913762" y="12409"/>
                </a:lnTo>
                <a:lnTo>
                  <a:pt x="1876303" y="3185"/>
                </a:lnTo>
                <a:lnTo>
                  <a:pt x="1836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76000" y="400431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22"/>
                </a:moveTo>
                <a:lnTo>
                  <a:pt x="3185" y="203936"/>
                </a:lnTo>
                <a:lnTo>
                  <a:pt x="12408" y="166479"/>
                </a:lnTo>
                <a:lnTo>
                  <a:pt x="36465" y="115195"/>
                </a:lnTo>
                <a:lnTo>
                  <a:pt x="71288" y="71294"/>
                </a:lnTo>
                <a:lnTo>
                  <a:pt x="115187" y="36468"/>
                </a:lnTo>
                <a:lnTo>
                  <a:pt x="166470" y="12409"/>
                </a:lnTo>
                <a:lnTo>
                  <a:pt x="203927" y="3185"/>
                </a:lnTo>
                <a:lnTo>
                  <a:pt x="243413" y="0"/>
                </a:lnTo>
                <a:lnTo>
                  <a:pt x="1836816" y="0"/>
                </a:lnTo>
                <a:lnTo>
                  <a:pt x="1876303" y="3185"/>
                </a:lnTo>
                <a:lnTo>
                  <a:pt x="1913762" y="12409"/>
                </a:lnTo>
                <a:lnTo>
                  <a:pt x="1965050" y="36468"/>
                </a:lnTo>
                <a:lnTo>
                  <a:pt x="2008955" y="71294"/>
                </a:lnTo>
                <a:lnTo>
                  <a:pt x="2043785" y="115195"/>
                </a:lnTo>
                <a:lnTo>
                  <a:pt x="2067848" y="166479"/>
                </a:lnTo>
                <a:lnTo>
                  <a:pt x="2077073" y="203936"/>
                </a:lnTo>
                <a:lnTo>
                  <a:pt x="2080259" y="243422"/>
                </a:lnTo>
                <a:lnTo>
                  <a:pt x="2080259" y="1217081"/>
                </a:lnTo>
                <a:lnTo>
                  <a:pt x="2077073" y="1256567"/>
                </a:lnTo>
                <a:lnTo>
                  <a:pt x="2067848" y="1294024"/>
                </a:lnTo>
                <a:lnTo>
                  <a:pt x="2043785" y="1345308"/>
                </a:lnTo>
                <a:lnTo>
                  <a:pt x="2008955" y="1389209"/>
                </a:lnTo>
                <a:lnTo>
                  <a:pt x="1965050" y="1424035"/>
                </a:lnTo>
                <a:lnTo>
                  <a:pt x="1913762" y="1448094"/>
                </a:lnTo>
                <a:lnTo>
                  <a:pt x="1876303" y="1457318"/>
                </a:lnTo>
                <a:lnTo>
                  <a:pt x="1836816" y="1460504"/>
                </a:lnTo>
                <a:lnTo>
                  <a:pt x="243413" y="1460504"/>
                </a:lnTo>
                <a:lnTo>
                  <a:pt x="203927" y="1457318"/>
                </a:lnTo>
                <a:lnTo>
                  <a:pt x="166470" y="1448094"/>
                </a:lnTo>
                <a:lnTo>
                  <a:pt x="115187" y="1424035"/>
                </a:lnTo>
                <a:lnTo>
                  <a:pt x="71288" y="1389209"/>
                </a:lnTo>
                <a:lnTo>
                  <a:pt x="36465" y="1345308"/>
                </a:lnTo>
                <a:lnTo>
                  <a:pt x="12408" y="1294024"/>
                </a:lnTo>
                <a:lnTo>
                  <a:pt x="3185" y="1256567"/>
                </a:lnTo>
                <a:lnTo>
                  <a:pt x="0" y="1217081"/>
                </a:lnTo>
                <a:lnTo>
                  <a:pt x="0" y="243422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44737" y="4716773"/>
            <a:ext cx="1147445" cy="0"/>
          </a:xfrm>
          <a:custGeom>
            <a:avLst/>
            <a:gdLst/>
            <a:ahLst/>
            <a:cxnLst/>
            <a:rect l="l" t="t" r="r" b="b"/>
            <a:pathLst>
              <a:path w="1147445">
                <a:moveTo>
                  <a:pt x="0" y="0"/>
                </a:moveTo>
                <a:lnTo>
                  <a:pt x="114699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2460" y="4215997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9596" y="4303245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7643" y="4731932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8041" y="4813632"/>
            <a:ext cx="8724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1335" y="4729484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3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3038" y="468652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54979" y="47320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96688" y="468906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82225" y="4206013"/>
            <a:ext cx="2876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9352" y="4236819"/>
            <a:ext cx="3086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01745" y="2898157"/>
            <a:ext cx="1147445" cy="0"/>
          </a:xfrm>
          <a:custGeom>
            <a:avLst/>
            <a:gdLst/>
            <a:ahLst/>
            <a:cxnLst/>
            <a:rect l="l" t="t" r="r" b="b"/>
            <a:pathLst>
              <a:path w="1147445">
                <a:moveTo>
                  <a:pt x="0" y="0"/>
                </a:moveTo>
                <a:lnTo>
                  <a:pt x="1147200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29598" y="2397343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6568" y="2484509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44815" y="2913277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75052" y="2995048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78888" y="2854071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5008" y="2854071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28456" y="2693200"/>
            <a:ext cx="60325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5130" algn="l"/>
              </a:tabLst>
            </a:pPr>
            <a:r>
              <a:rPr sz="2650" i="1" spc="-15" dirty="0">
                <a:latin typeface="Times New Roman"/>
                <a:cs typeface="Times New Roman"/>
              </a:rPr>
              <a:t>y	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83640" y="2698430"/>
            <a:ext cx="19367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772" y="746336"/>
            <a:ext cx="479679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4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17570" y="293751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183684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3"/>
                </a:lnTo>
                <a:lnTo>
                  <a:pt x="148660" y="19126"/>
                </a:lnTo>
                <a:lnTo>
                  <a:pt x="99650" y="46960"/>
                </a:lnTo>
                <a:lnTo>
                  <a:pt x="58589" y="84996"/>
                </a:lnTo>
                <a:lnTo>
                  <a:pt x="27166" y="131544"/>
                </a:lnTo>
                <a:lnTo>
                  <a:pt x="7073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81"/>
                </a:lnTo>
                <a:lnTo>
                  <a:pt x="3185" y="1256564"/>
                </a:lnTo>
                <a:lnTo>
                  <a:pt x="12408" y="1294019"/>
                </a:lnTo>
                <a:lnTo>
                  <a:pt x="36465" y="1345303"/>
                </a:lnTo>
                <a:lnTo>
                  <a:pt x="71288" y="1389204"/>
                </a:lnTo>
                <a:lnTo>
                  <a:pt x="115187" y="1424032"/>
                </a:lnTo>
                <a:lnTo>
                  <a:pt x="166470" y="1448093"/>
                </a:lnTo>
                <a:lnTo>
                  <a:pt x="203927" y="1457317"/>
                </a:lnTo>
                <a:lnTo>
                  <a:pt x="243413" y="1460504"/>
                </a:lnTo>
                <a:lnTo>
                  <a:pt x="1836846" y="1460504"/>
                </a:lnTo>
                <a:lnTo>
                  <a:pt x="1876332" y="1457317"/>
                </a:lnTo>
                <a:lnTo>
                  <a:pt x="1913789" y="1448093"/>
                </a:lnTo>
                <a:lnTo>
                  <a:pt x="1965072" y="1424032"/>
                </a:lnTo>
                <a:lnTo>
                  <a:pt x="2008971" y="1389204"/>
                </a:lnTo>
                <a:lnTo>
                  <a:pt x="2043794" y="1345303"/>
                </a:lnTo>
                <a:lnTo>
                  <a:pt x="2067851" y="1294019"/>
                </a:lnTo>
                <a:lnTo>
                  <a:pt x="2077074" y="1256564"/>
                </a:lnTo>
                <a:lnTo>
                  <a:pt x="2080259" y="1217081"/>
                </a:lnTo>
                <a:lnTo>
                  <a:pt x="2080259" y="243413"/>
                </a:lnTo>
                <a:lnTo>
                  <a:pt x="2077074" y="203927"/>
                </a:lnTo>
                <a:lnTo>
                  <a:pt x="2067851" y="166470"/>
                </a:lnTo>
                <a:lnTo>
                  <a:pt x="2043794" y="115187"/>
                </a:lnTo>
                <a:lnTo>
                  <a:pt x="2008971" y="71288"/>
                </a:lnTo>
                <a:lnTo>
                  <a:pt x="1965072" y="36465"/>
                </a:lnTo>
                <a:lnTo>
                  <a:pt x="1913789" y="12408"/>
                </a:lnTo>
                <a:lnTo>
                  <a:pt x="1876332" y="3185"/>
                </a:lnTo>
                <a:lnTo>
                  <a:pt x="18368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17570" y="293751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6846" y="0"/>
                </a:lnTo>
                <a:lnTo>
                  <a:pt x="1876332" y="3185"/>
                </a:lnTo>
                <a:lnTo>
                  <a:pt x="1913789" y="12408"/>
                </a:lnTo>
                <a:lnTo>
                  <a:pt x="1965072" y="36465"/>
                </a:lnTo>
                <a:lnTo>
                  <a:pt x="2008971" y="71288"/>
                </a:lnTo>
                <a:lnTo>
                  <a:pt x="2043794" y="115187"/>
                </a:lnTo>
                <a:lnTo>
                  <a:pt x="2067851" y="166470"/>
                </a:lnTo>
                <a:lnTo>
                  <a:pt x="2077074" y="203927"/>
                </a:lnTo>
                <a:lnTo>
                  <a:pt x="2080259" y="243413"/>
                </a:lnTo>
                <a:lnTo>
                  <a:pt x="2080259" y="1217081"/>
                </a:lnTo>
                <a:lnTo>
                  <a:pt x="2077074" y="1256564"/>
                </a:lnTo>
                <a:lnTo>
                  <a:pt x="2067851" y="1294019"/>
                </a:lnTo>
                <a:lnTo>
                  <a:pt x="2043794" y="1345303"/>
                </a:lnTo>
                <a:lnTo>
                  <a:pt x="2008971" y="1389204"/>
                </a:lnTo>
                <a:lnTo>
                  <a:pt x="1965072" y="1424032"/>
                </a:lnTo>
                <a:lnTo>
                  <a:pt x="1913789" y="1448093"/>
                </a:lnTo>
                <a:lnTo>
                  <a:pt x="1876332" y="1457317"/>
                </a:lnTo>
                <a:lnTo>
                  <a:pt x="1836846" y="1460504"/>
                </a:lnTo>
                <a:lnTo>
                  <a:pt x="243413" y="1460504"/>
                </a:lnTo>
                <a:lnTo>
                  <a:pt x="203927" y="1457317"/>
                </a:lnTo>
                <a:lnTo>
                  <a:pt x="166470" y="1448093"/>
                </a:lnTo>
                <a:lnTo>
                  <a:pt x="115187" y="1424032"/>
                </a:lnTo>
                <a:lnTo>
                  <a:pt x="71288" y="1389204"/>
                </a:lnTo>
                <a:lnTo>
                  <a:pt x="36465" y="1345303"/>
                </a:lnTo>
                <a:lnTo>
                  <a:pt x="12408" y="1294019"/>
                </a:lnTo>
                <a:lnTo>
                  <a:pt x="3185" y="1256564"/>
                </a:lnTo>
                <a:lnTo>
                  <a:pt x="0" y="1217081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2488" y="3693377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4">
                <a:moveTo>
                  <a:pt x="0" y="0"/>
                </a:moveTo>
                <a:lnTo>
                  <a:pt x="1297153" y="0"/>
                </a:lnTo>
              </a:path>
            </a:pathLst>
          </a:custGeom>
          <a:ln w="140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4084" y="3194145"/>
            <a:ext cx="883919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0.</a:t>
            </a:r>
            <a:r>
              <a:rPr sz="2650" spc="150" dirty="0">
                <a:latin typeface="Times New Roman"/>
                <a:cs typeface="Times New Roman"/>
              </a:rPr>
              <a:t>2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3000" spc="-37" baseline="33333" dirty="0">
                <a:latin typeface="Symbol"/>
                <a:cs typeface="Symbol"/>
              </a:rPr>
              <a:t></a:t>
            </a:r>
            <a:r>
              <a:rPr sz="3000" spc="-15" baseline="33333" dirty="0">
                <a:latin typeface="Times New Roman"/>
                <a:cs typeface="Times New Roman"/>
              </a:rPr>
              <a:t>1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5793" y="3708449"/>
            <a:ext cx="130873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0.</a:t>
            </a:r>
            <a:r>
              <a:rPr sz="2650" spc="100" dirty="0">
                <a:latin typeface="Times New Roman"/>
                <a:cs typeface="Times New Roman"/>
              </a:rPr>
              <a:t>8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3000" spc="-37" baseline="33333" dirty="0">
                <a:latin typeface="Symbol"/>
                <a:cs typeface="Symbol"/>
              </a:rPr>
              <a:t></a:t>
            </a:r>
            <a:r>
              <a:rPr sz="3000" spc="-15" baseline="33333" dirty="0">
                <a:latin typeface="Times New Roman"/>
                <a:cs typeface="Times New Roman"/>
              </a:rPr>
              <a:t>1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72911" y="36652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57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14639" y="36222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6549" y="3667749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38258" y="362480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6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23804" y="3141752"/>
            <a:ext cx="2876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0932" y="3172571"/>
            <a:ext cx="3086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772" y="804209"/>
            <a:ext cx="470789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4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6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40429" y="292736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1836846" y="0"/>
                </a:moveTo>
                <a:lnTo>
                  <a:pt x="243413" y="0"/>
                </a:lnTo>
                <a:lnTo>
                  <a:pt x="223447" y="806"/>
                </a:lnTo>
                <a:lnTo>
                  <a:pt x="184913" y="7073"/>
                </a:lnTo>
                <a:lnTo>
                  <a:pt x="148660" y="19126"/>
                </a:lnTo>
                <a:lnTo>
                  <a:pt x="99650" y="46960"/>
                </a:lnTo>
                <a:lnTo>
                  <a:pt x="58589" y="84996"/>
                </a:lnTo>
                <a:lnTo>
                  <a:pt x="27166" y="131544"/>
                </a:lnTo>
                <a:lnTo>
                  <a:pt x="7073" y="184913"/>
                </a:lnTo>
                <a:lnTo>
                  <a:pt x="806" y="223447"/>
                </a:lnTo>
                <a:lnTo>
                  <a:pt x="0" y="243413"/>
                </a:lnTo>
                <a:lnTo>
                  <a:pt x="0" y="1217075"/>
                </a:lnTo>
                <a:lnTo>
                  <a:pt x="3185" y="1256557"/>
                </a:lnTo>
                <a:lnTo>
                  <a:pt x="12408" y="1294012"/>
                </a:lnTo>
                <a:lnTo>
                  <a:pt x="36465" y="1345293"/>
                </a:lnTo>
                <a:lnTo>
                  <a:pt x="71288" y="1389192"/>
                </a:lnTo>
                <a:lnTo>
                  <a:pt x="115187" y="1424017"/>
                </a:lnTo>
                <a:lnTo>
                  <a:pt x="166470" y="1448076"/>
                </a:lnTo>
                <a:lnTo>
                  <a:pt x="203927" y="1457299"/>
                </a:lnTo>
                <a:lnTo>
                  <a:pt x="243413" y="1460485"/>
                </a:lnTo>
                <a:lnTo>
                  <a:pt x="1836846" y="1460485"/>
                </a:lnTo>
                <a:lnTo>
                  <a:pt x="1876332" y="1457299"/>
                </a:lnTo>
                <a:lnTo>
                  <a:pt x="1913789" y="1448076"/>
                </a:lnTo>
                <a:lnTo>
                  <a:pt x="1965072" y="1424017"/>
                </a:lnTo>
                <a:lnTo>
                  <a:pt x="2008971" y="1389192"/>
                </a:lnTo>
                <a:lnTo>
                  <a:pt x="2043794" y="1345293"/>
                </a:lnTo>
                <a:lnTo>
                  <a:pt x="2067851" y="1294012"/>
                </a:lnTo>
                <a:lnTo>
                  <a:pt x="2077074" y="1256557"/>
                </a:lnTo>
                <a:lnTo>
                  <a:pt x="2080259" y="1217075"/>
                </a:lnTo>
                <a:lnTo>
                  <a:pt x="2080259" y="243413"/>
                </a:lnTo>
                <a:lnTo>
                  <a:pt x="2077074" y="203927"/>
                </a:lnTo>
                <a:lnTo>
                  <a:pt x="2067851" y="166470"/>
                </a:lnTo>
                <a:lnTo>
                  <a:pt x="2043794" y="115187"/>
                </a:lnTo>
                <a:lnTo>
                  <a:pt x="2008971" y="71288"/>
                </a:lnTo>
                <a:lnTo>
                  <a:pt x="1965072" y="36465"/>
                </a:lnTo>
                <a:lnTo>
                  <a:pt x="1913789" y="12408"/>
                </a:lnTo>
                <a:lnTo>
                  <a:pt x="1876332" y="3185"/>
                </a:lnTo>
                <a:lnTo>
                  <a:pt x="18368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40429" y="292736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13"/>
                </a:moveTo>
                <a:lnTo>
                  <a:pt x="3185" y="203927"/>
                </a:lnTo>
                <a:lnTo>
                  <a:pt x="12408" y="166470"/>
                </a:lnTo>
                <a:lnTo>
                  <a:pt x="36465" y="115187"/>
                </a:lnTo>
                <a:lnTo>
                  <a:pt x="71288" y="71288"/>
                </a:lnTo>
                <a:lnTo>
                  <a:pt x="115187" y="36465"/>
                </a:lnTo>
                <a:lnTo>
                  <a:pt x="166470" y="12408"/>
                </a:lnTo>
                <a:lnTo>
                  <a:pt x="203927" y="3185"/>
                </a:lnTo>
                <a:lnTo>
                  <a:pt x="243413" y="0"/>
                </a:lnTo>
                <a:lnTo>
                  <a:pt x="1836846" y="0"/>
                </a:lnTo>
                <a:lnTo>
                  <a:pt x="1876332" y="3185"/>
                </a:lnTo>
                <a:lnTo>
                  <a:pt x="1913789" y="12408"/>
                </a:lnTo>
                <a:lnTo>
                  <a:pt x="1965072" y="36465"/>
                </a:lnTo>
                <a:lnTo>
                  <a:pt x="2008971" y="71288"/>
                </a:lnTo>
                <a:lnTo>
                  <a:pt x="2043794" y="115187"/>
                </a:lnTo>
                <a:lnTo>
                  <a:pt x="2067851" y="166470"/>
                </a:lnTo>
                <a:lnTo>
                  <a:pt x="2077074" y="203927"/>
                </a:lnTo>
                <a:lnTo>
                  <a:pt x="2080259" y="243413"/>
                </a:lnTo>
                <a:lnTo>
                  <a:pt x="2080259" y="1217075"/>
                </a:lnTo>
                <a:lnTo>
                  <a:pt x="2077074" y="1256557"/>
                </a:lnTo>
                <a:lnTo>
                  <a:pt x="2067851" y="1294012"/>
                </a:lnTo>
                <a:lnTo>
                  <a:pt x="2043794" y="1345293"/>
                </a:lnTo>
                <a:lnTo>
                  <a:pt x="2008971" y="1389192"/>
                </a:lnTo>
                <a:lnTo>
                  <a:pt x="1965072" y="1424017"/>
                </a:lnTo>
                <a:lnTo>
                  <a:pt x="1913789" y="1448076"/>
                </a:lnTo>
                <a:lnTo>
                  <a:pt x="1876332" y="1457299"/>
                </a:lnTo>
                <a:lnTo>
                  <a:pt x="1836846" y="1460485"/>
                </a:lnTo>
                <a:lnTo>
                  <a:pt x="243413" y="1460485"/>
                </a:lnTo>
                <a:lnTo>
                  <a:pt x="203927" y="1457299"/>
                </a:lnTo>
                <a:lnTo>
                  <a:pt x="166470" y="1448076"/>
                </a:lnTo>
                <a:lnTo>
                  <a:pt x="115187" y="1424017"/>
                </a:lnTo>
                <a:lnTo>
                  <a:pt x="71288" y="1389192"/>
                </a:lnTo>
                <a:lnTo>
                  <a:pt x="36465" y="1345293"/>
                </a:lnTo>
                <a:lnTo>
                  <a:pt x="12408" y="1294012"/>
                </a:lnTo>
                <a:lnTo>
                  <a:pt x="3185" y="1256557"/>
                </a:lnTo>
                <a:lnTo>
                  <a:pt x="0" y="1217075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25340" y="3683210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4">
                <a:moveTo>
                  <a:pt x="0" y="0"/>
                </a:moveTo>
                <a:lnTo>
                  <a:pt x="1297153" y="0"/>
                </a:lnTo>
              </a:path>
            </a:pathLst>
          </a:custGeom>
          <a:ln w="140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11196" y="3183985"/>
            <a:ext cx="883919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1.</a:t>
            </a:r>
            <a:r>
              <a:rPr sz="2650" spc="150" dirty="0">
                <a:latin typeface="Times New Roman"/>
                <a:cs typeface="Times New Roman"/>
              </a:rPr>
              <a:t>6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3000" spc="-37" baseline="33333" dirty="0">
                <a:latin typeface="Symbol"/>
                <a:cs typeface="Symbol"/>
              </a:rPr>
              <a:t></a:t>
            </a:r>
            <a:r>
              <a:rPr sz="3000" spc="-15" baseline="33333" dirty="0">
                <a:latin typeface="Times New Roman"/>
                <a:cs typeface="Times New Roman"/>
              </a:rPr>
              <a:t>1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8646" y="3698300"/>
            <a:ext cx="130873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0.</a:t>
            </a:r>
            <a:r>
              <a:rPr sz="2650" spc="100" dirty="0">
                <a:latin typeface="Times New Roman"/>
                <a:cs typeface="Times New Roman"/>
              </a:rPr>
              <a:t>8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3000" spc="-37" baseline="33333" dirty="0">
                <a:latin typeface="Symbol"/>
                <a:cs typeface="Symbol"/>
              </a:rPr>
              <a:t></a:t>
            </a:r>
            <a:r>
              <a:rPr sz="3000" spc="-15" baseline="33333" dirty="0">
                <a:latin typeface="Times New Roman"/>
                <a:cs typeface="Times New Roman"/>
              </a:rPr>
              <a:t>1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95771" y="365507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57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37498" y="36120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19409" y="365507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61118" y="36120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46652" y="3129052"/>
            <a:ext cx="2876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33779" y="3162072"/>
            <a:ext cx="30861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4772" y="734753"/>
            <a:ext cx="39560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4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63350" y="2606029"/>
            <a:ext cx="1147445" cy="0"/>
          </a:xfrm>
          <a:custGeom>
            <a:avLst/>
            <a:gdLst/>
            <a:ahLst/>
            <a:cxnLst/>
            <a:rect l="l" t="t" r="r" b="b"/>
            <a:pathLst>
              <a:path w="1147445">
                <a:moveTo>
                  <a:pt x="0" y="0"/>
                </a:moveTo>
                <a:lnTo>
                  <a:pt x="1147203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91196" y="210525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8166" y="2192422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6413" y="2621190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6650" y="2702935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0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0491" y="2561970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16612" y="2561970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0054" y="2401087"/>
            <a:ext cx="60325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5130" algn="l"/>
              </a:tabLst>
            </a:pPr>
            <a:r>
              <a:rPr sz="2650" i="1" spc="-15" dirty="0">
                <a:latin typeface="Times New Roman"/>
                <a:cs typeface="Times New Roman"/>
              </a:rPr>
              <a:t>y	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5238" y="2406342"/>
            <a:ext cx="19367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6089" y="2334459"/>
            <a:ext cx="235331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96022" y="3414267"/>
            <a:ext cx="4712335" cy="1513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56105" algn="l"/>
              </a:tabLst>
            </a:pPr>
            <a:r>
              <a:rPr sz="7425" spc="-1305" baseline="-6172" dirty="0">
                <a:latin typeface="Symbol"/>
                <a:cs typeface="Symbol"/>
              </a:rPr>
              <a:t></a:t>
            </a: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-345" baseline="34188" dirty="0">
                <a:latin typeface="Times New Roman"/>
                <a:cs typeface="Times New Roman"/>
              </a:rPr>
              <a:t> </a:t>
            </a:r>
            <a:r>
              <a:rPr sz="7425" spc="-1192" baseline="-6172" dirty="0">
                <a:latin typeface="Symbol"/>
                <a:cs typeface="Symbol"/>
              </a:rPr>
              <a:t></a:t>
            </a:r>
            <a:r>
              <a:rPr sz="7425" spc="-997" baseline="-6172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-179" baseline="34188" dirty="0">
                <a:latin typeface="Times New Roman"/>
                <a:cs typeface="Times New Roman"/>
              </a:rPr>
              <a:t>1</a:t>
            </a: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endParaRPr sz="2925" baseline="-19943" dirty="0">
              <a:latin typeface="Times New Roman"/>
              <a:cs typeface="Times New Roman"/>
            </a:endParaRPr>
          </a:p>
          <a:p>
            <a:pPr marL="1578610">
              <a:lnSpc>
                <a:spcPct val="100000"/>
              </a:lnSpc>
              <a:spcBef>
                <a:spcPts val="3445"/>
              </a:spcBef>
              <a:tabLst>
                <a:tab pos="1971039" algn="l"/>
              </a:tabLst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60" dirty="0">
                <a:latin typeface="Symbol"/>
                <a:cs typeface="Symbol"/>
              </a:rPr>
              <a:t>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r>
              <a:rPr sz="2925" spc="-427" baseline="34188" dirty="0">
                <a:latin typeface="Times New Roman"/>
                <a:cs typeface="Times New Roman"/>
              </a:rPr>
              <a:t> </a:t>
            </a: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r>
              <a:rPr sz="2925" i="1" baseline="-19943" dirty="0">
                <a:latin typeface="Times New Roman"/>
                <a:cs typeface="Times New Roman"/>
              </a:rPr>
              <a:t> </a:t>
            </a:r>
            <a:r>
              <a:rPr sz="2925" i="1" spc="-172" baseline="-19943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-179" baseline="34188" dirty="0">
                <a:latin typeface="Times New Roman"/>
                <a:cs typeface="Times New Roman"/>
              </a:rPr>
              <a:t>1</a:t>
            </a: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2925" i="1" spc="7" baseline="-19943" dirty="0">
                <a:latin typeface="Times New Roman"/>
                <a:cs typeface="Times New Roman"/>
              </a:rPr>
              <a:t>k</a:t>
            </a:r>
            <a:endParaRPr sz="2925" baseline="-19943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16914" y="5397784"/>
            <a:ext cx="267589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dirty="0">
                <a:latin typeface="Calibri"/>
                <a:cs typeface="Calibri"/>
              </a:rPr>
              <a:t>Di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200324" y="5325857"/>
            <a:ext cx="27920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40"/>
              </a:lnSpc>
              <a:tabLst>
                <a:tab pos="405130" algn="l"/>
              </a:tabLst>
            </a:pPr>
            <a:r>
              <a:rPr sz="3975" i="1" spc="-7" baseline="14675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3975" spc="-22" baseline="14675" dirty="0">
                <a:latin typeface="Symbol"/>
                <a:cs typeface="Symbol"/>
              </a:rPr>
              <a:t></a:t>
            </a:r>
            <a:r>
              <a:rPr sz="3975" spc="-75" baseline="14675" dirty="0">
                <a:latin typeface="Times New Roman"/>
                <a:cs typeface="Times New Roman"/>
              </a:rPr>
              <a:t> </a:t>
            </a:r>
            <a:r>
              <a:rPr sz="3975" spc="89" baseline="14675" dirty="0">
                <a:latin typeface="Symbol"/>
                <a:cs typeface="Symbol"/>
              </a:rPr>
              <a:t></a:t>
            </a:r>
            <a:r>
              <a:rPr sz="3975" i="1" spc="-375" baseline="1467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2000" spc="-295" dirty="0">
                <a:latin typeface="Times New Roman"/>
                <a:cs typeface="Times New Roman"/>
              </a:rPr>
              <a:t> </a:t>
            </a:r>
            <a:r>
              <a:rPr sz="3975" i="1" spc="-7" baseline="14675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3975" spc="-22" baseline="14675" dirty="0">
                <a:latin typeface="Symbol"/>
                <a:cs typeface="Symbol"/>
              </a:rPr>
              <a:t></a:t>
            </a:r>
            <a:r>
              <a:rPr sz="3975" spc="-382" baseline="14675" dirty="0">
                <a:latin typeface="Times New Roman"/>
                <a:cs typeface="Times New Roman"/>
              </a:rPr>
              <a:t> </a:t>
            </a:r>
            <a:r>
              <a:rPr sz="3975" i="1" spc="-562" baseline="14675" dirty="0">
                <a:latin typeface="Times New Roman"/>
                <a:cs typeface="Times New Roman"/>
              </a:rPr>
              <a:t>b</a:t>
            </a:r>
            <a:r>
              <a:rPr sz="2000" spc="-135" dirty="0">
                <a:latin typeface="Times New Roman"/>
                <a:cs typeface="Times New Roman"/>
              </a:rPr>
              <a:t>1</a:t>
            </a:r>
            <a:r>
              <a:rPr sz="3975" i="1" spc="15" baseline="14675" dirty="0">
                <a:latin typeface="Times New Roman"/>
                <a:cs typeface="Times New Roman"/>
              </a:rPr>
              <a:t>u</a:t>
            </a:r>
            <a:r>
              <a:rPr sz="2000" i="1" spc="-10" dirty="0">
                <a:latin typeface="Times New Roman"/>
                <a:cs typeface="Times New Roman"/>
              </a:rPr>
              <a:t>k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2000" spc="-17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80" dirty="0">
                <a:latin typeface="Calibri"/>
                <a:cs typeface="Calibri"/>
              </a:rPr>
              <a:t>f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W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220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urb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896624" y="2166628"/>
            <a:ext cx="4302739" cy="32257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38962" y="5498308"/>
            <a:ext cx="3319779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1320" marR="5080" indent="-38862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tt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5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</a:t>
            </a:r>
            <a:r>
              <a:rPr sz="1000" spc="-20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ind</a:t>
            </a:r>
            <a:r>
              <a:rPr sz="1000" dirty="0">
                <a:latin typeface="Calibri"/>
                <a:cs typeface="Calibri"/>
              </a:rPr>
              <a:t>_t</a:t>
            </a:r>
            <a:r>
              <a:rPr sz="1000" spc="-10" dirty="0">
                <a:latin typeface="Calibri"/>
                <a:cs typeface="Calibri"/>
              </a:rPr>
              <a:t>urbin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#</a:t>
            </a:r>
            <a:r>
              <a:rPr sz="1000" spc="-10" dirty="0">
                <a:latin typeface="Calibri"/>
                <a:cs typeface="Calibri"/>
              </a:rPr>
              <a:t>/medi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10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ur</a:t>
            </a:r>
            <a:r>
              <a:rPr sz="1000" spc="10" dirty="0">
                <a:latin typeface="Calibri"/>
                <a:cs typeface="Calibri"/>
              </a:rPr>
              <a:t>b</a:t>
            </a:r>
            <a:r>
              <a:rPr sz="1000" spc="-10" dirty="0">
                <a:latin typeface="Calibri"/>
                <a:cs typeface="Calibri"/>
              </a:rPr>
              <a:t>in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5" dirty="0">
                <a:latin typeface="Calibri"/>
                <a:cs typeface="Calibri"/>
              </a:rPr>
              <a:t>B</a:t>
            </a:r>
            <a:r>
              <a:rPr sz="1000" spc="-10" dirty="0">
                <a:latin typeface="Calibri"/>
                <a:cs typeface="Calibri"/>
              </a:rPr>
              <a:t>l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0" dirty="0">
                <a:latin typeface="Calibri"/>
                <a:cs typeface="Calibri"/>
              </a:rPr>
              <a:t>d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5" dirty="0">
                <a:latin typeface="Calibri"/>
                <a:cs typeface="Calibri"/>
              </a:rPr>
              <a:t>C</a:t>
            </a:r>
            <a:r>
              <a:rPr sz="1000" spc="-10" dirty="0">
                <a:latin typeface="Calibri"/>
                <a:cs typeface="Calibri"/>
              </a:rPr>
              <a:t>on</a:t>
            </a:r>
            <a:r>
              <a:rPr sz="1000" spc="5" dirty="0">
                <a:latin typeface="Calibri"/>
                <a:cs typeface="Calibri"/>
              </a:rPr>
              <a:t>v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dirty="0">
                <a:latin typeface="Calibri"/>
                <a:cs typeface="Calibri"/>
              </a:rPr>
              <a:t>y_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ss</a:t>
            </a:r>
            <a:r>
              <a:rPr sz="1000" spc="-10" dirty="0">
                <a:latin typeface="Calibri"/>
                <a:cs typeface="Calibri"/>
              </a:rPr>
              <a:t>in</a:t>
            </a:r>
            <a:r>
              <a:rPr sz="1000" spc="5" dirty="0">
                <a:latin typeface="Calibri"/>
                <a:cs typeface="Calibri"/>
              </a:rPr>
              <a:t>g</a:t>
            </a:r>
            <a:r>
              <a:rPr sz="1000" dirty="0">
                <a:latin typeface="Calibri"/>
                <a:cs typeface="Calibri"/>
              </a:rPr>
              <a:t>_t</a:t>
            </a:r>
            <a:r>
              <a:rPr sz="1000" spc="-10" dirty="0">
                <a:latin typeface="Calibri"/>
                <a:cs typeface="Calibri"/>
              </a:rPr>
              <a:t>hrou</a:t>
            </a:r>
            <a:r>
              <a:rPr sz="1000" spc="5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20" dirty="0">
                <a:latin typeface="Calibri"/>
                <a:cs typeface="Calibri"/>
              </a:rPr>
              <a:t>d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nfi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ld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j</a:t>
            </a:r>
            <a:r>
              <a:rPr sz="1000" spc="-10" dirty="0">
                <a:latin typeface="Calibri"/>
                <a:cs typeface="Calibri"/>
              </a:rPr>
              <a:t>pg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000" y="1818644"/>
            <a:ext cx="2476499" cy="38252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35299" y="5715432"/>
            <a:ext cx="24066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20" dirty="0">
                <a:latin typeface="Calibri"/>
                <a:cs typeface="Calibri"/>
              </a:rPr>
              <a:t>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</a:t>
            </a:r>
            <a:r>
              <a:rPr sz="1000" spc="-20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ind</a:t>
            </a:r>
            <a:r>
              <a:rPr sz="1000" dirty="0">
                <a:latin typeface="Calibri"/>
                <a:cs typeface="Calibri"/>
              </a:rPr>
              <a:t>_t</a:t>
            </a:r>
            <a:r>
              <a:rPr sz="1000" spc="-10" dirty="0">
                <a:latin typeface="Calibri"/>
                <a:cs typeface="Calibri"/>
              </a:rPr>
              <a:t>urbi</a:t>
            </a:r>
            <a:r>
              <a:rPr sz="1000" spc="-20" dirty="0">
                <a:latin typeface="Calibri"/>
                <a:cs typeface="Calibri"/>
              </a:rPr>
              <a:t>n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#/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alibri"/>
                <a:cs typeface="Calibri"/>
              </a:rPr>
              <a:t>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20" dirty="0">
                <a:latin typeface="Calibri"/>
                <a:cs typeface="Calibri"/>
              </a:rPr>
              <a:t>:W</a:t>
            </a:r>
            <a:r>
              <a:rPr sz="1000" spc="-10" dirty="0">
                <a:latin typeface="Calibri"/>
                <a:cs typeface="Calibri"/>
              </a:rPr>
              <a:t>indmill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_D</a:t>
            </a:r>
            <a:r>
              <a:rPr sz="1000" spc="-15" dirty="0">
                <a:latin typeface="Calibri"/>
                <a:cs typeface="Calibri"/>
              </a:rPr>
              <a:t>1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libri"/>
                <a:cs typeface="Calibri"/>
              </a:rPr>
              <a:t>D</a:t>
            </a:r>
            <a:r>
              <a:rPr sz="1000" spc="-15" dirty="0">
                <a:latin typeface="Calibri"/>
                <a:cs typeface="Calibri"/>
              </a:rPr>
              <a:t>4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5" dirty="0"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Tho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on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5" dirty="0">
                <a:latin typeface="Calibri"/>
                <a:cs typeface="Calibri"/>
              </a:rPr>
              <a:t>B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0" dirty="0">
                <a:latin typeface="Calibri"/>
                <a:cs typeface="Calibri"/>
              </a:rPr>
              <a:t>n</a:t>
            </a:r>
            <a:r>
              <a:rPr sz="1000" dirty="0">
                <a:latin typeface="Calibri"/>
                <a:cs typeface="Calibri"/>
              </a:rPr>
              <a:t>k</a:t>
            </a:r>
            <a:r>
              <a:rPr sz="1000" spc="-5" dirty="0">
                <a:latin typeface="Calibri"/>
                <a:cs typeface="Calibri"/>
              </a:rPr>
              <a:t>)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j</a:t>
            </a:r>
            <a:r>
              <a:rPr sz="1000" spc="-10" dirty="0">
                <a:latin typeface="Calibri"/>
                <a:cs typeface="Calibri"/>
              </a:rPr>
              <a:t>pg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p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n-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5" dirty="0">
                <a:latin typeface="Calibri"/>
                <a:cs typeface="Calibri"/>
              </a:rPr>
              <a:t>oo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Si</a:t>
            </a:r>
            <a:r>
              <a:rPr dirty="0">
                <a:latin typeface="Calibri"/>
                <a:cs typeface="Calibri"/>
              </a:rPr>
              <a:t>m</a:t>
            </a:r>
            <a:r>
              <a:rPr spc="-10" dirty="0">
                <a:latin typeface="Calibri"/>
                <a:cs typeface="Calibri"/>
              </a:rPr>
              <a:t>u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4117" y="2670766"/>
            <a:ext cx="3261995" cy="297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endParaRPr sz="2600">
              <a:latin typeface="Calibri"/>
              <a:cs typeface="Calibri"/>
            </a:endParaRPr>
          </a:p>
          <a:p>
            <a:pPr marL="241300" marR="459105" indent="-228600">
              <a:lnSpc>
                <a:spcPts val="2500"/>
              </a:lnSpc>
              <a:spcBef>
                <a:spcPts val="96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-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i="1" spc="-2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ang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i="1" spc="-20" dirty="0">
                <a:latin typeface="Calibri"/>
                <a:cs typeface="Calibri"/>
              </a:rPr>
              <a:t>k</a:t>
            </a:r>
            <a:r>
              <a:rPr sz="260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79900"/>
              </a:lnSpc>
              <a:spcBef>
                <a:spcPts val="100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urb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4742" y="2789624"/>
            <a:ext cx="3584575" cy="1088390"/>
          </a:xfrm>
          <a:custGeom>
            <a:avLst/>
            <a:gdLst/>
            <a:ahLst/>
            <a:cxnLst/>
            <a:rect l="l" t="t" r="r" b="b"/>
            <a:pathLst>
              <a:path w="3584575" h="1088389">
                <a:moveTo>
                  <a:pt x="0" y="1087861"/>
                </a:moveTo>
                <a:lnTo>
                  <a:pt x="3584356" y="1087861"/>
                </a:lnTo>
                <a:lnTo>
                  <a:pt x="3584356" y="0"/>
                </a:lnTo>
                <a:lnTo>
                  <a:pt x="0" y="0"/>
                </a:lnTo>
                <a:lnTo>
                  <a:pt x="0" y="10878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14731" y="2789635"/>
            <a:ext cx="3584575" cy="0"/>
          </a:xfrm>
          <a:custGeom>
            <a:avLst/>
            <a:gdLst/>
            <a:ahLst/>
            <a:cxnLst/>
            <a:rect l="l" t="t" r="r" b="b"/>
            <a:pathLst>
              <a:path w="3584575">
                <a:moveTo>
                  <a:pt x="0" y="0"/>
                </a:moveTo>
                <a:lnTo>
                  <a:pt x="3584396" y="0"/>
                </a:lnTo>
              </a:path>
            </a:pathLst>
          </a:custGeom>
          <a:ln w="8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99127" y="2789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14731" y="3877507"/>
            <a:ext cx="3584575" cy="0"/>
          </a:xfrm>
          <a:custGeom>
            <a:avLst/>
            <a:gdLst/>
            <a:ahLst/>
            <a:cxnLst/>
            <a:rect l="l" t="t" r="r" b="b"/>
            <a:pathLst>
              <a:path w="3584575">
                <a:moveTo>
                  <a:pt x="0" y="0"/>
                </a:moveTo>
                <a:lnTo>
                  <a:pt x="3584396" y="0"/>
                </a:lnTo>
              </a:path>
            </a:pathLst>
          </a:custGeom>
          <a:ln w="82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99127" y="3877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99112" y="2789620"/>
            <a:ext cx="0" cy="1088390"/>
          </a:xfrm>
          <a:custGeom>
            <a:avLst/>
            <a:gdLst/>
            <a:ahLst/>
            <a:cxnLst/>
            <a:rect l="l" t="t" r="r" b="b"/>
            <a:pathLst>
              <a:path h="1088389">
                <a:moveTo>
                  <a:pt x="0" y="1087904"/>
                </a:moveTo>
                <a:lnTo>
                  <a:pt x="0" y="0"/>
                </a:lnTo>
              </a:path>
            </a:pathLst>
          </a:custGeom>
          <a:ln w="8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99127" y="2789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14746" y="2789620"/>
            <a:ext cx="0" cy="1088390"/>
          </a:xfrm>
          <a:custGeom>
            <a:avLst/>
            <a:gdLst/>
            <a:ahLst/>
            <a:cxnLst/>
            <a:rect l="l" t="t" r="r" b="b"/>
            <a:pathLst>
              <a:path h="1088389">
                <a:moveTo>
                  <a:pt x="0" y="1087904"/>
                </a:moveTo>
                <a:lnTo>
                  <a:pt x="0" y="0"/>
                </a:lnTo>
              </a:path>
            </a:pathLst>
          </a:custGeom>
          <a:ln w="8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14761" y="2789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99127" y="3877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14761" y="2789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14761" y="38362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14761" y="28226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69094" y="3895387"/>
            <a:ext cx="10413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31616" y="383629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31616" y="38362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31616" y="2789651"/>
            <a:ext cx="0" cy="33020"/>
          </a:xfrm>
          <a:custGeom>
            <a:avLst/>
            <a:gdLst/>
            <a:ahLst/>
            <a:cxnLst/>
            <a:rect l="l" t="t" r="r" b="b"/>
            <a:pathLst>
              <a:path h="33019">
                <a:moveTo>
                  <a:pt x="0" y="0"/>
                </a:moveTo>
                <a:lnTo>
                  <a:pt x="0" y="32951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31616" y="28226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44761" y="3895387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48471" y="383629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48471" y="38362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48471" y="2789651"/>
            <a:ext cx="0" cy="33020"/>
          </a:xfrm>
          <a:custGeom>
            <a:avLst/>
            <a:gdLst/>
            <a:ahLst/>
            <a:cxnLst/>
            <a:rect l="l" t="t" r="r" b="b"/>
            <a:pathLst>
              <a:path h="33019">
                <a:moveTo>
                  <a:pt x="0" y="0"/>
                </a:moveTo>
                <a:lnTo>
                  <a:pt x="0" y="32951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48471" y="28226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161638" y="3895387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40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965357" y="383629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65357" y="383629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965357" y="2789651"/>
            <a:ext cx="0" cy="33020"/>
          </a:xfrm>
          <a:custGeom>
            <a:avLst/>
            <a:gdLst/>
            <a:ahLst/>
            <a:cxnLst/>
            <a:rect l="l" t="t" r="r" b="b"/>
            <a:pathLst>
              <a:path h="33019">
                <a:moveTo>
                  <a:pt x="0" y="0"/>
                </a:moveTo>
                <a:lnTo>
                  <a:pt x="0" y="32951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65357" y="28226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78503" y="3895387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682241" y="3836306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82241" y="38363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82241" y="2789651"/>
            <a:ext cx="0" cy="33020"/>
          </a:xfrm>
          <a:custGeom>
            <a:avLst/>
            <a:gdLst/>
            <a:ahLst/>
            <a:cxnLst/>
            <a:rect l="l" t="t" r="r" b="b"/>
            <a:pathLst>
              <a:path h="33019">
                <a:moveTo>
                  <a:pt x="0" y="0"/>
                </a:moveTo>
                <a:lnTo>
                  <a:pt x="0" y="32951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82241" y="28226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595380" y="3895387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80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399097" y="38363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399097" y="28226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279301" y="3895387"/>
            <a:ext cx="24828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814731" y="3745650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05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855936" y="37456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57892" y="3745650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41205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57892" y="37456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703156" y="3656386"/>
            <a:ext cx="10413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814731" y="3424240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05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855936" y="3424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357892" y="3424240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41205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357892" y="3424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554833" y="3334974"/>
            <a:ext cx="24828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200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814731" y="3102830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05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855936" y="31028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57892" y="3102830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41205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357892" y="31028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855936" y="2789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57892" y="2789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554833" y="2700392"/>
            <a:ext cx="248285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600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200" spc="-25" dirty="0">
                <a:latin typeface="Times New Roman"/>
                <a:cs typeface="Times New Roman"/>
              </a:rPr>
              <a:t>400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399097" y="2789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399097" y="38775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399097" y="2789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814731" y="2789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55967" y="2913258"/>
            <a:ext cx="3551554" cy="832485"/>
          </a:xfrm>
          <a:custGeom>
            <a:avLst/>
            <a:gdLst/>
            <a:ahLst/>
            <a:cxnLst/>
            <a:rect l="l" t="t" r="r" b="b"/>
            <a:pathLst>
              <a:path w="3551554" h="832485">
                <a:moveTo>
                  <a:pt x="0" y="832361"/>
                </a:moveTo>
                <a:lnTo>
                  <a:pt x="0" y="832361"/>
                </a:lnTo>
                <a:lnTo>
                  <a:pt x="749831" y="832361"/>
                </a:lnTo>
                <a:lnTo>
                  <a:pt x="782777" y="791149"/>
                </a:lnTo>
                <a:lnTo>
                  <a:pt x="823982" y="700493"/>
                </a:lnTo>
                <a:lnTo>
                  <a:pt x="856928" y="576885"/>
                </a:lnTo>
                <a:lnTo>
                  <a:pt x="889904" y="436787"/>
                </a:lnTo>
                <a:lnTo>
                  <a:pt x="931109" y="304918"/>
                </a:lnTo>
                <a:lnTo>
                  <a:pt x="964055" y="181311"/>
                </a:lnTo>
                <a:lnTo>
                  <a:pt x="997032" y="82394"/>
                </a:lnTo>
                <a:lnTo>
                  <a:pt x="1038206" y="24721"/>
                </a:lnTo>
                <a:lnTo>
                  <a:pt x="1071183" y="0"/>
                </a:lnTo>
                <a:lnTo>
                  <a:pt x="1104128" y="8230"/>
                </a:lnTo>
                <a:lnTo>
                  <a:pt x="1145334" y="57673"/>
                </a:lnTo>
                <a:lnTo>
                  <a:pt x="1178310" y="123607"/>
                </a:lnTo>
                <a:lnTo>
                  <a:pt x="1211256" y="214263"/>
                </a:lnTo>
                <a:lnTo>
                  <a:pt x="1252461" y="313149"/>
                </a:lnTo>
                <a:lnTo>
                  <a:pt x="1285407" y="403804"/>
                </a:lnTo>
                <a:lnTo>
                  <a:pt x="1318383" y="486230"/>
                </a:lnTo>
                <a:lnTo>
                  <a:pt x="1359589" y="543934"/>
                </a:lnTo>
                <a:lnTo>
                  <a:pt x="1392534" y="585116"/>
                </a:lnTo>
                <a:lnTo>
                  <a:pt x="1425511" y="593377"/>
                </a:lnTo>
                <a:lnTo>
                  <a:pt x="1466686" y="585116"/>
                </a:lnTo>
                <a:lnTo>
                  <a:pt x="1499662" y="552164"/>
                </a:lnTo>
                <a:lnTo>
                  <a:pt x="1532608" y="502721"/>
                </a:lnTo>
                <a:lnTo>
                  <a:pt x="1573813" y="436787"/>
                </a:lnTo>
                <a:lnTo>
                  <a:pt x="1606759" y="379083"/>
                </a:lnTo>
                <a:lnTo>
                  <a:pt x="1639735" y="321410"/>
                </a:lnTo>
                <a:lnTo>
                  <a:pt x="1680940" y="271967"/>
                </a:lnTo>
                <a:lnTo>
                  <a:pt x="1713886" y="238984"/>
                </a:lnTo>
                <a:lnTo>
                  <a:pt x="1755092" y="222493"/>
                </a:lnTo>
                <a:lnTo>
                  <a:pt x="1788037" y="222493"/>
                </a:lnTo>
                <a:lnTo>
                  <a:pt x="1821014" y="238984"/>
                </a:lnTo>
                <a:lnTo>
                  <a:pt x="1862219" y="271967"/>
                </a:lnTo>
                <a:lnTo>
                  <a:pt x="1895165" y="304918"/>
                </a:lnTo>
                <a:lnTo>
                  <a:pt x="1928141" y="354361"/>
                </a:lnTo>
                <a:lnTo>
                  <a:pt x="1969316" y="395574"/>
                </a:lnTo>
                <a:lnTo>
                  <a:pt x="2002292" y="436787"/>
                </a:lnTo>
                <a:lnTo>
                  <a:pt x="2035238" y="469739"/>
                </a:lnTo>
                <a:lnTo>
                  <a:pt x="2076443" y="486230"/>
                </a:lnTo>
                <a:lnTo>
                  <a:pt x="2109420" y="494460"/>
                </a:lnTo>
                <a:lnTo>
                  <a:pt x="2142366" y="494460"/>
                </a:lnTo>
                <a:lnTo>
                  <a:pt x="2183571" y="486230"/>
                </a:lnTo>
                <a:lnTo>
                  <a:pt x="2216517" y="461508"/>
                </a:lnTo>
                <a:lnTo>
                  <a:pt x="2249493" y="436787"/>
                </a:lnTo>
                <a:lnTo>
                  <a:pt x="2290698" y="412065"/>
                </a:lnTo>
                <a:lnTo>
                  <a:pt x="2323644" y="387344"/>
                </a:lnTo>
                <a:lnTo>
                  <a:pt x="2356590" y="362622"/>
                </a:lnTo>
                <a:lnTo>
                  <a:pt x="2397795" y="346131"/>
                </a:lnTo>
                <a:lnTo>
                  <a:pt x="2430772" y="337901"/>
                </a:lnTo>
                <a:lnTo>
                  <a:pt x="2463718" y="337901"/>
                </a:lnTo>
                <a:lnTo>
                  <a:pt x="2504923" y="337901"/>
                </a:lnTo>
                <a:lnTo>
                  <a:pt x="2537899" y="354361"/>
                </a:lnTo>
                <a:lnTo>
                  <a:pt x="2570845" y="370853"/>
                </a:lnTo>
                <a:lnTo>
                  <a:pt x="2612050" y="387344"/>
                </a:lnTo>
                <a:lnTo>
                  <a:pt x="2644996" y="412065"/>
                </a:lnTo>
                <a:lnTo>
                  <a:pt x="2677972" y="428556"/>
                </a:lnTo>
                <a:lnTo>
                  <a:pt x="2719147" y="445017"/>
                </a:lnTo>
                <a:lnTo>
                  <a:pt x="2752124" y="453247"/>
                </a:lnTo>
                <a:lnTo>
                  <a:pt x="2785100" y="461508"/>
                </a:lnTo>
                <a:lnTo>
                  <a:pt x="2826275" y="461508"/>
                </a:lnTo>
                <a:lnTo>
                  <a:pt x="2859251" y="461508"/>
                </a:lnTo>
                <a:lnTo>
                  <a:pt x="2892197" y="453247"/>
                </a:lnTo>
                <a:lnTo>
                  <a:pt x="2933402" y="445017"/>
                </a:lnTo>
                <a:lnTo>
                  <a:pt x="2966348" y="428556"/>
                </a:lnTo>
                <a:lnTo>
                  <a:pt x="2999324" y="420296"/>
                </a:lnTo>
                <a:lnTo>
                  <a:pt x="3040530" y="412065"/>
                </a:lnTo>
                <a:lnTo>
                  <a:pt x="3073475" y="403804"/>
                </a:lnTo>
                <a:lnTo>
                  <a:pt x="3106421" y="395574"/>
                </a:lnTo>
                <a:lnTo>
                  <a:pt x="3147627" y="395574"/>
                </a:lnTo>
                <a:lnTo>
                  <a:pt x="3180603" y="395574"/>
                </a:lnTo>
                <a:lnTo>
                  <a:pt x="3213549" y="403804"/>
                </a:lnTo>
                <a:lnTo>
                  <a:pt x="3254754" y="403804"/>
                </a:lnTo>
                <a:lnTo>
                  <a:pt x="3287730" y="420296"/>
                </a:lnTo>
                <a:lnTo>
                  <a:pt x="3320676" y="428556"/>
                </a:lnTo>
                <a:lnTo>
                  <a:pt x="3361881" y="436787"/>
                </a:lnTo>
                <a:lnTo>
                  <a:pt x="3394827" y="445017"/>
                </a:lnTo>
                <a:lnTo>
                  <a:pt x="3427804" y="453247"/>
                </a:lnTo>
                <a:lnTo>
                  <a:pt x="3469009" y="453247"/>
                </a:lnTo>
                <a:lnTo>
                  <a:pt x="3501955" y="453247"/>
                </a:lnTo>
                <a:lnTo>
                  <a:pt x="3543160" y="453247"/>
                </a:lnTo>
                <a:lnTo>
                  <a:pt x="3551389" y="453247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407356" y="336650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392372" y="2535533"/>
            <a:ext cx="419734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40" dirty="0">
                <a:latin typeface="Times New Roman"/>
                <a:cs typeface="Times New Roman"/>
              </a:rPr>
              <a:t>o</a:t>
            </a:r>
            <a:r>
              <a:rPr sz="1200" spc="-25" dirty="0">
                <a:latin typeface="Times New Roman"/>
                <a:cs typeface="Times New Roman"/>
              </a:rPr>
              <a:t>u</a:t>
            </a:r>
            <a:r>
              <a:rPr sz="1200" spc="-15" dirty="0">
                <a:latin typeface="Times New Roman"/>
                <a:cs typeface="Times New Roman"/>
              </a:rPr>
              <a:t>t</a:t>
            </a:r>
            <a:r>
              <a:rPr sz="1200" spc="40" dirty="0">
                <a:latin typeface="Times New Roman"/>
                <a:cs typeface="Times New Roman"/>
              </a:rPr>
              <a:t>p</a:t>
            </a:r>
            <a:r>
              <a:rPr sz="1200" spc="-30" dirty="0">
                <a:latin typeface="Times New Roman"/>
                <a:cs typeface="Times New Roman"/>
              </a:rPr>
              <a:t>ut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822972" y="4429661"/>
            <a:ext cx="3576320" cy="1088390"/>
          </a:xfrm>
          <a:custGeom>
            <a:avLst/>
            <a:gdLst/>
            <a:ahLst/>
            <a:cxnLst/>
            <a:rect l="l" t="t" r="r" b="b"/>
            <a:pathLst>
              <a:path w="3576320" h="1088389">
                <a:moveTo>
                  <a:pt x="0" y="1087873"/>
                </a:moveTo>
                <a:lnTo>
                  <a:pt x="3576126" y="1087873"/>
                </a:lnTo>
                <a:lnTo>
                  <a:pt x="3576126" y="0"/>
                </a:lnTo>
                <a:lnTo>
                  <a:pt x="0" y="0"/>
                </a:lnTo>
                <a:lnTo>
                  <a:pt x="0" y="10878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22960" y="4429676"/>
            <a:ext cx="3576320" cy="0"/>
          </a:xfrm>
          <a:custGeom>
            <a:avLst/>
            <a:gdLst/>
            <a:ahLst/>
            <a:cxnLst/>
            <a:rect l="l" t="t" r="r" b="b"/>
            <a:pathLst>
              <a:path w="3576320">
                <a:moveTo>
                  <a:pt x="0" y="0"/>
                </a:moveTo>
                <a:lnTo>
                  <a:pt x="3576167" y="0"/>
                </a:lnTo>
              </a:path>
            </a:pathLst>
          </a:custGeom>
          <a:ln w="8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99127" y="44296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822960" y="5517548"/>
            <a:ext cx="3576320" cy="0"/>
          </a:xfrm>
          <a:custGeom>
            <a:avLst/>
            <a:gdLst/>
            <a:ahLst/>
            <a:cxnLst/>
            <a:rect l="l" t="t" r="r" b="b"/>
            <a:pathLst>
              <a:path w="3576320">
                <a:moveTo>
                  <a:pt x="0" y="0"/>
                </a:moveTo>
                <a:lnTo>
                  <a:pt x="3576167" y="0"/>
                </a:lnTo>
              </a:path>
            </a:pathLst>
          </a:custGeom>
          <a:ln w="82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399127" y="55175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399112" y="4429677"/>
            <a:ext cx="0" cy="1088390"/>
          </a:xfrm>
          <a:custGeom>
            <a:avLst/>
            <a:gdLst/>
            <a:ahLst/>
            <a:cxnLst/>
            <a:rect l="l" t="t" r="r" b="b"/>
            <a:pathLst>
              <a:path h="1088389">
                <a:moveTo>
                  <a:pt x="0" y="1087883"/>
                </a:moveTo>
                <a:lnTo>
                  <a:pt x="0" y="0"/>
                </a:lnTo>
              </a:path>
            </a:pathLst>
          </a:custGeom>
          <a:ln w="8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399127" y="44296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822975" y="4429677"/>
            <a:ext cx="0" cy="1088390"/>
          </a:xfrm>
          <a:custGeom>
            <a:avLst/>
            <a:gdLst/>
            <a:ahLst/>
            <a:cxnLst/>
            <a:rect l="l" t="t" r="r" b="b"/>
            <a:pathLst>
              <a:path h="1088389">
                <a:moveTo>
                  <a:pt x="0" y="1087883"/>
                </a:moveTo>
                <a:lnTo>
                  <a:pt x="0" y="0"/>
                </a:lnTo>
              </a:path>
            </a:pathLst>
          </a:custGeom>
          <a:ln w="8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22990" y="44296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399127" y="55175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22990" y="44296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22990" y="547633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22990" y="4462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777324" y="5535423"/>
            <a:ext cx="10413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531616" y="5476342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194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31616" y="547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531616" y="4429677"/>
            <a:ext cx="0" cy="33020"/>
          </a:xfrm>
          <a:custGeom>
            <a:avLst/>
            <a:gdLst/>
            <a:ahLst/>
            <a:cxnLst/>
            <a:rect l="l" t="t" r="r" b="b"/>
            <a:pathLst>
              <a:path h="33020">
                <a:moveTo>
                  <a:pt x="0" y="0"/>
                </a:moveTo>
                <a:lnTo>
                  <a:pt x="0" y="32967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531616" y="4462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5444761" y="5535423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248471" y="5476342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248471" y="547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248471" y="4429677"/>
            <a:ext cx="0" cy="33020"/>
          </a:xfrm>
          <a:custGeom>
            <a:avLst/>
            <a:gdLst/>
            <a:ahLst/>
            <a:cxnLst/>
            <a:rect l="l" t="t" r="r" b="b"/>
            <a:pathLst>
              <a:path h="33020">
                <a:moveTo>
                  <a:pt x="0" y="0"/>
                </a:moveTo>
                <a:lnTo>
                  <a:pt x="0" y="32967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248471" y="4462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6161638" y="5535423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40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965357" y="5476342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65357" y="547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965357" y="4429677"/>
            <a:ext cx="0" cy="33020"/>
          </a:xfrm>
          <a:custGeom>
            <a:avLst/>
            <a:gdLst/>
            <a:ahLst/>
            <a:cxnLst/>
            <a:rect l="l" t="t" r="r" b="b"/>
            <a:pathLst>
              <a:path h="33020">
                <a:moveTo>
                  <a:pt x="0" y="0"/>
                </a:moveTo>
                <a:lnTo>
                  <a:pt x="0" y="32967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965357" y="4462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6878503" y="5535434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82241" y="5476342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41206"/>
                </a:moveTo>
                <a:lnTo>
                  <a:pt x="0" y="0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2241" y="547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682241" y="4429677"/>
            <a:ext cx="0" cy="33020"/>
          </a:xfrm>
          <a:custGeom>
            <a:avLst/>
            <a:gdLst/>
            <a:ahLst/>
            <a:cxnLst/>
            <a:rect l="l" t="t" r="r" b="b"/>
            <a:pathLst>
              <a:path h="33020">
                <a:moveTo>
                  <a:pt x="0" y="0"/>
                </a:moveTo>
                <a:lnTo>
                  <a:pt x="0" y="32967"/>
                </a:lnTo>
              </a:path>
            </a:pathLst>
          </a:custGeom>
          <a:ln w="8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682241" y="4462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7595380" y="5535434"/>
            <a:ext cx="17399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80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8399097" y="547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399097" y="4462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8279289" y="5535434"/>
            <a:ext cx="24828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100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4822960" y="5311509"/>
            <a:ext cx="33020" cy="0"/>
          </a:xfrm>
          <a:custGeom>
            <a:avLst/>
            <a:gdLst/>
            <a:ahLst/>
            <a:cxnLst/>
            <a:rect l="l" t="t" r="r" b="b"/>
            <a:pathLst>
              <a:path w="33020">
                <a:moveTo>
                  <a:pt x="0" y="0"/>
                </a:moveTo>
                <a:lnTo>
                  <a:pt x="32976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855936" y="5311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357892" y="5311509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41205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57892" y="5311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4703156" y="5222259"/>
            <a:ext cx="10413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4822960" y="4973623"/>
            <a:ext cx="33020" cy="0"/>
          </a:xfrm>
          <a:custGeom>
            <a:avLst/>
            <a:gdLst/>
            <a:ahLst/>
            <a:cxnLst/>
            <a:rect l="l" t="t" r="r" b="b"/>
            <a:pathLst>
              <a:path w="33020">
                <a:moveTo>
                  <a:pt x="0" y="0"/>
                </a:moveTo>
                <a:lnTo>
                  <a:pt x="32976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855936" y="49736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357892" y="4973623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41205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357892" y="49736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4587789" y="4884362"/>
            <a:ext cx="2190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0</a:t>
            </a:r>
            <a:r>
              <a:rPr sz="1200" spc="20" dirty="0">
                <a:latin typeface="Times New Roman"/>
                <a:cs typeface="Times New Roman"/>
              </a:rPr>
              <a:t>.</a:t>
            </a:r>
            <a:r>
              <a:rPr sz="1200" spc="1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4822960" y="4627486"/>
            <a:ext cx="33020" cy="0"/>
          </a:xfrm>
          <a:custGeom>
            <a:avLst/>
            <a:gdLst/>
            <a:ahLst/>
            <a:cxnLst/>
            <a:rect l="l" t="t" r="r" b="b"/>
            <a:pathLst>
              <a:path w="33020">
                <a:moveTo>
                  <a:pt x="0" y="0"/>
                </a:moveTo>
                <a:lnTo>
                  <a:pt x="32976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855936" y="46274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357892" y="4627486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41205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357892" y="46274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4703156" y="4538223"/>
            <a:ext cx="10413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8399097" y="44296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399097" y="55175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399097" y="44296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822960" y="44296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855967" y="4627461"/>
            <a:ext cx="3551554" cy="684530"/>
          </a:xfrm>
          <a:custGeom>
            <a:avLst/>
            <a:gdLst/>
            <a:ahLst/>
            <a:cxnLst/>
            <a:rect l="l" t="t" r="r" b="b"/>
            <a:pathLst>
              <a:path w="3551554" h="684529">
                <a:moveTo>
                  <a:pt x="0" y="684038"/>
                </a:moveTo>
                <a:lnTo>
                  <a:pt x="0" y="684038"/>
                </a:lnTo>
                <a:lnTo>
                  <a:pt x="675649" y="684038"/>
                </a:lnTo>
                <a:lnTo>
                  <a:pt x="716854" y="0"/>
                </a:lnTo>
                <a:lnTo>
                  <a:pt x="3543160" y="0"/>
                </a:lnTo>
                <a:lnTo>
                  <a:pt x="3551389" y="0"/>
                </a:lnTo>
              </a:path>
            </a:pathLst>
          </a:custGeom>
          <a:ln w="8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6433558" y="4175587"/>
            <a:ext cx="32893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80" dirty="0">
                <a:latin typeface="Times New Roman"/>
                <a:cs typeface="Times New Roman"/>
              </a:rPr>
              <a:t>i</a:t>
            </a:r>
            <a:r>
              <a:rPr sz="1200" spc="-25" dirty="0">
                <a:latin typeface="Times New Roman"/>
                <a:cs typeface="Times New Roman"/>
              </a:rPr>
              <a:t>n</a:t>
            </a:r>
            <a:r>
              <a:rPr sz="1200" spc="40" dirty="0">
                <a:latin typeface="Times New Roman"/>
                <a:cs typeface="Times New Roman"/>
              </a:rPr>
              <a:t>p</a:t>
            </a:r>
            <a:r>
              <a:rPr sz="1200" spc="-30" dirty="0">
                <a:latin typeface="Times New Roman"/>
                <a:cs typeface="Times New Roman"/>
              </a:rPr>
              <a:t>ut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252274" y="5708491"/>
            <a:ext cx="690880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40" dirty="0">
                <a:latin typeface="Times New Roman"/>
                <a:cs typeface="Times New Roman"/>
              </a:rPr>
              <a:t>s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m</a:t>
            </a:r>
            <a:r>
              <a:rPr sz="1200" spc="40" dirty="0">
                <a:latin typeface="Times New Roman"/>
                <a:cs typeface="Times New Roman"/>
              </a:rPr>
              <a:t>p</a:t>
            </a:r>
            <a:r>
              <a:rPr sz="1200" spc="-8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</a:t>
            </a:r>
            <a:r>
              <a:rPr sz="1200" spc="40" dirty="0">
                <a:latin typeface="Times New Roman"/>
                <a:cs typeface="Times New Roman"/>
              </a:rPr>
              <a:t>o</a:t>
            </a:r>
            <a:r>
              <a:rPr sz="1200" spc="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190011" y="3121771"/>
            <a:ext cx="28765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5222726" y="4915279"/>
            <a:ext cx="137160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20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051593" y="4759734"/>
            <a:ext cx="1930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h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d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65" dirty="0">
                <a:latin typeface="Calibri"/>
                <a:cs typeface="Calibri"/>
              </a:rPr>
              <a:t>r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er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3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2637794" y="4611373"/>
            <a:ext cx="3543300" cy="1424940"/>
          </a:xfrm>
          <a:custGeom>
            <a:avLst/>
            <a:gdLst/>
            <a:ahLst/>
            <a:cxnLst/>
            <a:rect l="l" t="t" r="r" b="b"/>
            <a:pathLst>
              <a:path w="3543300" h="1424939">
                <a:moveTo>
                  <a:pt x="3305805" y="0"/>
                </a:moveTo>
                <a:lnTo>
                  <a:pt x="237481" y="0"/>
                </a:lnTo>
                <a:lnTo>
                  <a:pt x="218004" y="787"/>
                </a:lnTo>
                <a:lnTo>
                  <a:pt x="162418" y="12106"/>
                </a:lnTo>
                <a:lnTo>
                  <a:pt x="112386" y="35580"/>
                </a:lnTo>
                <a:lnTo>
                  <a:pt x="69556" y="69558"/>
                </a:lnTo>
                <a:lnTo>
                  <a:pt x="35580" y="112389"/>
                </a:lnTo>
                <a:lnTo>
                  <a:pt x="12106" y="162425"/>
                </a:lnTo>
                <a:lnTo>
                  <a:pt x="787" y="218014"/>
                </a:lnTo>
                <a:lnTo>
                  <a:pt x="0" y="237494"/>
                </a:lnTo>
                <a:lnTo>
                  <a:pt x="0" y="1187433"/>
                </a:lnTo>
                <a:lnTo>
                  <a:pt x="3108" y="1225958"/>
                </a:lnTo>
                <a:lnTo>
                  <a:pt x="18662" y="1279881"/>
                </a:lnTo>
                <a:lnTo>
                  <a:pt x="45819" y="1327701"/>
                </a:lnTo>
                <a:lnTo>
                  <a:pt x="82930" y="1367767"/>
                </a:lnTo>
                <a:lnTo>
                  <a:pt x="128344" y="1398429"/>
                </a:lnTo>
                <a:lnTo>
                  <a:pt x="180411" y="1418037"/>
                </a:lnTo>
                <a:lnTo>
                  <a:pt x="237481" y="1424939"/>
                </a:lnTo>
                <a:lnTo>
                  <a:pt x="3305805" y="1424939"/>
                </a:lnTo>
                <a:lnTo>
                  <a:pt x="3344334" y="1421831"/>
                </a:lnTo>
                <a:lnTo>
                  <a:pt x="3398259" y="1406275"/>
                </a:lnTo>
                <a:lnTo>
                  <a:pt x="3446078" y="1379114"/>
                </a:lnTo>
                <a:lnTo>
                  <a:pt x="3486141" y="1342000"/>
                </a:lnTo>
                <a:lnTo>
                  <a:pt x="3516800" y="1296581"/>
                </a:lnTo>
                <a:lnTo>
                  <a:pt x="3536404" y="1244509"/>
                </a:lnTo>
                <a:lnTo>
                  <a:pt x="3543306" y="1187433"/>
                </a:lnTo>
                <a:lnTo>
                  <a:pt x="3543306" y="237494"/>
                </a:lnTo>
                <a:lnTo>
                  <a:pt x="3540198" y="198969"/>
                </a:lnTo>
                <a:lnTo>
                  <a:pt x="3524644" y="145047"/>
                </a:lnTo>
                <a:lnTo>
                  <a:pt x="3497487" y="97230"/>
                </a:lnTo>
                <a:lnTo>
                  <a:pt x="3460375" y="57166"/>
                </a:lnTo>
                <a:lnTo>
                  <a:pt x="3414958" y="26507"/>
                </a:lnTo>
                <a:lnTo>
                  <a:pt x="3362885" y="6901"/>
                </a:lnTo>
                <a:lnTo>
                  <a:pt x="330580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37794" y="4611373"/>
            <a:ext cx="3543300" cy="1424940"/>
          </a:xfrm>
          <a:custGeom>
            <a:avLst/>
            <a:gdLst/>
            <a:ahLst/>
            <a:cxnLst/>
            <a:rect l="l" t="t" r="r" b="b"/>
            <a:pathLst>
              <a:path w="3543300" h="1424939">
                <a:moveTo>
                  <a:pt x="0" y="237494"/>
                </a:moveTo>
                <a:lnTo>
                  <a:pt x="3108" y="198969"/>
                </a:lnTo>
                <a:lnTo>
                  <a:pt x="18662" y="145047"/>
                </a:lnTo>
                <a:lnTo>
                  <a:pt x="45819" y="97230"/>
                </a:lnTo>
                <a:lnTo>
                  <a:pt x="82930" y="57166"/>
                </a:lnTo>
                <a:lnTo>
                  <a:pt x="128344" y="26507"/>
                </a:lnTo>
                <a:lnTo>
                  <a:pt x="180411" y="6901"/>
                </a:lnTo>
                <a:lnTo>
                  <a:pt x="237481" y="0"/>
                </a:lnTo>
                <a:lnTo>
                  <a:pt x="3305805" y="0"/>
                </a:lnTo>
                <a:lnTo>
                  <a:pt x="3344334" y="3108"/>
                </a:lnTo>
                <a:lnTo>
                  <a:pt x="3398259" y="18662"/>
                </a:lnTo>
                <a:lnTo>
                  <a:pt x="3446078" y="45820"/>
                </a:lnTo>
                <a:lnTo>
                  <a:pt x="3486141" y="82932"/>
                </a:lnTo>
                <a:lnTo>
                  <a:pt x="3516800" y="128349"/>
                </a:lnTo>
                <a:lnTo>
                  <a:pt x="3536404" y="180419"/>
                </a:lnTo>
                <a:lnTo>
                  <a:pt x="3543306" y="237494"/>
                </a:lnTo>
                <a:lnTo>
                  <a:pt x="3543306" y="1187433"/>
                </a:lnTo>
                <a:lnTo>
                  <a:pt x="3540198" y="1225958"/>
                </a:lnTo>
                <a:lnTo>
                  <a:pt x="3524644" y="1279881"/>
                </a:lnTo>
                <a:lnTo>
                  <a:pt x="3497487" y="1327701"/>
                </a:lnTo>
                <a:lnTo>
                  <a:pt x="3460375" y="1367767"/>
                </a:lnTo>
                <a:lnTo>
                  <a:pt x="3414958" y="1398429"/>
                </a:lnTo>
                <a:lnTo>
                  <a:pt x="3362885" y="1418037"/>
                </a:lnTo>
                <a:lnTo>
                  <a:pt x="3305805" y="1424939"/>
                </a:lnTo>
                <a:lnTo>
                  <a:pt x="237481" y="1424939"/>
                </a:lnTo>
                <a:lnTo>
                  <a:pt x="198960" y="1421831"/>
                </a:lnTo>
                <a:lnTo>
                  <a:pt x="145042" y="1406275"/>
                </a:lnTo>
                <a:lnTo>
                  <a:pt x="97227" y="1379114"/>
                </a:lnTo>
                <a:lnTo>
                  <a:pt x="57165" y="1342000"/>
                </a:lnTo>
                <a:lnTo>
                  <a:pt x="26507" y="1296581"/>
                </a:lnTo>
                <a:lnTo>
                  <a:pt x="6901" y="1244509"/>
                </a:lnTo>
                <a:lnTo>
                  <a:pt x="0" y="1187433"/>
                </a:lnTo>
                <a:lnTo>
                  <a:pt x="0" y="237494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71310" y="5326374"/>
            <a:ext cx="3274060" cy="0"/>
          </a:xfrm>
          <a:custGeom>
            <a:avLst/>
            <a:gdLst/>
            <a:ahLst/>
            <a:cxnLst/>
            <a:rect l="l" t="t" r="r" b="b"/>
            <a:pathLst>
              <a:path w="3274060">
                <a:moveTo>
                  <a:pt x="0" y="0"/>
                </a:moveTo>
                <a:lnTo>
                  <a:pt x="3273547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36875" y="4822080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5873" y="4822080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7135" y="4903866"/>
            <a:ext cx="101219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90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0</a:t>
            </a:r>
            <a:r>
              <a:rPr sz="2925" spc="300" baseline="-19943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68631" y="4903866"/>
            <a:ext cx="699770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buFont typeface="Symbol"/>
              <a:buChar char=""/>
              <a:tabLst>
                <a:tab pos="249554" algn="l"/>
              </a:tabLst>
            </a:pPr>
            <a:r>
              <a:rPr sz="2650" i="1" spc="-155" dirty="0">
                <a:latin typeface="Times New Roman"/>
                <a:cs typeface="Times New Roman"/>
              </a:rPr>
              <a:t>b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5095" y="5341443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70323" y="5341443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9055" y="5341443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4599" y="5423229"/>
            <a:ext cx="87312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6947" y="5423229"/>
            <a:ext cx="72580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buFont typeface="Symbol"/>
              <a:buChar char=""/>
              <a:tabLst>
                <a:tab pos="260350" algn="l"/>
              </a:tabLst>
            </a:pPr>
            <a:r>
              <a:rPr sz="2650" i="1" spc="-30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2</a:t>
            </a:r>
            <a:r>
              <a:rPr sz="2925" spc="-38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1429" y="5423229"/>
            <a:ext cx="71056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buFont typeface="Symbol"/>
              <a:buChar char=""/>
              <a:tabLst>
                <a:tab pos="260350" algn="l"/>
              </a:tabLst>
            </a:pPr>
            <a:r>
              <a:rPr sz="2650" i="1" spc="-95" dirty="0">
                <a:latin typeface="Times New Roman"/>
                <a:cs typeface="Times New Roman"/>
              </a:rPr>
              <a:t>a</a:t>
            </a:r>
            <a:r>
              <a:rPr sz="2925" spc="7" baseline="-19943" dirty="0">
                <a:latin typeface="Times New Roman"/>
                <a:cs typeface="Times New Roman"/>
              </a:rPr>
              <a:t>3</a:t>
            </a:r>
            <a:r>
              <a:rPr sz="2925" spc="-472" baseline="-19943" dirty="0">
                <a:latin typeface="Times New Roman"/>
                <a:cs typeface="Times New Roman"/>
              </a:rPr>
              <a:t> 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93135" y="5339084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34841" y="529612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82" y="0"/>
                </a:moveTo>
                <a:lnTo>
                  <a:pt x="76233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79819" y="534162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21528" y="5298661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6949" y="2165016"/>
            <a:ext cx="6665595" cy="181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 </a:t>
            </a:r>
            <a:r>
              <a:rPr sz="1600" i="1" spc="3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</a:t>
            </a:r>
            <a:r>
              <a:rPr sz="3225" spc="-60" baseline="14211" dirty="0">
                <a:latin typeface="Times New Roman"/>
                <a:cs typeface="Times New Roman"/>
              </a:rPr>
              <a:t> </a:t>
            </a:r>
            <a:r>
              <a:rPr sz="3225" spc="89" baseline="14211" dirty="0">
                <a:latin typeface="Symbol"/>
                <a:cs typeface="Symbol"/>
              </a:rPr>
              <a:t></a:t>
            </a:r>
            <a:r>
              <a:rPr sz="3225" i="1" spc="-292" baseline="1421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-235" dirty="0">
                <a:latin typeface="Times New Roman"/>
                <a:cs typeface="Times New Roman"/>
              </a:rPr>
              <a:t> </a:t>
            </a: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-12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</a:t>
            </a:r>
            <a:r>
              <a:rPr sz="3225" spc="-262" baseline="14211" dirty="0">
                <a:latin typeface="Times New Roman"/>
                <a:cs typeface="Times New Roman"/>
              </a:rPr>
              <a:t> </a:t>
            </a:r>
            <a:r>
              <a:rPr sz="3225" i="1" spc="-22" baseline="1421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</a:t>
            </a:r>
            <a:r>
              <a:rPr sz="3225" spc="-262" baseline="14211" dirty="0">
                <a:latin typeface="Times New Roman"/>
                <a:cs typeface="Times New Roman"/>
              </a:rPr>
              <a:t> </a:t>
            </a:r>
            <a:r>
              <a:rPr sz="3225" i="1" spc="-97" baseline="1421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</a:t>
            </a:r>
            <a:r>
              <a:rPr sz="3225" spc="-307" baseline="14211" dirty="0">
                <a:latin typeface="Times New Roman"/>
                <a:cs typeface="Times New Roman"/>
              </a:rPr>
              <a:t> </a:t>
            </a:r>
            <a:r>
              <a:rPr sz="3225" i="1" spc="-217" baseline="14211" dirty="0">
                <a:latin typeface="Times New Roman"/>
                <a:cs typeface="Times New Roman"/>
              </a:rPr>
              <a:t>b</a:t>
            </a:r>
            <a:r>
              <a:rPr sz="1600" spc="20" dirty="0">
                <a:latin typeface="Times New Roman"/>
                <a:cs typeface="Times New Roman"/>
              </a:rPr>
              <a:t>0</a:t>
            </a:r>
            <a:r>
              <a:rPr sz="3225" i="1" spc="30" baseline="14211" dirty="0">
                <a:latin typeface="Times New Roman"/>
                <a:cs typeface="Times New Roman"/>
              </a:rPr>
              <a:t>u</a:t>
            </a:r>
            <a:r>
              <a:rPr sz="1600" i="1" dirty="0">
                <a:latin typeface="Times New Roman"/>
                <a:cs typeface="Times New Roman"/>
              </a:rPr>
              <a:t>k </a:t>
            </a:r>
            <a:r>
              <a:rPr sz="1600" i="1" spc="-10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</a:t>
            </a:r>
            <a:r>
              <a:rPr sz="3225" spc="-307" baseline="14211" dirty="0">
                <a:latin typeface="Times New Roman"/>
                <a:cs typeface="Times New Roman"/>
              </a:rPr>
              <a:t> </a:t>
            </a:r>
            <a:r>
              <a:rPr sz="3225" i="1" spc="-442" baseline="14211" dirty="0">
                <a:latin typeface="Times New Roman"/>
                <a:cs typeface="Times New Roman"/>
              </a:rPr>
              <a:t>b</a:t>
            </a:r>
            <a:r>
              <a:rPr sz="1600" spc="-105" dirty="0">
                <a:latin typeface="Times New Roman"/>
                <a:cs typeface="Times New Roman"/>
              </a:rPr>
              <a:t>1</a:t>
            </a:r>
            <a:r>
              <a:rPr sz="3225" i="1" spc="30" baseline="14211" dirty="0">
                <a:latin typeface="Times New Roman"/>
                <a:cs typeface="Times New Roman"/>
              </a:rPr>
              <a:t>u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-12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</a:t>
            </a:r>
            <a:r>
              <a:rPr sz="3225" spc="-307" baseline="14211" dirty="0">
                <a:latin typeface="Times New Roman"/>
                <a:cs typeface="Times New Roman"/>
              </a:rPr>
              <a:t> </a:t>
            </a:r>
            <a:r>
              <a:rPr sz="3225" i="1" spc="-172" baseline="14211" dirty="0">
                <a:latin typeface="Times New Roman"/>
                <a:cs typeface="Times New Roman"/>
              </a:rPr>
              <a:t>b</a:t>
            </a:r>
            <a:r>
              <a:rPr sz="1600" spc="20" dirty="0">
                <a:latin typeface="Times New Roman"/>
                <a:cs typeface="Times New Roman"/>
              </a:rPr>
              <a:t>2</a:t>
            </a:r>
            <a:r>
              <a:rPr sz="3225" i="1" spc="30" baseline="14211" dirty="0">
                <a:latin typeface="Times New Roman"/>
                <a:cs typeface="Times New Roman"/>
              </a:rPr>
              <a:t>u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52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-40" dirty="0">
                <a:latin typeface="Times New Roman"/>
                <a:cs typeface="Times New Roman"/>
              </a:rPr>
              <a:t> </a:t>
            </a:r>
            <a:r>
              <a:rPr sz="2150" spc="60" dirty="0">
                <a:latin typeface="Symbol"/>
                <a:cs typeface="Symbol"/>
              </a:rPr>
              <a:t></a:t>
            </a:r>
            <a:r>
              <a:rPr sz="2150" i="1" spc="-195" dirty="0">
                <a:latin typeface="Times New Roman"/>
                <a:cs typeface="Times New Roman"/>
              </a:rPr>
              <a:t>a</a:t>
            </a:r>
            <a:r>
              <a:rPr sz="2400" spc="97" baseline="-19097" dirty="0">
                <a:latin typeface="Times New Roman"/>
                <a:cs typeface="Times New Roman"/>
              </a:rPr>
              <a:t>1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15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1</a:t>
            </a:r>
            <a:r>
              <a:rPr sz="2400" spc="-352" baseline="32986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-175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315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15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2</a:t>
            </a:r>
            <a:r>
              <a:rPr sz="2400" spc="-165" baseline="32986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-175" dirty="0">
                <a:latin typeface="Times New Roman"/>
                <a:cs typeface="Times New Roman"/>
              </a:rPr>
              <a:t> </a:t>
            </a:r>
            <a:r>
              <a:rPr sz="2150" i="1" spc="-65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3</a:t>
            </a:r>
            <a:r>
              <a:rPr sz="2400" spc="-390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15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3</a:t>
            </a:r>
            <a:r>
              <a:rPr sz="2400" spc="-240" baseline="32986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145" dirty="0">
                <a:latin typeface="Times New Roman"/>
                <a:cs typeface="Times New Roman"/>
              </a:rPr>
              <a:t>b</a:t>
            </a:r>
            <a:r>
              <a:rPr sz="2400" spc="30" baseline="-19097" dirty="0">
                <a:latin typeface="Times New Roman"/>
                <a:cs typeface="Times New Roman"/>
              </a:rPr>
              <a:t>0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295" dirty="0">
                <a:latin typeface="Times New Roman"/>
                <a:cs typeface="Times New Roman"/>
              </a:rPr>
              <a:t>b</a:t>
            </a:r>
            <a:r>
              <a:rPr sz="2400" spc="97" baseline="-19097" dirty="0">
                <a:latin typeface="Times New Roman"/>
                <a:cs typeface="Times New Roman"/>
              </a:rPr>
              <a:t>1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spc="-157" baseline="32986" dirty="0">
                <a:latin typeface="Times New Roman"/>
                <a:cs typeface="Times New Roman"/>
              </a:rPr>
              <a:t>1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114" dirty="0">
                <a:latin typeface="Times New Roman"/>
                <a:cs typeface="Times New Roman"/>
              </a:rPr>
              <a:t>b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315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spc="30" baseline="32986" dirty="0">
                <a:latin typeface="Times New Roman"/>
                <a:cs typeface="Times New Roman"/>
              </a:rPr>
              <a:t>2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600"/>
              </a:spcBef>
            </a:pPr>
            <a:r>
              <a:rPr sz="6000" spc="-1035" baseline="-6250" dirty="0">
                <a:latin typeface="Symbol"/>
                <a:cs typeface="Symbol"/>
              </a:rPr>
              <a:t></a:t>
            </a:r>
            <a:r>
              <a:rPr sz="2150" spc="165" dirty="0">
                <a:latin typeface="Times New Roman"/>
                <a:cs typeface="Times New Roman"/>
              </a:rPr>
              <a:t>1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140" dirty="0">
                <a:latin typeface="Times New Roman"/>
                <a:cs typeface="Times New Roman"/>
              </a:rPr>
              <a:t> </a:t>
            </a:r>
            <a:r>
              <a:rPr sz="2150" i="1" spc="-195" dirty="0">
                <a:latin typeface="Times New Roman"/>
                <a:cs typeface="Times New Roman"/>
              </a:rPr>
              <a:t>a</a:t>
            </a:r>
            <a:r>
              <a:rPr sz="2400" spc="97" baseline="-19097" dirty="0">
                <a:latin typeface="Times New Roman"/>
                <a:cs typeface="Times New Roman"/>
              </a:rPr>
              <a:t>1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15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1</a:t>
            </a:r>
            <a:r>
              <a:rPr sz="2400" spc="52" baseline="32986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140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315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15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2</a:t>
            </a:r>
            <a:r>
              <a:rPr sz="2400" spc="240" baseline="32986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140" dirty="0">
                <a:latin typeface="Times New Roman"/>
                <a:cs typeface="Times New Roman"/>
              </a:rPr>
              <a:t> </a:t>
            </a:r>
            <a:r>
              <a:rPr sz="2150" i="1" spc="-65" dirty="0">
                <a:latin typeface="Times New Roman"/>
                <a:cs typeface="Times New Roman"/>
              </a:rPr>
              <a:t>a</a:t>
            </a:r>
            <a:r>
              <a:rPr sz="2400" baseline="-19097" dirty="0">
                <a:latin typeface="Times New Roman"/>
                <a:cs typeface="Times New Roman"/>
              </a:rPr>
              <a:t>3</a:t>
            </a:r>
            <a:r>
              <a:rPr sz="2400" spc="-390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15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3</a:t>
            </a:r>
            <a:r>
              <a:rPr sz="2400" spc="-172" baseline="32986" dirty="0">
                <a:latin typeface="Times New Roman"/>
                <a:cs typeface="Times New Roman"/>
              </a:rPr>
              <a:t> </a:t>
            </a:r>
            <a:r>
              <a:rPr sz="6000" spc="-944" baseline="-6250" dirty="0">
                <a:latin typeface="Symbol"/>
                <a:cs typeface="Symbol"/>
              </a:rPr>
              <a:t></a:t>
            </a:r>
            <a:r>
              <a:rPr sz="6000" spc="-794" baseline="-6250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baseline="-19097" dirty="0">
                <a:latin typeface="Times New Roman"/>
                <a:cs typeface="Times New Roman"/>
              </a:rPr>
              <a:t>k </a:t>
            </a:r>
            <a:r>
              <a:rPr sz="2400" i="1" spc="52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-105" dirty="0">
                <a:latin typeface="Times New Roman"/>
                <a:cs typeface="Times New Roman"/>
              </a:rPr>
              <a:t> </a:t>
            </a:r>
            <a:r>
              <a:rPr sz="6000" spc="-780" baseline="-6250" dirty="0">
                <a:latin typeface="Symbol"/>
                <a:cs typeface="Symbol"/>
              </a:rPr>
              <a:t></a:t>
            </a:r>
            <a:r>
              <a:rPr sz="2150" i="1" spc="-140" dirty="0">
                <a:latin typeface="Times New Roman"/>
                <a:cs typeface="Times New Roman"/>
              </a:rPr>
              <a:t>b</a:t>
            </a:r>
            <a:r>
              <a:rPr sz="2400" baseline="-19097" dirty="0">
                <a:latin typeface="Times New Roman"/>
                <a:cs typeface="Times New Roman"/>
              </a:rPr>
              <a:t>0</a:t>
            </a:r>
            <a:r>
              <a:rPr sz="2400" spc="232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295" dirty="0">
                <a:latin typeface="Times New Roman"/>
                <a:cs typeface="Times New Roman"/>
              </a:rPr>
              <a:t>b</a:t>
            </a:r>
            <a:r>
              <a:rPr sz="2400" spc="97" baseline="-19097" dirty="0">
                <a:latin typeface="Times New Roman"/>
                <a:cs typeface="Times New Roman"/>
              </a:rPr>
              <a:t>1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1</a:t>
            </a:r>
            <a:r>
              <a:rPr sz="2400" spc="44" baseline="32986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114" dirty="0">
                <a:latin typeface="Times New Roman"/>
                <a:cs typeface="Times New Roman"/>
              </a:rPr>
              <a:t>b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-315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2</a:t>
            </a:r>
            <a:r>
              <a:rPr sz="2400" spc="-97" baseline="32986" dirty="0">
                <a:latin typeface="Times New Roman"/>
                <a:cs typeface="Times New Roman"/>
              </a:rPr>
              <a:t> </a:t>
            </a:r>
            <a:r>
              <a:rPr sz="6000" spc="-644" baseline="-6250" dirty="0">
                <a:latin typeface="Symbol"/>
                <a:cs typeface="Symbol"/>
              </a:rPr>
              <a:t>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baseline="-19097" dirty="0">
                <a:latin typeface="Times New Roman"/>
                <a:cs typeface="Times New Roman"/>
              </a:rPr>
              <a:t>k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68965" y="4815614"/>
            <a:ext cx="2876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14031" y="4846094"/>
            <a:ext cx="30861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Ti</a:t>
            </a:r>
            <a:r>
              <a:rPr spc="-25" dirty="0">
                <a:latin typeface="Calibri"/>
                <a:cs typeface="Calibri"/>
              </a:rPr>
              <a:t>me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70" dirty="0">
                <a:latin typeface="Calibri"/>
                <a:cs typeface="Calibri"/>
              </a:rPr>
              <a:t>a</a:t>
            </a:r>
            <a:r>
              <a:rPr spc="-60" dirty="0">
                <a:latin typeface="Calibri"/>
                <a:cs typeface="Calibri"/>
              </a:rPr>
              <a:t>y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990660" y="2451689"/>
            <a:ext cx="3775710" cy="1240155"/>
          </a:xfrm>
          <a:custGeom>
            <a:avLst/>
            <a:gdLst/>
            <a:ahLst/>
            <a:cxnLst/>
            <a:rect l="l" t="t" r="r" b="b"/>
            <a:pathLst>
              <a:path w="3775710" h="1240154">
                <a:moveTo>
                  <a:pt x="0" y="1239773"/>
                </a:moveTo>
                <a:lnTo>
                  <a:pt x="3775405" y="1239773"/>
                </a:lnTo>
                <a:lnTo>
                  <a:pt x="3775405" y="0"/>
                </a:lnTo>
                <a:lnTo>
                  <a:pt x="0" y="0"/>
                </a:lnTo>
                <a:lnTo>
                  <a:pt x="0" y="12397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0665" y="2451659"/>
            <a:ext cx="3775710" cy="0"/>
          </a:xfrm>
          <a:custGeom>
            <a:avLst/>
            <a:gdLst/>
            <a:ahLst/>
            <a:cxnLst/>
            <a:rect l="l" t="t" r="r" b="b"/>
            <a:pathLst>
              <a:path w="3775710">
                <a:moveTo>
                  <a:pt x="0" y="0"/>
                </a:moveTo>
                <a:lnTo>
                  <a:pt x="3775412" y="0"/>
                </a:lnTo>
              </a:path>
            </a:pathLst>
          </a:custGeom>
          <a:ln w="8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66078" y="24516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0665" y="3691439"/>
            <a:ext cx="3775710" cy="0"/>
          </a:xfrm>
          <a:custGeom>
            <a:avLst/>
            <a:gdLst/>
            <a:ahLst/>
            <a:cxnLst/>
            <a:rect l="l" t="t" r="r" b="b"/>
            <a:pathLst>
              <a:path w="3775710">
                <a:moveTo>
                  <a:pt x="0" y="0"/>
                </a:moveTo>
                <a:lnTo>
                  <a:pt x="3775412" y="0"/>
                </a:lnTo>
              </a:path>
            </a:pathLst>
          </a:custGeom>
          <a:ln w="8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66078" y="3691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66078" y="2451644"/>
            <a:ext cx="0" cy="1240155"/>
          </a:xfrm>
          <a:custGeom>
            <a:avLst/>
            <a:gdLst/>
            <a:ahLst/>
            <a:cxnLst/>
            <a:rect l="l" t="t" r="r" b="b"/>
            <a:pathLst>
              <a:path h="1240154">
                <a:moveTo>
                  <a:pt x="0" y="1239810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66078" y="24516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90665" y="2451644"/>
            <a:ext cx="0" cy="1240155"/>
          </a:xfrm>
          <a:custGeom>
            <a:avLst/>
            <a:gdLst/>
            <a:ahLst/>
            <a:cxnLst/>
            <a:rect l="l" t="t" r="r" b="b"/>
            <a:pathLst>
              <a:path h="1240154">
                <a:moveTo>
                  <a:pt x="0" y="1239810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90665" y="24516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66078" y="36914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90665" y="24516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0665" y="36481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0665" y="248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43241" y="3710924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9135" y="3648104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43349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9135" y="36481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9135" y="2451674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667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9135" y="248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01711" y="3710924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07611" y="3648104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43319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07611" y="36481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07611" y="2451674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667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07611" y="248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16772" y="3710924"/>
            <a:ext cx="1822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66078" y="36480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66078" y="24863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675242" y="3710911"/>
            <a:ext cx="1822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15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90665" y="3544056"/>
            <a:ext cx="1111250" cy="0"/>
          </a:xfrm>
          <a:custGeom>
            <a:avLst/>
            <a:gdLst/>
            <a:ahLst/>
            <a:cxnLst/>
            <a:rect l="l" t="t" r="r" b="b"/>
            <a:pathLst>
              <a:path w="1111250">
                <a:moveTo>
                  <a:pt x="0" y="0"/>
                </a:moveTo>
                <a:lnTo>
                  <a:pt x="1110915" y="0"/>
                </a:lnTo>
              </a:path>
            </a:pathLst>
          </a:custGeom>
          <a:ln w="8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34049" y="35440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22681" y="3544041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43396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22681" y="354404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73803" y="3450815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90665" y="3179908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>
                <a:moveTo>
                  <a:pt x="0" y="0"/>
                </a:moveTo>
                <a:lnTo>
                  <a:pt x="43384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34049" y="31799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722681" y="3179908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43396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22681" y="317990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17582" y="3086680"/>
            <a:ext cx="2603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200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90665" y="2815807"/>
            <a:ext cx="43815" cy="0"/>
          </a:xfrm>
          <a:custGeom>
            <a:avLst/>
            <a:gdLst/>
            <a:ahLst/>
            <a:cxnLst/>
            <a:rect l="l" t="t" r="r" b="b"/>
            <a:pathLst>
              <a:path w="43815">
                <a:moveTo>
                  <a:pt x="0" y="0"/>
                </a:moveTo>
                <a:lnTo>
                  <a:pt x="43384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34049" y="281580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722681" y="2815776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43396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722681" y="281577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34049" y="2451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722681" y="2451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17582" y="2358411"/>
            <a:ext cx="260350" cy="554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600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400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766078" y="2451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66078" y="36914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766078" y="2451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90665" y="2451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01581" y="2590375"/>
            <a:ext cx="729615" cy="953769"/>
          </a:xfrm>
          <a:custGeom>
            <a:avLst/>
            <a:gdLst/>
            <a:ahLst/>
            <a:cxnLst/>
            <a:rect l="l" t="t" r="r" b="b"/>
            <a:pathLst>
              <a:path w="729614" h="953770">
                <a:moveTo>
                  <a:pt x="0" y="953695"/>
                </a:moveTo>
                <a:lnTo>
                  <a:pt x="0" y="953695"/>
                </a:lnTo>
                <a:lnTo>
                  <a:pt x="156224" y="953695"/>
                </a:lnTo>
                <a:lnTo>
                  <a:pt x="164903" y="945013"/>
                </a:lnTo>
                <a:lnTo>
                  <a:pt x="173582" y="936361"/>
                </a:lnTo>
                <a:lnTo>
                  <a:pt x="182262" y="927679"/>
                </a:lnTo>
                <a:lnTo>
                  <a:pt x="190941" y="919027"/>
                </a:lnTo>
                <a:lnTo>
                  <a:pt x="190941" y="901663"/>
                </a:lnTo>
                <a:lnTo>
                  <a:pt x="199620" y="893011"/>
                </a:lnTo>
                <a:lnTo>
                  <a:pt x="199620" y="884329"/>
                </a:lnTo>
                <a:lnTo>
                  <a:pt x="208299" y="875677"/>
                </a:lnTo>
                <a:lnTo>
                  <a:pt x="208299" y="849661"/>
                </a:lnTo>
                <a:lnTo>
                  <a:pt x="216979" y="832328"/>
                </a:lnTo>
                <a:lnTo>
                  <a:pt x="216979" y="814963"/>
                </a:lnTo>
                <a:lnTo>
                  <a:pt x="225661" y="806312"/>
                </a:lnTo>
                <a:lnTo>
                  <a:pt x="225661" y="762962"/>
                </a:lnTo>
                <a:lnTo>
                  <a:pt x="234340" y="754280"/>
                </a:lnTo>
                <a:lnTo>
                  <a:pt x="234340" y="728264"/>
                </a:lnTo>
                <a:lnTo>
                  <a:pt x="243020" y="710930"/>
                </a:lnTo>
                <a:lnTo>
                  <a:pt x="243020" y="667580"/>
                </a:lnTo>
                <a:lnTo>
                  <a:pt x="251699" y="658898"/>
                </a:lnTo>
                <a:lnTo>
                  <a:pt x="251699" y="624230"/>
                </a:lnTo>
                <a:lnTo>
                  <a:pt x="260378" y="615579"/>
                </a:lnTo>
                <a:lnTo>
                  <a:pt x="260378" y="563547"/>
                </a:lnTo>
                <a:lnTo>
                  <a:pt x="269058" y="554865"/>
                </a:lnTo>
                <a:lnTo>
                  <a:pt x="269058" y="520197"/>
                </a:lnTo>
                <a:lnTo>
                  <a:pt x="277737" y="502863"/>
                </a:lnTo>
                <a:lnTo>
                  <a:pt x="277737" y="476847"/>
                </a:lnTo>
                <a:lnTo>
                  <a:pt x="286419" y="459513"/>
                </a:lnTo>
                <a:lnTo>
                  <a:pt x="286419" y="416164"/>
                </a:lnTo>
                <a:lnTo>
                  <a:pt x="295098" y="398830"/>
                </a:lnTo>
                <a:lnTo>
                  <a:pt x="295098" y="364162"/>
                </a:lnTo>
                <a:lnTo>
                  <a:pt x="303778" y="355480"/>
                </a:lnTo>
                <a:lnTo>
                  <a:pt x="303778" y="312130"/>
                </a:lnTo>
                <a:lnTo>
                  <a:pt x="312457" y="294796"/>
                </a:lnTo>
                <a:lnTo>
                  <a:pt x="312457" y="268780"/>
                </a:lnTo>
                <a:lnTo>
                  <a:pt x="321136" y="251447"/>
                </a:lnTo>
                <a:lnTo>
                  <a:pt x="321136" y="216748"/>
                </a:lnTo>
                <a:lnTo>
                  <a:pt x="329816" y="199415"/>
                </a:lnTo>
                <a:lnTo>
                  <a:pt x="329816" y="173399"/>
                </a:lnTo>
                <a:lnTo>
                  <a:pt x="338483" y="164747"/>
                </a:lnTo>
                <a:lnTo>
                  <a:pt x="338483" y="130049"/>
                </a:lnTo>
                <a:lnTo>
                  <a:pt x="347165" y="121397"/>
                </a:lnTo>
                <a:lnTo>
                  <a:pt x="347165" y="104033"/>
                </a:lnTo>
                <a:lnTo>
                  <a:pt x="355844" y="95381"/>
                </a:lnTo>
                <a:lnTo>
                  <a:pt x="355844" y="69365"/>
                </a:lnTo>
                <a:lnTo>
                  <a:pt x="364524" y="60714"/>
                </a:lnTo>
                <a:lnTo>
                  <a:pt x="364524" y="52031"/>
                </a:lnTo>
                <a:lnTo>
                  <a:pt x="373203" y="43349"/>
                </a:lnTo>
                <a:lnTo>
                  <a:pt x="373203" y="26015"/>
                </a:lnTo>
                <a:lnTo>
                  <a:pt x="381882" y="17364"/>
                </a:lnTo>
                <a:lnTo>
                  <a:pt x="390562" y="8682"/>
                </a:lnTo>
                <a:lnTo>
                  <a:pt x="399241" y="0"/>
                </a:lnTo>
                <a:lnTo>
                  <a:pt x="407920" y="0"/>
                </a:lnTo>
                <a:lnTo>
                  <a:pt x="416602" y="8682"/>
                </a:lnTo>
                <a:lnTo>
                  <a:pt x="425282" y="17364"/>
                </a:lnTo>
                <a:lnTo>
                  <a:pt x="433961" y="26015"/>
                </a:lnTo>
                <a:lnTo>
                  <a:pt x="433961" y="34698"/>
                </a:lnTo>
                <a:lnTo>
                  <a:pt x="442640" y="43349"/>
                </a:lnTo>
                <a:lnTo>
                  <a:pt x="442640" y="52031"/>
                </a:lnTo>
                <a:lnTo>
                  <a:pt x="451320" y="60714"/>
                </a:lnTo>
                <a:lnTo>
                  <a:pt x="451320" y="78047"/>
                </a:lnTo>
                <a:lnTo>
                  <a:pt x="459999" y="86699"/>
                </a:lnTo>
                <a:lnTo>
                  <a:pt x="459999" y="104033"/>
                </a:lnTo>
                <a:lnTo>
                  <a:pt x="468678" y="112715"/>
                </a:lnTo>
                <a:lnTo>
                  <a:pt x="468678" y="138731"/>
                </a:lnTo>
                <a:lnTo>
                  <a:pt x="477361" y="147383"/>
                </a:lnTo>
                <a:lnTo>
                  <a:pt x="477361" y="164747"/>
                </a:lnTo>
                <a:lnTo>
                  <a:pt x="486040" y="173399"/>
                </a:lnTo>
                <a:lnTo>
                  <a:pt x="486040" y="190732"/>
                </a:lnTo>
                <a:lnTo>
                  <a:pt x="494719" y="208097"/>
                </a:lnTo>
                <a:lnTo>
                  <a:pt x="494719" y="234082"/>
                </a:lnTo>
                <a:lnTo>
                  <a:pt x="503398" y="242764"/>
                </a:lnTo>
                <a:lnTo>
                  <a:pt x="503398" y="268780"/>
                </a:lnTo>
                <a:lnTo>
                  <a:pt x="512066" y="277463"/>
                </a:lnTo>
                <a:lnTo>
                  <a:pt x="512066" y="312130"/>
                </a:lnTo>
                <a:lnTo>
                  <a:pt x="520745" y="320812"/>
                </a:lnTo>
                <a:lnTo>
                  <a:pt x="520745" y="346798"/>
                </a:lnTo>
                <a:lnTo>
                  <a:pt x="529424" y="355480"/>
                </a:lnTo>
                <a:lnTo>
                  <a:pt x="529424" y="390148"/>
                </a:lnTo>
                <a:lnTo>
                  <a:pt x="538106" y="398830"/>
                </a:lnTo>
                <a:lnTo>
                  <a:pt x="538106" y="416164"/>
                </a:lnTo>
                <a:lnTo>
                  <a:pt x="546786" y="424846"/>
                </a:lnTo>
                <a:lnTo>
                  <a:pt x="546786" y="459513"/>
                </a:lnTo>
                <a:lnTo>
                  <a:pt x="555465" y="468196"/>
                </a:lnTo>
                <a:lnTo>
                  <a:pt x="555465" y="485529"/>
                </a:lnTo>
                <a:lnTo>
                  <a:pt x="564144" y="494181"/>
                </a:lnTo>
                <a:lnTo>
                  <a:pt x="564144" y="528879"/>
                </a:lnTo>
                <a:lnTo>
                  <a:pt x="572824" y="537531"/>
                </a:lnTo>
                <a:lnTo>
                  <a:pt x="572824" y="554865"/>
                </a:lnTo>
                <a:lnTo>
                  <a:pt x="581503" y="563547"/>
                </a:lnTo>
                <a:lnTo>
                  <a:pt x="581503" y="572229"/>
                </a:lnTo>
                <a:lnTo>
                  <a:pt x="590182" y="580881"/>
                </a:lnTo>
                <a:lnTo>
                  <a:pt x="590182" y="606897"/>
                </a:lnTo>
                <a:lnTo>
                  <a:pt x="607544" y="624230"/>
                </a:lnTo>
                <a:lnTo>
                  <a:pt x="607544" y="641564"/>
                </a:lnTo>
                <a:lnTo>
                  <a:pt x="616223" y="650246"/>
                </a:lnTo>
                <a:lnTo>
                  <a:pt x="633582" y="667580"/>
                </a:lnTo>
                <a:lnTo>
                  <a:pt x="633582" y="676262"/>
                </a:lnTo>
                <a:lnTo>
                  <a:pt x="642261" y="676262"/>
                </a:lnTo>
                <a:lnTo>
                  <a:pt x="650940" y="676262"/>
                </a:lnTo>
                <a:lnTo>
                  <a:pt x="659620" y="676262"/>
                </a:lnTo>
                <a:lnTo>
                  <a:pt x="668302" y="667580"/>
                </a:lnTo>
                <a:lnTo>
                  <a:pt x="676981" y="658898"/>
                </a:lnTo>
                <a:lnTo>
                  <a:pt x="685661" y="650246"/>
                </a:lnTo>
                <a:lnTo>
                  <a:pt x="703007" y="632913"/>
                </a:lnTo>
                <a:lnTo>
                  <a:pt x="703007" y="615579"/>
                </a:lnTo>
                <a:lnTo>
                  <a:pt x="711686" y="606897"/>
                </a:lnTo>
                <a:lnTo>
                  <a:pt x="711686" y="598214"/>
                </a:lnTo>
                <a:lnTo>
                  <a:pt x="720366" y="589563"/>
                </a:lnTo>
                <a:lnTo>
                  <a:pt x="720366" y="572229"/>
                </a:lnTo>
                <a:lnTo>
                  <a:pt x="729048" y="563547"/>
                </a:lnTo>
              </a:path>
            </a:pathLst>
          </a:custGeom>
          <a:ln w="86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30629" y="2841823"/>
            <a:ext cx="963930" cy="321310"/>
          </a:xfrm>
          <a:custGeom>
            <a:avLst/>
            <a:gdLst/>
            <a:ahLst/>
            <a:cxnLst/>
            <a:rect l="l" t="t" r="r" b="b"/>
            <a:pathLst>
              <a:path w="963929" h="321310">
                <a:moveTo>
                  <a:pt x="0" y="312100"/>
                </a:moveTo>
                <a:lnTo>
                  <a:pt x="0" y="303418"/>
                </a:lnTo>
                <a:lnTo>
                  <a:pt x="8679" y="294766"/>
                </a:lnTo>
                <a:lnTo>
                  <a:pt x="8679" y="277432"/>
                </a:lnTo>
                <a:lnTo>
                  <a:pt x="17358" y="268750"/>
                </a:lnTo>
                <a:lnTo>
                  <a:pt x="17358" y="260068"/>
                </a:lnTo>
                <a:lnTo>
                  <a:pt x="26037" y="251416"/>
                </a:lnTo>
                <a:lnTo>
                  <a:pt x="26037" y="225400"/>
                </a:lnTo>
                <a:lnTo>
                  <a:pt x="34717" y="216748"/>
                </a:lnTo>
                <a:lnTo>
                  <a:pt x="34717" y="208066"/>
                </a:lnTo>
                <a:lnTo>
                  <a:pt x="43396" y="199384"/>
                </a:lnTo>
                <a:lnTo>
                  <a:pt x="43396" y="182050"/>
                </a:lnTo>
                <a:lnTo>
                  <a:pt x="52075" y="173399"/>
                </a:lnTo>
                <a:lnTo>
                  <a:pt x="52075" y="156034"/>
                </a:lnTo>
                <a:lnTo>
                  <a:pt x="60755" y="147383"/>
                </a:lnTo>
                <a:lnTo>
                  <a:pt x="60755" y="138701"/>
                </a:lnTo>
                <a:lnTo>
                  <a:pt x="69437" y="130049"/>
                </a:lnTo>
                <a:lnTo>
                  <a:pt x="69437" y="112715"/>
                </a:lnTo>
                <a:lnTo>
                  <a:pt x="78116" y="104033"/>
                </a:lnTo>
                <a:lnTo>
                  <a:pt x="78116" y="95351"/>
                </a:lnTo>
                <a:lnTo>
                  <a:pt x="86795" y="86699"/>
                </a:lnTo>
                <a:lnTo>
                  <a:pt x="86795" y="78017"/>
                </a:lnTo>
                <a:lnTo>
                  <a:pt x="95475" y="69365"/>
                </a:lnTo>
                <a:lnTo>
                  <a:pt x="95475" y="60683"/>
                </a:lnTo>
                <a:lnTo>
                  <a:pt x="104154" y="52001"/>
                </a:lnTo>
                <a:lnTo>
                  <a:pt x="104154" y="43349"/>
                </a:lnTo>
                <a:lnTo>
                  <a:pt x="112833" y="34667"/>
                </a:lnTo>
                <a:lnTo>
                  <a:pt x="130195" y="17333"/>
                </a:lnTo>
                <a:lnTo>
                  <a:pt x="130195" y="8651"/>
                </a:lnTo>
                <a:lnTo>
                  <a:pt x="138874" y="8651"/>
                </a:lnTo>
                <a:lnTo>
                  <a:pt x="147541" y="0"/>
                </a:lnTo>
                <a:lnTo>
                  <a:pt x="156221" y="0"/>
                </a:lnTo>
                <a:lnTo>
                  <a:pt x="164900" y="0"/>
                </a:lnTo>
                <a:lnTo>
                  <a:pt x="173579" y="0"/>
                </a:lnTo>
                <a:lnTo>
                  <a:pt x="182259" y="8651"/>
                </a:lnTo>
                <a:lnTo>
                  <a:pt x="190941" y="17333"/>
                </a:lnTo>
                <a:lnTo>
                  <a:pt x="199620" y="26015"/>
                </a:lnTo>
                <a:lnTo>
                  <a:pt x="208299" y="34667"/>
                </a:lnTo>
                <a:lnTo>
                  <a:pt x="225664" y="52001"/>
                </a:lnTo>
                <a:lnTo>
                  <a:pt x="225664" y="60683"/>
                </a:lnTo>
                <a:lnTo>
                  <a:pt x="234325" y="69365"/>
                </a:lnTo>
                <a:lnTo>
                  <a:pt x="234325" y="78017"/>
                </a:lnTo>
                <a:lnTo>
                  <a:pt x="243017" y="86699"/>
                </a:lnTo>
                <a:lnTo>
                  <a:pt x="243017" y="95351"/>
                </a:lnTo>
                <a:lnTo>
                  <a:pt x="260369" y="112715"/>
                </a:lnTo>
                <a:lnTo>
                  <a:pt x="260369" y="130049"/>
                </a:lnTo>
                <a:lnTo>
                  <a:pt x="277722" y="147383"/>
                </a:lnTo>
                <a:lnTo>
                  <a:pt x="277722" y="164717"/>
                </a:lnTo>
                <a:lnTo>
                  <a:pt x="295105" y="182050"/>
                </a:lnTo>
                <a:lnTo>
                  <a:pt x="295105" y="199384"/>
                </a:lnTo>
                <a:lnTo>
                  <a:pt x="312457" y="216748"/>
                </a:lnTo>
                <a:lnTo>
                  <a:pt x="312457" y="234082"/>
                </a:lnTo>
                <a:lnTo>
                  <a:pt x="321118" y="242734"/>
                </a:lnTo>
                <a:lnTo>
                  <a:pt x="338471" y="260068"/>
                </a:lnTo>
                <a:lnTo>
                  <a:pt x="338471" y="268750"/>
                </a:lnTo>
                <a:lnTo>
                  <a:pt x="347162" y="277432"/>
                </a:lnTo>
                <a:lnTo>
                  <a:pt x="364515" y="294766"/>
                </a:lnTo>
                <a:lnTo>
                  <a:pt x="364515" y="303418"/>
                </a:lnTo>
                <a:lnTo>
                  <a:pt x="373206" y="303418"/>
                </a:lnTo>
                <a:lnTo>
                  <a:pt x="381867" y="312100"/>
                </a:lnTo>
                <a:lnTo>
                  <a:pt x="390559" y="312100"/>
                </a:lnTo>
                <a:lnTo>
                  <a:pt x="399250" y="320782"/>
                </a:lnTo>
                <a:lnTo>
                  <a:pt x="407911" y="320782"/>
                </a:lnTo>
                <a:lnTo>
                  <a:pt x="416602" y="312100"/>
                </a:lnTo>
                <a:lnTo>
                  <a:pt x="425294" y="312100"/>
                </a:lnTo>
                <a:lnTo>
                  <a:pt x="433955" y="312100"/>
                </a:lnTo>
                <a:lnTo>
                  <a:pt x="442646" y="303418"/>
                </a:lnTo>
                <a:lnTo>
                  <a:pt x="451307" y="294766"/>
                </a:lnTo>
                <a:lnTo>
                  <a:pt x="459999" y="286084"/>
                </a:lnTo>
                <a:lnTo>
                  <a:pt x="468690" y="277432"/>
                </a:lnTo>
                <a:lnTo>
                  <a:pt x="477351" y="268750"/>
                </a:lnTo>
                <a:lnTo>
                  <a:pt x="486043" y="260068"/>
                </a:lnTo>
                <a:lnTo>
                  <a:pt x="494704" y="251416"/>
                </a:lnTo>
                <a:lnTo>
                  <a:pt x="503395" y="242734"/>
                </a:lnTo>
                <a:lnTo>
                  <a:pt x="520748" y="225400"/>
                </a:lnTo>
                <a:lnTo>
                  <a:pt x="520748" y="216748"/>
                </a:lnTo>
                <a:lnTo>
                  <a:pt x="529409" y="208066"/>
                </a:lnTo>
                <a:lnTo>
                  <a:pt x="538100" y="199384"/>
                </a:lnTo>
                <a:lnTo>
                  <a:pt x="555453" y="182050"/>
                </a:lnTo>
                <a:lnTo>
                  <a:pt x="546792" y="182050"/>
                </a:lnTo>
                <a:lnTo>
                  <a:pt x="555453" y="182050"/>
                </a:lnTo>
                <a:lnTo>
                  <a:pt x="572836" y="164717"/>
                </a:lnTo>
                <a:lnTo>
                  <a:pt x="572836" y="156034"/>
                </a:lnTo>
                <a:lnTo>
                  <a:pt x="581497" y="147383"/>
                </a:lnTo>
                <a:lnTo>
                  <a:pt x="590188" y="147383"/>
                </a:lnTo>
                <a:lnTo>
                  <a:pt x="598849" y="138701"/>
                </a:lnTo>
                <a:lnTo>
                  <a:pt x="607541" y="138701"/>
                </a:lnTo>
                <a:lnTo>
                  <a:pt x="616232" y="130049"/>
                </a:lnTo>
                <a:lnTo>
                  <a:pt x="624893" y="130049"/>
                </a:lnTo>
                <a:lnTo>
                  <a:pt x="633585" y="130049"/>
                </a:lnTo>
                <a:lnTo>
                  <a:pt x="642246" y="130049"/>
                </a:lnTo>
                <a:lnTo>
                  <a:pt x="650937" y="130049"/>
                </a:lnTo>
                <a:lnTo>
                  <a:pt x="659629" y="130049"/>
                </a:lnTo>
                <a:lnTo>
                  <a:pt x="668290" y="130049"/>
                </a:lnTo>
                <a:lnTo>
                  <a:pt x="676981" y="138701"/>
                </a:lnTo>
                <a:lnTo>
                  <a:pt x="685642" y="138701"/>
                </a:lnTo>
                <a:lnTo>
                  <a:pt x="694334" y="147383"/>
                </a:lnTo>
                <a:lnTo>
                  <a:pt x="702995" y="156034"/>
                </a:lnTo>
                <a:lnTo>
                  <a:pt x="711686" y="156034"/>
                </a:lnTo>
                <a:lnTo>
                  <a:pt x="720378" y="164717"/>
                </a:lnTo>
                <a:lnTo>
                  <a:pt x="729039" y="173399"/>
                </a:lnTo>
                <a:lnTo>
                  <a:pt x="737730" y="182050"/>
                </a:lnTo>
                <a:lnTo>
                  <a:pt x="746391" y="190732"/>
                </a:lnTo>
                <a:lnTo>
                  <a:pt x="755083" y="199384"/>
                </a:lnTo>
                <a:lnTo>
                  <a:pt x="763774" y="208066"/>
                </a:lnTo>
                <a:lnTo>
                  <a:pt x="772435" y="216748"/>
                </a:lnTo>
                <a:lnTo>
                  <a:pt x="781127" y="225400"/>
                </a:lnTo>
                <a:lnTo>
                  <a:pt x="789788" y="234082"/>
                </a:lnTo>
                <a:lnTo>
                  <a:pt x="798479" y="234082"/>
                </a:lnTo>
                <a:lnTo>
                  <a:pt x="807171" y="242734"/>
                </a:lnTo>
                <a:lnTo>
                  <a:pt x="815832" y="251416"/>
                </a:lnTo>
                <a:lnTo>
                  <a:pt x="824523" y="260068"/>
                </a:lnTo>
                <a:lnTo>
                  <a:pt x="833215" y="260068"/>
                </a:lnTo>
                <a:lnTo>
                  <a:pt x="841876" y="268750"/>
                </a:lnTo>
                <a:lnTo>
                  <a:pt x="850567" y="268750"/>
                </a:lnTo>
                <a:lnTo>
                  <a:pt x="859228" y="268750"/>
                </a:lnTo>
                <a:lnTo>
                  <a:pt x="867920" y="277432"/>
                </a:lnTo>
                <a:lnTo>
                  <a:pt x="876581" y="277432"/>
                </a:lnTo>
                <a:lnTo>
                  <a:pt x="919977" y="277432"/>
                </a:lnTo>
                <a:lnTo>
                  <a:pt x="928669" y="268750"/>
                </a:lnTo>
                <a:lnTo>
                  <a:pt x="937360" y="268750"/>
                </a:lnTo>
                <a:lnTo>
                  <a:pt x="946021" y="268750"/>
                </a:lnTo>
                <a:lnTo>
                  <a:pt x="954713" y="260068"/>
                </a:lnTo>
                <a:lnTo>
                  <a:pt x="963374" y="260068"/>
                </a:lnTo>
              </a:path>
            </a:pathLst>
          </a:custGeom>
          <a:ln w="8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94003" y="3041207"/>
            <a:ext cx="981075" cy="69850"/>
          </a:xfrm>
          <a:custGeom>
            <a:avLst/>
            <a:gdLst/>
            <a:ahLst/>
            <a:cxnLst/>
            <a:rect l="l" t="t" r="r" b="b"/>
            <a:pathLst>
              <a:path w="981075" h="69850">
                <a:moveTo>
                  <a:pt x="0" y="60683"/>
                </a:moveTo>
                <a:lnTo>
                  <a:pt x="8691" y="52031"/>
                </a:lnTo>
                <a:lnTo>
                  <a:pt x="17382" y="52031"/>
                </a:lnTo>
                <a:lnTo>
                  <a:pt x="26043" y="43349"/>
                </a:lnTo>
                <a:lnTo>
                  <a:pt x="34735" y="43349"/>
                </a:lnTo>
                <a:lnTo>
                  <a:pt x="43396" y="34698"/>
                </a:lnTo>
                <a:lnTo>
                  <a:pt x="52087" y="26015"/>
                </a:lnTo>
                <a:lnTo>
                  <a:pt x="60779" y="26015"/>
                </a:lnTo>
                <a:lnTo>
                  <a:pt x="69440" y="17364"/>
                </a:lnTo>
                <a:lnTo>
                  <a:pt x="78101" y="17364"/>
                </a:lnTo>
                <a:lnTo>
                  <a:pt x="86792" y="8682"/>
                </a:lnTo>
                <a:lnTo>
                  <a:pt x="95484" y="8682"/>
                </a:lnTo>
                <a:lnTo>
                  <a:pt x="104145" y="8682"/>
                </a:lnTo>
                <a:lnTo>
                  <a:pt x="112836" y="0"/>
                </a:lnTo>
                <a:lnTo>
                  <a:pt x="208321" y="0"/>
                </a:lnTo>
                <a:lnTo>
                  <a:pt x="216982" y="8682"/>
                </a:lnTo>
                <a:lnTo>
                  <a:pt x="225673" y="8682"/>
                </a:lnTo>
                <a:lnTo>
                  <a:pt x="234365" y="8682"/>
                </a:lnTo>
                <a:lnTo>
                  <a:pt x="243026" y="17364"/>
                </a:lnTo>
                <a:lnTo>
                  <a:pt x="251717" y="17364"/>
                </a:lnTo>
                <a:lnTo>
                  <a:pt x="260378" y="26015"/>
                </a:lnTo>
                <a:lnTo>
                  <a:pt x="269070" y="26015"/>
                </a:lnTo>
                <a:lnTo>
                  <a:pt x="277731" y="26015"/>
                </a:lnTo>
                <a:lnTo>
                  <a:pt x="286422" y="34698"/>
                </a:lnTo>
                <a:lnTo>
                  <a:pt x="295083" y="34698"/>
                </a:lnTo>
                <a:lnTo>
                  <a:pt x="303775" y="43349"/>
                </a:lnTo>
                <a:lnTo>
                  <a:pt x="312466" y="43349"/>
                </a:lnTo>
                <a:lnTo>
                  <a:pt x="321127" y="52031"/>
                </a:lnTo>
                <a:lnTo>
                  <a:pt x="329819" y="52031"/>
                </a:lnTo>
                <a:lnTo>
                  <a:pt x="338480" y="52031"/>
                </a:lnTo>
                <a:lnTo>
                  <a:pt x="347171" y="60683"/>
                </a:lnTo>
                <a:lnTo>
                  <a:pt x="355863" y="60683"/>
                </a:lnTo>
                <a:lnTo>
                  <a:pt x="364524" y="60683"/>
                </a:lnTo>
                <a:lnTo>
                  <a:pt x="373215" y="60683"/>
                </a:lnTo>
                <a:lnTo>
                  <a:pt x="381907" y="69365"/>
                </a:lnTo>
                <a:lnTo>
                  <a:pt x="460008" y="69365"/>
                </a:lnTo>
                <a:lnTo>
                  <a:pt x="468669" y="60683"/>
                </a:lnTo>
                <a:lnTo>
                  <a:pt x="477361" y="60683"/>
                </a:lnTo>
                <a:lnTo>
                  <a:pt x="486052" y="60683"/>
                </a:lnTo>
                <a:lnTo>
                  <a:pt x="494713" y="60683"/>
                </a:lnTo>
                <a:lnTo>
                  <a:pt x="503405" y="60683"/>
                </a:lnTo>
                <a:lnTo>
                  <a:pt x="512066" y="52031"/>
                </a:lnTo>
                <a:lnTo>
                  <a:pt x="520757" y="52031"/>
                </a:lnTo>
                <a:lnTo>
                  <a:pt x="529449" y="52031"/>
                </a:lnTo>
                <a:lnTo>
                  <a:pt x="538110" y="52031"/>
                </a:lnTo>
                <a:lnTo>
                  <a:pt x="546801" y="43349"/>
                </a:lnTo>
                <a:lnTo>
                  <a:pt x="555462" y="43349"/>
                </a:lnTo>
                <a:lnTo>
                  <a:pt x="564154" y="43349"/>
                </a:lnTo>
                <a:lnTo>
                  <a:pt x="572845" y="43349"/>
                </a:lnTo>
                <a:lnTo>
                  <a:pt x="581506" y="43349"/>
                </a:lnTo>
                <a:lnTo>
                  <a:pt x="590197" y="34698"/>
                </a:lnTo>
                <a:lnTo>
                  <a:pt x="694343" y="34698"/>
                </a:lnTo>
                <a:lnTo>
                  <a:pt x="703004" y="43349"/>
                </a:lnTo>
                <a:lnTo>
                  <a:pt x="711695" y="43349"/>
                </a:lnTo>
                <a:lnTo>
                  <a:pt x="720387" y="43349"/>
                </a:lnTo>
                <a:lnTo>
                  <a:pt x="729048" y="43349"/>
                </a:lnTo>
                <a:lnTo>
                  <a:pt x="737739" y="43349"/>
                </a:lnTo>
                <a:lnTo>
                  <a:pt x="746431" y="52031"/>
                </a:lnTo>
                <a:lnTo>
                  <a:pt x="755092" y="52031"/>
                </a:lnTo>
                <a:lnTo>
                  <a:pt x="763783" y="52031"/>
                </a:lnTo>
                <a:lnTo>
                  <a:pt x="772444" y="52031"/>
                </a:lnTo>
                <a:lnTo>
                  <a:pt x="781136" y="52031"/>
                </a:lnTo>
                <a:lnTo>
                  <a:pt x="789827" y="60683"/>
                </a:lnTo>
                <a:lnTo>
                  <a:pt x="798488" y="60683"/>
                </a:lnTo>
                <a:lnTo>
                  <a:pt x="807149" y="60683"/>
                </a:lnTo>
                <a:lnTo>
                  <a:pt x="815841" y="60683"/>
                </a:lnTo>
                <a:lnTo>
                  <a:pt x="824532" y="60683"/>
                </a:lnTo>
                <a:lnTo>
                  <a:pt x="833193" y="69365"/>
                </a:lnTo>
                <a:lnTo>
                  <a:pt x="972074" y="69365"/>
                </a:lnTo>
                <a:lnTo>
                  <a:pt x="980709" y="69365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99326" y="4176964"/>
            <a:ext cx="3766820" cy="1240155"/>
          </a:xfrm>
          <a:custGeom>
            <a:avLst/>
            <a:gdLst/>
            <a:ahLst/>
            <a:cxnLst/>
            <a:rect l="l" t="t" r="r" b="b"/>
            <a:pathLst>
              <a:path w="3766820" h="1240154">
                <a:moveTo>
                  <a:pt x="0" y="1239773"/>
                </a:moveTo>
                <a:lnTo>
                  <a:pt x="3766718" y="1239773"/>
                </a:lnTo>
                <a:lnTo>
                  <a:pt x="3766718" y="0"/>
                </a:lnTo>
                <a:lnTo>
                  <a:pt x="0" y="0"/>
                </a:lnTo>
                <a:lnTo>
                  <a:pt x="0" y="12397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99332" y="4176950"/>
            <a:ext cx="3766820" cy="0"/>
          </a:xfrm>
          <a:custGeom>
            <a:avLst/>
            <a:gdLst/>
            <a:ahLst/>
            <a:cxnLst/>
            <a:rect l="l" t="t" r="r" b="b"/>
            <a:pathLst>
              <a:path w="3766820">
                <a:moveTo>
                  <a:pt x="0" y="0"/>
                </a:moveTo>
                <a:lnTo>
                  <a:pt x="3766745" y="0"/>
                </a:lnTo>
              </a:path>
            </a:pathLst>
          </a:custGeom>
          <a:ln w="86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766078" y="4176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99332" y="5416730"/>
            <a:ext cx="3766820" cy="0"/>
          </a:xfrm>
          <a:custGeom>
            <a:avLst/>
            <a:gdLst/>
            <a:ahLst/>
            <a:cxnLst/>
            <a:rect l="l" t="t" r="r" b="b"/>
            <a:pathLst>
              <a:path w="3766820">
                <a:moveTo>
                  <a:pt x="0" y="0"/>
                </a:moveTo>
                <a:lnTo>
                  <a:pt x="3766745" y="0"/>
                </a:lnTo>
              </a:path>
            </a:pathLst>
          </a:custGeom>
          <a:ln w="8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766078" y="54167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766078" y="4176938"/>
            <a:ext cx="0" cy="1240155"/>
          </a:xfrm>
          <a:custGeom>
            <a:avLst/>
            <a:gdLst/>
            <a:ahLst/>
            <a:cxnLst/>
            <a:rect l="l" t="t" r="r" b="b"/>
            <a:pathLst>
              <a:path h="1240154">
                <a:moveTo>
                  <a:pt x="0" y="1239797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766078" y="4176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99338" y="4176938"/>
            <a:ext cx="0" cy="1240155"/>
          </a:xfrm>
          <a:custGeom>
            <a:avLst/>
            <a:gdLst/>
            <a:ahLst/>
            <a:cxnLst/>
            <a:rect l="l" t="t" r="r" b="b"/>
            <a:pathLst>
              <a:path h="1240154">
                <a:moveTo>
                  <a:pt x="0" y="1239797"/>
                </a:moveTo>
                <a:lnTo>
                  <a:pt x="0" y="0"/>
                </a:lnTo>
              </a:path>
            </a:pathLst>
          </a:custGeom>
          <a:ln w="8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99332" y="4176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766078" y="54167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99332" y="41769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99344" y="537338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99344" y="42116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951921" y="5436208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2249135" y="5373387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43349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249135" y="537338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249135" y="4176950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682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249135" y="42116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201711" y="5436208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507611" y="5373387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43349"/>
                </a:moveTo>
                <a:lnTo>
                  <a:pt x="0" y="0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507611" y="537338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507611" y="4176950"/>
            <a:ext cx="0" cy="34925"/>
          </a:xfrm>
          <a:custGeom>
            <a:avLst/>
            <a:gdLst/>
            <a:ahLst/>
            <a:cxnLst/>
            <a:rect l="l" t="t" r="r" b="b"/>
            <a:pathLst>
              <a:path h="34925">
                <a:moveTo>
                  <a:pt x="0" y="0"/>
                </a:moveTo>
                <a:lnTo>
                  <a:pt x="0" y="34682"/>
                </a:lnTo>
              </a:path>
            </a:pathLst>
          </a:custGeom>
          <a:ln w="8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507611" y="42116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416772" y="5436208"/>
            <a:ext cx="1822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766078" y="53733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766078" y="421162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675242" y="5436208"/>
            <a:ext cx="1822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15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999344" y="5208651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704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034049" y="5208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722681" y="5208651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43396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722681" y="5208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873803" y="5115418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999344" y="4861859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704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34049" y="4861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722681" y="4861859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43396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722681" y="48618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52300" y="4768619"/>
            <a:ext cx="22987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0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r>
              <a:rPr sz="1300" spc="-1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999344" y="4515064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>
                <a:moveTo>
                  <a:pt x="0" y="0"/>
                </a:moveTo>
                <a:lnTo>
                  <a:pt x="34704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034049" y="45150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092901" y="4515064"/>
            <a:ext cx="268224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0" y="0"/>
                </a:moveTo>
                <a:lnTo>
                  <a:pt x="2681811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722681" y="45150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873803" y="4421832"/>
            <a:ext cx="1079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034049" y="41769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722681" y="41769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752300" y="4083708"/>
            <a:ext cx="22987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45" dirty="0">
                <a:latin typeface="Times New Roman"/>
                <a:cs typeface="Times New Roman"/>
              </a:rPr>
              <a:t>1</a:t>
            </a:r>
            <a:r>
              <a:rPr sz="1300" spc="5" dirty="0">
                <a:latin typeface="Times New Roman"/>
                <a:cs typeface="Times New Roman"/>
              </a:rPr>
              <a:t>.</a:t>
            </a:r>
            <a:r>
              <a:rPr sz="1300" spc="-10" dirty="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4766078" y="41769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766078" y="54167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766078" y="41769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999344" y="41769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99338" y="4515076"/>
            <a:ext cx="1094105" cy="694055"/>
          </a:xfrm>
          <a:custGeom>
            <a:avLst/>
            <a:gdLst/>
            <a:ahLst/>
            <a:cxnLst/>
            <a:rect l="l" t="t" r="r" b="b"/>
            <a:pathLst>
              <a:path w="1094105" h="694054">
                <a:moveTo>
                  <a:pt x="6" y="693587"/>
                </a:moveTo>
                <a:lnTo>
                  <a:pt x="6" y="693587"/>
                </a:lnTo>
                <a:lnTo>
                  <a:pt x="494716" y="693587"/>
                </a:lnTo>
                <a:lnTo>
                  <a:pt x="494716" y="0"/>
                </a:lnTo>
                <a:lnTo>
                  <a:pt x="1084890" y="0"/>
                </a:lnTo>
                <a:lnTo>
                  <a:pt x="1093569" y="0"/>
                </a:lnTo>
              </a:path>
            </a:pathLst>
          </a:custGeom>
          <a:ln w="86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1877861" y="2925852"/>
            <a:ext cx="28765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645451" y="4564153"/>
            <a:ext cx="30861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5715000" y="1818644"/>
            <a:ext cx="2476499" cy="38252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5735299" y="5715432"/>
            <a:ext cx="24066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h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p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:</a:t>
            </a:r>
            <a:r>
              <a:rPr sz="1000" spc="-10" dirty="0">
                <a:latin typeface="Calibri"/>
                <a:cs typeface="Calibri"/>
              </a:rPr>
              <a:t>//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20" dirty="0">
                <a:latin typeface="Calibri"/>
                <a:cs typeface="Calibri"/>
              </a:rPr>
              <a:t>p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g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spc="-5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dirty="0">
                <a:latin typeface="Calibri"/>
                <a:cs typeface="Calibri"/>
              </a:rPr>
              <a:t>k</a:t>
            </a:r>
            <a:r>
              <a:rPr sz="1000" spc="-10" dirty="0">
                <a:latin typeface="Calibri"/>
                <a:cs typeface="Calibri"/>
              </a:rPr>
              <a:t>i/</a:t>
            </a:r>
            <a:r>
              <a:rPr sz="1000" spc="-20" dirty="0">
                <a:latin typeface="Calibri"/>
                <a:cs typeface="Calibri"/>
              </a:rPr>
              <a:t>W</a:t>
            </a:r>
            <a:r>
              <a:rPr sz="1000" spc="-10" dirty="0">
                <a:latin typeface="Calibri"/>
                <a:cs typeface="Calibri"/>
              </a:rPr>
              <a:t>ind</a:t>
            </a:r>
            <a:r>
              <a:rPr sz="1000" dirty="0">
                <a:latin typeface="Calibri"/>
                <a:cs typeface="Calibri"/>
              </a:rPr>
              <a:t>_t</a:t>
            </a:r>
            <a:r>
              <a:rPr sz="1000" spc="-10" dirty="0">
                <a:latin typeface="Calibri"/>
                <a:cs typeface="Calibri"/>
              </a:rPr>
              <a:t>urbi</a:t>
            </a:r>
            <a:r>
              <a:rPr sz="1000" spc="-20" dirty="0">
                <a:latin typeface="Calibri"/>
                <a:cs typeface="Calibri"/>
              </a:rPr>
              <a:t>n</a:t>
            </a:r>
            <a:r>
              <a:rPr sz="1000" spc="-5" dirty="0">
                <a:latin typeface="Calibri"/>
                <a:cs typeface="Calibri"/>
              </a:rPr>
              <a:t>e</a:t>
            </a:r>
            <a:r>
              <a:rPr sz="1000" dirty="0">
                <a:latin typeface="Calibri"/>
                <a:cs typeface="Calibri"/>
              </a:rPr>
              <a:t>#/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alibri"/>
                <a:cs typeface="Calibri"/>
              </a:rPr>
              <a:t>medi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/</a:t>
            </a:r>
            <a:r>
              <a:rPr sz="1000" dirty="0">
                <a:latin typeface="Calibri"/>
                <a:cs typeface="Calibri"/>
              </a:rPr>
              <a:t>F</a:t>
            </a:r>
            <a:r>
              <a:rPr sz="1000" spc="-10" dirty="0">
                <a:latin typeface="Calibri"/>
                <a:cs typeface="Calibri"/>
              </a:rPr>
              <a:t>il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20" dirty="0">
                <a:latin typeface="Calibri"/>
                <a:cs typeface="Calibri"/>
              </a:rPr>
              <a:t>:W</a:t>
            </a:r>
            <a:r>
              <a:rPr sz="1000" spc="-10" dirty="0">
                <a:latin typeface="Calibri"/>
                <a:cs typeface="Calibri"/>
              </a:rPr>
              <a:t>indmill</a:t>
            </a:r>
            <a:r>
              <a:rPr sz="1000" spc="5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_D</a:t>
            </a:r>
            <a:r>
              <a:rPr sz="1000" spc="-15" dirty="0">
                <a:latin typeface="Calibri"/>
                <a:cs typeface="Calibri"/>
              </a:rPr>
              <a:t>1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Calibri"/>
                <a:cs typeface="Calibri"/>
              </a:rPr>
              <a:t>D</a:t>
            </a:r>
            <a:r>
              <a:rPr sz="1000" spc="-15" dirty="0">
                <a:latin typeface="Calibri"/>
                <a:cs typeface="Calibri"/>
              </a:rPr>
              <a:t>4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5" dirty="0"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Tho</a:t>
            </a:r>
            <a:r>
              <a:rPr sz="1000" spc="-15" dirty="0">
                <a:latin typeface="Calibri"/>
                <a:cs typeface="Calibri"/>
              </a:rPr>
              <a:t>r</a:t>
            </a:r>
            <a:r>
              <a:rPr sz="1000" spc="-10" dirty="0">
                <a:latin typeface="Calibri"/>
                <a:cs typeface="Calibri"/>
              </a:rPr>
              <a:t>n</a:t>
            </a:r>
            <a:r>
              <a:rPr sz="1000" spc="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on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-15" dirty="0">
                <a:latin typeface="Calibri"/>
                <a:cs typeface="Calibri"/>
              </a:rPr>
              <a:t>B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0" dirty="0">
                <a:latin typeface="Calibri"/>
                <a:cs typeface="Calibri"/>
              </a:rPr>
              <a:t>n</a:t>
            </a:r>
            <a:r>
              <a:rPr sz="1000" dirty="0">
                <a:latin typeface="Calibri"/>
                <a:cs typeface="Calibri"/>
              </a:rPr>
              <a:t>k</a:t>
            </a:r>
            <a:r>
              <a:rPr sz="1000" spc="-5" dirty="0">
                <a:latin typeface="Calibri"/>
                <a:cs typeface="Calibri"/>
              </a:rPr>
              <a:t>)</a:t>
            </a:r>
            <a:r>
              <a:rPr sz="1000" spc="5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j</a:t>
            </a:r>
            <a:r>
              <a:rPr sz="1000" spc="-10" dirty="0">
                <a:latin typeface="Calibri"/>
                <a:cs typeface="Calibri"/>
              </a:rPr>
              <a:t>pg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22973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urb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7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6638" y="2477137"/>
            <a:ext cx="7059295" cy="1122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8260" algn="ctr">
              <a:lnSpc>
                <a:spcPct val="100000"/>
              </a:lnSpc>
            </a:pP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 </a:t>
            </a:r>
            <a:r>
              <a:rPr sz="1600" i="1" spc="3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</a:t>
            </a:r>
            <a:r>
              <a:rPr sz="3225" spc="-60" baseline="14211" dirty="0">
                <a:latin typeface="Times New Roman"/>
                <a:cs typeface="Times New Roman"/>
              </a:rPr>
              <a:t> </a:t>
            </a:r>
            <a:r>
              <a:rPr sz="3225" spc="89" baseline="14211" dirty="0">
                <a:latin typeface="Symbol"/>
                <a:cs typeface="Symbol"/>
              </a:rPr>
              <a:t></a:t>
            </a:r>
            <a:r>
              <a:rPr sz="3225" i="1" spc="-292" baseline="1421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-235" dirty="0">
                <a:latin typeface="Times New Roman"/>
                <a:cs typeface="Times New Roman"/>
              </a:rPr>
              <a:t> </a:t>
            </a: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-12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</a:t>
            </a:r>
            <a:r>
              <a:rPr sz="3225" spc="-262" baseline="14211" dirty="0">
                <a:latin typeface="Times New Roman"/>
                <a:cs typeface="Times New Roman"/>
              </a:rPr>
              <a:t> </a:t>
            </a:r>
            <a:r>
              <a:rPr sz="3225" i="1" spc="-22" baseline="1421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</a:t>
            </a:r>
            <a:r>
              <a:rPr sz="3225" spc="-262" baseline="14211" dirty="0">
                <a:latin typeface="Times New Roman"/>
                <a:cs typeface="Times New Roman"/>
              </a:rPr>
              <a:t> </a:t>
            </a:r>
            <a:r>
              <a:rPr sz="3225" i="1" spc="-97" baseline="1421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3225" i="1" spc="7" baseline="14211" dirty="0">
                <a:latin typeface="Times New Roman"/>
                <a:cs typeface="Times New Roman"/>
              </a:rPr>
              <a:t>y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</a:t>
            </a:r>
            <a:r>
              <a:rPr sz="3225" spc="-307" baseline="14211" dirty="0">
                <a:latin typeface="Times New Roman"/>
                <a:cs typeface="Times New Roman"/>
              </a:rPr>
              <a:t> </a:t>
            </a:r>
            <a:r>
              <a:rPr sz="3225" i="1" spc="-247" baseline="14211" dirty="0">
                <a:latin typeface="Times New Roman"/>
                <a:cs typeface="Times New Roman"/>
              </a:rPr>
              <a:t>b</a:t>
            </a:r>
            <a:r>
              <a:rPr sz="1600" spc="-30" dirty="0">
                <a:latin typeface="Times New Roman"/>
                <a:cs typeface="Times New Roman"/>
              </a:rPr>
              <a:t>3</a:t>
            </a:r>
            <a:r>
              <a:rPr sz="3225" i="1" spc="30" baseline="14211" dirty="0">
                <a:latin typeface="Times New Roman"/>
                <a:cs typeface="Times New Roman"/>
              </a:rPr>
              <a:t>u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</a:t>
            </a:r>
            <a:r>
              <a:rPr sz="3225" spc="-307" baseline="14211" dirty="0">
                <a:latin typeface="Times New Roman"/>
                <a:cs typeface="Times New Roman"/>
              </a:rPr>
              <a:t> </a:t>
            </a:r>
            <a:r>
              <a:rPr sz="3225" i="1" spc="-172" baseline="14211" dirty="0">
                <a:latin typeface="Times New Roman"/>
                <a:cs typeface="Times New Roman"/>
              </a:rPr>
              <a:t>b</a:t>
            </a:r>
            <a:r>
              <a:rPr sz="1600" spc="20" dirty="0">
                <a:latin typeface="Times New Roman"/>
                <a:cs typeface="Times New Roman"/>
              </a:rPr>
              <a:t>4</a:t>
            </a:r>
            <a:r>
              <a:rPr sz="3225" i="1" spc="30" baseline="14211" dirty="0">
                <a:latin typeface="Times New Roman"/>
                <a:cs typeface="Times New Roman"/>
              </a:rPr>
              <a:t>u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4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3225" baseline="14211" dirty="0">
                <a:latin typeface="Symbol"/>
                <a:cs typeface="Symbol"/>
              </a:rPr>
              <a:t></a:t>
            </a:r>
            <a:r>
              <a:rPr sz="3225" spc="-307" baseline="14211" dirty="0">
                <a:latin typeface="Times New Roman"/>
                <a:cs typeface="Times New Roman"/>
              </a:rPr>
              <a:t> </a:t>
            </a:r>
            <a:r>
              <a:rPr sz="3225" i="1" spc="-247" baseline="14211" dirty="0">
                <a:latin typeface="Times New Roman"/>
                <a:cs typeface="Times New Roman"/>
              </a:rPr>
              <a:t>b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r>
              <a:rPr sz="3225" i="1" spc="30" baseline="14211" dirty="0">
                <a:latin typeface="Times New Roman"/>
                <a:cs typeface="Times New Roman"/>
              </a:rPr>
              <a:t>u</a:t>
            </a:r>
            <a:r>
              <a:rPr sz="1600" i="1" dirty="0">
                <a:latin typeface="Times New Roman"/>
                <a:cs typeface="Times New Roman"/>
              </a:rPr>
              <a:t>k</a:t>
            </a:r>
            <a:r>
              <a:rPr sz="1600" i="1" spc="-229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Symbol"/>
                <a:cs typeface="Symbol"/>
              </a:rPr>
              <a:t></a:t>
            </a:r>
            <a:r>
              <a:rPr sz="1600" dirty="0">
                <a:latin typeface="Times New Roman"/>
                <a:cs typeface="Times New Roman"/>
              </a:rPr>
              <a:t>5</a:t>
            </a: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52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-40" dirty="0">
                <a:latin typeface="Times New Roman"/>
                <a:cs typeface="Times New Roman"/>
              </a:rPr>
              <a:t> </a:t>
            </a:r>
            <a:r>
              <a:rPr sz="2150" spc="60" dirty="0">
                <a:latin typeface="Symbol"/>
                <a:cs typeface="Symbol"/>
              </a:rPr>
              <a:t></a:t>
            </a:r>
            <a:r>
              <a:rPr sz="2150" i="1" spc="-195" dirty="0">
                <a:latin typeface="Times New Roman"/>
                <a:cs typeface="Times New Roman"/>
              </a:rPr>
              <a:t>a</a:t>
            </a:r>
            <a:r>
              <a:rPr sz="2400" spc="104" baseline="-19097" dirty="0">
                <a:latin typeface="Times New Roman"/>
                <a:cs typeface="Times New Roman"/>
              </a:rPr>
              <a:t>1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spc="7" baseline="32986" dirty="0">
                <a:latin typeface="Times New Roman"/>
                <a:cs typeface="Times New Roman"/>
              </a:rPr>
              <a:t>1</a:t>
            </a:r>
            <a:r>
              <a:rPr sz="2400" spc="-352" baseline="32986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-175" dirty="0">
                <a:latin typeface="Times New Roman"/>
                <a:cs typeface="Times New Roman"/>
              </a:rPr>
              <a:t> </a:t>
            </a:r>
            <a:r>
              <a:rPr sz="2150" i="1" spc="-15" dirty="0">
                <a:latin typeface="Times New Roman"/>
                <a:cs typeface="Times New Roman"/>
              </a:rPr>
              <a:t>a</a:t>
            </a:r>
            <a:r>
              <a:rPr sz="2400" spc="7" baseline="-19097" dirty="0">
                <a:latin typeface="Times New Roman"/>
                <a:cs typeface="Times New Roman"/>
              </a:rPr>
              <a:t>2</a:t>
            </a:r>
            <a:r>
              <a:rPr sz="2400" spc="-315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spc="7" baseline="32986" dirty="0">
                <a:latin typeface="Times New Roman"/>
                <a:cs typeface="Times New Roman"/>
              </a:rPr>
              <a:t>2</a:t>
            </a:r>
            <a:r>
              <a:rPr sz="2400" spc="-165" baseline="32986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-175" dirty="0">
                <a:latin typeface="Times New Roman"/>
                <a:cs typeface="Times New Roman"/>
              </a:rPr>
              <a:t> </a:t>
            </a:r>
            <a:r>
              <a:rPr sz="2150" i="1" spc="-65" dirty="0">
                <a:latin typeface="Times New Roman"/>
                <a:cs typeface="Times New Roman"/>
              </a:rPr>
              <a:t>a</a:t>
            </a:r>
            <a:r>
              <a:rPr sz="2400" spc="7" baseline="-19097" dirty="0">
                <a:latin typeface="Times New Roman"/>
                <a:cs typeface="Times New Roman"/>
              </a:rPr>
              <a:t>3</a:t>
            </a:r>
            <a:r>
              <a:rPr sz="2400" spc="-390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spc="7" baseline="32986" dirty="0">
                <a:latin typeface="Times New Roman"/>
                <a:cs typeface="Times New Roman"/>
              </a:rPr>
              <a:t>3</a:t>
            </a:r>
            <a:r>
              <a:rPr sz="2400" spc="-240" baseline="32986" dirty="0">
                <a:latin typeface="Times New Roman"/>
                <a:cs typeface="Times New Roman"/>
              </a:rPr>
              <a:t> </a:t>
            </a:r>
            <a:r>
              <a:rPr sz="2150" i="1" spc="5" dirty="0">
                <a:latin typeface="Times New Roman"/>
                <a:cs typeface="Times New Roman"/>
              </a:rPr>
              <a:t>y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165" dirty="0">
                <a:latin typeface="Times New Roman"/>
                <a:cs typeface="Times New Roman"/>
              </a:rPr>
              <a:t>b</a:t>
            </a:r>
            <a:r>
              <a:rPr sz="2400" spc="7" baseline="-19097" dirty="0">
                <a:latin typeface="Times New Roman"/>
                <a:cs typeface="Times New Roman"/>
              </a:rPr>
              <a:t>3</a:t>
            </a:r>
            <a:r>
              <a:rPr sz="2400" spc="-390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spc="-7" baseline="32986" dirty="0">
                <a:latin typeface="Symbol"/>
                <a:cs typeface="Symbol"/>
              </a:rPr>
              <a:t></a:t>
            </a:r>
            <a:r>
              <a:rPr sz="2400" spc="-37" baseline="32986" dirty="0">
                <a:latin typeface="Times New Roman"/>
                <a:cs typeface="Times New Roman"/>
              </a:rPr>
              <a:t>3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114" dirty="0">
                <a:latin typeface="Times New Roman"/>
                <a:cs typeface="Times New Roman"/>
              </a:rPr>
              <a:t>b</a:t>
            </a:r>
            <a:r>
              <a:rPr sz="2400" spc="7" baseline="-19097" dirty="0">
                <a:latin typeface="Times New Roman"/>
                <a:cs typeface="Times New Roman"/>
              </a:rPr>
              <a:t>4</a:t>
            </a:r>
            <a:r>
              <a:rPr sz="2400" spc="-315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baseline="32986" dirty="0">
                <a:latin typeface="Symbol"/>
                <a:cs typeface="Symbol"/>
              </a:rPr>
              <a:t></a:t>
            </a:r>
            <a:r>
              <a:rPr sz="2400" spc="37" baseline="32986" dirty="0">
                <a:latin typeface="Times New Roman"/>
                <a:cs typeface="Times New Roman"/>
              </a:rPr>
              <a:t>4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r>
              <a:rPr sz="2400" i="1" baseline="-19097" dirty="0">
                <a:latin typeface="Times New Roman"/>
                <a:cs typeface="Times New Roman"/>
              </a:rPr>
              <a:t> </a:t>
            </a:r>
            <a:r>
              <a:rPr sz="2400" i="1" spc="-150" baseline="-19097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-204" dirty="0">
                <a:latin typeface="Times New Roman"/>
                <a:cs typeface="Times New Roman"/>
              </a:rPr>
              <a:t> </a:t>
            </a:r>
            <a:r>
              <a:rPr sz="2150" i="1" spc="-165" dirty="0">
                <a:latin typeface="Times New Roman"/>
                <a:cs typeface="Times New Roman"/>
              </a:rPr>
              <a:t>b</a:t>
            </a:r>
            <a:r>
              <a:rPr sz="2400" spc="7" baseline="-19097" dirty="0">
                <a:latin typeface="Times New Roman"/>
                <a:cs typeface="Times New Roman"/>
              </a:rPr>
              <a:t>5</a:t>
            </a:r>
            <a:r>
              <a:rPr sz="2400" spc="-352" baseline="-19097" dirty="0">
                <a:latin typeface="Times New Roman"/>
                <a:cs typeface="Times New Roman"/>
              </a:rPr>
              <a:t> </a:t>
            </a:r>
            <a:r>
              <a:rPr sz="2150" i="1" spc="145" dirty="0">
                <a:latin typeface="Times New Roman"/>
                <a:cs typeface="Times New Roman"/>
              </a:rPr>
              <a:t>z</a:t>
            </a:r>
            <a:r>
              <a:rPr sz="2400" baseline="32986" dirty="0">
                <a:latin typeface="Symbol"/>
                <a:cs typeface="Symbol"/>
              </a:rPr>
              <a:t></a:t>
            </a:r>
            <a:r>
              <a:rPr sz="2400" baseline="32986" dirty="0">
                <a:latin typeface="Times New Roman"/>
                <a:cs typeface="Times New Roman"/>
              </a:rPr>
              <a:t>5</a:t>
            </a:r>
            <a:r>
              <a:rPr sz="2150" i="1" spc="20" dirty="0">
                <a:latin typeface="Times New Roman"/>
                <a:cs typeface="Times New Roman"/>
              </a:rPr>
              <a:t>u</a:t>
            </a:r>
            <a:r>
              <a:rPr sz="2400" i="1" spc="7" baseline="-19097" dirty="0">
                <a:latin typeface="Times New Roman"/>
                <a:cs typeface="Times New Roman"/>
              </a:rPr>
              <a:t>k</a:t>
            </a:r>
            <a:endParaRPr sz="2400" baseline="-19097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7331" y="3981676"/>
            <a:ext cx="2001520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b="0" spc="-130" dirty="0">
                <a:solidFill>
                  <a:srgbClr val="C00000"/>
                </a:solidFill>
                <a:latin typeface="Calibri Light"/>
                <a:cs typeface="Calibri Light"/>
              </a:rPr>
              <a:t>b</a:t>
            </a:r>
            <a:r>
              <a:rPr sz="2775" b="0" baseline="-21021" dirty="0">
                <a:solidFill>
                  <a:srgbClr val="C00000"/>
                </a:solidFill>
                <a:latin typeface="Calibri Light"/>
                <a:cs typeface="Calibri Light"/>
              </a:rPr>
              <a:t>0</a:t>
            </a:r>
            <a:r>
              <a:rPr sz="2775" b="0" spc="-165" baseline="-210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=</a:t>
            </a:r>
            <a:r>
              <a:rPr sz="2800" b="0" spc="-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50" b="0" spc="-130" dirty="0">
                <a:solidFill>
                  <a:srgbClr val="C00000"/>
                </a:solidFill>
                <a:latin typeface="Calibri Light"/>
                <a:cs typeface="Calibri Light"/>
              </a:rPr>
              <a:t>b</a:t>
            </a:r>
            <a:r>
              <a:rPr sz="2775" b="0" baseline="-21021" dirty="0">
                <a:solidFill>
                  <a:srgbClr val="C00000"/>
                </a:solidFill>
                <a:latin typeface="Calibri Light"/>
                <a:cs typeface="Calibri Light"/>
              </a:rPr>
              <a:t>1</a:t>
            </a:r>
            <a:r>
              <a:rPr sz="2775" b="0" spc="-165" baseline="-210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=</a:t>
            </a:r>
            <a:r>
              <a:rPr sz="2800" b="0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50" b="0" spc="-130" dirty="0">
                <a:solidFill>
                  <a:srgbClr val="C00000"/>
                </a:solidFill>
                <a:latin typeface="Calibri Light"/>
                <a:cs typeface="Calibri Light"/>
              </a:rPr>
              <a:t>b</a:t>
            </a:r>
            <a:r>
              <a:rPr sz="2775" b="0" baseline="-21021" dirty="0">
                <a:solidFill>
                  <a:srgbClr val="C00000"/>
                </a:solidFill>
                <a:latin typeface="Calibri Light"/>
                <a:cs typeface="Calibri Light"/>
              </a:rPr>
              <a:t>2</a:t>
            </a:r>
            <a:r>
              <a:rPr sz="2775" b="0" spc="-135" baseline="-210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=</a:t>
            </a:r>
            <a:r>
              <a:rPr sz="2800" b="0" spc="-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0</a:t>
            </a:r>
            <a:endParaRPr sz="2800" dirty="0">
              <a:latin typeface="Calibri Light"/>
              <a:cs typeface="Calibri Ligh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16D089-BD2C-9755-3817-479D5BFC646D}"/>
              </a:ext>
            </a:extLst>
          </p:cNvPr>
          <p:cNvGrpSpPr/>
          <p:nvPr/>
        </p:nvGrpSpPr>
        <p:grpSpPr>
          <a:xfrm>
            <a:off x="993135" y="4834890"/>
            <a:ext cx="6805228" cy="1422400"/>
            <a:chOff x="993135" y="4834890"/>
            <a:chExt cx="6805228" cy="1422400"/>
          </a:xfrm>
        </p:grpSpPr>
        <p:sp>
          <p:nvSpPr>
            <p:cNvPr id="7" name="object 7"/>
            <p:cNvSpPr/>
            <p:nvPr/>
          </p:nvSpPr>
          <p:spPr>
            <a:xfrm>
              <a:off x="2771310" y="5549891"/>
              <a:ext cx="3274060" cy="0"/>
            </a:xfrm>
            <a:custGeom>
              <a:avLst/>
              <a:gdLst/>
              <a:ahLst/>
              <a:cxnLst/>
              <a:rect l="l" t="t" r="r" b="b"/>
              <a:pathLst>
                <a:path w="3274060">
                  <a:moveTo>
                    <a:pt x="0" y="0"/>
                  </a:moveTo>
                  <a:lnTo>
                    <a:pt x="3273547" y="0"/>
                  </a:lnTo>
                </a:path>
              </a:pathLst>
            </a:custGeom>
            <a:ln w="14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432063" y="5045613"/>
              <a:ext cx="28956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5" dirty="0">
                  <a:latin typeface="Times New Roman"/>
                  <a:cs typeface="Times New Roman"/>
                </a:rPr>
                <a:t>3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472413" y="5045613"/>
              <a:ext cx="28956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5" dirty="0">
                  <a:latin typeface="Times New Roman"/>
                  <a:cs typeface="Times New Roman"/>
                </a:rPr>
                <a:t>4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509229" y="5045613"/>
              <a:ext cx="28956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5" dirty="0">
                  <a:latin typeface="Times New Roman"/>
                  <a:cs typeface="Times New Roman"/>
                </a:rPr>
                <a:t>5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987176" y="5127386"/>
              <a:ext cx="1487805" cy="4394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800735" algn="l"/>
                </a:tabLst>
              </a:pPr>
              <a:r>
                <a:rPr sz="2650" i="1" spc="-215" dirty="0">
                  <a:latin typeface="Times New Roman"/>
                  <a:cs typeface="Times New Roman"/>
                </a:rPr>
                <a:t>b</a:t>
              </a:r>
              <a:r>
                <a:rPr sz="2925" spc="7" baseline="-19943" dirty="0">
                  <a:latin typeface="Times New Roman"/>
                  <a:cs typeface="Times New Roman"/>
                </a:rPr>
                <a:t>3</a:t>
              </a:r>
              <a:r>
                <a:rPr sz="2925" spc="-472" baseline="-19943" dirty="0">
                  <a:latin typeface="Times New Roman"/>
                  <a:cs typeface="Times New Roman"/>
                </a:rPr>
                <a:t> 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r>
                <a:rPr sz="2650" i="1" dirty="0">
                  <a:latin typeface="Times New Roman"/>
                  <a:cs typeface="Times New Roman"/>
                </a:rPr>
                <a:t>	</a:t>
              </a:r>
              <a:r>
                <a:rPr sz="2650" spc="-15" dirty="0">
                  <a:latin typeface="Symbol"/>
                  <a:cs typeface="Symbol"/>
                </a:rPr>
                <a:t></a:t>
              </a:r>
              <a:r>
                <a:rPr sz="2650" spc="-254" dirty="0">
                  <a:latin typeface="Times New Roman"/>
                  <a:cs typeface="Times New Roman"/>
                </a:rPr>
                <a:t> </a:t>
              </a:r>
              <a:r>
                <a:rPr sz="2650" i="1" spc="-155" dirty="0">
                  <a:latin typeface="Times New Roman"/>
                  <a:cs typeface="Times New Roman"/>
                </a:rPr>
                <a:t>b</a:t>
              </a:r>
              <a:r>
                <a:rPr sz="2925" spc="7" baseline="-19943" dirty="0">
                  <a:latin typeface="Times New Roman"/>
                  <a:cs typeface="Times New Roman"/>
                </a:rPr>
                <a:t>4</a:t>
              </a:r>
              <a:r>
                <a:rPr sz="2925" spc="-382" baseline="-19943" dirty="0">
                  <a:latin typeface="Times New Roman"/>
                  <a:cs typeface="Times New Roman"/>
                </a:rPr>
                <a:t> 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4823506" y="5127386"/>
              <a:ext cx="688340" cy="4394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48920" indent="-236220">
                <a:lnSpc>
                  <a:spcPct val="100000"/>
                </a:lnSpc>
                <a:buFont typeface="Symbol"/>
                <a:buChar char=""/>
                <a:tabLst>
                  <a:tab pos="249554" algn="l"/>
                </a:tabLst>
              </a:pPr>
              <a:r>
                <a:rPr sz="2650" i="1" spc="-220" dirty="0">
                  <a:latin typeface="Times New Roman"/>
                  <a:cs typeface="Times New Roman"/>
                </a:rPr>
                <a:t>b</a:t>
              </a:r>
              <a:r>
                <a:rPr sz="2925" spc="7" baseline="-19943" dirty="0">
                  <a:latin typeface="Times New Roman"/>
                  <a:cs typeface="Times New Roman"/>
                </a:rPr>
                <a:t>5</a:t>
              </a:r>
              <a:r>
                <a:rPr sz="2925" spc="-427" baseline="-19943" dirty="0">
                  <a:latin typeface="Times New Roman"/>
                  <a:cs typeface="Times New Roman"/>
                </a:rPr>
                <a:t> 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615086" y="5564976"/>
              <a:ext cx="28956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5" dirty="0">
                  <a:latin typeface="Times New Roman"/>
                  <a:cs typeface="Times New Roman"/>
                </a:rPr>
                <a:t>1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670314" y="5564976"/>
              <a:ext cx="28956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5" dirty="0">
                  <a:latin typeface="Times New Roman"/>
                  <a:cs typeface="Times New Roman"/>
                </a:rPr>
                <a:t>2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729046" y="5564976"/>
              <a:ext cx="289560" cy="2825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950" dirty="0">
                  <a:latin typeface="Symbol"/>
                  <a:cs typeface="Symbol"/>
                </a:rPr>
                <a:t></a:t>
              </a:r>
              <a:r>
                <a:rPr sz="1950" spc="5" dirty="0">
                  <a:latin typeface="Times New Roman"/>
                  <a:cs typeface="Times New Roman"/>
                </a:rPr>
                <a:t>3</a:t>
              </a:r>
              <a:endParaRPr sz="195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2744599" y="5646749"/>
              <a:ext cx="873125" cy="4394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190" dirty="0">
                  <a:latin typeface="Times New Roman"/>
                  <a:cs typeface="Times New Roman"/>
                </a:rPr>
                <a:t>1</a:t>
              </a:r>
              <a:r>
                <a:rPr sz="2650" spc="-15" dirty="0">
                  <a:latin typeface="Symbol"/>
                  <a:cs typeface="Symbol"/>
                </a:rPr>
                <a:t></a:t>
              </a:r>
              <a:r>
                <a:rPr sz="2650" spc="-175" dirty="0">
                  <a:latin typeface="Times New Roman"/>
                  <a:cs typeface="Times New Roman"/>
                </a:rPr>
                <a:t> </a:t>
              </a:r>
              <a:r>
                <a:rPr sz="2650" i="1" spc="-250" dirty="0">
                  <a:latin typeface="Times New Roman"/>
                  <a:cs typeface="Times New Roman"/>
                </a:rPr>
                <a:t>a</a:t>
              </a:r>
              <a:r>
                <a:rPr sz="2925" spc="127" baseline="-19943" dirty="0">
                  <a:latin typeface="Times New Roman"/>
                  <a:cs typeface="Times New Roman"/>
                </a:rPr>
                <a:t>1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3946940" y="5646749"/>
              <a:ext cx="725805" cy="4394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9715" indent="-247015">
                <a:lnSpc>
                  <a:spcPct val="100000"/>
                </a:lnSpc>
                <a:buFont typeface="Symbol"/>
                <a:buChar char=""/>
                <a:tabLst>
                  <a:tab pos="260350" algn="l"/>
                </a:tabLst>
              </a:pPr>
              <a:r>
                <a:rPr sz="2650" i="1" spc="-30" dirty="0">
                  <a:latin typeface="Times New Roman"/>
                  <a:cs typeface="Times New Roman"/>
                </a:rPr>
                <a:t>a</a:t>
              </a:r>
              <a:r>
                <a:rPr sz="2925" spc="7" baseline="-19943" dirty="0">
                  <a:latin typeface="Times New Roman"/>
                  <a:cs typeface="Times New Roman"/>
                </a:rPr>
                <a:t>2</a:t>
              </a:r>
              <a:r>
                <a:rPr sz="2925" spc="-382" baseline="-19943" dirty="0">
                  <a:latin typeface="Times New Roman"/>
                  <a:cs typeface="Times New Roman"/>
                </a:rPr>
                <a:t> 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5021422" y="5646749"/>
              <a:ext cx="710565" cy="4394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9715" indent="-247015">
                <a:lnSpc>
                  <a:spcPct val="100000"/>
                </a:lnSpc>
                <a:buFont typeface="Symbol"/>
                <a:buChar char=""/>
                <a:tabLst>
                  <a:tab pos="260350" algn="l"/>
                </a:tabLst>
              </a:pPr>
              <a:r>
                <a:rPr sz="2650" i="1" spc="-95" dirty="0">
                  <a:latin typeface="Times New Roman"/>
                  <a:cs typeface="Times New Roman"/>
                </a:rPr>
                <a:t>a</a:t>
              </a:r>
              <a:r>
                <a:rPr sz="2925" spc="7" baseline="-19943" dirty="0">
                  <a:latin typeface="Times New Roman"/>
                  <a:cs typeface="Times New Roman"/>
                </a:rPr>
                <a:t>3</a:t>
              </a:r>
              <a:r>
                <a:rPr sz="2925" spc="-472" baseline="-19943" dirty="0">
                  <a:latin typeface="Times New Roman"/>
                  <a:cs typeface="Times New Roman"/>
                </a:rPr>
                <a:t> 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637794" y="4834890"/>
              <a:ext cx="3543300" cy="1422400"/>
            </a:xfrm>
            <a:custGeom>
              <a:avLst/>
              <a:gdLst/>
              <a:ahLst/>
              <a:cxnLst/>
              <a:rect l="l" t="t" r="r" b="b"/>
              <a:pathLst>
                <a:path w="3543300" h="1422400">
                  <a:moveTo>
                    <a:pt x="0" y="237076"/>
                  </a:moveTo>
                  <a:lnTo>
                    <a:pt x="3102" y="198618"/>
                  </a:lnTo>
                  <a:lnTo>
                    <a:pt x="18630" y="144790"/>
                  </a:lnTo>
                  <a:lnTo>
                    <a:pt x="45741" y="97057"/>
                  </a:lnTo>
                  <a:lnTo>
                    <a:pt x="82787" y="57064"/>
                  </a:lnTo>
                  <a:lnTo>
                    <a:pt x="128122" y="26459"/>
                  </a:lnTo>
                  <a:lnTo>
                    <a:pt x="180097" y="6889"/>
                  </a:lnTo>
                  <a:lnTo>
                    <a:pt x="237064" y="0"/>
                  </a:lnTo>
                  <a:lnTo>
                    <a:pt x="3306232" y="0"/>
                  </a:lnTo>
                  <a:lnTo>
                    <a:pt x="3344682" y="3102"/>
                  </a:lnTo>
                  <a:lnTo>
                    <a:pt x="3398503" y="18629"/>
                  </a:lnTo>
                  <a:lnTo>
                    <a:pt x="3446236" y="45738"/>
                  </a:lnTo>
                  <a:lnTo>
                    <a:pt x="3486231" y="82784"/>
                  </a:lnTo>
                  <a:lnTo>
                    <a:pt x="3516840" y="128121"/>
                  </a:lnTo>
                  <a:lnTo>
                    <a:pt x="3536414" y="180100"/>
                  </a:lnTo>
                  <a:lnTo>
                    <a:pt x="3543306" y="237076"/>
                  </a:lnTo>
                  <a:lnTo>
                    <a:pt x="3543306" y="1185327"/>
                  </a:lnTo>
                  <a:lnTo>
                    <a:pt x="3540202" y="1223782"/>
                  </a:lnTo>
                  <a:lnTo>
                    <a:pt x="3524672" y="1277608"/>
                  </a:lnTo>
                  <a:lnTo>
                    <a:pt x="3497558" y="1325341"/>
                  </a:lnTo>
                  <a:lnTo>
                    <a:pt x="3460509" y="1365335"/>
                  </a:lnTo>
                  <a:lnTo>
                    <a:pt x="3415172" y="1395941"/>
                  </a:lnTo>
                  <a:lnTo>
                    <a:pt x="3363197" y="1415513"/>
                  </a:lnTo>
                  <a:lnTo>
                    <a:pt x="3306232" y="1422404"/>
                  </a:lnTo>
                  <a:lnTo>
                    <a:pt x="237064" y="1422404"/>
                  </a:lnTo>
                  <a:lnTo>
                    <a:pt x="198612" y="1419301"/>
                  </a:lnTo>
                  <a:lnTo>
                    <a:pt x="144790" y="1403773"/>
                  </a:lnTo>
                  <a:lnTo>
                    <a:pt x="97059" y="1376661"/>
                  </a:lnTo>
                  <a:lnTo>
                    <a:pt x="57067" y="1339614"/>
                  </a:lnTo>
                  <a:lnTo>
                    <a:pt x="26461" y="1294277"/>
                  </a:lnTo>
                  <a:lnTo>
                    <a:pt x="6890" y="1242299"/>
                  </a:lnTo>
                  <a:lnTo>
                    <a:pt x="0" y="1185327"/>
                  </a:lnTo>
                  <a:lnTo>
                    <a:pt x="0" y="237076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93135" y="556260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80" h="1904">
                  <a:moveTo>
                    <a:pt x="1617939" y="15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34841" y="5519641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82" y="0"/>
                  </a:moveTo>
                  <a:lnTo>
                    <a:pt x="76233" y="44531"/>
                  </a:lnTo>
                  <a:lnTo>
                    <a:pt x="0" y="88904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79819" y="556260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4">
                  <a:moveTo>
                    <a:pt x="1617939" y="15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21528" y="5519641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60" y="0"/>
                  </a:moveTo>
                  <a:lnTo>
                    <a:pt x="76230" y="44531"/>
                  </a:lnTo>
                  <a:lnTo>
                    <a:pt x="0" y="88904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6868965" y="5036920"/>
              <a:ext cx="287655" cy="436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5" dirty="0">
                  <a:latin typeface="Times New Roman"/>
                  <a:cs typeface="Times New Roman"/>
                </a:rPr>
                <a:t>y</a:t>
              </a:r>
              <a:r>
                <a:rPr sz="3000" i="1" spc="-30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714031" y="5069626"/>
              <a:ext cx="308610" cy="433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10" dirty="0">
                  <a:latin typeface="Times New Roman"/>
                  <a:cs typeface="Times New Roman"/>
                </a:rPr>
                <a:t>u</a:t>
              </a:r>
              <a:r>
                <a:rPr sz="3000" i="1" spc="-30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FEFFF9-B9FF-48B3-7685-9A01C015FFA1}"/>
              </a:ext>
            </a:extLst>
          </p:cNvPr>
          <p:cNvGrpSpPr/>
          <p:nvPr/>
        </p:nvGrpSpPr>
        <p:grpSpPr>
          <a:xfrm>
            <a:off x="3312169" y="4419600"/>
            <a:ext cx="213950" cy="665537"/>
            <a:chOff x="3312169" y="4419600"/>
            <a:chExt cx="213950" cy="665537"/>
          </a:xfrm>
        </p:grpSpPr>
        <p:sp>
          <p:nvSpPr>
            <p:cNvPr id="27" name="object 27"/>
            <p:cNvSpPr/>
            <p:nvPr/>
          </p:nvSpPr>
          <p:spPr>
            <a:xfrm>
              <a:off x="3312169" y="4419600"/>
              <a:ext cx="147320" cy="542925"/>
            </a:xfrm>
            <a:custGeom>
              <a:avLst/>
              <a:gdLst/>
              <a:ahLst/>
              <a:cxnLst/>
              <a:rect l="l" t="t" r="r" b="b"/>
              <a:pathLst>
                <a:path w="147320" h="542925">
                  <a:moveTo>
                    <a:pt x="0" y="0"/>
                  </a:moveTo>
                  <a:lnTo>
                    <a:pt x="146822" y="542330"/>
                  </a:lnTo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78799" y="4917497"/>
              <a:ext cx="147320" cy="167640"/>
            </a:xfrm>
            <a:custGeom>
              <a:avLst/>
              <a:gdLst/>
              <a:ahLst/>
              <a:cxnLst/>
              <a:rect l="l" t="t" r="r" b="b"/>
              <a:pathLst>
                <a:path w="147320" h="167639">
                  <a:moveTo>
                    <a:pt x="147126" y="0"/>
                  </a:moveTo>
                  <a:lnTo>
                    <a:pt x="0" y="39812"/>
                  </a:lnTo>
                  <a:lnTo>
                    <a:pt x="113385" y="167018"/>
                  </a:lnTo>
                  <a:lnTo>
                    <a:pt x="1471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93113" y="3940947"/>
            <a:ext cx="149796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ti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m</a:t>
            </a:r>
            <a:r>
              <a:rPr sz="2800" b="0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d</a:t>
            </a:r>
            <a:r>
              <a:rPr sz="2800" b="0" spc="-20" dirty="0">
                <a:solidFill>
                  <a:srgbClr val="C00000"/>
                </a:solidFill>
                <a:latin typeface="Calibri Light"/>
                <a:cs typeface="Calibri Light"/>
              </a:rPr>
              <a:t>e</a:t>
            </a: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l</a:t>
            </a:r>
            <a:r>
              <a:rPr sz="2800" b="0" spc="-95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r>
              <a:rPr sz="2800" b="0" spc="-15" dirty="0">
                <a:solidFill>
                  <a:srgbClr val="C00000"/>
                </a:solidFill>
                <a:latin typeface="Calibri Light"/>
                <a:cs typeface="Calibri Light"/>
              </a:rPr>
              <a:t>y</a:t>
            </a:r>
            <a:endParaRPr sz="2800" dirty="0">
              <a:latin typeface="Calibri Light"/>
              <a:cs typeface="Calibri Ligh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0D0F24-5398-6BD6-C01C-DC5F764E3A51}"/>
              </a:ext>
            </a:extLst>
          </p:cNvPr>
          <p:cNvGrpSpPr/>
          <p:nvPr/>
        </p:nvGrpSpPr>
        <p:grpSpPr>
          <a:xfrm>
            <a:off x="3853189" y="2887980"/>
            <a:ext cx="1440562" cy="953358"/>
            <a:chOff x="3853189" y="2887980"/>
            <a:chExt cx="1440562" cy="953358"/>
          </a:xfrm>
        </p:grpSpPr>
        <p:sp>
          <p:nvSpPr>
            <p:cNvPr id="30" name="object 30"/>
            <p:cNvSpPr/>
            <p:nvPr/>
          </p:nvSpPr>
          <p:spPr>
            <a:xfrm>
              <a:off x="3853189" y="2958053"/>
              <a:ext cx="1334770" cy="883285"/>
            </a:xfrm>
            <a:custGeom>
              <a:avLst/>
              <a:gdLst/>
              <a:ahLst/>
              <a:cxnLst/>
              <a:rect l="l" t="t" r="r" b="b"/>
              <a:pathLst>
                <a:path w="1334770" h="883285">
                  <a:moveTo>
                    <a:pt x="0" y="882868"/>
                  </a:moveTo>
                  <a:lnTo>
                    <a:pt x="1334231" y="0"/>
                  </a:lnTo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24206" y="2887980"/>
              <a:ext cx="169545" cy="147955"/>
            </a:xfrm>
            <a:custGeom>
              <a:avLst/>
              <a:gdLst/>
              <a:ahLst/>
              <a:cxnLst/>
              <a:rect l="l" t="t" r="r" b="b"/>
              <a:pathLst>
                <a:path w="169545" h="147955">
                  <a:moveTo>
                    <a:pt x="169133" y="0"/>
                  </a:moveTo>
                  <a:lnTo>
                    <a:pt x="0" y="20573"/>
                  </a:lnTo>
                  <a:lnTo>
                    <a:pt x="84094" y="147645"/>
                  </a:lnTo>
                  <a:lnTo>
                    <a:pt x="16913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6380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32790" y="2705100"/>
            <a:ext cx="3538854" cy="0"/>
          </a:xfrm>
          <a:custGeom>
            <a:avLst/>
            <a:gdLst/>
            <a:ahLst/>
            <a:cxnLst/>
            <a:rect l="l" t="t" r="r" b="b"/>
            <a:pathLst>
              <a:path w="3538854">
                <a:moveTo>
                  <a:pt x="0" y="0"/>
                </a:moveTo>
                <a:lnTo>
                  <a:pt x="3538526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20252" y="2247621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8780" y="2252384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5064" y="2321613"/>
            <a:ext cx="92011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60" dirty="0">
                <a:latin typeface="Times New Roman"/>
                <a:cs typeface="Times New Roman"/>
              </a:rPr>
              <a:t>b</a:t>
            </a:r>
            <a:r>
              <a:rPr sz="2700" baseline="-20061" dirty="0">
                <a:latin typeface="Times New Roman"/>
                <a:cs typeface="Times New Roman"/>
              </a:rPr>
              <a:t>0</a:t>
            </a:r>
            <a:r>
              <a:rPr sz="2700" spc="262" baseline="-20061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325" dirty="0">
                <a:latin typeface="Times New Roman"/>
                <a:cs typeface="Times New Roman"/>
              </a:rPr>
              <a:t>b</a:t>
            </a:r>
            <a:r>
              <a:rPr sz="2700" spc="112" baseline="-20061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6377" y="2717522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52801" y="2717522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8664" y="2717522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7368" y="2791612"/>
            <a:ext cx="79375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85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15" dirty="0">
                <a:latin typeface="Times New Roman"/>
                <a:cs typeface="Times New Roman"/>
              </a:rPr>
              <a:t>a</a:t>
            </a:r>
            <a:r>
              <a:rPr sz="2700" spc="104" baseline="-18518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97425" y="2791612"/>
            <a:ext cx="6604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23520">
              <a:lnSpc>
                <a:spcPct val="100000"/>
              </a:lnSpc>
              <a:buFont typeface="Symbol"/>
              <a:buChar char=""/>
              <a:tabLst>
                <a:tab pos="236854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700" baseline="-18518" dirty="0">
                <a:latin typeface="Times New Roman"/>
                <a:cs typeface="Times New Roman"/>
              </a:rPr>
              <a:t>2</a:t>
            </a:r>
            <a:r>
              <a:rPr sz="2700" spc="-359" baseline="-18518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7067" y="2331244"/>
            <a:ext cx="1321435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6950" algn="l"/>
              </a:tabLst>
            </a:pPr>
            <a:r>
              <a:rPr sz="3600" spc="-22" baseline="-34722" dirty="0">
                <a:latin typeface="Symbol"/>
                <a:cs typeface="Symbol"/>
              </a:rPr>
              <a:t></a:t>
            </a:r>
            <a:r>
              <a:rPr sz="3600" spc="345" baseline="-34722" dirty="0">
                <a:latin typeface="Times New Roman"/>
                <a:cs typeface="Times New Roman"/>
              </a:rPr>
              <a:t> </a:t>
            </a:r>
            <a:r>
              <a:rPr sz="2400" i="1" u="heavy" spc="50" dirty="0">
                <a:latin typeface="Times New Roman"/>
                <a:cs typeface="Times New Roman"/>
              </a:rPr>
              <a:t>B</a:t>
            </a:r>
            <a:r>
              <a:rPr sz="2400" u="heavy" dirty="0">
                <a:latin typeface="Times New Roman"/>
                <a:cs typeface="Times New Roman"/>
              </a:rPr>
              <a:t>(</a:t>
            </a:r>
            <a:r>
              <a:rPr sz="2400" u="heavy" spc="-425" dirty="0">
                <a:latin typeface="Times New Roman"/>
                <a:cs typeface="Times New Roman"/>
              </a:rPr>
              <a:t> </a:t>
            </a:r>
            <a:r>
              <a:rPr sz="2400" i="1" u="heavy" dirty="0">
                <a:latin typeface="Times New Roman"/>
                <a:cs typeface="Times New Roman"/>
              </a:rPr>
              <a:t>z</a:t>
            </a:r>
            <a:r>
              <a:rPr sz="2400" u="heavy" dirty="0">
                <a:latin typeface="Times New Roman"/>
                <a:cs typeface="Times New Roman"/>
              </a:rPr>
              <a:t> 	)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3600" i="1" baseline="-34722" dirty="0">
                <a:latin typeface="Times New Roman"/>
                <a:cs typeface="Times New Roman"/>
              </a:rPr>
              <a:t>u</a:t>
            </a:r>
            <a:endParaRPr sz="3600" baseline="-34722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4393" y="2796361"/>
            <a:ext cx="8248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9930" algn="l"/>
              </a:tabLst>
            </a:pPr>
            <a:r>
              <a:rPr sz="2400" i="1" spc="-60" dirty="0">
                <a:latin typeface="Times New Roman"/>
                <a:cs typeface="Times New Roman"/>
              </a:rPr>
              <a:t>A</a:t>
            </a:r>
            <a:r>
              <a:rPr sz="2400" spc="175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35487" y="2247621"/>
            <a:ext cx="3289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90" dirty="0">
                <a:latin typeface="Symbol"/>
                <a:cs typeface="Symbol"/>
              </a:rPr>
              <a:t>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21053" y="2321613"/>
            <a:ext cx="121920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54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130" dirty="0">
                <a:latin typeface="Times New Roman"/>
                <a:cs typeface="Times New Roman"/>
              </a:rPr>
              <a:t>b</a:t>
            </a:r>
            <a:r>
              <a:rPr sz="2700" i="1" baseline="-20061" dirty="0">
                <a:latin typeface="Times New Roman"/>
                <a:cs typeface="Times New Roman"/>
              </a:rPr>
              <a:t>m</a:t>
            </a:r>
            <a:r>
              <a:rPr sz="2700" i="1" spc="-322" baseline="-2006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57338" y="2664023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57181" y="2664023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76458" y="2664023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9307" y="2717522"/>
            <a:ext cx="2781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90" dirty="0">
                <a:latin typeface="Symbol"/>
                <a:cs typeface="Symbol"/>
              </a:rPr>
              <a:t>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71304" y="2791612"/>
            <a:ext cx="119253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60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700" i="1" spc="359" baseline="-18518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0813" y="2518506"/>
            <a:ext cx="5492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01460" y="2523332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31219" y="3656319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7"/>
                </a:lnTo>
                <a:lnTo>
                  <a:pt x="184913" y="7075"/>
                </a:lnTo>
                <a:lnTo>
                  <a:pt x="148660" y="19131"/>
                </a:lnTo>
                <a:lnTo>
                  <a:pt x="99650" y="46970"/>
                </a:lnTo>
                <a:lnTo>
                  <a:pt x="58589" y="85011"/>
                </a:lnTo>
                <a:lnTo>
                  <a:pt x="27166" y="131563"/>
                </a:lnTo>
                <a:lnTo>
                  <a:pt x="7073" y="184933"/>
                </a:lnTo>
                <a:lnTo>
                  <a:pt x="806" y="223464"/>
                </a:lnTo>
                <a:lnTo>
                  <a:pt x="0" y="243428"/>
                </a:lnTo>
                <a:lnTo>
                  <a:pt x="0" y="1217087"/>
                </a:lnTo>
                <a:lnTo>
                  <a:pt x="3185" y="1256573"/>
                </a:lnTo>
                <a:lnTo>
                  <a:pt x="12408" y="1294030"/>
                </a:lnTo>
                <a:lnTo>
                  <a:pt x="36465" y="1345314"/>
                </a:lnTo>
                <a:lnTo>
                  <a:pt x="71288" y="1389215"/>
                </a:lnTo>
                <a:lnTo>
                  <a:pt x="115187" y="1424041"/>
                </a:lnTo>
                <a:lnTo>
                  <a:pt x="166470" y="1448100"/>
                </a:lnTo>
                <a:lnTo>
                  <a:pt x="203927" y="1457324"/>
                </a:lnTo>
                <a:lnTo>
                  <a:pt x="243413" y="1460510"/>
                </a:lnTo>
                <a:lnTo>
                  <a:pt x="1839376" y="1460510"/>
                </a:lnTo>
                <a:lnTo>
                  <a:pt x="1878862" y="1457324"/>
                </a:lnTo>
                <a:lnTo>
                  <a:pt x="1916319" y="1448100"/>
                </a:lnTo>
                <a:lnTo>
                  <a:pt x="1967602" y="1424041"/>
                </a:lnTo>
                <a:lnTo>
                  <a:pt x="2011500" y="1389215"/>
                </a:lnTo>
                <a:lnTo>
                  <a:pt x="2046324" y="1345314"/>
                </a:lnTo>
                <a:lnTo>
                  <a:pt x="2070381" y="1294030"/>
                </a:lnTo>
                <a:lnTo>
                  <a:pt x="2079604" y="1256573"/>
                </a:lnTo>
                <a:lnTo>
                  <a:pt x="2082789" y="1217087"/>
                </a:lnTo>
                <a:lnTo>
                  <a:pt x="2082789" y="243428"/>
                </a:lnTo>
                <a:lnTo>
                  <a:pt x="2079604" y="203945"/>
                </a:lnTo>
                <a:lnTo>
                  <a:pt x="2070381" y="166490"/>
                </a:lnTo>
                <a:lnTo>
                  <a:pt x="2046324" y="115205"/>
                </a:lnTo>
                <a:lnTo>
                  <a:pt x="2011500" y="71302"/>
                </a:lnTo>
                <a:lnTo>
                  <a:pt x="1967602" y="36473"/>
                </a:lnTo>
                <a:lnTo>
                  <a:pt x="1916319" y="12411"/>
                </a:lnTo>
                <a:lnTo>
                  <a:pt x="1878862" y="3186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1219" y="3656319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28"/>
                </a:moveTo>
                <a:lnTo>
                  <a:pt x="3185" y="203945"/>
                </a:lnTo>
                <a:lnTo>
                  <a:pt x="12408" y="166490"/>
                </a:lnTo>
                <a:lnTo>
                  <a:pt x="36465" y="115205"/>
                </a:lnTo>
                <a:lnTo>
                  <a:pt x="71288" y="71302"/>
                </a:lnTo>
                <a:lnTo>
                  <a:pt x="115187" y="36473"/>
                </a:lnTo>
                <a:lnTo>
                  <a:pt x="166470" y="12411"/>
                </a:lnTo>
                <a:lnTo>
                  <a:pt x="203927" y="3186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6"/>
                </a:lnTo>
                <a:lnTo>
                  <a:pt x="1916319" y="12411"/>
                </a:lnTo>
                <a:lnTo>
                  <a:pt x="1967602" y="36473"/>
                </a:lnTo>
                <a:lnTo>
                  <a:pt x="2011500" y="71302"/>
                </a:lnTo>
                <a:lnTo>
                  <a:pt x="2046324" y="115205"/>
                </a:lnTo>
                <a:lnTo>
                  <a:pt x="2070381" y="166490"/>
                </a:lnTo>
                <a:lnTo>
                  <a:pt x="2079604" y="203945"/>
                </a:lnTo>
                <a:lnTo>
                  <a:pt x="2082789" y="243428"/>
                </a:lnTo>
                <a:lnTo>
                  <a:pt x="2082789" y="1217087"/>
                </a:lnTo>
                <a:lnTo>
                  <a:pt x="2079604" y="1256573"/>
                </a:lnTo>
                <a:lnTo>
                  <a:pt x="2070381" y="1294030"/>
                </a:lnTo>
                <a:lnTo>
                  <a:pt x="2046324" y="1345314"/>
                </a:lnTo>
                <a:lnTo>
                  <a:pt x="2011500" y="1389215"/>
                </a:lnTo>
                <a:lnTo>
                  <a:pt x="1967602" y="1424041"/>
                </a:lnTo>
                <a:lnTo>
                  <a:pt x="1916319" y="1448100"/>
                </a:lnTo>
                <a:lnTo>
                  <a:pt x="1878862" y="1457324"/>
                </a:lnTo>
                <a:lnTo>
                  <a:pt x="1839376" y="1460510"/>
                </a:lnTo>
                <a:lnTo>
                  <a:pt x="243413" y="1460510"/>
                </a:lnTo>
                <a:lnTo>
                  <a:pt x="203927" y="1457324"/>
                </a:lnTo>
                <a:lnTo>
                  <a:pt x="166470" y="1448100"/>
                </a:lnTo>
                <a:lnTo>
                  <a:pt x="115187" y="1424041"/>
                </a:lnTo>
                <a:lnTo>
                  <a:pt x="71288" y="1389215"/>
                </a:lnTo>
                <a:lnTo>
                  <a:pt x="36465" y="1345314"/>
                </a:lnTo>
                <a:lnTo>
                  <a:pt x="12408" y="1294030"/>
                </a:lnTo>
                <a:lnTo>
                  <a:pt x="3185" y="1256573"/>
                </a:lnTo>
                <a:lnTo>
                  <a:pt x="0" y="1217087"/>
                </a:lnTo>
                <a:lnTo>
                  <a:pt x="0" y="243428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96488" y="4371347"/>
            <a:ext cx="946150" cy="0"/>
          </a:xfrm>
          <a:custGeom>
            <a:avLst/>
            <a:gdLst/>
            <a:ahLst/>
            <a:cxnLst/>
            <a:rect l="l" t="t" r="r" b="b"/>
            <a:pathLst>
              <a:path w="946150">
                <a:moveTo>
                  <a:pt x="0" y="0"/>
                </a:moveTo>
                <a:lnTo>
                  <a:pt x="946129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16922" y="3872310"/>
            <a:ext cx="92265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32722" y="4386481"/>
            <a:ext cx="90678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86555" y="4384035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3" y="1572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28258" y="434108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30" y="44519"/>
                </a:lnTo>
                <a:lnTo>
                  <a:pt x="0" y="88891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12729" y="4386584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54438" y="434362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137445" y="3858371"/>
            <a:ext cx="28765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3552" y="6037555"/>
            <a:ext cx="704024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ma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pa</a:t>
            </a:r>
            <a:r>
              <a:rPr sz="2600" spc="-15" dirty="0">
                <a:latin typeface="Calibri"/>
                <a:cs typeface="Calibri"/>
              </a:rPr>
              <a:t>ce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26845" y="3891053"/>
            <a:ext cx="30670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3547" y="5641314"/>
            <a:ext cx="369316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5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der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30" dirty="0">
                <a:latin typeface="Calibri"/>
                <a:cs typeface="Calibri"/>
              </a:rPr>
              <a:t>U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it</a:t>
            </a:r>
            <a:r>
              <a:rPr dirty="0">
                <a:latin typeface="Calibri"/>
                <a:cs typeface="Calibri"/>
              </a:rPr>
              <a:t>y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T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dirty="0">
                <a:latin typeface="Calibri"/>
                <a:cs typeface="Calibri"/>
              </a:rPr>
              <a:t>m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70"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70" dirty="0">
                <a:latin typeface="Calibri"/>
                <a:cs typeface="Calibri"/>
              </a:rPr>
              <a:t>V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85" dirty="0">
                <a:latin typeface="Calibri"/>
                <a:cs typeface="Calibri"/>
              </a:rPr>
              <a:t>r</a:t>
            </a:r>
            <a:r>
              <a:rPr spc="-10" dirty="0">
                <a:latin typeface="Calibri"/>
                <a:cs typeface="Calibri"/>
              </a:rPr>
              <a:t>s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</a:p>
        </p:txBody>
      </p:sp>
      <p:sp>
        <p:nvSpPr>
          <p:cNvPr id="5" name="object 5"/>
          <p:cNvSpPr/>
          <p:nvPr/>
        </p:nvSpPr>
        <p:spPr>
          <a:xfrm>
            <a:off x="2032790" y="2705100"/>
            <a:ext cx="3538854" cy="0"/>
          </a:xfrm>
          <a:custGeom>
            <a:avLst/>
            <a:gdLst/>
            <a:ahLst/>
            <a:cxnLst/>
            <a:rect l="l" t="t" r="r" b="b"/>
            <a:pathLst>
              <a:path w="3538854">
                <a:moveTo>
                  <a:pt x="0" y="0"/>
                </a:moveTo>
                <a:lnTo>
                  <a:pt x="3538526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50389" y="2247621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8780" y="2252384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5739" y="2321613"/>
            <a:ext cx="1894839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87705" algn="l"/>
              </a:tabLst>
            </a:pPr>
            <a:r>
              <a:rPr sz="2400" i="1" spc="-330" dirty="0">
                <a:latin typeface="Times New Roman"/>
                <a:cs typeface="Times New Roman"/>
              </a:rPr>
              <a:t>b</a:t>
            </a:r>
            <a:r>
              <a:rPr sz="2700" spc="112" baseline="-20061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170" dirty="0">
                <a:latin typeface="Symbol"/>
                <a:cs typeface="Symbol"/>
              </a:rPr>
              <a:t></a:t>
            </a:r>
            <a:r>
              <a:rPr sz="2400" spc="254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130" dirty="0">
                <a:latin typeface="Times New Roman"/>
                <a:cs typeface="Times New Roman"/>
              </a:rPr>
              <a:t>b</a:t>
            </a:r>
            <a:r>
              <a:rPr sz="2700" i="1" baseline="-20061" dirty="0">
                <a:latin typeface="Times New Roman"/>
                <a:cs typeface="Times New Roman"/>
              </a:rPr>
              <a:t>m</a:t>
            </a:r>
            <a:r>
              <a:rPr sz="2700" i="1" spc="-322" baseline="-2006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6377" y="2717522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2801" y="2717522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8664" y="2717522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Symbol"/>
                <a:cs typeface="Symbol"/>
              </a:rPr>
              <a:t></a:t>
            </a: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7368" y="2791612"/>
            <a:ext cx="79375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85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i="1" spc="-215" dirty="0">
                <a:latin typeface="Times New Roman"/>
                <a:cs typeface="Times New Roman"/>
              </a:rPr>
              <a:t>a</a:t>
            </a:r>
            <a:r>
              <a:rPr sz="2700" spc="104" baseline="-18518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97374" y="2791612"/>
            <a:ext cx="66040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23520">
              <a:lnSpc>
                <a:spcPct val="100000"/>
              </a:lnSpc>
              <a:buFont typeface="Symbol"/>
              <a:buChar char=""/>
              <a:tabLst>
                <a:tab pos="236854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700" baseline="-18518" dirty="0">
                <a:latin typeface="Times New Roman"/>
                <a:cs typeface="Times New Roman"/>
              </a:rPr>
              <a:t>2</a:t>
            </a:r>
            <a:r>
              <a:rPr sz="2700" spc="-359" baseline="-18518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7016" y="2331244"/>
            <a:ext cx="1321435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6950" algn="l"/>
              </a:tabLst>
            </a:pPr>
            <a:r>
              <a:rPr sz="3600" spc="-22" baseline="-34722" dirty="0">
                <a:latin typeface="Symbol"/>
                <a:cs typeface="Symbol"/>
              </a:rPr>
              <a:t></a:t>
            </a:r>
            <a:r>
              <a:rPr sz="3600" spc="345" baseline="-34722" dirty="0">
                <a:latin typeface="Times New Roman"/>
                <a:cs typeface="Times New Roman"/>
              </a:rPr>
              <a:t> </a:t>
            </a:r>
            <a:r>
              <a:rPr sz="2400" i="1" u="heavy" spc="50" dirty="0">
                <a:latin typeface="Times New Roman"/>
                <a:cs typeface="Times New Roman"/>
              </a:rPr>
              <a:t>B</a:t>
            </a:r>
            <a:r>
              <a:rPr sz="2400" u="heavy" dirty="0">
                <a:latin typeface="Times New Roman"/>
                <a:cs typeface="Times New Roman"/>
              </a:rPr>
              <a:t>(</a:t>
            </a:r>
            <a:r>
              <a:rPr sz="2400" u="heavy" spc="-425" dirty="0">
                <a:latin typeface="Times New Roman"/>
                <a:cs typeface="Times New Roman"/>
              </a:rPr>
              <a:t> </a:t>
            </a:r>
            <a:r>
              <a:rPr sz="2400" i="1" u="heavy" dirty="0">
                <a:latin typeface="Times New Roman"/>
                <a:cs typeface="Times New Roman"/>
              </a:rPr>
              <a:t>z</a:t>
            </a:r>
            <a:r>
              <a:rPr sz="2400" u="heavy" dirty="0">
                <a:latin typeface="Times New Roman"/>
                <a:cs typeface="Times New Roman"/>
              </a:rPr>
              <a:t> 	)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3600" i="1" baseline="-34722" dirty="0">
                <a:latin typeface="Times New Roman"/>
                <a:cs typeface="Times New Roman"/>
              </a:rPr>
              <a:t>u</a:t>
            </a:r>
            <a:endParaRPr sz="3600" baseline="-34722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64393" y="2796361"/>
            <a:ext cx="8248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9930" algn="l"/>
              </a:tabLst>
            </a:pPr>
            <a:r>
              <a:rPr sz="2400" i="1" spc="-60" dirty="0">
                <a:latin typeface="Times New Roman"/>
                <a:cs typeface="Times New Roman"/>
              </a:rPr>
              <a:t>A</a:t>
            </a:r>
            <a:r>
              <a:rPr sz="2400" spc="175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65624" y="2247621"/>
            <a:ext cx="3289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80" dirty="0">
                <a:latin typeface="Symbol"/>
                <a:cs typeface="Symbol"/>
              </a:rPr>
              <a:t>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7338" y="2664023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57181" y="2664023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6458" y="2664023"/>
            <a:ext cx="127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59307" y="2717522"/>
            <a:ext cx="2781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90" dirty="0">
                <a:latin typeface="Symbol"/>
                <a:cs typeface="Symbol"/>
              </a:rPr>
              <a:t>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71253" y="2791612"/>
            <a:ext cx="119316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60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700" i="1" spc="359" baseline="-18518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20813" y="2518506"/>
            <a:ext cx="5492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01460" y="2523332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31219" y="3656319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1839376" y="0"/>
                </a:moveTo>
                <a:lnTo>
                  <a:pt x="243413" y="0"/>
                </a:lnTo>
                <a:lnTo>
                  <a:pt x="223447" y="807"/>
                </a:lnTo>
                <a:lnTo>
                  <a:pt x="184913" y="7075"/>
                </a:lnTo>
                <a:lnTo>
                  <a:pt x="148660" y="19131"/>
                </a:lnTo>
                <a:lnTo>
                  <a:pt x="99650" y="46970"/>
                </a:lnTo>
                <a:lnTo>
                  <a:pt x="58589" y="85011"/>
                </a:lnTo>
                <a:lnTo>
                  <a:pt x="27166" y="131563"/>
                </a:lnTo>
                <a:lnTo>
                  <a:pt x="7073" y="184933"/>
                </a:lnTo>
                <a:lnTo>
                  <a:pt x="806" y="223464"/>
                </a:lnTo>
                <a:lnTo>
                  <a:pt x="0" y="243428"/>
                </a:lnTo>
                <a:lnTo>
                  <a:pt x="0" y="1217087"/>
                </a:lnTo>
                <a:lnTo>
                  <a:pt x="3185" y="1256573"/>
                </a:lnTo>
                <a:lnTo>
                  <a:pt x="12408" y="1294030"/>
                </a:lnTo>
                <a:lnTo>
                  <a:pt x="36465" y="1345314"/>
                </a:lnTo>
                <a:lnTo>
                  <a:pt x="71288" y="1389215"/>
                </a:lnTo>
                <a:lnTo>
                  <a:pt x="115187" y="1424041"/>
                </a:lnTo>
                <a:lnTo>
                  <a:pt x="166470" y="1448100"/>
                </a:lnTo>
                <a:lnTo>
                  <a:pt x="203927" y="1457324"/>
                </a:lnTo>
                <a:lnTo>
                  <a:pt x="243413" y="1460510"/>
                </a:lnTo>
                <a:lnTo>
                  <a:pt x="1839376" y="1460510"/>
                </a:lnTo>
                <a:lnTo>
                  <a:pt x="1878862" y="1457324"/>
                </a:lnTo>
                <a:lnTo>
                  <a:pt x="1916319" y="1448100"/>
                </a:lnTo>
                <a:lnTo>
                  <a:pt x="1967602" y="1424041"/>
                </a:lnTo>
                <a:lnTo>
                  <a:pt x="2011500" y="1389215"/>
                </a:lnTo>
                <a:lnTo>
                  <a:pt x="2046324" y="1345314"/>
                </a:lnTo>
                <a:lnTo>
                  <a:pt x="2070381" y="1294030"/>
                </a:lnTo>
                <a:lnTo>
                  <a:pt x="2079604" y="1256573"/>
                </a:lnTo>
                <a:lnTo>
                  <a:pt x="2082789" y="1217087"/>
                </a:lnTo>
                <a:lnTo>
                  <a:pt x="2082789" y="243428"/>
                </a:lnTo>
                <a:lnTo>
                  <a:pt x="2079604" y="203945"/>
                </a:lnTo>
                <a:lnTo>
                  <a:pt x="2070381" y="166490"/>
                </a:lnTo>
                <a:lnTo>
                  <a:pt x="2046324" y="115205"/>
                </a:lnTo>
                <a:lnTo>
                  <a:pt x="2011500" y="71302"/>
                </a:lnTo>
                <a:lnTo>
                  <a:pt x="1967602" y="36473"/>
                </a:lnTo>
                <a:lnTo>
                  <a:pt x="1916319" y="12411"/>
                </a:lnTo>
                <a:lnTo>
                  <a:pt x="1878862" y="3186"/>
                </a:lnTo>
                <a:lnTo>
                  <a:pt x="1839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1219" y="3656319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28"/>
                </a:moveTo>
                <a:lnTo>
                  <a:pt x="3185" y="203945"/>
                </a:lnTo>
                <a:lnTo>
                  <a:pt x="12408" y="166490"/>
                </a:lnTo>
                <a:lnTo>
                  <a:pt x="36465" y="115205"/>
                </a:lnTo>
                <a:lnTo>
                  <a:pt x="71288" y="71302"/>
                </a:lnTo>
                <a:lnTo>
                  <a:pt x="115187" y="36473"/>
                </a:lnTo>
                <a:lnTo>
                  <a:pt x="166470" y="12411"/>
                </a:lnTo>
                <a:lnTo>
                  <a:pt x="203927" y="3186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6"/>
                </a:lnTo>
                <a:lnTo>
                  <a:pt x="1916319" y="12411"/>
                </a:lnTo>
                <a:lnTo>
                  <a:pt x="1967602" y="36473"/>
                </a:lnTo>
                <a:lnTo>
                  <a:pt x="2011500" y="71302"/>
                </a:lnTo>
                <a:lnTo>
                  <a:pt x="2046324" y="115205"/>
                </a:lnTo>
                <a:lnTo>
                  <a:pt x="2070381" y="166490"/>
                </a:lnTo>
                <a:lnTo>
                  <a:pt x="2079604" y="203945"/>
                </a:lnTo>
                <a:lnTo>
                  <a:pt x="2082789" y="243428"/>
                </a:lnTo>
                <a:lnTo>
                  <a:pt x="2082789" y="1217087"/>
                </a:lnTo>
                <a:lnTo>
                  <a:pt x="2079604" y="1256573"/>
                </a:lnTo>
                <a:lnTo>
                  <a:pt x="2070381" y="1294030"/>
                </a:lnTo>
                <a:lnTo>
                  <a:pt x="2046324" y="1345314"/>
                </a:lnTo>
                <a:lnTo>
                  <a:pt x="2011500" y="1389215"/>
                </a:lnTo>
                <a:lnTo>
                  <a:pt x="1967602" y="1424041"/>
                </a:lnTo>
                <a:lnTo>
                  <a:pt x="1916319" y="1448100"/>
                </a:lnTo>
                <a:lnTo>
                  <a:pt x="1878862" y="1457324"/>
                </a:lnTo>
                <a:lnTo>
                  <a:pt x="1839376" y="1460510"/>
                </a:lnTo>
                <a:lnTo>
                  <a:pt x="243413" y="1460510"/>
                </a:lnTo>
                <a:lnTo>
                  <a:pt x="203927" y="1457324"/>
                </a:lnTo>
                <a:lnTo>
                  <a:pt x="166470" y="1448100"/>
                </a:lnTo>
                <a:lnTo>
                  <a:pt x="115187" y="1424041"/>
                </a:lnTo>
                <a:lnTo>
                  <a:pt x="71288" y="1389215"/>
                </a:lnTo>
                <a:lnTo>
                  <a:pt x="36465" y="1345314"/>
                </a:lnTo>
                <a:lnTo>
                  <a:pt x="12408" y="1294030"/>
                </a:lnTo>
                <a:lnTo>
                  <a:pt x="3185" y="1256573"/>
                </a:lnTo>
                <a:lnTo>
                  <a:pt x="0" y="1217087"/>
                </a:lnTo>
                <a:lnTo>
                  <a:pt x="0" y="243428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96488" y="4371347"/>
            <a:ext cx="946150" cy="0"/>
          </a:xfrm>
          <a:custGeom>
            <a:avLst/>
            <a:gdLst/>
            <a:ahLst/>
            <a:cxnLst/>
            <a:rect l="l" t="t" r="r" b="b"/>
            <a:pathLst>
              <a:path w="946150">
                <a:moveTo>
                  <a:pt x="0" y="0"/>
                </a:moveTo>
                <a:lnTo>
                  <a:pt x="946129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16922" y="3872310"/>
            <a:ext cx="92265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86555" y="4384035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3" y="1572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28258" y="4341089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91" y="0"/>
                </a:moveTo>
                <a:lnTo>
                  <a:pt x="76230" y="44519"/>
                </a:lnTo>
                <a:lnTo>
                  <a:pt x="0" y="88891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12729" y="4386584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54438" y="4343625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91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30236" y="4386481"/>
            <a:ext cx="6189345" cy="157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15029">
              <a:lnSpc>
                <a:spcPct val="100000"/>
              </a:lnSpc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4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ill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se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te</a:t>
            </a:r>
            <a:r>
              <a:rPr sz="2600" spc="-25" dirty="0">
                <a:latin typeface="Calibri"/>
                <a:cs typeface="Calibri"/>
              </a:rPr>
              <a:t>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0236" y="5999503"/>
            <a:ext cx="7023100" cy="40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5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9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hen</a:t>
            </a:r>
            <a:r>
              <a:rPr sz="2600" spc="-15" dirty="0">
                <a:latin typeface="Calibri"/>
                <a:cs typeface="Calibri"/>
              </a:rPr>
              <a:t>ce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b</a:t>
            </a:r>
            <a:r>
              <a:rPr sz="2625" spc="-15" baseline="-20634" dirty="0">
                <a:latin typeface="Calibri"/>
                <a:cs typeface="Calibri"/>
              </a:rPr>
              <a:t>0</a:t>
            </a:r>
            <a:r>
              <a:rPr sz="2625" spc="-89" baseline="-2063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0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37445" y="3858371"/>
            <a:ext cx="28765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26845" y="3891053"/>
            <a:ext cx="30670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5335270" cy="376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pe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0" dirty="0">
                <a:latin typeface="Calibri"/>
                <a:cs typeface="Calibri"/>
              </a:rPr>
              <a:t>eady</a:t>
            </a:r>
            <a:r>
              <a:rPr sz="2600" u="heavy" spc="-25" dirty="0">
                <a:latin typeface="Calibri"/>
                <a:cs typeface="Calibri"/>
              </a:rPr>
              <a:t> </a:t>
            </a:r>
            <a:r>
              <a:rPr sz="2600" u="heavy" spc="5" dirty="0">
                <a:latin typeface="Calibri"/>
                <a:cs typeface="Calibri"/>
              </a:rPr>
              <a:t>S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30" dirty="0">
                <a:latin typeface="Calibri"/>
                <a:cs typeface="Calibri"/>
              </a:rPr>
              <a:t>a</a:t>
            </a:r>
            <a:r>
              <a:rPr sz="2600" u="heavy" spc="-25" dirty="0">
                <a:latin typeface="Calibri"/>
                <a:cs typeface="Calibri"/>
              </a:rPr>
              <a:t>t</a:t>
            </a:r>
            <a:r>
              <a:rPr sz="2600" u="heavy" spc="-15" dirty="0">
                <a:latin typeface="Calibri"/>
                <a:cs typeface="Calibri"/>
              </a:rPr>
              <a:t>e</a:t>
            </a:r>
            <a:r>
              <a:rPr sz="2600" u="heavy" spc="-5" dirty="0">
                <a:latin typeface="Calibri"/>
                <a:cs typeface="Calibri"/>
              </a:rPr>
              <a:t> </a:t>
            </a:r>
            <a:r>
              <a:rPr sz="2600" u="heavy" spc="-25" dirty="0">
                <a:latin typeface="Calibri"/>
                <a:cs typeface="Calibri"/>
              </a:rPr>
              <a:t>G</a:t>
            </a:r>
            <a:r>
              <a:rPr sz="2600" u="heavy" spc="-10" dirty="0">
                <a:latin typeface="Calibri"/>
                <a:cs typeface="Calibri"/>
              </a:rPr>
              <a:t>a</a:t>
            </a:r>
            <a:r>
              <a:rPr sz="2600" u="heavy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7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ms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ad</a:t>
            </a:r>
            <a:r>
              <a:rPr spc="-20" dirty="0">
                <a:latin typeface="Calibri"/>
                <a:cs typeface="Calibri"/>
              </a:rPr>
              <a:t>y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G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2366" y="2235446"/>
            <a:ext cx="2291080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15" dirty="0">
                <a:latin typeface="Times New Roman"/>
                <a:cs typeface="Times New Roman"/>
              </a:rPr>
              <a:t> </a:t>
            </a:r>
            <a:r>
              <a:rPr sz="2500" spc="15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0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6244" y="2195269"/>
            <a:ext cx="2028189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k</a:t>
            </a:r>
            <a:r>
              <a:rPr sz="2500" i="1" spc="-409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)</a:t>
            </a:r>
            <a:r>
              <a:rPr sz="2500" spc="-210" dirty="0">
                <a:latin typeface="Times New Roman"/>
                <a:cs typeface="Times New Roman"/>
              </a:rPr>
              <a:t>(</a:t>
            </a:r>
            <a:r>
              <a:rPr sz="2500" spc="195" dirty="0">
                <a:latin typeface="Times New Roman"/>
                <a:cs typeface="Times New Roman"/>
              </a:rPr>
              <a:t>1</a:t>
            </a:r>
            <a:r>
              <a:rPr sz="2500" dirty="0">
                <a:latin typeface="Symbol"/>
                <a:cs typeface="Symbol"/>
              </a:rPr>
              <a:t>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i="1" spc="175" dirty="0">
                <a:latin typeface="Times New Roman"/>
                <a:cs typeface="Times New Roman"/>
              </a:rPr>
              <a:t>z</a:t>
            </a:r>
            <a:r>
              <a:rPr sz="2175" spc="-15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</a:t>
            </a:r>
            <a:r>
              <a:rPr sz="2175" spc="-292" baseline="4406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0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1665" y="2208135"/>
            <a:ext cx="833119" cy="38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80" dirty="0">
                <a:latin typeface="Times New Roman"/>
                <a:cs typeface="Times New Roman"/>
              </a:rPr>
              <a:t>z</a:t>
            </a:r>
            <a:r>
              <a:rPr sz="2175" spc="-15" baseline="44061" dirty="0">
                <a:latin typeface="Symbol"/>
                <a:cs typeface="Symbol"/>
              </a:rPr>
              <a:t></a:t>
            </a:r>
            <a:r>
              <a:rPr sz="2175" baseline="44061" dirty="0">
                <a:latin typeface="Times New Roman"/>
                <a:cs typeface="Times New Roman"/>
              </a:rPr>
              <a:t>1 </a:t>
            </a:r>
            <a:r>
              <a:rPr sz="2175" spc="-7" baseline="4406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3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353" y="3117006"/>
            <a:ext cx="8021955" cy="241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69850" indent="-4572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lls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agn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ud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469900" marR="214629" indent="-457200">
              <a:lnSpc>
                <a:spcPts val="2800"/>
              </a:lnSpc>
              <a:spcBef>
                <a:spcPts val="994"/>
              </a:spcBef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3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he</a:t>
            </a:r>
            <a:r>
              <a:rPr sz="26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b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2600" b="1" spc="-25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wa</a:t>
            </a:r>
            <a:r>
              <a:rPr sz="2600" b="1" spc="-4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shi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spc="-65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3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unity</a:t>
            </a:r>
            <a:endParaRPr sz="2600" dirty="0">
              <a:latin typeface="Calibri"/>
              <a:cs typeface="Calibri"/>
            </a:endParaRPr>
          </a:p>
          <a:p>
            <a:pPr marL="469900" marR="5080" indent="-457200">
              <a:lnSpc>
                <a:spcPts val="2800"/>
              </a:lnSpc>
              <a:spcBef>
                <a:spcPts val="1020"/>
              </a:spcBef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250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70344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01617" y="2825755"/>
            <a:ext cx="2930525" cy="0"/>
          </a:xfrm>
          <a:custGeom>
            <a:avLst/>
            <a:gdLst/>
            <a:ahLst/>
            <a:cxnLst/>
            <a:rect l="l" t="t" r="r" b="b"/>
            <a:pathLst>
              <a:path w="2930525">
                <a:moveTo>
                  <a:pt x="0" y="0"/>
                </a:moveTo>
                <a:lnTo>
                  <a:pt x="2929931" y="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47329" y="2349567"/>
            <a:ext cx="2393950" cy="493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-415" dirty="0">
                <a:latin typeface="Times New Roman"/>
                <a:cs typeface="Times New Roman"/>
              </a:rPr>
              <a:t>b</a:t>
            </a:r>
            <a:r>
              <a:rPr sz="3375" baseline="-19753" dirty="0">
                <a:latin typeface="Times New Roman"/>
                <a:cs typeface="Times New Roman"/>
              </a:rPr>
              <a:t>1</a:t>
            </a:r>
            <a:r>
              <a:rPr sz="3375" spc="75" baseline="-1975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</a:t>
            </a:r>
            <a:r>
              <a:rPr sz="3000" spc="-285" dirty="0">
                <a:latin typeface="Times New Roman"/>
                <a:cs typeface="Times New Roman"/>
              </a:rPr>
              <a:t> </a:t>
            </a:r>
            <a:r>
              <a:rPr sz="3000" i="1" spc="-160" dirty="0">
                <a:latin typeface="Times New Roman"/>
                <a:cs typeface="Times New Roman"/>
              </a:rPr>
              <a:t>b</a:t>
            </a:r>
            <a:r>
              <a:rPr sz="3375" baseline="-19753" dirty="0">
                <a:latin typeface="Times New Roman"/>
                <a:cs typeface="Times New Roman"/>
              </a:rPr>
              <a:t>2</a:t>
            </a:r>
            <a:r>
              <a:rPr sz="3375" spc="330" baseline="-19753" dirty="0">
                <a:latin typeface="Times New Roman"/>
                <a:cs typeface="Times New Roman"/>
              </a:rPr>
              <a:t> </a:t>
            </a:r>
            <a:r>
              <a:rPr sz="3000" spc="229" dirty="0">
                <a:latin typeface="Symbol"/>
                <a:cs typeface="Symbol"/>
              </a:rPr>
              <a:t></a:t>
            </a:r>
            <a:r>
              <a:rPr sz="3000" spc="325" dirty="0">
                <a:latin typeface="MT Extra"/>
                <a:cs typeface="MT Extra"/>
              </a:rPr>
              <a:t></a:t>
            </a:r>
            <a:r>
              <a:rPr sz="3000" dirty="0">
                <a:latin typeface="Symbol"/>
                <a:cs typeface="Symbol"/>
              </a:rPr>
              <a:t></a:t>
            </a:r>
            <a:r>
              <a:rPr sz="3000" spc="-285" dirty="0">
                <a:latin typeface="Times New Roman"/>
                <a:cs typeface="Times New Roman"/>
              </a:rPr>
              <a:t> </a:t>
            </a:r>
            <a:r>
              <a:rPr sz="3000" i="1" spc="-160" dirty="0">
                <a:latin typeface="Times New Roman"/>
                <a:cs typeface="Times New Roman"/>
              </a:rPr>
              <a:t>b</a:t>
            </a:r>
            <a:r>
              <a:rPr sz="3375" i="1" baseline="-19753" dirty="0">
                <a:latin typeface="Times New Roman"/>
                <a:cs typeface="Times New Roman"/>
              </a:rPr>
              <a:t>m</a:t>
            </a:r>
            <a:endParaRPr sz="3375" baseline="-1975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2575" y="2777577"/>
            <a:ext cx="17018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dirty="0"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7579" y="2777577"/>
            <a:ext cx="17018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dirty="0">
                <a:latin typeface="Times New Roman"/>
                <a:cs typeface="Times New Roman"/>
              </a:rPr>
              <a:t>0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2674" y="2893255"/>
            <a:ext cx="3365500" cy="511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0" baseline="-15740" dirty="0">
                <a:latin typeface="Symbol"/>
                <a:cs typeface="Symbol"/>
              </a:rPr>
              <a:t></a:t>
            </a:r>
            <a:r>
              <a:rPr sz="4500" spc="-622" baseline="-15740" dirty="0">
                <a:latin typeface="Times New Roman"/>
                <a:cs typeface="Times New Roman"/>
              </a:rPr>
              <a:t> </a:t>
            </a:r>
            <a:r>
              <a:rPr sz="3000" spc="235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Symbol"/>
                <a:cs typeface="Symbol"/>
              </a:rPr>
              <a:t>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i="1" spc="-270" dirty="0">
                <a:latin typeface="Times New Roman"/>
                <a:cs typeface="Times New Roman"/>
              </a:rPr>
              <a:t>a</a:t>
            </a:r>
            <a:r>
              <a:rPr sz="3375" baseline="-19753" dirty="0">
                <a:latin typeface="Times New Roman"/>
                <a:cs typeface="Times New Roman"/>
              </a:rPr>
              <a:t>1</a:t>
            </a:r>
            <a:r>
              <a:rPr sz="3375" spc="75" baseline="-19753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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i="1" spc="-15" dirty="0">
                <a:latin typeface="Times New Roman"/>
                <a:cs typeface="Times New Roman"/>
              </a:rPr>
              <a:t>a</a:t>
            </a:r>
            <a:r>
              <a:rPr sz="3375" baseline="-19753" dirty="0">
                <a:latin typeface="Times New Roman"/>
                <a:cs typeface="Times New Roman"/>
              </a:rPr>
              <a:t>2</a:t>
            </a:r>
            <a:r>
              <a:rPr sz="3375" spc="337" baseline="-19753" dirty="0">
                <a:latin typeface="Times New Roman"/>
                <a:cs typeface="Times New Roman"/>
              </a:rPr>
              <a:t> </a:t>
            </a:r>
            <a:r>
              <a:rPr sz="3000" spc="225" dirty="0">
                <a:latin typeface="Symbol"/>
                <a:cs typeface="Symbol"/>
              </a:rPr>
              <a:t></a:t>
            </a:r>
            <a:r>
              <a:rPr sz="3000" spc="330" dirty="0">
                <a:latin typeface="MT Extra"/>
                <a:cs typeface="MT Extra"/>
              </a:rPr>
              <a:t></a:t>
            </a:r>
            <a:r>
              <a:rPr sz="3000" dirty="0">
                <a:latin typeface="Symbol"/>
                <a:cs typeface="Symbol"/>
              </a:rPr>
              <a:t>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i="1" spc="-15" dirty="0">
                <a:latin typeface="Times New Roman"/>
                <a:cs typeface="Times New Roman"/>
              </a:rPr>
              <a:t>a</a:t>
            </a:r>
            <a:r>
              <a:rPr sz="3375" i="1" baseline="-19753" dirty="0">
                <a:latin typeface="Times New Roman"/>
                <a:cs typeface="Times New Roman"/>
              </a:rPr>
              <a:t>n </a:t>
            </a:r>
            <a:r>
              <a:rPr sz="3375" i="1" spc="-330" baseline="-19753" dirty="0">
                <a:latin typeface="Times New Roman"/>
                <a:cs typeface="Times New Roman"/>
              </a:rPr>
              <a:t> </a:t>
            </a:r>
            <a:r>
              <a:rPr sz="4500" baseline="-15740" dirty="0">
                <a:latin typeface="Symbol"/>
                <a:cs typeface="Symbol"/>
              </a:rPr>
              <a:t></a:t>
            </a:r>
            <a:endParaRPr sz="4500" baseline="-1574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349" y="2323659"/>
            <a:ext cx="2024380" cy="68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870"/>
              </a:lnSpc>
            </a:pPr>
            <a:r>
              <a:rPr sz="3000" dirty="0">
                <a:latin typeface="Symbol"/>
                <a:cs typeface="Symbol"/>
              </a:rPr>
              <a:t></a:t>
            </a:r>
            <a:endParaRPr sz="3000">
              <a:latin typeface="Symbol"/>
              <a:cs typeface="Symbol"/>
            </a:endParaRPr>
          </a:p>
          <a:p>
            <a:pPr marL="12700">
              <a:lnSpc>
                <a:spcPts val="2870"/>
              </a:lnSpc>
            </a:pPr>
            <a:r>
              <a:rPr sz="3000" i="1" spc="120" dirty="0">
                <a:latin typeface="Times New Roman"/>
                <a:cs typeface="Times New Roman"/>
              </a:rPr>
              <a:t>y</a:t>
            </a:r>
            <a:r>
              <a:rPr sz="3000" spc="75" dirty="0">
                <a:latin typeface="Times New Roman"/>
                <a:cs typeface="Times New Roman"/>
              </a:rPr>
              <a:t>(</a:t>
            </a:r>
            <a:r>
              <a:rPr sz="3000" i="1" dirty="0">
                <a:latin typeface="Times New Roman"/>
                <a:cs typeface="Times New Roman"/>
              </a:rPr>
              <a:t>k</a:t>
            </a:r>
            <a:r>
              <a:rPr sz="3000" i="1" spc="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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Symbol"/>
                <a:cs typeface="Symbol"/>
              </a:rPr>
              <a:t></a:t>
            </a:r>
            <a:r>
              <a:rPr sz="3000" dirty="0">
                <a:latin typeface="Times New Roman"/>
                <a:cs typeface="Times New Roman"/>
              </a:rPr>
              <a:t>)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74603" y="2323659"/>
            <a:ext cx="1519555" cy="68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sz="3000" dirty="0">
                <a:latin typeface="Symbol"/>
                <a:cs typeface="Symbol"/>
              </a:rPr>
              <a:t></a:t>
            </a:r>
            <a:endParaRPr sz="3000">
              <a:latin typeface="Symbol"/>
              <a:cs typeface="Symbol"/>
            </a:endParaRPr>
          </a:p>
          <a:p>
            <a:pPr marL="198755">
              <a:lnSpc>
                <a:spcPts val="2870"/>
              </a:lnSpc>
              <a:tabLst>
                <a:tab pos="659130" algn="l"/>
              </a:tabLst>
            </a:pPr>
            <a:r>
              <a:rPr sz="3000" i="1" dirty="0">
                <a:latin typeface="Times New Roman"/>
                <a:cs typeface="Times New Roman"/>
              </a:rPr>
              <a:t>u	</a:t>
            </a:r>
            <a:r>
              <a:rPr sz="3000" dirty="0">
                <a:latin typeface="Symbol"/>
                <a:cs typeface="Symbol"/>
              </a:rPr>
              <a:t>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G</a:t>
            </a:r>
            <a:r>
              <a:rPr sz="3000" i="1" spc="-55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u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2674" y="2673037"/>
            <a:ext cx="33655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04845" algn="l"/>
              </a:tabLst>
            </a:pPr>
            <a:r>
              <a:rPr sz="3000" dirty="0">
                <a:latin typeface="Symbol"/>
                <a:cs typeface="Symbol"/>
              </a:rPr>
              <a:t>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Symbol"/>
                <a:cs typeface="Symbol"/>
              </a:rPr>
              <a:t>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759" y="4006083"/>
            <a:ext cx="8207375" cy="198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261620" indent="-4572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sli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lis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i.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G</a:t>
            </a:r>
            <a:endParaRPr sz="2600">
              <a:latin typeface="Calibri"/>
              <a:cs typeface="Calibri"/>
            </a:endParaRPr>
          </a:p>
          <a:p>
            <a:pPr marL="469265" marR="5080" indent="-456565">
              <a:lnSpc>
                <a:spcPct val="90100"/>
              </a:lnSpc>
              <a:spcBef>
                <a:spcPts val="940"/>
              </a:spcBef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lso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ym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app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G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25" spc="-22" baseline="-20634" dirty="0">
                <a:latin typeface="Calibri"/>
                <a:cs typeface="Calibri"/>
              </a:rPr>
              <a:t>0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25" spc="-15" baseline="-20634" dirty="0">
                <a:latin typeface="Calibri"/>
                <a:cs typeface="Calibri"/>
              </a:rPr>
              <a:t>0</a:t>
            </a:r>
            <a:r>
              <a:rPr sz="2625" spc="209" baseline="-2063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nput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Calibri"/>
                <a:cs typeface="Calibri"/>
              </a:rPr>
              <a:t>u</a:t>
            </a:r>
            <a:r>
              <a:rPr sz="2625" spc="-15" baseline="-20634" dirty="0">
                <a:latin typeface="Calibri"/>
                <a:cs typeface="Calibri"/>
              </a:rPr>
              <a:t>0</a:t>
            </a:r>
            <a:r>
              <a:rPr sz="2625" spc="-89" baseline="-2063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ad</a:t>
            </a:r>
            <a:r>
              <a:rPr dirty="0">
                <a:latin typeface="Calibri"/>
                <a:cs typeface="Calibri"/>
              </a:rPr>
              <a:t>y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30" dirty="0">
                <a:latin typeface="Calibri"/>
                <a:cs typeface="Calibri"/>
              </a:rPr>
              <a:t>Ga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dirty="0">
                <a:latin typeface="Calibri"/>
                <a:cs typeface="Calibri"/>
              </a:rPr>
              <a:t>n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an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51DF52-D03E-EA7D-F51B-171F0627A2FB}"/>
              </a:ext>
            </a:extLst>
          </p:cNvPr>
          <p:cNvGrpSpPr/>
          <p:nvPr/>
        </p:nvGrpSpPr>
        <p:grpSpPr>
          <a:xfrm>
            <a:off x="1811011" y="2350770"/>
            <a:ext cx="5342182" cy="1460500"/>
            <a:chOff x="1811011" y="2350770"/>
            <a:chExt cx="5342182" cy="1460500"/>
          </a:xfrm>
        </p:grpSpPr>
        <p:sp>
          <p:nvSpPr>
            <p:cNvPr id="3" name="object 3"/>
            <p:cNvSpPr/>
            <p:nvPr/>
          </p:nvSpPr>
          <p:spPr>
            <a:xfrm>
              <a:off x="3455670" y="2350770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1836846" y="0"/>
                  </a:moveTo>
                  <a:lnTo>
                    <a:pt x="243413" y="0"/>
                  </a:lnTo>
                  <a:lnTo>
                    <a:pt x="223447" y="806"/>
                  </a:lnTo>
                  <a:lnTo>
                    <a:pt x="184913" y="7073"/>
                  </a:lnTo>
                  <a:lnTo>
                    <a:pt x="148660" y="19126"/>
                  </a:lnTo>
                  <a:lnTo>
                    <a:pt x="99650" y="46960"/>
                  </a:lnTo>
                  <a:lnTo>
                    <a:pt x="58589" y="84996"/>
                  </a:lnTo>
                  <a:lnTo>
                    <a:pt x="27166" y="131544"/>
                  </a:lnTo>
                  <a:lnTo>
                    <a:pt x="7073" y="184913"/>
                  </a:lnTo>
                  <a:lnTo>
                    <a:pt x="806" y="223447"/>
                  </a:lnTo>
                  <a:lnTo>
                    <a:pt x="0" y="243413"/>
                  </a:lnTo>
                  <a:lnTo>
                    <a:pt x="0" y="1217066"/>
                  </a:lnTo>
                  <a:lnTo>
                    <a:pt x="3185" y="1256553"/>
                  </a:lnTo>
                  <a:lnTo>
                    <a:pt x="12408" y="1294011"/>
                  </a:lnTo>
                  <a:lnTo>
                    <a:pt x="36465" y="1345299"/>
                  </a:lnTo>
                  <a:lnTo>
                    <a:pt x="71288" y="1389202"/>
                  </a:lnTo>
                  <a:lnTo>
                    <a:pt x="115187" y="1424031"/>
                  </a:lnTo>
                  <a:lnTo>
                    <a:pt x="166470" y="1448093"/>
                  </a:lnTo>
                  <a:lnTo>
                    <a:pt x="203927" y="1457317"/>
                  </a:lnTo>
                  <a:lnTo>
                    <a:pt x="243413" y="1460504"/>
                  </a:lnTo>
                  <a:lnTo>
                    <a:pt x="1836846" y="1460504"/>
                  </a:lnTo>
                  <a:lnTo>
                    <a:pt x="1876332" y="1457317"/>
                  </a:lnTo>
                  <a:lnTo>
                    <a:pt x="1913789" y="1448093"/>
                  </a:lnTo>
                  <a:lnTo>
                    <a:pt x="1965072" y="1424031"/>
                  </a:lnTo>
                  <a:lnTo>
                    <a:pt x="2008971" y="1389202"/>
                  </a:lnTo>
                  <a:lnTo>
                    <a:pt x="2043794" y="1345299"/>
                  </a:lnTo>
                  <a:lnTo>
                    <a:pt x="2067851" y="1294011"/>
                  </a:lnTo>
                  <a:lnTo>
                    <a:pt x="2077074" y="1256553"/>
                  </a:lnTo>
                  <a:lnTo>
                    <a:pt x="2080259" y="1217066"/>
                  </a:lnTo>
                  <a:lnTo>
                    <a:pt x="2080259" y="243413"/>
                  </a:lnTo>
                  <a:lnTo>
                    <a:pt x="2077074" y="203927"/>
                  </a:lnTo>
                  <a:lnTo>
                    <a:pt x="2067851" y="166470"/>
                  </a:lnTo>
                  <a:lnTo>
                    <a:pt x="2043794" y="115187"/>
                  </a:lnTo>
                  <a:lnTo>
                    <a:pt x="2008971" y="71288"/>
                  </a:lnTo>
                  <a:lnTo>
                    <a:pt x="1965072" y="36465"/>
                  </a:lnTo>
                  <a:lnTo>
                    <a:pt x="1913789" y="12408"/>
                  </a:lnTo>
                  <a:lnTo>
                    <a:pt x="1876332" y="3185"/>
                  </a:lnTo>
                  <a:lnTo>
                    <a:pt x="18368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55670" y="2350770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0" y="243413"/>
                  </a:moveTo>
                  <a:lnTo>
                    <a:pt x="3185" y="203927"/>
                  </a:lnTo>
                  <a:lnTo>
                    <a:pt x="12408" y="166470"/>
                  </a:lnTo>
                  <a:lnTo>
                    <a:pt x="36465" y="115187"/>
                  </a:lnTo>
                  <a:lnTo>
                    <a:pt x="71288" y="71288"/>
                  </a:lnTo>
                  <a:lnTo>
                    <a:pt x="115187" y="36465"/>
                  </a:lnTo>
                  <a:lnTo>
                    <a:pt x="166470" y="12408"/>
                  </a:lnTo>
                  <a:lnTo>
                    <a:pt x="203927" y="3185"/>
                  </a:lnTo>
                  <a:lnTo>
                    <a:pt x="243413" y="0"/>
                  </a:lnTo>
                  <a:lnTo>
                    <a:pt x="1836846" y="0"/>
                  </a:lnTo>
                  <a:lnTo>
                    <a:pt x="1876332" y="3185"/>
                  </a:lnTo>
                  <a:lnTo>
                    <a:pt x="1913789" y="12408"/>
                  </a:lnTo>
                  <a:lnTo>
                    <a:pt x="1965072" y="36465"/>
                  </a:lnTo>
                  <a:lnTo>
                    <a:pt x="2008971" y="71288"/>
                  </a:lnTo>
                  <a:lnTo>
                    <a:pt x="2043794" y="115187"/>
                  </a:lnTo>
                  <a:lnTo>
                    <a:pt x="2067851" y="166470"/>
                  </a:lnTo>
                  <a:lnTo>
                    <a:pt x="2077074" y="203927"/>
                  </a:lnTo>
                  <a:lnTo>
                    <a:pt x="2080259" y="243413"/>
                  </a:lnTo>
                  <a:lnTo>
                    <a:pt x="2080259" y="1217066"/>
                  </a:lnTo>
                  <a:lnTo>
                    <a:pt x="2077074" y="1256553"/>
                  </a:lnTo>
                  <a:lnTo>
                    <a:pt x="2067851" y="1294011"/>
                  </a:lnTo>
                  <a:lnTo>
                    <a:pt x="2043794" y="1345299"/>
                  </a:lnTo>
                  <a:lnTo>
                    <a:pt x="2008971" y="1389202"/>
                  </a:lnTo>
                  <a:lnTo>
                    <a:pt x="1965072" y="1424031"/>
                  </a:lnTo>
                  <a:lnTo>
                    <a:pt x="1913789" y="1448093"/>
                  </a:lnTo>
                  <a:lnTo>
                    <a:pt x="1876332" y="1457317"/>
                  </a:lnTo>
                  <a:lnTo>
                    <a:pt x="1836846" y="1460504"/>
                  </a:lnTo>
                  <a:lnTo>
                    <a:pt x="243413" y="1460504"/>
                  </a:lnTo>
                  <a:lnTo>
                    <a:pt x="203927" y="1457317"/>
                  </a:lnTo>
                  <a:lnTo>
                    <a:pt x="166470" y="1448093"/>
                  </a:lnTo>
                  <a:lnTo>
                    <a:pt x="115187" y="1424031"/>
                  </a:lnTo>
                  <a:lnTo>
                    <a:pt x="71288" y="1389202"/>
                  </a:lnTo>
                  <a:lnTo>
                    <a:pt x="36465" y="1345299"/>
                  </a:lnTo>
                  <a:lnTo>
                    <a:pt x="12408" y="1294011"/>
                  </a:lnTo>
                  <a:lnTo>
                    <a:pt x="3185" y="1256553"/>
                  </a:lnTo>
                  <a:lnTo>
                    <a:pt x="0" y="1217066"/>
                  </a:lnTo>
                  <a:lnTo>
                    <a:pt x="0" y="243413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0584" y="3106647"/>
              <a:ext cx="1297305" cy="0"/>
            </a:xfrm>
            <a:custGeom>
              <a:avLst/>
              <a:gdLst/>
              <a:ahLst/>
              <a:cxnLst/>
              <a:rect l="l" t="t" r="r" b="b"/>
              <a:pathLst>
                <a:path w="1297304">
                  <a:moveTo>
                    <a:pt x="0" y="0"/>
                  </a:moveTo>
                  <a:lnTo>
                    <a:pt x="1297153" y="0"/>
                  </a:lnTo>
                </a:path>
              </a:pathLst>
            </a:custGeom>
            <a:ln w="1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026436" y="2607405"/>
              <a:ext cx="883919" cy="450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-10" dirty="0">
                  <a:latin typeface="Times New Roman"/>
                  <a:cs typeface="Times New Roman"/>
                </a:rPr>
                <a:t>1.</a:t>
              </a:r>
              <a:r>
                <a:rPr sz="2650" spc="150" dirty="0">
                  <a:latin typeface="Times New Roman"/>
                  <a:cs typeface="Times New Roman"/>
                </a:rPr>
                <a:t>6</a:t>
              </a:r>
              <a:r>
                <a:rPr sz="2650" i="1" spc="165" dirty="0">
                  <a:latin typeface="Times New Roman"/>
                  <a:cs typeface="Times New Roman"/>
                </a:rPr>
                <a:t>z</a:t>
              </a:r>
              <a:r>
                <a:rPr sz="3000" spc="-37" baseline="33333" dirty="0">
                  <a:latin typeface="Symbol"/>
                  <a:cs typeface="Symbol"/>
                </a:rPr>
                <a:t></a:t>
              </a:r>
              <a:r>
                <a:rPr sz="3000" spc="-15" baseline="33333" dirty="0">
                  <a:latin typeface="Times New Roman"/>
                  <a:cs typeface="Times New Roman"/>
                </a:rPr>
                <a:t>1</a:t>
              </a:r>
              <a:endParaRPr sz="3000" baseline="33333"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813886" y="3121708"/>
              <a:ext cx="1308735" cy="450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190" dirty="0">
                  <a:latin typeface="Times New Roman"/>
                  <a:cs typeface="Times New Roman"/>
                </a:rPr>
                <a:t>1</a:t>
              </a:r>
              <a:r>
                <a:rPr sz="2650" spc="-15" dirty="0">
                  <a:latin typeface="Symbol"/>
                  <a:cs typeface="Symbol"/>
                </a:rPr>
                <a:t></a:t>
              </a:r>
              <a:r>
                <a:rPr sz="2650" spc="-25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0.</a:t>
              </a:r>
              <a:r>
                <a:rPr sz="2650" spc="100" dirty="0">
                  <a:latin typeface="Times New Roman"/>
                  <a:cs typeface="Times New Roman"/>
                </a:rPr>
                <a:t>8</a:t>
              </a:r>
              <a:r>
                <a:rPr sz="2650" i="1" spc="165" dirty="0">
                  <a:latin typeface="Times New Roman"/>
                  <a:cs typeface="Times New Roman"/>
                </a:rPr>
                <a:t>z</a:t>
              </a:r>
              <a:r>
                <a:rPr sz="3000" spc="-37" baseline="33333" dirty="0">
                  <a:latin typeface="Symbol"/>
                  <a:cs typeface="Symbol"/>
                </a:rPr>
                <a:t></a:t>
              </a:r>
              <a:r>
                <a:rPr sz="3000" spc="-15" baseline="33333" dirty="0">
                  <a:latin typeface="Times New Roman"/>
                  <a:cs typeface="Times New Roman"/>
                </a:rPr>
                <a:t>1</a:t>
              </a:r>
              <a:endParaRPr sz="3000" baseline="33333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811011" y="307848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5">
                  <a:moveTo>
                    <a:pt x="1617957" y="1554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739" y="3035533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60" y="0"/>
                  </a:moveTo>
                  <a:lnTo>
                    <a:pt x="76230" y="44531"/>
                  </a:lnTo>
                  <a:lnTo>
                    <a:pt x="0" y="88879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34649" y="307848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5">
                  <a:moveTo>
                    <a:pt x="1617939" y="1554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76358" y="3035533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91" y="0"/>
                  </a:moveTo>
                  <a:lnTo>
                    <a:pt x="76260" y="44531"/>
                  </a:lnTo>
                  <a:lnTo>
                    <a:pt x="0" y="88879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261904" y="2552798"/>
              <a:ext cx="287655" cy="436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5" dirty="0">
                  <a:latin typeface="Times New Roman"/>
                  <a:cs typeface="Times New Roman"/>
                </a:rPr>
                <a:t>y</a:t>
              </a:r>
              <a:r>
                <a:rPr sz="3000" i="1" spc="-30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349032" y="2585492"/>
              <a:ext cx="308610" cy="433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10" dirty="0">
                  <a:latin typeface="Times New Roman"/>
                  <a:cs typeface="Times New Roman"/>
                </a:rPr>
                <a:t>u</a:t>
              </a:r>
              <a:r>
                <a:rPr sz="3000" i="1" spc="-30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59E551-13B5-C1FC-2D1F-B4B772B41E5F}"/>
              </a:ext>
            </a:extLst>
          </p:cNvPr>
          <p:cNvGrpSpPr/>
          <p:nvPr/>
        </p:nvGrpSpPr>
        <p:grpSpPr>
          <a:xfrm>
            <a:off x="1811011" y="4489454"/>
            <a:ext cx="5452282" cy="1460500"/>
            <a:chOff x="1811011" y="4489454"/>
            <a:chExt cx="5452282" cy="1460500"/>
          </a:xfrm>
        </p:grpSpPr>
        <p:sp>
          <p:nvSpPr>
            <p:cNvPr id="14" name="object 14"/>
            <p:cNvSpPr/>
            <p:nvPr/>
          </p:nvSpPr>
          <p:spPr>
            <a:xfrm>
              <a:off x="3455670" y="4489454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1836846" y="0"/>
                  </a:moveTo>
                  <a:lnTo>
                    <a:pt x="243413" y="0"/>
                  </a:lnTo>
                  <a:lnTo>
                    <a:pt x="223447" y="806"/>
                  </a:lnTo>
                  <a:lnTo>
                    <a:pt x="184913" y="7074"/>
                  </a:lnTo>
                  <a:lnTo>
                    <a:pt x="148660" y="19128"/>
                  </a:lnTo>
                  <a:lnTo>
                    <a:pt x="99650" y="46963"/>
                  </a:lnTo>
                  <a:lnTo>
                    <a:pt x="58589" y="85001"/>
                  </a:lnTo>
                  <a:lnTo>
                    <a:pt x="27166" y="131549"/>
                  </a:lnTo>
                  <a:lnTo>
                    <a:pt x="7073" y="184915"/>
                  </a:lnTo>
                  <a:lnTo>
                    <a:pt x="806" y="223446"/>
                  </a:lnTo>
                  <a:lnTo>
                    <a:pt x="0" y="243410"/>
                  </a:lnTo>
                  <a:lnTo>
                    <a:pt x="0" y="1217081"/>
                  </a:lnTo>
                  <a:lnTo>
                    <a:pt x="3185" y="1256564"/>
                  </a:lnTo>
                  <a:lnTo>
                    <a:pt x="12408" y="1294018"/>
                  </a:lnTo>
                  <a:lnTo>
                    <a:pt x="36465" y="1345299"/>
                  </a:lnTo>
                  <a:lnTo>
                    <a:pt x="71288" y="1389198"/>
                  </a:lnTo>
                  <a:lnTo>
                    <a:pt x="115187" y="1424023"/>
                  </a:lnTo>
                  <a:lnTo>
                    <a:pt x="166470" y="1448082"/>
                  </a:lnTo>
                  <a:lnTo>
                    <a:pt x="203927" y="1457306"/>
                  </a:lnTo>
                  <a:lnTo>
                    <a:pt x="243413" y="1460491"/>
                  </a:lnTo>
                  <a:lnTo>
                    <a:pt x="1836846" y="1460491"/>
                  </a:lnTo>
                  <a:lnTo>
                    <a:pt x="1876332" y="1457306"/>
                  </a:lnTo>
                  <a:lnTo>
                    <a:pt x="1913789" y="1448082"/>
                  </a:lnTo>
                  <a:lnTo>
                    <a:pt x="1965072" y="1424023"/>
                  </a:lnTo>
                  <a:lnTo>
                    <a:pt x="2008971" y="1389198"/>
                  </a:lnTo>
                  <a:lnTo>
                    <a:pt x="2043794" y="1345299"/>
                  </a:lnTo>
                  <a:lnTo>
                    <a:pt x="2067851" y="1294018"/>
                  </a:lnTo>
                  <a:lnTo>
                    <a:pt x="2077074" y="1256564"/>
                  </a:lnTo>
                  <a:lnTo>
                    <a:pt x="2080259" y="1217081"/>
                  </a:lnTo>
                  <a:lnTo>
                    <a:pt x="2080259" y="243410"/>
                  </a:lnTo>
                  <a:lnTo>
                    <a:pt x="2077074" y="203927"/>
                  </a:lnTo>
                  <a:lnTo>
                    <a:pt x="2067851" y="166473"/>
                  </a:lnTo>
                  <a:lnTo>
                    <a:pt x="2043794" y="115191"/>
                  </a:lnTo>
                  <a:lnTo>
                    <a:pt x="2008971" y="71293"/>
                  </a:lnTo>
                  <a:lnTo>
                    <a:pt x="1965072" y="36468"/>
                  </a:lnTo>
                  <a:lnTo>
                    <a:pt x="1913789" y="12409"/>
                  </a:lnTo>
                  <a:lnTo>
                    <a:pt x="1876332" y="3185"/>
                  </a:lnTo>
                  <a:lnTo>
                    <a:pt x="18368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55670" y="4489454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0" y="243410"/>
                  </a:moveTo>
                  <a:lnTo>
                    <a:pt x="3185" y="203927"/>
                  </a:lnTo>
                  <a:lnTo>
                    <a:pt x="12408" y="166473"/>
                  </a:lnTo>
                  <a:lnTo>
                    <a:pt x="36465" y="115191"/>
                  </a:lnTo>
                  <a:lnTo>
                    <a:pt x="71288" y="71293"/>
                  </a:lnTo>
                  <a:lnTo>
                    <a:pt x="115187" y="36468"/>
                  </a:lnTo>
                  <a:lnTo>
                    <a:pt x="166470" y="12409"/>
                  </a:lnTo>
                  <a:lnTo>
                    <a:pt x="203927" y="3185"/>
                  </a:lnTo>
                  <a:lnTo>
                    <a:pt x="243413" y="0"/>
                  </a:lnTo>
                  <a:lnTo>
                    <a:pt x="1836846" y="0"/>
                  </a:lnTo>
                  <a:lnTo>
                    <a:pt x="1876332" y="3185"/>
                  </a:lnTo>
                  <a:lnTo>
                    <a:pt x="1913789" y="12409"/>
                  </a:lnTo>
                  <a:lnTo>
                    <a:pt x="1965072" y="36468"/>
                  </a:lnTo>
                  <a:lnTo>
                    <a:pt x="2008971" y="71293"/>
                  </a:lnTo>
                  <a:lnTo>
                    <a:pt x="2043794" y="115191"/>
                  </a:lnTo>
                  <a:lnTo>
                    <a:pt x="2067851" y="166473"/>
                  </a:lnTo>
                  <a:lnTo>
                    <a:pt x="2077074" y="203927"/>
                  </a:lnTo>
                  <a:lnTo>
                    <a:pt x="2080259" y="243410"/>
                  </a:lnTo>
                  <a:lnTo>
                    <a:pt x="2080259" y="1217081"/>
                  </a:lnTo>
                  <a:lnTo>
                    <a:pt x="2077074" y="1256564"/>
                  </a:lnTo>
                  <a:lnTo>
                    <a:pt x="2067851" y="1294018"/>
                  </a:lnTo>
                  <a:lnTo>
                    <a:pt x="2043794" y="1345299"/>
                  </a:lnTo>
                  <a:lnTo>
                    <a:pt x="2008971" y="1389198"/>
                  </a:lnTo>
                  <a:lnTo>
                    <a:pt x="1965072" y="1424023"/>
                  </a:lnTo>
                  <a:lnTo>
                    <a:pt x="1913789" y="1448082"/>
                  </a:lnTo>
                  <a:lnTo>
                    <a:pt x="1876332" y="1457306"/>
                  </a:lnTo>
                  <a:lnTo>
                    <a:pt x="1836846" y="1460491"/>
                  </a:lnTo>
                  <a:lnTo>
                    <a:pt x="243413" y="1460491"/>
                  </a:lnTo>
                  <a:lnTo>
                    <a:pt x="203927" y="1457306"/>
                  </a:lnTo>
                  <a:lnTo>
                    <a:pt x="166470" y="1448082"/>
                  </a:lnTo>
                  <a:lnTo>
                    <a:pt x="115187" y="1424023"/>
                  </a:lnTo>
                  <a:lnTo>
                    <a:pt x="71288" y="1389198"/>
                  </a:lnTo>
                  <a:lnTo>
                    <a:pt x="36465" y="1345299"/>
                  </a:lnTo>
                  <a:lnTo>
                    <a:pt x="12408" y="1294018"/>
                  </a:lnTo>
                  <a:lnTo>
                    <a:pt x="3185" y="1256564"/>
                  </a:lnTo>
                  <a:lnTo>
                    <a:pt x="0" y="1217081"/>
                  </a:lnTo>
                  <a:lnTo>
                    <a:pt x="0" y="243410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316809" y="4857768"/>
              <a:ext cx="349250" cy="6724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5100" spc="-30" dirty="0">
                  <a:latin typeface="Times New Roman"/>
                  <a:cs typeface="Times New Roman"/>
                </a:rPr>
                <a:t>8</a:t>
              </a:r>
              <a:endParaRPr sz="5100" dirty="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811011" y="5217164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4">
                  <a:moveTo>
                    <a:pt x="1617957" y="15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2739" y="5174205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60" y="0"/>
                  </a:moveTo>
                  <a:lnTo>
                    <a:pt x="76230" y="44531"/>
                  </a:lnTo>
                  <a:lnTo>
                    <a:pt x="0" y="88904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4649" y="521970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4">
                  <a:moveTo>
                    <a:pt x="1617939" y="15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76358" y="5176741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91" y="0"/>
                  </a:moveTo>
                  <a:lnTo>
                    <a:pt x="76260" y="44531"/>
                  </a:lnTo>
                  <a:lnTo>
                    <a:pt x="0" y="88904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2517142" y="4879719"/>
              <a:ext cx="152400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-10" dirty="0">
                  <a:latin typeface="Times New Roman"/>
                  <a:cs typeface="Times New Roman"/>
                </a:rPr>
                <a:t>0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349286" y="4724174"/>
              <a:ext cx="194310" cy="362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dirty="0">
                  <a:latin typeface="Times New Roman"/>
                  <a:cs typeface="Times New Roman"/>
                </a:rPr>
                <a:t>u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952018" y="4637388"/>
              <a:ext cx="1311275" cy="3683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90" dirty="0">
                  <a:latin typeface="Times New Roman"/>
                  <a:cs typeface="Times New Roman"/>
                </a:rPr>
                <a:t>y</a:t>
              </a:r>
              <a:r>
                <a:rPr sz="2650" spc="55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100" dirty="0">
                  <a:latin typeface="Times New Roman"/>
                  <a:cs typeface="Times New Roman"/>
                </a:rPr>
                <a:t> </a:t>
              </a:r>
              <a:r>
                <a:rPr sz="2650" spc="-30" dirty="0">
                  <a:latin typeface="Symbol"/>
                  <a:cs typeface="Symbol"/>
                </a:rPr>
                <a:t></a:t>
              </a:r>
              <a:r>
                <a:rPr sz="2650" spc="-135" dirty="0">
                  <a:latin typeface="Times New Roman"/>
                  <a:cs typeface="Times New Roman"/>
                </a:rPr>
                <a:t> </a:t>
              </a:r>
              <a:r>
                <a:rPr sz="2650" spc="35" dirty="0">
                  <a:latin typeface="Symbol"/>
                  <a:cs typeface="Symbol"/>
                </a:rPr>
                <a:t>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p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10" dirty="0">
                <a:latin typeface="Calibri"/>
                <a:cs typeface="Calibri"/>
              </a:rPr>
              <a:t>sp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ns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(</a:t>
            </a:r>
            <a:r>
              <a:rPr spc="-3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x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105" dirty="0">
                <a:latin typeface="Calibri"/>
                <a:cs typeface="Calibri"/>
              </a:rPr>
              <a:t>F</a:t>
            </a:r>
            <a:r>
              <a:rPr spc="-10" dirty="0">
                <a:latin typeface="Calibri"/>
                <a:cs typeface="Calibri"/>
              </a:rPr>
              <a:t>an</a:t>
            </a:r>
            <a:r>
              <a:rPr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/>
          <p:nvPr/>
        </p:nvSpPr>
        <p:spPr>
          <a:xfrm>
            <a:off x="2199644" y="2392673"/>
            <a:ext cx="0" cy="3571240"/>
          </a:xfrm>
          <a:custGeom>
            <a:avLst/>
            <a:gdLst/>
            <a:ahLst/>
            <a:cxnLst/>
            <a:rect l="l" t="t" r="r" b="b"/>
            <a:pathLst>
              <a:path h="3571240">
                <a:moveTo>
                  <a:pt x="0" y="3571250"/>
                </a:moveTo>
                <a:lnTo>
                  <a:pt x="0" y="0"/>
                </a:lnTo>
                <a:lnTo>
                  <a:pt x="0" y="3571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99644" y="2392692"/>
            <a:ext cx="4744720" cy="3571240"/>
          </a:xfrm>
          <a:custGeom>
            <a:avLst/>
            <a:gdLst/>
            <a:ahLst/>
            <a:cxnLst/>
            <a:rect l="l" t="t" r="r" b="b"/>
            <a:pathLst>
              <a:path w="4744720" h="3571240">
                <a:moveTo>
                  <a:pt x="0" y="3571219"/>
                </a:moveTo>
                <a:lnTo>
                  <a:pt x="4744699" y="3571219"/>
                </a:lnTo>
                <a:lnTo>
                  <a:pt x="4744699" y="0"/>
                </a:lnTo>
                <a:lnTo>
                  <a:pt x="0" y="0"/>
                </a:lnTo>
                <a:lnTo>
                  <a:pt x="0" y="3571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17043" y="2664119"/>
            <a:ext cx="3670935" cy="2893060"/>
          </a:xfrm>
          <a:custGeom>
            <a:avLst/>
            <a:gdLst/>
            <a:ahLst/>
            <a:cxnLst/>
            <a:rect l="l" t="t" r="r" b="b"/>
            <a:pathLst>
              <a:path w="3670935" h="2893060">
                <a:moveTo>
                  <a:pt x="0" y="2892622"/>
                </a:moveTo>
                <a:lnTo>
                  <a:pt x="3670614" y="2892622"/>
                </a:lnTo>
                <a:lnTo>
                  <a:pt x="3670614" y="0"/>
                </a:lnTo>
                <a:lnTo>
                  <a:pt x="0" y="0"/>
                </a:lnTo>
                <a:lnTo>
                  <a:pt x="0" y="28926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17042" y="2664124"/>
            <a:ext cx="3670935" cy="2893060"/>
          </a:xfrm>
          <a:custGeom>
            <a:avLst/>
            <a:gdLst/>
            <a:ahLst/>
            <a:cxnLst/>
            <a:rect l="l" t="t" r="r" b="b"/>
            <a:pathLst>
              <a:path w="3670935" h="2893060">
                <a:moveTo>
                  <a:pt x="0" y="0"/>
                </a:moveTo>
                <a:lnTo>
                  <a:pt x="3670615" y="0"/>
                </a:lnTo>
                <a:lnTo>
                  <a:pt x="3670615" y="2892623"/>
                </a:lnTo>
                <a:lnTo>
                  <a:pt x="0" y="2892623"/>
                </a:lnTo>
                <a:lnTo>
                  <a:pt x="0" y="0"/>
                </a:lnTo>
                <a:close/>
              </a:path>
            </a:pathLst>
          </a:custGeom>
          <a:ln w="84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17042" y="55567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17042" y="2664139"/>
            <a:ext cx="3670935" cy="0"/>
          </a:xfrm>
          <a:custGeom>
            <a:avLst/>
            <a:gdLst/>
            <a:ahLst/>
            <a:cxnLst/>
            <a:rect l="l" t="t" r="r" b="b"/>
            <a:pathLst>
              <a:path w="3670935">
                <a:moveTo>
                  <a:pt x="0" y="0"/>
                </a:moveTo>
                <a:lnTo>
                  <a:pt x="3670615" y="0"/>
                </a:lnTo>
              </a:path>
            </a:pathLst>
          </a:custGeom>
          <a:ln w="85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87657" y="26641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17042" y="5556736"/>
            <a:ext cx="3670935" cy="0"/>
          </a:xfrm>
          <a:custGeom>
            <a:avLst/>
            <a:gdLst/>
            <a:ahLst/>
            <a:cxnLst/>
            <a:rect l="l" t="t" r="r" b="b"/>
            <a:pathLst>
              <a:path w="3670935">
                <a:moveTo>
                  <a:pt x="0" y="0"/>
                </a:moveTo>
                <a:lnTo>
                  <a:pt x="3670615" y="0"/>
                </a:lnTo>
              </a:path>
            </a:pathLst>
          </a:custGeom>
          <a:ln w="8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87657" y="55567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87657" y="2664124"/>
            <a:ext cx="0" cy="2893060"/>
          </a:xfrm>
          <a:custGeom>
            <a:avLst/>
            <a:gdLst/>
            <a:ahLst/>
            <a:cxnLst/>
            <a:rect l="l" t="t" r="r" b="b"/>
            <a:pathLst>
              <a:path h="2893060">
                <a:moveTo>
                  <a:pt x="0" y="2892623"/>
                </a:moveTo>
                <a:lnTo>
                  <a:pt x="0" y="0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87657" y="26641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17042" y="2664124"/>
            <a:ext cx="0" cy="2893060"/>
          </a:xfrm>
          <a:custGeom>
            <a:avLst/>
            <a:gdLst/>
            <a:ahLst/>
            <a:cxnLst/>
            <a:rect l="l" t="t" r="r" b="b"/>
            <a:pathLst>
              <a:path h="2893060">
                <a:moveTo>
                  <a:pt x="0" y="2892623"/>
                </a:moveTo>
                <a:lnTo>
                  <a:pt x="0" y="0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17042" y="26641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7657" y="55567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17042" y="26641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17042" y="55143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17042" y="2698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70519" y="5575525"/>
            <a:ext cx="10604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5" dirty="0"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544402" y="5514324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42423"/>
                </a:moveTo>
                <a:lnTo>
                  <a:pt x="0" y="0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44402" y="55143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44402" y="2664124"/>
            <a:ext cx="0" cy="34290"/>
          </a:xfrm>
          <a:custGeom>
            <a:avLst/>
            <a:gdLst/>
            <a:ahLst/>
            <a:cxnLst/>
            <a:rect l="l" t="t" r="r" b="b"/>
            <a:pathLst>
              <a:path h="34289">
                <a:moveTo>
                  <a:pt x="0" y="0"/>
                </a:moveTo>
                <a:lnTo>
                  <a:pt x="0" y="33943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44402" y="2698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455584" y="5575513"/>
            <a:ext cx="17780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30" dirty="0">
                <a:latin typeface="Times New Roman"/>
                <a:cs typeface="Times New Roman"/>
              </a:rPr>
              <a:t>10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80224" y="5514324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42423"/>
                </a:moveTo>
                <a:lnTo>
                  <a:pt x="0" y="0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80224" y="55143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80224" y="2664124"/>
            <a:ext cx="0" cy="34290"/>
          </a:xfrm>
          <a:custGeom>
            <a:avLst/>
            <a:gdLst/>
            <a:ahLst/>
            <a:cxnLst/>
            <a:rect l="l" t="t" r="r" b="b"/>
            <a:pathLst>
              <a:path h="34289">
                <a:moveTo>
                  <a:pt x="0" y="0"/>
                </a:moveTo>
                <a:lnTo>
                  <a:pt x="0" y="33943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80224" y="2698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91396" y="5575513"/>
            <a:ext cx="17780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30" dirty="0">
                <a:latin typeface="Times New Roman"/>
                <a:cs typeface="Times New Roman"/>
              </a:rPr>
              <a:t>20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16015" y="5514324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42411"/>
                </a:moveTo>
                <a:lnTo>
                  <a:pt x="0" y="0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16015" y="55143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016015" y="2664124"/>
            <a:ext cx="0" cy="34290"/>
          </a:xfrm>
          <a:custGeom>
            <a:avLst/>
            <a:gdLst/>
            <a:ahLst/>
            <a:cxnLst/>
            <a:rect l="l" t="t" r="r" b="b"/>
            <a:pathLst>
              <a:path h="34289">
                <a:moveTo>
                  <a:pt x="0" y="0"/>
                </a:moveTo>
                <a:lnTo>
                  <a:pt x="0" y="33943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16015" y="2698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927210" y="5575513"/>
            <a:ext cx="17780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30" dirty="0">
                <a:latin typeface="Times New Roman"/>
                <a:cs typeface="Times New Roman"/>
              </a:rPr>
              <a:t>30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51836" y="5514324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42411"/>
                </a:moveTo>
                <a:lnTo>
                  <a:pt x="0" y="0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51836" y="55143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51836" y="2664124"/>
            <a:ext cx="0" cy="34290"/>
          </a:xfrm>
          <a:custGeom>
            <a:avLst/>
            <a:gdLst/>
            <a:ahLst/>
            <a:cxnLst/>
            <a:rect l="l" t="t" r="r" b="b"/>
            <a:pathLst>
              <a:path h="34289">
                <a:moveTo>
                  <a:pt x="0" y="0"/>
                </a:moveTo>
                <a:lnTo>
                  <a:pt x="0" y="33943"/>
                </a:lnTo>
              </a:path>
            </a:pathLst>
          </a:custGeom>
          <a:ln w="84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751836" y="2698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663023" y="5575513"/>
            <a:ext cx="17780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30" dirty="0">
                <a:latin typeface="Times New Roman"/>
                <a:cs typeface="Times New Roman"/>
              </a:rPr>
              <a:t>40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487657" y="55143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87657" y="269806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398836" y="5575513"/>
            <a:ext cx="17780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30" dirty="0">
                <a:latin typeface="Times New Roman"/>
                <a:cs typeface="Times New Roman"/>
              </a:rPr>
              <a:t>50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817042" y="5259842"/>
            <a:ext cx="34290" cy="0"/>
          </a:xfrm>
          <a:custGeom>
            <a:avLst/>
            <a:gdLst/>
            <a:ahLst/>
            <a:cxnLst/>
            <a:rect l="l" t="t" r="r" b="b"/>
            <a:pathLst>
              <a:path w="34289">
                <a:moveTo>
                  <a:pt x="0" y="0"/>
                </a:moveTo>
                <a:lnTo>
                  <a:pt x="33837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850879" y="525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45353" y="5259842"/>
            <a:ext cx="42545" cy="0"/>
          </a:xfrm>
          <a:custGeom>
            <a:avLst/>
            <a:gdLst/>
            <a:ahLst/>
            <a:cxnLst/>
            <a:rect l="l" t="t" r="r" b="b"/>
            <a:pathLst>
              <a:path w="42545">
                <a:moveTo>
                  <a:pt x="42304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445353" y="525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694396" y="5168341"/>
            <a:ext cx="10604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5" dirty="0"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817042" y="4683009"/>
            <a:ext cx="34290" cy="0"/>
          </a:xfrm>
          <a:custGeom>
            <a:avLst/>
            <a:gdLst/>
            <a:ahLst/>
            <a:cxnLst/>
            <a:rect l="l" t="t" r="r" b="b"/>
            <a:pathLst>
              <a:path w="34289">
                <a:moveTo>
                  <a:pt x="0" y="0"/>
                </a:moveTo>
                <a:lnTo>
                  <a:pt x="33837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50879" y="46830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45353" y="4683009"/>
            <a:ext cx="42545" cy="0"/>
          </a:xfrm>
          <a:custGeom>
            <a:avLst/>
            <a:gdLst/>
            <a:ahLst/>
            <a:cxnLst/>
            <a:rect l="l" t="t" r="r" b="b"/>
            <a:pathLst>
              <a:path w="42545">
                <a:moveTo>
                  <a:pt x="42304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445353" y="46830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694396" y="4591506"/>
            <a:ext cx="10604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17042" y="4106191"/>
            <a:ext cx="34290" cy="0"/>
          </a:xfrm>
          <a:custGeom>
            <a:avLst/>
            <a:gdLst/>
            <a:ahLst/>
            <a:cxnLst/>
            <a:rect l="l" t="t" r="r" b="b"/>
            <a:pathLst>
              <a:path w="34289">
                <a:moveTo>
                  <a:pt x="0" y="0"/>
                </a:moveTo>
                <a:lnTo>
                  <a:pt x="33837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50879" y="41061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445353" y="4106191"/>
            <a:ext cx="42545" cy="0"/>
          </a:xfrm>
          <a:custGeom>
            <a:avLst/>
            <a:gdLst/>
            <a:ahLst/>
            <a:cxnLst/>
            <a:rect l="l" t="t" r="r" b="b"/>
            <a:pathLst>
              <a:path w="42545">
                <a:moveTo>
                  <a:pt x="42304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445353" y="41061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17042" y="3529358"/>
            <a:ext cx="34290" cy="0"/>
          </a:xfrm>
          <a:custGeom>
            <a:avLst/>
            <a:gdLst/>
            <a:ahLst/>
            <a:cxnLst/>
            <a:rect l="l" t="t" r="r" b="b"/>
            <a:pathLst>
              <a:path w="34289">
                <a:moveTo>
                  <a:pt x="0" y="0"/>
                </a:moveTo>
                <a:lnTo>
                  <a:pt x="33837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850879" y="3529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445353" y="3529358"/>
            <a:ext cx="42545" cy="0"/>
          </a:xfrm>
          <a:custGeom>
            <a:avLst/>
            <a:gdLst/>
            <a:ahLst/>
            <a:cxnLst/>
            <a:rect l="l" t="t" r="r" b="b"/>
            <a:pathLst>
              <a:path w="42545">
                <a:moveTo>
                  <a:pt x="42304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445353" y="3529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817042" y="2952525"/>
            <a:ext cx="34290" cy="0"/>
          </a:xfrm>
          <a:custGeom>
            <a:avLst/>
            <a:gdLst/>
            <a:ahLst/>
            <a:cxnLst/>
            <a:rect l="l" t="t" r="r" b="b"/>
            <a:pathLst>
              <a:path w="34289">
                <a:moveTo>
                  <a:pt x="0" y="0"/>
                </a:moveTo>
                <a:lnTo>
                  <a:pt x="33837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850879" y="29525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445353" y="2952525"/>
            <a:ext cx="42545" cy="0"/>
          </a:xfrm>
          <a:custGeom>
            <a:avLst/>
            <a:gdLst/>
            <a:ahLst/>
            <a:cxnLst/>
            <a:rect l="l" t="t" r="r" b="b"/>
            <a:pathLst>
              <a:path w="42545">
                <a:moveTo>
                  <a:pt x="42304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445353" y="29525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87657" y="26641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87657" y="55567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487657" y="26641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817042" y="26641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8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817053" y="2952556"/>
            <a:ext cx="3670935" cy="2307590"/>
          </a:xfrm>
          <a:custGeom>
            <a:avLst/>
            <a:gdLst/>
            <a:ahLst/>
            <a:cxnLst/>
            <a:rect l="l" t="t" r="r" b="b"/>
            <a:pathLst>
              <a:path w="3670935" h="2307590">
                <a:moveTo>
                  <a:pt x="10" y="2307298"/>
                </a:moveTo>
                <a:lnTo>
                  <a:pt x="10" y="2307298"/>
                </a:lnTo>
                <a:lnTo>
                  <a:pt x="363665" y="2307298"/>
                </a:lnTo>
                <a:lnTo>
                  <a:pt x="439812" y="1849229"/>
                </a:lnTo>
                <a:lnTo>
                  <a:pt x="507469" y="1475995"/>
                </a:lnTo>
                <a:lnTo>
                  <a:pt x="583586" y="1179102"/>
                </a:lnTo>
                <a:lnTo>
                  <a:pt x="659704" y="941586"/>
                </a:lnTo>
                <a:lnTo>
                  <a:pt x="727360" y="754977"/>
                </a:lnTo>
                <a:lnTo>
                  <a:pt x="803477" y="602260"/>
                </a:lnTo>
                <a:lnTo>
                  <a:pt x="879595" y="483517"/>
                </a:lnTo>
                <a:lnTo>
                  <a:pt x="947251" y="381716"/>
                </a:lnTo>
                <a:lnTo>
                  <a:pt x="1023369" y="305373"/>
                </a:lnTo>
                <a:lnTo>
                  <a:pt x="1099486" y="246001"/>
                </a:lnTo>
                <a:lnTo>
                  <a:pt x="1167173" y="195116"/>
                </a:lnTo>
                <a:lnTo>
                  <a:pt x="1243290" y="152686"/>
                </a:lnTo>
                <a:lnTo>
                  <a:pt x="1319377" y="127228"/>
                </a:lnTo>
                <a:lnTo>
                  <a:pt x="1387064" y="101801"/>
                </a:lnTo>
                <a:lnTo>
                  <a:pt x="1463181" y="76343"/>
                </a:lnTo>
                <a:lnTo>
                  <a:pt x="1539299" y="59371"/>
                </a:lnTo>
                <a:lnTo>
                  <a:pt x="1606955" y="50885"/>
                </a:lnTo>
                <a:lnTo>
                  <a:pt x="1683073" y="42429"/>
                </a:lnTo>
                <a:lnTo>
                  <a:pt x="1759190" y="33913"/>
                </a:lnTo>
                <a:lnTo>
                  <a:pt x="1835307" y="25457"/>
                </a:lnTo>
                <a:lnTo>
                  <a:pt x="1902964" y="16971"/>
                </a:lnTo>
                <a:lnTo>
                  <a:pt x="1979081" y="16971"/>
                </a:lnTo>
                <a:lnTo>
                  <a:pt x="2055199" y="8485"/>
                </a:lnTo>
                <a:lnTo>
                  <a:pt x="2122855" y="8485"/>
                </a:lnTo>
                <a:lnTo>
                  <a:pt x="2198972" y="8485"/>
                </a:lnTo>
                <a:lnTo>
                  <a:pt x="2275120" y="0"/>
                </a:lnTo>
                <a:lnTo>
                  <a:pt x="2342746" y="0"/>
                </a:lnTo>
                <a:lnTo>
                  <a:pt x="2418894" y="0"/>
                </a:lnTo>
                <a:lnTo>
                  <a:pt x="3594498" y="0"/>
                </a:lnTo>
                <a:lnTo>
                  <a:pt x="3670615" y="0"/>
                </a:lnTo>
              </a:path>
            </a:pathLst>
          </a:custGeom>
          <a:ln w="169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817053" y="4971438"/>
            <a:ext cx="3670935" cy="288925"/>
          </a:xfrm>
          <a:custGeom>
            <a:avLst/>
            <a:gdLst/>
            <a:ahLst/>
            <a:cxnLst/>
            <a:rect l="l" t="t" r="r" b="b"/>
            <a:pathLst>
              <a:path w="3670935" h="288925">
                <a:moveTo>
                  <a:pt x="10" y="288416"/>
                </a:moveTo>
                <a:lnTo>
                  <a:pt x="67665" y="288416"/>
                </a:lnTo>
                <a:lnTo>
                  <a:pt x="143779" y="288416"/>
                </a:lnTo>
                <a:lnTo>
                  <a:pt x="219897" y="288416"/>
                </a:lnTo>
                <a:lnTo>
                  <a:pt x="287547" y="288416"/>
                </a:lnTo>
                <a:lnTo>
                  <a:pt x="363665" y="0"/>
                </a:lnTo>
                <a:lnTo>
                  <a:pt x="3594498" y="0"/>
                </a:lnTo>
                <a:lnTo>
                  <a:pt x="3670615" y="0"/>
                </a:lnTo>
              </a:path>
            </a:pathLst>
          </a:custGeom>
          <a:ln w="1696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694396" y="2861016"/>
            <a:ext cx="1385570" cy="134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5" dirty="0">
                <a:latin typeface="Times New Roman"/>
                <a:cs typeface="Times New Roman"/>
              </a:rPr>
              <a:t>8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sz="1250" spc="5" dirty="0">
                <a:latin typeface="Times New Roman"/>
                <a:cs typeface="Times New Roman"/>
              </a:rPr>
              <a:t>6</a:t>
            </a:r>
            <a:endParaRPr sz="1250">
              <a:latin typeface="Times New Roman"/>
              <a:cs typeface="Times New Roman"/>
            </a:endParaRPr>
          </a:p>
          <a:p>
            <a:pPr marL="12700" indent="955675">
              <a:lnSpc>
                <a:spcPts val="1350"/>
              </a:lnSpc>
            </a:pPr>
            <a:r>
              <a:rPr sz="1250" spc="35" dirty="0">
                <a:latin typeface="Times New Roman"/>
                <a:cs typeface="Times New Roman"/>
              </a:rPr>
              <a:t>o</a:t>
            </a:r>
            <a:r>
              <a:rPr sz="1250" spc="-30" dirty="0">
                <a:latin typeface="Times New Roman"/>
                <a:cs typeface="Times New Roman"/>
              </a:rPr>
              <a:t>u</a:t>
            </a:r>
            <a:r>
              <a:rPr sz="1250" spc="-20" dirty="0">
                <a:latin typeface="Times New Roman"/>
                <a:cs typeface="Times New Roman"/>
              </a:rPr>
              <a:t>t</a:t>
            </a:r>
            <a:r>
              <a:rPr sz="1250" spc="35" dirty="0">
                <a:latin typeface="Times New Roman"/>
                <a:cs typeface="Times New Roman"/>
              </a:rPr>
              <a:t>p</a:t>
            </a:r>
            <a:r>
              <a:rPr sz="1250" spc="-35" dirty="0">
                <a:latin typeface="Times New Roman"/>
                <a:cs typeface="Times New Roman"/>
              </a:rPr>
              <a:t>ut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5" dirty="0">
                <a:latin typeface="Times New Roman"/>
                <a:cs typeface="Times New Roman"/>
              </a:rPr>
              <a:t>4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284437" y="5753667"/>
            <a:ext cx="70866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40" dirty="0">
                <a:latin typeface="Times New Roman"/>
                <a:cs typeface="Times New Roman"/>
              </a:rPr>
              <a:t>s</a:t>
            </a:r>
            <a:r>
              <a:rPr sz="1250" spc="-25" dirty="0">
                <a:latin typeface="Times New Roman"/>
                <a:cs typeface="Times New Roman"/>
              </a:rPr>
              <a:t>a</a:t>
            </a:r>
            <a:r>
              <a:rPr sz="1250" spc="-50" dirty="0">
                <a:latin typeface="Times New Roman"/>
                <a:cs typeface="Times New Roman"/>
              </a:rPr>
              <a:t>m</a:t>
            </a:r>
            <a:r>
              <a:rPr sz="1250" spc="35" dirty="0">
                <a:latin typeface="Times New Roman"/>
                <a:cs typeface="Times New Roman"/>
              </a:rPr>
              <a:t>p</a:t>
            </a:r>
            <a:r>
              <a:rPr sz="1250" spc="-90" dirty="0">
                <a:latin typeface="Times New Roman"/>
                <a:cs typeface="Times New Roman"/>
              </a:rPr>
              <a:t>l</a:t>
            </a:r>
            <a:r>
              <a:rPr sz="1250" spc="5" dirty="0">
                <a:latin typeface="Times New Roman"/>
                <a:cs typeface="Times New Roman"/>
              </a:rPr>
              <a:t>e</a:t>
            </a:r>
            <a:r>
              <a:rPr sz="1250" spc="-10" dirty="0">
                <a:latin typeface="Times New Roman"/>
                <a:cs typeface="Times New Roman"/>
              </a:rPr>
              <a:t> </a:t>
            </a:r>
            <a:r>
              <a:rPr sz="1250" spc="-30" dirty="0">
                <a:latin typeface="Times New Roman"/>
                <a:cs typeface="Times New Roman"/>
              </a:rPr>
              <a:t>n</a:t>
            </a:r>
            <a:r>
              <a:rPr sz="1250" spc="35" dirty="0">
                <a:latin typeface="Times New Roman"/>
                <a:cs typeface="Times New Roman"/>
              </a:rPr>
              <a:t>o</a:t>
            </a:r>
            <a:r>
              <a:rPr sz="1250" dirty="0"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276078" y="4693321"/>
            <a:ext cx="82740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40" dirty="0">
                <a:latin typeface="Times New Roman"/>
                <a:cs typeface="Times New Roman"/>
              </a:rPr>
              <a:t>c</a:t>
            </a:r>
            <a:r>
              <a:rPr sz="1250" spc="35" dirty="0">
                <a:latin typeface="Times New Roman"/>
                <a:cs typeface="Times New Roman"/>
              </a:rPr>
              <a:t>o</a:t>
            </a:r>
            <a:r>
              <a:rPr sz="1250" spc="-30" dirty="0">
                <a:latin typeface="Times New Roman"/>
                <a:cs typeface="Times New Roman"/>
              </a:rPr>
              <a:t>n</a:t>
            </a:r>
            <a:r>
              <a:rPr sz="1250" spc="-20" dirty="0">
                <a:latin typeface="Times New Roman"/>
                <a:cs typeface="Times New Roman"/>
              </a:rPr>
              <a:t>t</a:t>
            </a:r>
            <a:r>
              <a:rPr sz="1250" spc="-25" dirty="0">
                <a:latin typeface="Times New Roman"/>
                <a:cs typeface="Times New Roman"/>
              </a:rPr>
              <a:t>r</a:t>
            </a:r>
            <a:r>
              <a:rPr sz="1250" spc="35" dirty="0">
                <a:latin typeface="Times New Roman"/>
                <a:cs typeface="Times New Roman"/>
              </a:rPr>
              <a:t>o</a:t>
            </a:r>
            <a:r>
              <a:rPr sz="1250" dirty="0">
                <a:latin typeface="Times New Roman"/>
                <a:cs typeface="Times New Roman"/>
              </a:rPr>
              <a:t>l</a:t>
            </a:r>
            <a:r>
              <a:rPr sz="1250" spc="-65" dirty="0">
                <a:latin typeface="Times New Roman"/>
                <a:cs typeface="Times New Roman"/>
              </a:rPr>
              <a:t> </a:t>
            </a:r>
            <a:r>
              <a:rPr sz="1250" spc="-85" dirty="0">
                <a:latin typeface="Times New Roman"/>
                <a:cs typeface="Times New Roman"/>
              </a:rPr>
              <a:t>i</a:t>
            </a:r>
            <a:r>
              <a:rPr sz="1250" spc="-30" dirty="0">
                <a:latin typeface="Times New Roman"/>
                <a:cs typeface="Times New Roman"/>
              </a:rPr>
              <a:t>n</a:t>
            </a:r>
            <a:r>
              <a:rPr sz="1250" spc="35" dirty="0">
                <a:latin typeface="Times New Roman"/>
                <a:cs typeface="Times New Roman"/>
              </a:rPr>
              <a:t>p</a:t>
            </a:r>
            <a:r>
              <a:rPr sz="1250" spc="-35" dirty="0">
                <a:latin typeface="Times New Roman"/>
                <a:cs typeface="Times New Roman"/>
              </a:rPr>
              <a:t>ut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31686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ad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in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8BE1B0-FB87-05EC-6086-B97FF6BFAE9A}"/>
              </a:ext>
            </a:extLst>
          </p:cNvPr>
          <p:cNvGrpSpPr/>
          <p:nvPr/>
        </p:nvGrpSpPr>
        <p:grpSpPr>
          <a:xfrm>
            <a:off x="1811011" y="2350770"/>
            <a:ext cx="5342182" cy="1460500"/>
            <a:chOff x="1811011" y="2350770"/>
            <a:chExt cx="5342182" cy="1460500"/>
          </a:xfrm>
        </p:grpSpPr>
        <p:sp>
          <p:nvSpPr>
            <p:cNvPr id="3" name="object 3"/>
            <p:cNvSpPr/>
            <p:nvPr/>
          </p:nvSpPr>
          <p:spPr>
            <a:xfrm>
              <a:off x="3455670" y="2350770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1836846" y="0"/>
                  </a:moveTo>
                  <a:lnTo>
                    <a:pt x="243413" y="0"/>
                  </a:lnTo>
                  <a:lnTo>
                    <a:pt x="223447" y="806"/>
                  </a:lnTo>
                  <a:lnTo>
                    <a:pt x="184913" y="7073"/>
                  </a:lnTo>
                  <a:lnTo>
                    <a:pt x="148660" y="19126"/>
                  </a:lnTo>
                  <a:lnTo>
                    <a:pt x="99650" y="46960"/>
                  </a:lnTo>
                  <a:lnTo>
                    <a:pt x="58589" y="84996"/>
                  </a:lnTo>
                  <a:lnTo>
                    <a:pt x="27166" y="131544"/>
                  </a:lnTo>
                  <a:lnTo>
                    <a:pt x="7073" y="184913"/>
                  </a:lnTo>
                  <a:lnTo>
                    <a:pt x="806" y="223447"/>
                  </a:lnTo>
                  <a:lnTo>
                    <a:pt x="0" y="243413"/>
                  </a:lnTo>
                  <a:lnTo>
                    <a:pt x="0" y="1217066"/>
                  </a:lnTo>
                  <a:lnTo>
                    <a:pt x="3185" y="1256553"/>
                  </a:lnTo>
                  <a:lnTo>
                    <a:pt x="12408" y="1294011"/>
                  </a:lnTo>
                  <a:lnTo>
                    <a:pt x="36465" y="1345299"/>
                  </a:lnTo>
                  <a:lnTo>
                    <a:pt x="71288" y="1389202"/>
                  </a:lnTo>
                  <a:lnTo>
                    <a:pt x="115187" y="1424031"/>
                  </a:lnTo>
                  <a:lnTo>
                    <a:pt x="166470" y="1448093"/>
                  </a:lnTo>
                  <a:lnTo>
                    <a:pt x="203927" y="1457317"/>
                  </a:lnTo>
                  <a:lnTo>
                    <a:pt x="243413" y="1460504"/>
                  </a:lnTo>
                  <a:lnTo>
                    <a:pt x="1836846" y="1460504"/>
                  </a:lnTo>
                  <a:lnTo>
                    <a:pt x="1876332" y="1457317"/>
                  </a:lnTo>
                  <a:lnTo>
                    <a:pt x="1913789" y="1448093"/>
                  </a:lnTo>
                  <a:lnTo>
                    <a:pt x="1965072" y="1424031"/>
                  </a:lnTo>
                  <a:lnTo>
                    <a:pt x="2008971" y="1389202"/>
                  </a:lnTo>
                  <a:lnTo>
                    <a:pt x="2043794" y="1345299"/>
                  </a:lnTo>
                  <a:lnTo>
                    <a:pt x="2067851" y="1294011"/>
                  </a:lnTo>
                  <a:lnTo>
                    <a:pt x="2077074" y="1256553"/>
                  </a:lnTo>
                  <a:lnTo>
                    <a:pt x="2080259" y="1217066"/>
                  </a:lnTo>
                  <a:lnTo>
                    <a:pt x="2080259" y="243413"/>
                  </a:lnTo>
                  <a:lnTo>
                    <a:pt x="2077074" y="203927"/>
                  </a:lnTo>
                  <a:lnTo>
                    <a:pt x="2067851" y="166470"/>
                  </a:lnTo>
                  <a:lnTo>
                    <a:pt x="2043794" y="115187"/>
                  </a:lnTo>
                  <a:lnTo>
                    <a:pt x="2008971" y="71288"/>
                  </a:lnTo>
                  <a:lnTo>
                    <a:pt x="1965072" y="36465"/>
                  </a:lnTo>
                  <a:lnTo>
                    <a:pt x="1913789" y="12408"/>
                  </a:lnTo>
                  <a:lnTo>
                    <a:pt x="1876332" y="3185"/>
                  </a:lnTo>
                  <a:lnTo>
                    <a:pt x="18368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55670" y="2350770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0" y="243413"/>
                  </a:moveTo>
                  <a:lnTo>
                    <a:pt x="3185" y="203927"/>
                  </a:lnTo>
                  <a:lnTo>
                    <a:pt x="12408" y="166470"/>
                  </a:lnTo>
                  <a:lnTo>
                    <a:pt x="36465" y="115187"/>
                  </a:lnTo>
                  <a:lnTo>
                    <a:pt x="71288" y="71288"/>
                  </a:lnTo>
                  <a:lnTo>
                    <a:pt x="115187" y="36465"/>
                  </a:lnTo>
                  <a:lnTo>
                    <a:pt x="166470" y="12408"/>
                  </a:lnTo>
                  <a:lnTo>
                    <a:pt x="203927" y="3185"/>
                  </a:lnTo>
                  <a:lnTo>
                    <a:pt x="243413" y="0"/>
                  </a:lnTo>
                  <a:lnTo>
                    <a:pt x="1836846" y="0"/>
                  </a:lnTo>
                  <a:lnTo>
                    <a:pt x="1876332" y="3185"/>
                  </a:lnTo>
                  <a:lnTo>
                    <a:pt x="1913789" y="12408"/>
                  </a:lnTo>
                  <a:lnTo>
                    <a:pt x="1965072" y="36465"/>
                  </a:lnTo>
                  <a:lnTo>
                    <a:pt x="2008971" y="71288"/>
                  </a:lnTo>
                  <a:lnTo>
                    <a:pt x="2043794" y="115187"/>
                  </a:lnTo>
                  <a:lnTo>
                    <a:pt x="2067851" y="166470"/>
                  </a:lnTo>
                  <a:lnTo>
                    <a:pt x="2077074" y="203927"/>
                  </a:lnTo>
                  <a:lnTo>
                    <a:pt x="2080259" y="243413"/>
                  </a:lnTo>
                  <a:lnTo>
                    <a:pt x="2080259" y="1217066"/>
                  </a:lnTo>
                  <a:lnTo>
                    <a:pt x="2077074" y="1256553"/>
                  </a:lnTo>
                  <a:lnTo>
                    <a:pt x="2067851" y="1294011"/>
                  </a:lnTo>
                  <a:lnTo>
                    <a:pt x="2043794" y="1345299"/>
                  </a:lnTo>
                  <a:lnTo>
                    <a:pt x="2008971" y="1389202"/>
                  </a:lnTo>
                  <a:lnTo>
                    <a:pt x="1965072" y="1424031"/>
                  </a:lnTo>
                  <a:lnTo>
                    <a:pt x="1913789" y="1448093"/>
                  </a:lnTo>
                  <a:lnTo>
                    <a:pt x="1876332" y="1457317"/>
                  </a:lnTo>
                  <a:lnTo>
                    <a:pt x="1836846" y="1460504"/>
                  </a:lnTo>
                  <a:lnTo>
                    <a:pt x="243413" y="1460504"/>
                  </a:lnTo>
                  <a:lnTo>
                    <a:pt x="203927" y="1457317"/>
                  </a:lnTo>
                  <a:lnTo>
                    <a:pt x="166470" y="1448093"/>
                  </a:lnTo>
                  <a:lnTo>
                    <a:pt x="115187" y="1424031"/>
                  </a:lnTo>
                  <a:lnTo>
                    <a:pt x="71288" y="1389202"/>
                  </a:lnTo>
                  <a:lnTo>
                    <a:pt x="36465" y="1345299"/>
                  </a:lnTo>
                  <a:lnTo>
                    <a:pt x="12408" y="1294011"/>
                  </a:lnTo>
                  <a:lnTo>
                    <a:pt x="3185" y="1256553"/>
                  </a:lnTo>
                  <a:lnTo>
                    <a:pt x="0" y="1217066"/>
                  </a:lnTo>
                  <a:lnTo>
                    <a:pt x="0" y="243413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0584" y="3106647"/>
              <a:ext cx="1297305" cy="0"/>
            </a:xfrm>
            <a:custGeom>
              <a:avLst/>
              <a:gdLst/>
              <a:ahLst/>
              <a:cxnLst/>
              <a:rect l="l" t="t" r="r" b="b"/>
              <a:pathLst>
                <a:path w="1297304">
                  <a:moveTo>
                    <a:pt x="0" y="0"/>
                  </a:moveTo>
                  <a:lnTo>
                    <a:pt x="1297153" y="0"/>
                  </a:lnTo>
                </a:path>
              </a:pathLst>
            </a:custGeom>
            <a:ln w="1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4042184" y="2607405"/>
              <a:ext cx="883919" cy="450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-10" dirty="0">
                  <a:latin typeface="Times New Roman"/>
                  <a:cs typeface="Times New Roman"/>
                </a:rPr>
                <a:t>0.</a:t>
              </a:r>
              <a:r>
                <a:rPr sz="2650" spc="150" dirty="0">
                  <a:latin typeface="Times New Roman"/>
                  <a:cs typeface="Times New Roman"/>
                </a:rPr>
                <a:t>2</a:t>
              </a:r>
              <a:r>
                <a:rPr sz="2650" i="1" spc="165" dirty="0">
                  <a:latin typeface="Times New Roman"/>
                  <a:cs typeface="Times New Roman"/>
                </a:rPr>
                <a:t>z</a:t>
              </a:r>
              <a:r>
                <a:rPr sz="3000" spc="-37" baseline="33333" dirty="0">
                  <a:latin typeface="Symbol"/>
                  <a:cs typeface="Symbol"/>
                </a:rPr>
                <a:t></a:t>
              </a:r>
              <a:r>
                <a:rPr sz="3000" spc="-15" baseline="33333" dirty="0">
                  <a:latin typeface="Times New Roman"/>
                  <a:cs typeface="Times New Roman"/>
                </a:rPr>
                <a:t>1</a:t>
              </a:r>
              <a:endParaRPr sz="3000" baseline="33333">
                <a:latin typeface="Times New Roman"/>
                <a:cs typeface="Times New Roman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3813893" y="3121708"/>
              <a:ext cx="1308735" cy="450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190" dirty="0">
                  <a:latin typeface="Times New Roman"/>
                  <a:cs typeface="Times New Roman"/>
                </a:rPr>
                <a:t>1</a:t>
              </a:r>
              <a:r>
                <a:rPr sz="2650" spc="-15" dirty="0">
                  <a:latin typeface="Symbol"/>
                  <a:cs typeface="Symbol"/>
                </a:rPr>
                <a:t></a:t>
              </a:r>
              <a:r>
                <a:rPr sz="2650" spc="-25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0.</a:t>
              </a:r>
              <a:r>
                <a:rPr sz="2650" spc="100" dirty="0">
                  <a:latin typeface="Times New Roman"/>
                  <a:cs typeface="Times New Roman"/>
                </a:rPr>
                <a:t>8</a:t>
              </a:r>
              <a:r>
                <a:rPr sz="2650" i="1" spc="165" dirty="0">
                  <a:latin typeface="Times New Roman"/>
                  <a:cs typeface="Times New Roman"/>
                </a:rPr>
                <a:t>z</a:t>
              </a:r>
              <a:r>
                <a:rPr sz="3000" spc="-37" baseline="33333" dirty="0">
                  <a:latin typeface="Symbol"/>
                  <a:cs typeface="Symbol"/>
                </a:rPr>
                <a:t></a:t>
              </a:r>
              <a:r>
                <a:rPr sz="3000" spc="-15" baseline="33333" dirty="0">
                  <a:latin typeface="Times New Roman"/>
                  <a:cs typeface="Times New Roman"/>
                </a:rPr>
                <a:t>1</a:t>
              </a:r>
              <a:endParaRPr sz="3000" baseline="33333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811011" y="307848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5">
                  <a:moveTo>
                    <a:pt x="1617957" y="1554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739" y="3035533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60" y="0"/>
                  </a:moveTo>
                  <a:lnTo>
                    <a:pt x="76230" y="44531"/>
                  </a:lnTo>
                  <a:lnTo>
                    <a:pt x="0" y="88879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34649" y="307848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5">
                  <a:moveTo>
                    <a:pt x="1617939" y="1554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76358" y="3035533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91" y="0"/>
                  </a:moveTo>
                  <a:lnTo>
                    <a:pt x="76260" y="44531"/>
                  </a:lnTo>
                  <a:lnTo>
                    <a:pt x="0" y="88879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261904" y="2552798"/>
              <a:ext cx="287655" cy="436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-5" dirty="0">
                  <a:latin typeface="Times New Roman"/>
                  <a:cs typeface="Times New Roman"/>
                </a:rPr>
                <a:t>y</a:t>
              </a:r>
              <a:r>
                <a:rPr sz="3000" i="1" spc="-30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349032" y="2585492"/>
              <a:ext cx="308610" cy="4337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10" dirty="0">
                  <a:latin typeface="Times New Roman"/>
                  <a:cs typeface="Times New Roman"/>
                </a:rPr>
                <a:t>u</a:t>
              </a:r>
              <a:r>
                <a:rPr sz="3000" i="1" spc="-30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664465-40A9-F4D9-9CE3-1D182BBD6737}"/>
              </a:ext>
            </a:extLst>
          </p:cNvPr>
          <p:cNvGrpSpPr/>
          <p:nvPr/>
        </p:nvGrpSpPr>
        <p:grpSpPr>
          <a:xfrm>
            <a:off x="1811011" y="4489454"/>
            <a:ext cx="5452282" cy="1460500"/>
            <a:chOff x="1811011" y="4489454"/>
            <a:chExt cx="5452282" cy="1460500"/>
          </a:xfrm>
        </p:grpSpPr>
        <p:sp>
          <p:nvSpPr>
            <p:cNvPr id="14" name="object 14"/>
            <p:cNvSpPr/>
            <p:nvPr/>
          </p:nvSpPr>
          <p:spPr>
            <a:xfrm>
              <a:off x="3455670" y="4489454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1836846" y="0"/>
                  </a:moveTo>
                  <a:lnTo>
                    <a:pt x="243413" y="0"/>
                  </a:lnTo>
                  <a:lnTo>
                    <a:pt x="223447" y="806"/>
                  </a:lnTo>
                  <a:lnTo>
                    <a:pt x="184913" y="7074"/>
                  </a:lnTo>
                  <a:lnTo>
                    <a:pt x="148660" y="19128"/>
                  </a:lnTo>
                  <a:lnTo>
                    <a:pt x="99650" y="46963"/>
                  </a:lnTo>
                  <a:lnTo>
                    <a:pt x="58589" y="85001"/>
                  </a:lnTo>
                  <a:lnTo>
                    <a:pt x="27166" y="131549"/>
                  </a:lnTo>
                  <a:lnTo>
                    <a:pt x="7073" y="184915"/>
                  </a:lnTo>
                  <a:lnTo>
                    <a:pt x="806" y="223446"/>
                  </a:lnTo>
                  <a:lnTo>
                    <a:pt x="0" y="243410"/>
                  </a:lnTo>
                  <a:lnTo>
                    <a:pt x="0" y="1217081"/>
                  </a:lnTo>
                  <a:lnTo>
                    <a:pt x="3185" y="1256564"/>
                  </a:lnTo>
                  <a:lnTo>
                    <a:pt x="12408" y="1294018"/>
                  </a:lnTo>
                  <a:lnTo>
                    <a:pt x="36465" y="1345299"/>
                  </a:lnTo>
                  <a:lnTo>
                    <a:pt x="71288" y="1389198"/>
                  </a:lnTo>
                  <a:lnTo>
                    <a:pt x="115187" y="1424023"/>
                  </a:lnTo>
                  <a:lnTo>
                    <a:pt x="166470" y="1448082"/>
                  </a:lnTo>
                  <a:lnTo>
                    <a:pt x="203927" y="1457306"/>
                  </a:lnTo>
                  <a:lnTo>
                    <a:pt x="243413" y="1460491"/>
                  </a:lnTo>
                  <a:lnTo>
                    <a:pt x="1836846" y="1460491"/>
                  </a:lnTo>
                  <a:lnTo>
                    <a:pt x="1876332" y="1457306"/>
                  </a:lnTo>
                  <a:lnTo>
                    <a:pt x="1913789" y="1448082"/>
                  </a:lnTo>
                  <a:lnTo>
                    <a:pt x="1965072" y="1424023"/>
                  </a:lnTo>
                  <a:lnTo>
                    <a:pt x="2008971" y="1389198"/>
                  </a:lnTo>
                  <a:lnTo>
                    <a:pt x="2043794" y="1345299"/>
                  </a:lnTo>
                  <a:lnTo>
                    <a:pt x="2067851" y="1294018"/>
                  </a:lnTo>
                  <a:lnTo>
                    <a:pt x="2077074" y="1256564"/>
                  </a:lnTo>
                  <a:lnTo>
                    <a:pt x="2080259" y="1217081"/>
                  </a:lnTo>
                  <a:lnTo>
                    <a:pt x="2080259" y="243410"/>
                  </a:lnTo>
                  <a:lnTo>
                    <a:pt x="2077074" y="203927"/>
                  </a:lnTo>
                  <a:lnTo>
                    <a:pt x="2067851" y="166473"/>
                  </a:lnTo>
                  <a:lnTo>
                    <a:pt x="2043794" y="115191"/>
                  </a:lnTo>
                  <a:lnTo>
                    <a:pt x="2008971" y="71293"/>
                  </a:lnTo>
                  <a:lnTo>
                    <a:pt x="1965072" y="36468"/>
                  </a:lnTo>
                  <a:lnTo>
                    <a:pt x="1913789" y="12409"/>
                  </a:lnTo>
                  <a:lnTo>
                    <a:pt x="1876332" y="3185"/>
                  </a:lnTo>
                  <a:lnTo>
                    <a:pt x="18368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55670" y="4489454"/>
              <a:ext cx="2080260" cy="1460500"/>
            </a:xfrm>
            <a:custGeom>
              <a:avLst/>
              <a:gdLst/>
              <a:ahLst/>
              <a:cxnLst/>
              <a:rect l="l" t="t" r="r" b="b"/>
              <a:pathLst>
                <a:path w="2080260" h="1460500">
                  <a:moveTo>
                    <a:pt x="0" y="243410"/>
                  </a:moveTo>
                  <a:lnTo>
                    <a:pt x="3185" y="203927"/>
                  </a:lnTo>
                  <a:lnTo>
                    <a:pt x="12408" y="166473"/>
                  </a:lnTo>
                  <a:lnTo>
                    <a:pt x="36465" y="115191"/>
                  </a:lnTo>
                  <a:lnTo>
                    <a:pt x="71288" y="71293"/>
                  </a:lnTo>
                  <a:lnTo>
                    <a:pt x="115187" y="36468"/>
                  </a:lnTo>
                  <a:lnTo>
                    <a:pt x="166470" y="12409"/>
                  </a:lnTo>
                  <a:lnTo>
                    <a:pt x="203927" y="3185"/>
                  </a:lnTo>
                  <a:lnTo>
                    <a:pt x="243413" y="0"/>
                  </a:lnTo>
                  <a:lnTo>
                    <a:pt x="1836846" y="0"/>
                  </a:lnTo>
                  <a:lnTo>
                    <a:pt x="1876332" y="3185"/>
                  </a:lnTo>
                  <a:lnTo>
                    <a:pt x="1913789" y="12409"/>
                  </a:lnTo>
                  <a:lnTo>
                    <a:pt x="1965072" y="36468"/>
                  </a:lnTo>
                  <a:lnTo>
                    <a:pt x="2008971" y="71293"/>
                  </a:lnTo>
                  <a:lnTo>
                    <a:pt x="2043794" y="115191"/>
                  </a:lnTo>
                  <a:lnTo>
                    <a:pt x="2067851" y="166473"/>
                  </a:lnTo>
                  <a:lnTo>
                    <a:pt x="2077074" y="203927"/>
                  </a:lnTo>
                  <a:lnTo>
                    <a:pt x="2080259" y="243410"/>
                  </a:lnTo>
                  <a:lnTo>
                    <a:pt x="2080259" y="1217081"/>
                  </a:lnTo>
                  <a:lnTo>
                    <a:pt x="2077074" y="1256564"/>
                  </a:lnTo>
                  <a:lnTo>
                    <a:pt x="2067851" y="1294018"/>
                  </a:lnTo>
                  <a:lnTo>
                    <a:pt x="2043794" y="1345299"/>
                  </a:lnTo>
                  <a:lnTo>
                    <a:pt x="2008971" y="1389198"/>
                  </a:lnTo>
                  <a:lnTo>
                    <a:pt x="1965072" y="1424023"/>
                  </a:lnTo>
                  <a:lnTo>
                    <a:pt x="1913789" y="1448082"/>
                  </a:lnTo>
                  <a:lnTo>
                    <a:pt x="1876332" y="1457306"/>
                  </a:lnTo>
                  <a:lnTo>
                    <a:pt x="1836846" y="1460491"/>
                  </a:lnTo>
                  <a:lnTo>
                    <a:pt x="243413" y="1460491"/>
                  </a:lnTo>
                  <a:lnTo>
                    <a:pt x="203927" y="1457306"/>
                  </a:lnTo>
                  <a:lnTo>
                    <a:pt x="166470" y="1448082"/>
                  </a:lnTo>
                  <a:lnTo>
                    <a:pt x="115187" y="1424023"/>
                  </a:lnTo>
                  <a:lnTo>
                    <a:pt x="71288" y="1389198"/>
                  </a:lnTo>
                  <a:lnTo>
                    <a:pt x="36465" y="1345299"/>
                  </a:lnTo>
                  <a:lnTo>
                    <a:pt x="12408" y="1294018"/>
                  </a:lnTo>
                  <a:lnTo>
                    <a:pt x="3185" y="1256564"/>
                  </a:lnTo>
                  <a:lnTo>
                    <a:pt x="0" y="1217081"/>
                  </a:lnTo>
                  <a:lnTo>
                    <a:pt x="0" y="243410"/>
                  </a:lnTo>
                  <a:close/>
                </a:path>
              </a:pathLst>
            </a:custGeom>
            <a:ln w="12700">
              <a:solidFill>
                <a:srgbClr val="2E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329801" y="4883493"/>
              <a:ext cx="349885" cy="6750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5100" dirty="0">
                  <a:latin typeface="Times New Roman"/>
                  <a:cs typeface="Times New Roman"/>
                </a:rPr>
                <a:t>1</a:t>
              </a:r>
              <a:endParaRPr sz="510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811011" y="5217164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4">
                  <a:moveTo>
                    <a:pt x="1617957" y="15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2739" y="5174205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5" h="88900">
                  <a:moveTo>
                    <a:pt x="60" y="0"/>
                  </a:moveTo>
                  <a:lnTo>
                    <a:pt x="76230" y="44531"/>
                  </a:lnTo>
                  <a:lnTo>
                    <a:pt x="0" y="88904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4649" y="5219700"/>
              <a:ext cx="1617980" cy="1905"/>
            </a:xfrm>
            <a:custGeom>
              <a:avLst/>
              <a:gdLst/>
              <a:ahLst/>
              <a:cxnLst/>
              <a:rect l="l" t="t" r="r" b="b"/>
              <a:pathLst>
                <a:path w="1617979" h="1904">
                  <a:moveTo>
                    <a:pt x="1617939" y="1560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76358" y="5176741"/>
              <a:ext cx="76835" cy="88900"/>
            </a:xfrm>
            <a:custGeom>
              <a:avLst/>
              <a:gdLst/>
              <a:ahLst/>
              <a:cxnLst/>
              <a:rect l="l" t="t" r="r" b="b"/>
              <a:pathLst>
                <a:path w="76834" h="88900">
                  <a:moveTo>
                    <a:pt x="91" y="0"/>
                  </a:moveTo>
                  <a:lnTo>
                    <a:pt x="76260" y="44531"/>
                  </a:lnTo>
                  <a:lnTo>
                    <a:pt x="0" y="88904"/>
                  </a:lnTo>
                </a:path>
              </a:pathLst>
            </a:custGeom>
            <a:ln w="253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2517142" y="4879719"/>
              <a:ext cx="152400" cy="2781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spc="-10" dirty="0">
                  <a:latin typeface="Times New Roman"/>
                  <a:cs typeface="Times New Roman"/>
                </a:rPr>
                <a:t>0</a:t>
              </a:r>
              <a:endParaRPr sz="200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349286" y="4724174"/>
              <a:ext cx="194310" cy="3625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dirty="0">
                  <a:latin typeface="Times New Roman"/>
                  <a:cs typeface="Times New Roman"/>
                </a:rPr>
                <a:t>u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952018" y="4637388"/>
              <a:ext cx="1311275" cy="3683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i="1" spc="90" dirty="0">
                  <a:latin typeface="Times New Roman"/>
                  <a:cs typeface="Times New Roman"/>
                </a:rPr>
                <a:t>y</a:t>
              </a:r>
              <a:r>
                <a:rPr sz="2650" spc="55" dirty="0">
                  <a:latin typeface="Times New Roman"/>
                  <a:cs typeface="Times New Roman"/>
                </a:rPr>
                <a:t>(</a:t>
              </a:r>
              <a:r>
                <a:rPr sz="2650" i="1" spc="-15" dirty="0">
                  <a:latin typeface="Times New Roman"/>
                  <a:cs typeface="Times New Roman"/>
                </a:rPr>
                <a:t>k</a:t>
              </a:r>
              <a:r>
                <a:rPr sz="2650" i="1" spc="100" dirty="0">
                  <a:latin typeface="Times New Roman"/>
                  <a:cs typeface="Times New Roman"/>
                </a:rPr>
                <a:t> </a:t>
              </a:r>
              <a:r>
                <a:rPr sz="2650" spc="-30" dirty="0">
                  <a:latin typeface="Symbol"/>
                  <a:cs typeface="Symbol"/>
                </a:rPr>
                <a:t></a:t>
              </a:r>
              <a:r>
                <a:rPr sz="2650" spc="-135" dirty="0">
                  <a:latin typeface="Times New Roman"/>
                  <a:cs typeface="Times New Roman"/>
                </a:rPr>
                <a:t> </a:t>
              </a:r>
              <a:r>
                <a:rPr sz="2650" spc="35" dirty="0">
                  <a:latin typeface="Symbol"/>
                  <a:cs typeface="Symbol"/>
                </a:rPr>
                <a:t></a:t>
              </a:r>
              <a:r>
                <a:rPr sz="2650" spc="-1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W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220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urb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5" name="object 5"/>
          <p:cNvSpPr/>
          <p:nvPr/>
        </p:nvSpPr>
        <p:spPr>
          <a:xfrm>
            <a:off x="2058673" y="271143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4687128" y="0"/>
                </a:moveTo>
                <a:lnTo>
                  <a:pt x="286179" y="0"/>
                </a:lnTo>
                <a:lnTo>
                  <a:pt x="262707" y="948"/>
                </a:lnTo>
                <a:lnTo>
                  <a:pt x="217406" y="8317"/>
                </a:lnTo>
                <a:lnTo>
                  <a:pt x="174783" y="22490"/>
                </a:lnTo>
                <a:lnTo>
                  <a:pt x="135430" y="42878"/>
                </a:lnTo>
                <a:lnTo>
                  <a:pt x="99935" y="68891"/>
                </a:lnTo>
                <a:lnTo>
                  <a:pt x="68887" y="99940"/>
                </a:lnTo>
                <a:lnTo>
                  <a:pt x="42875" y="135436"/>
                </a:lnTo>
                <a:lnTo>
                  <a:pt x="22488" y="174788"/>
                </a:lnTo>
                <a:lnTo>
                  <a:pt x="8316" y="217409"/>
                </a:lnTo>
                <a:lnTo>
                  <a:pt x="948" y="262707"/>
                </a:lnTo>
                <a:lnTo>
                  <a:pt x="0" y="286176"/>
                </a:lnTo>
                <a:lnTo>
                  <a:pt x="0" y="1430862"/>
                </a:lnTo>
                <a:lnTo>
                  <a:pt x="3745" y="1477282"/>
                </a:lnTo>
                <a:lnTo>
                  <a:pt x="14589" y="1521317"/>
                </a:lnTo>
                <a:lnTo>
                  <a:pt x="31942" y="1562377"/>
                </a:lnTo>
                <a:lnTo>
                  <a:pt x="55214" y="1599873"/>
                </a:lnTo>
                <a:lnTo>
                  <a:pt x="83818" y="1633217"/>
                </a:lnTo>
                <a:lnTo>
                  <a:pt x="117163" y="1661819"/>
                </a:lnTo>
                <a:lnTo>
                  <a:pt x="154661" y="1685090"/>
                </a:lnTo>
                <a:lnTo>
                  <a:pt x="195723" y="1702441"/>
                </a:lnTo>
                <a:lnTo>
                  <a:pt x="239758" y="1713284"/>
                </a:lnTo>
                <a:lnTo>
                  <a:pt x="286179" y="1717029"/>
                </a:lnTo>
                <a:lnTo>
                  <a:pt x="4687128" y="1717029"/>
                </a:lnTo>
                <a:lnTo>
                  <a:pt x="4733552" y="1713284"/>
                </a:lnTo>
                <a:lnTo>
                  <a:pt x="4777589" y="1702441"/>
                </a:lnTo>
                <a:lnTo>
                  <a:pt x="4818651" y="1685090"/>
                </a:lnTo>
                <a:lnTo>
                  <a:pt x="4856149" y="1661819"/>
                </a:lnTo>
                <a:lnTo>
                  <a:pt x="4889493" y="1633217"/>
                </a:lnTo>
                <a:lnTo>
                  <a:pt x="4918095" y="1599873"/>
                </a:lnTo>
                <a:lnTo>
                  <a:pt x="4941366" y="1562377"/>
                </a:lnTo>
                <a:lnTo>
                  <a:pt x="4958717" y="1521317"/>
                </a:lnTo>
                <a:lnTo>
                  <a:pt x="4969560" y="1477282"/>
                </a:lnTo>
                <a:lnTo>
                  <a:pt x="4973305" y="1430862"/>
                </a:lnTo>
                <a:lnTo>
                  <a:pt x="4973305" y="286176"/>
                </a:lnTo>
                <a:lnTo>
                  <a:pt x="4969560" y="239760"/>
                </a:lnTo>
                <a:lnTo>
                  <a:pt x="4958717" y="195727"/>
                </a:lnTo>
                <a:lnTo>
                  <a:pt x="4941366" y="154667"/>
                </a:lnTo>
                <a:lnTo>
                  <a:pt x="4918095" y="117169"/>
                </a:lnTo>
                <a:lnTo>
                  <a:pt x="4889493" y="83823"/>
                </a:lnTo>
                <a:lnTo>
                  <a:pt x="4856149" y="55219"/>
                </a:lnTo>
                <a:lnTo>
                  <a:pt x="4818651" y="31944"/>
                </a:lnTo>
                <a:lnTo>
                  <a:pt x="4777589" y="14590"/>
                </a:lnTo>
                <a:lnTo>
                  <a:pt x="4733552" y="3745"/>
                </a:lnTo>
                <a:lnTo>
                  <a:pt x="46871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8673" y="271143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0" y="286176"/>
                </a:moveTo>
                <a:lnTo>
                  <a:pt x="3745" y="239760"/>
                </a:lnTo>
                <a:lnTo>
                  <a:pt x="14589" y="195727"/>
                </a:lnTo>
                <a:lnTo>
                  <a:pt x="31942" y="154667"/>
                </a:lnTo>
                <a:lnTo>
                  <a:pt x="55214" y="117169"/>
                </a:lnTo>
                <a:lnTo>
                  <a:pt x="83818" y="83823"/>
                </a:lnTo>
                <a:lnTo>
                  <a:pt x="117163" y="55219"/>
                </a:lnTo>
                <a:lnTo>
                  <a:pt x="154661" y="31944"/>
                </a:lnTo>
                <a:lnTo>
                  <a:pt x="195723" y="14590"/>
                </a:lnTo>
                <a:lnTo>
                  <a:pt x="239758" y="3745"/>
                </a:lnTo>
                <a:lnTo>
                  <a:pt x="286179" y="0"/>
                </a:lnTo>
                <a:lnTo>
                  <a:pt x="4687128" y="0"/>
                </a:lnTo>
                <a:lnTo>
                  <a:pt x="4733552" y="3745"/>
                </a:lnTo>
                <a:lnTo>
                  <a:pt x="4777589" y="14590"/>
                </a:lnTo>
                <a:lnTo>
                  <a:pt x="4818651" y="31944"/>
                </a:lnTo>
                <a:lnTo>
                  <a:pt x="4856149" y="55219"/>
                </a:lnTo>
                <a:lnTo>
                  <a:pt x="4889493" y="83823"/>
                </a:lnTo>
                <a:lnTo>
                  <a:pt x="4918095" y="117169"/>
                </a:lnTo>
                <a:lnTo>
                  <a:pt x="4941366" y="154667"/>
                </a:lnTo>
                <a:lnTo>
                  <a:pt x="4958717" y="195727"/>
                </a:lnTo>
                <a:lnTo>
                  <a:pt x="4969560" y="239760"/>
                </a:lnTo>
                <a:lnTo>
                  <a:pt x="4973305" y="286176"/>
                </a:lnTo>
                <a:lnTo>
                  <a:pt x="4973305" y="1430862"/>
                </a:lnTo>
                <a:lnTo>
                  <a:pt x="4969560" y="1477282"/>
                </a:lnTo>
                <a:lnTo>
                  <a:pt x="4958717" y="1521317"/>
                </a:lnTo>
                <a:lnTo>
                  <a:pt x="4941366" y="1562377"/>
                </a:lnTo>
                <a:lnTo>
                  <a:pt x="4918095" y="1599873"/>
                </a:lnTo>
                <a:lnTo>
                  <a:pt x="4889493" y="1633217"/>
                </a:lnTo>
                <a:lnTo>
                  <a:pt x="4856149" y="1661819"/>
                </a:lnTo>
                <a:lnTo>
                  <a:pt x="4818651" y="1685090"/>
                </a:lnTo>
                <a:lnTo>
                  <a:pt x="4777589" y="1702441"/>
                </a:lnTo>
                <a:lnTo>
                  <a:pt x="4733552" y="1713284"/>
                </a:lnTo>
                <a:lnTo>
                  <a:pt x="4687128" y="1717029"/>
                </a:lnTo>
                <a:lnTo>
                  <a:pt x="286179" y="1717029"/>
                </a:lnTo>
                <a:lnTo>
                  <a:pt x="239758" y="1713284"/>
                </a:lnTo>
                <a:lnTo>
                  <a:pt x="195723" y="1702441"/>
                </a:lnTo>
                <a:lnTo>
                  <a:pt x="154661" y="1685090"/>
                </a:lnTo>
                <a:lnTo>
                  <a:pt x="117163" y="1661819"/>
                </a:lnTo>
                <a:lnTo>
                  <a:pt x="83818" y="1633217"/>
                </a:lnTo>
                <a:lnTo>
                  <a:pt x="55214" y="1599873"/>
                </a:lnTo>
                <a:lnTo>
                  <a:pt x="31942" y="1562377"/>
                </a:lnTo>
                <a:lnTo>
                  <a:pt x="14589" y="1521317"/>
                </a:lnTo>
                <a:lnTo>
                  <a:pt x="3745" y="1477282"/>
                </a:lnTo>
                <a:lnTo>
                  <a:pt x="0" y="1430862"/>
                </a:lnTo>
                <a:lnTo>
                  <a:pt x="0" y="28617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0916" y="3632847"/>
            <a:ext cx="4332605" cy="0"/>
          </a:xfrm>
          <a:custGeom>
            <a:avLst/>
            <a:gdLst/>
            <a:ahLst/>
            <a:cxnLst/>
            <a:rect l="l" t="t" r="r" b="b"/>
            <a:pathLst>
              <a:path w="4332605">
                <a:moveTo>
                  <a:pt x="0" y="0"/>
                </a:moveTo>
                <a:lnTo>
                  <a:pt x="4332420" y="0"/>
                </a:lnTo>
              </a:path>
            </a:pathLst>
          </a:custGeom>
          <a:ln w="116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7101" y="3216593"/>
            <a:ext cx="4306570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5" dirty="0">
                <a:latin typeface="Times New Roman"/>
                <a:cs typeface="Times New Roman"/>
              </a:rPr>
              <a:t>27.4671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44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65.641</a:t>
            </a:r>
            <a:r>
              <a:rPr sz="2200" spc="-20" dirty="0">
                <a:latin typeface="Times New Roman"/>
                <a:cs typeface="Times New Roman"/>
              </a:rPr>
              <a:t>8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2</a:t>
            </a:r>
            <a:r>
              <a:rPr sz="2475" spc="232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91.100</a:t>
            </a:r>
            <a:r>
              <a:rPr sz="2200" spc="-20" dirty="0">
                <a:latin typeface="Times New Roman"/>
                <a:cs typeface="Times New Roman"/>
              </a:rPr>
              <a:t>6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3</a:t>
            </a:r>
            <a:endParaRPr sz="2475" baseline="3367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5745" y="3643253"/>
            <a:ext cx="425894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2.4425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1</a:t>
            </a:r>
            <a:r>
              <a:rPr sz="2475" spc="44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2.2794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2</a:t>
            </a:r>
            <a:r>
              <a:rPr sz="2475" spc="232" baseline="3367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0.8274</a:t>
            </a:r>
            <a:r>
              <a:rPr sz="2200" i="1" spc="140" dirty="0">
                <a:latin typeface="Times New Roman"/>
                <a:cs typeface="Times New Roman"/>
              </a:rPr>
              <a:t>z</a:t>
            </a:r>
            <a:r>
              <a:rPr sz="2475" spc="-30" baseline="33670" dirty="0">
                <a:latin typeface="Symbol"/>
                <a:cs typeface="Symbol"/>
              </a:rPr>
              <a:t></a:t>
            </a:r>
            <a:r>
              <a:rPr sz="2475" spc="-15" baseline="33670" dirty="0">
                <a:latin typeface="Times New Roman"/>
                <a:cs typeface="Times New Roman"/>
              </a:rPr>
              <a:t>3</a:t>
            </a:r>
            <a:endParaRPr sz="2475" baseline="3367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1311" y="360935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3029" y="35663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25640" y="359664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67348" y="35536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936071" y="3097749"/>
            <a:ext cx="1371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20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5906" y="2941418"/>
            <a:ext cx="174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y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0777" y="3097749"/>
            <a:ext cx="1371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-20" dirty="0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9648" y="2941418"/>
            <a:ext cx="193040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8469" y="4524347"/>
            <a:ext cx="2890520" cy="81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63220">
              <a:lnSpc>
                <a:spcPct val="78100"/>
              </a:lnSpc>
            </a:pP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c</a:t>
            </a:r>
            <a:r>
              <a:rPr sz="3200" spc="-5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-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25" dirty="0">
                <a:solidFill>
                  <a:srgbClr val="4471C4"/>
                </a:solidFill>
                <a:latin typeface="Calibri"/>
                <a:cs typeface="Calibri"/>
              </a:rPr>
              <a:t>me</a:t>
            </a:r>
            <a:r>
              <a:rPr sz="3200" spc="-1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20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7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3200" spc="-80" dirty="0">
                <a:solidFill>
                  <a:srgbClr val="4471C4"/>
                </a:solidFill>
                <a:latin typeface="Calibri"/>
                <a:cs typeface="Calibri"/>
              </a:rPr>
              <a:t>f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er</a:t>
            </a:r>
            <a:r>
              <a:rPr sz="3200" spc="-12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F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un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cti</a:t>
            </a: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086" y="3789982"/>
            <a:ext cx="8959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2828" y="3711150"/>
            <a:ext cx="11525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1101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k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et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ity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8673" y="271143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4687128" y="0"/>
                </a:moveTo>
                <a:lnTo>
                  <a:pt x="286179" y="0"/>
                </a:lnTo>
                <a:lnTo>
                  <a:pt x="262707" y="948"/>
                </a:lnTo>
                <a:lnTo>
                  <a:pt x="217406" y="8317"/>
                </a:lnTo>
                <a:lnTo>
                  <a:pt x="174783" y="22490"/>
                </a:lnTo>
                <a:lnTo>
                  <a:pt x="135430" y="42878"/>
                </a:lnTo>
                <a:lnTo>
                  <a:pt x="99935" y="68891"/>
                </a:lnTo>
                <a:lnTo>
                  <a:pt x="68887" y="99940"/>
                </a:lnTo>
                <a:lnTo>
                  <a:pt x="42875" y="135436"/>
                </a:lnTo>
                <a:lnTo>
                  <a:pt x="22488" y="174788"/>
                </a:lnTo>
                <a:lnTo>
                  <a:pt x="8316" y="217409"/>
                </a:lnTo>
                <a:lnTo>
                  <a:pt x="948" y="262707"/>
                </a:lnTo>
                <a:lnTo>
                  <a:pt x="0" y="286176"/>
                </a:lnTo>
                <a:lnTo>
                  <a:pt x="0" y="1430862"/>
                </a:lnTo>
                <a:lnTo>
                  <a:pt x="3745" y="1477282"/>
                </a:lnTo>
                <a:lnTo>
                  <a:pt x="14589" y="1521317"/>
                </a:lnTo>
                <a:lnTo>
                  <a:pt x="31942" y="1562377"/>
                </a:lnTo>
                <a:lnTo>
                  <a:pt x="55214" y="1599873"/>
                </a:lnTo>
                <a:lnTo>
                  <a:pt x="83818" y="1633217"/>
                </a:lnTo>
                <a:lnTo>
                  <a:pt x="117163" y="1661819"/>
                </a:lnTo>
                <a:lnTo>
                  <a:pt x="154661" y="1685090"/>
                </a:lnTo>
                <a:lnTo>
                  <a:pt x="195723" y="1702441"/>
                </a:lnTo>
                <a:lnTo>
                  <a:pt x="239758" y="1713284"/>
                </a:lnTo>
                <a:lnTo>
                  <a:pt x="286179" y="1717029"/>
                </a:lnTo>
                <a:lnTo>
                  <a:pt x="4687128" y="1717029"/>
                </a:lnTo>
                <a:lnTo>
                  <a:pt x="4733552" y="1713284"/>
                </a:lnTo>
                <a:lnTo>
                  <a:pt x="4777589" y="1702441"/>
                </a:lnTo>
                <a:lnTo>
                  <a:pt x="4818651" y="1685090"/>
                </a:lnTo>
                <a:lnTo>
                  <a:pt x="4856149" y="1661819"/>
                </a:lnTo>
                <a:lnTo>
                  <a:pt x="4889493" y="1633217"/>
                </a:lnTo>
                <a:lnTo>
                  <a:pt x="4918095" y="1599873"/>
                </a:lnTo>
                <a:lnTo>
                  <a:pt x="4941366" y="1562377"/>
                </a:lnTo>
                <a:lnTo>
                  <a:pt x="4958717" y="1521317"/>
                </a:lnTo>
                <a:lnTo>
                  <a:pt x="4969560" y="1477282"/>
                </a:lnTo>
                <a:lnTo>
                  <a:pt x="4973305" y="1430862"/>
                </a:lnTo>
                <a:lnTo>
                  <a:pt x="4973305" y="286176"/>
                </a:lnTo>
                <a:lnTo>
                  <a:pt x="4969560" y="239760"/>
                </a:lnTo>
                <a:lnTo>
                  <a:pt x="4958717" y="195727"/>
                </a:lnTo>
                <a:lnTo>
                  <a:pt x="4941366" y="154667"/>
                </a:lnTo>
                <a:lnTo>
                  <a:pt x="4918095" y="117169"/>
                </a:lnTo>
                <a:lnTo>
                  <a:pt x="4889493" y="83823"/>
                </a:lnTo>
                <a:lnTo>
                  <a:pt x="4856149" y="55219"/>
                </a:lnTo>
                <a:lnTo>
                  <a:pt x="4818651" y="31944"/>
                </a:lnTo>
                <a:lnTo>
                  <a:pt x="4777589" y="14590"/>
                </a:lnTo>
                <a:lnTo>
                  <a:pt x="4733552" y="3745"/>
                </a:lnTo>
                <a:lnTo>
                  <a:pt x="46871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8673" y="271143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0" y="286176"/>
                </a:moveTo>
                <a:lnTo>
                  <a:pt x="3745" y="239760"/>
                </a:lnTo>
                <a:lnTo>
                  <a:pt x="14589" y="195727"/>
                </a:lnTo>
                <a:lnTo>
                  <a:pt x="31942" y="154667"/>
                </a:lnTo>
                <a:lnTo>
                  <a:pt x="55214" y="117169"/>
                </a:lnTo>
                <a:lnTo>
                  <a:pt x="83818" y="83823"/>
                </a:lnTo>
                <a:lnTo>
                  <a:pt x="117163" y="55219"/>
                </a:lnTo>
                <a:lnTo>
                  <a:pt x="154661" y="31944"/>
                </a:lnTo>
                <a:lnTo>
                  <a:pt x="195723" y="14590"/>
                </a:lnTo>
                <a:lnTo>
                  <a:pt x="239758" y="3745"/>
                </a:lnTo>
                <a:lnTo>
                  <a:pt x="286179" y="0"/>
                </a:lnTo>
                <a:lnTo>
                  <a:pt x="4687128" y="0"/>
                </a:lnTo>
                <a:lnTo>
                  <a:pt x="4733552" y="3745"/>
                </a:lnTo>
                <a:lnTo>
                  <a:pt x="4777589" y="14590"/>
                </a:lnTo>
                <a:lnTo>
                  <a:pt x="4818651" y="31944"/>
                </a:lnTo>
                <a:lnTo>
                  <a:pt x="4856149" y="55219"/>
                </a:lnTo>
                <a:lnTo>
                  <a:pt x="4889493" y="83823"/>
                </a:lnTo>
                <a:lnTo>
                  <a:pt x="4918095" y="117169"/>
                </a:lnTo>
                <a:lnTo>
                  <a:pt x="4941366" y="154667"/>
                </a:lnTo>
                <a:lnTo>
                  <a:pt x="4958717" y="195727"/>
                </a:lnTo>
                <a:lnTo>
                  <a:pt x="4969560" y="239760"/>
                </a:lnTo>
                <a:lnTo>
                  <a:pt x="4973305" y="286176"/>
                </a:lnTo>
                <a:lnTo>
                  <a:pt x="4973305" y="1430862"/>
                </a:lnTo>
                <a:lnTo>
                  <a:pt x="4969560" y="1477282"/>
                </a:lnTo>
                <a:lnTo>
                  <a:pt x="4958717" y="1521317"/>
                </a:lnTo>
                <a:lnTo>
                  <a:pt x="4941366" y="1562377"/>
                </a:lnTo>
                <a:lnTo>
                  <a:pt x="4918095" y="1599873"/>
                </a:lnTo>
                <a:lnTo>
                  <a:pt x="4889493" y="1633217"/>
                </a:lnTo>
                <a:lnTo>
                  <a:pt x="4856149" y="1661819"/>
                </a:lnTo>
                <a:lnTo>
                  <a:pt x="4818651" y="1685090"/>
                </a:lnTo>
                <a:lnTo>
                  <a:pt x="4777589" y="1702441"/>
                </a:lnTo>
                <a:lnTo>
                  <a:pt x="4733552" y="1713284"/>
                </a:lnTo>
                <a:lnTo>
                  <a:pt x="4687128" y="1717029"/>
                </a:lnTo>
                <a:lnTo>
                  <a:pt x="286179" y="1717029"/>
                </a:lnTo>
                <a:lnTo>
                  <a:pt x="239758" y="1713284"/>
                </a:lnTo>
                <a:lnTo>
                  <a:pt x="195723" y="1702441"/>
                </a:lnTo>
                <a:lnTo>
                  <a:pt x="154661" y="1685090"/>
                </a:lnTo>
                <a:lnTo>
                  <a:pt x="117163" y="1661819"/>
                </a:lnTo>
                <a:lnTo>
                  <a:pt x="83818" y="1633217"/>
                </a:lnTo>
                <a:lnTo>
                  <a:pt x="55214" y="1599873"/>
                </a:lnTo>
                <a:lnTo>
                  <a:pt x="31942" y="1562377"/>
                </a:lnTo>
                <a:lnTo>
                  <a:pt x="14589" y="1521317"/>
                </a:lnTo>
                <a:lnTo>
                  <a:pt x="3745" y="1477282"/>
                </a:lnTo>
                <a:lnTo>
                  <a:pt x="0" y="1430862"/>
                </a:lnTo>
                <a:lnTo>
                  <a:pt x="0" y="28617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9880" y="3609583"/>
            <a:ext cx="3203575" cy="0"/>
          </a:xfrm>
          <a:custGeom>
            <a:avLst/>
            <a:gdLst/>
            <a:ahLst/>
            <a:cxnLst/>
            <a:rect l="l" t="t" r="r" b="b"/>
            <a:pathLst>
              <a:path w="3203575">
                <a:moveTo>
                  <a:pt x="0" y="0"/>
                </a:moveTo>
                <a:lnTo>
                  <a:pt x="3203189" y="0"/>
                </a:lnTo>
              </a:path>
            </a:pathLst>
          </a:custGeom>
          <a:ln w="116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6074" y="3260377"/>
            <a:ext cx="319976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27.467</a:t>
            </a: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65.6418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5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91.1006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63848" y="3655760"/>
            <a:ext cx="317373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150" dirty="0">
                <a:latin typeface="Times New Roman"/>
                <a:cs typeface="Times New Roman"/>
              </a:rPr>
              <a:t>1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1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2.4425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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2.2794</a:t>
            </a:r>
            <a:r>
              <a:rPr sz="2200" spc="-21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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0.8274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1311" y="360935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3029" y="356637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25640" y="359664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67348" y="355369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82978" y="2938127"/>
            <a:ext cx="131127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100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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spc="35" dirty="0">
                <a:latin typeface="Symbol"/>
                <a:cs typeface="Symbol"/>
              </a:rPr>
              <a:t>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1922" y="2943971"/>
            <a:ext cx="3162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40" dirty="0">
                <a:latin typeface="Times New Roman"/>
                <a:cs typeface="Times New Roman"/>
              </a:rPr>
              <a:t>u</a:t>
            </a:r>
            <a:r>
              <a:rPr sz="3000" spc="-30" baseline="-19444" dirty="0">
                <a:latin typeface="Times New Roman"/>
                <a:cs typeface="Times New Roman"/>
              </a:rPr>
              <a:t>0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37347" y="4524347"/>
            <a:ext cx="278638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st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y</a:t>
            </a:r>
            <a:r>
              <a:rPr sz="3200" spc="-9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st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114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8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2097" y="3790398"/>
            <a:ext cx="8959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22851" y="3711555"/>
            <a:ext cx="11525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789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ad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4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he</a:t>
            </a:r>
            <a:r>
              <a:rPr sz="3400" spc="-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urb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8673" y="263776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4687128" y="0"/>
                </a:moveTo>
                <a:lnTo>
                  <a:pt x="286179" y="0"/>
                </a:lnTo>
                <a:lnTo>
                  <a:pt x="262707" y="948"/>
                </a:lnTo>
                <a:lnTo>
                  <a:pt x="217406" y="8317"/>
                </a:lnTo>
                <a:lnTo>
                  <a:pt x="174783" y="22491"/>
                </a:lnTo>
                <a:lnTo>
                  <a:pt x="135430" y="42880"/>
                </a:lnTo>
                <a:lnTo>
                  <a:pt x="99935" y="68894"/>
                </a:lnTo>
                <a:lnTo>
                  <a:pt x="68887" y="99946"/>
                </a:lnTo>
                <a:lnTo>
                  <a:pt x="42875" y="135444"/>
                </a:lnTo>
                <a:lnTo>
                  <a:pt x="22488" y="174801"/>
                </a:lnTo>
                <a:lnTo>
                  <a:pt x="8316" y="217427"/>
                </a:lnTo>
                <a:lnTo>
                  <a:pt x="948" y="262733"/>
                </a:lnTo>
                <a:lnTo>
                  <a:pt x="0" y="286207"/>
                </a:lnTo>
                <a:lnTo>
                  <a:pt x="0" y="1430880"/>
                </a:lnTo>
                <a:lnTo>
                  <a:pt x="3745" y="1477298"/>
                </a:lnTo>
                <a:lnTo>
                  <a:pt x="14589" y="1521331"/>
                </a:lnTo>
                <a:lnTo>
                  <a:pt x="31942" y="1562390"/>
                </a:lnTo>
                <a:lnTo>
                  <a:pt x="55214" y="1599886"/>
                </a:lnTo>
                <a:lnTo>
                  <a:pt x="83818" y="1633231"/>
                </a:lnTo>
                <a:lnTo>
                  <a:pt x="117163" y="1661834"/>
                </a:lnTo>
                <a:lnTo>
                  <a:pt x="154661" y="1685106"/>
                </a:lnTo>
                <a:lnTo>
                  <a:pt x="195723" y="1702458"/>
                </a:lnTo>
                <a:lnTo>
                  <a:pt x="239758" y="1713302"/>
                </a:lnTo>
                <a:lnTo>
                  <a:pt x="286179" y="1717048"/>
                </a:lnTo>
                <a:lnTo>
                  <a:pt x="4687128" y="1717048"/>
                </a:lnTo>
                <a:lnTo>
                  <a:pt x="4733552" y="1713302"/>
                </a:lnTo>
                <a:lnTo>
                  <a:pt x="4777589" y="1702458"/>
                </a:lnTo>
                <a:lnTo>
                  <a:pt x="4818651" y="1685106"/>
                </a:lnTo>
                <a:lnTo>
                  <a:pt x="4856149" y="1661834"/>
                </a:lnTo>
                <a:lnTo>
                  <a:pt x="4889493" y="1633231"/>
                </a:lnTo>
                <a:lnTo>
                  <a:pt x="4918095" y="1599886"/>
                </a:lnTo>
                <a:lnTo>
                  <a:pt x="4941366" y="1562390"/>
                </a:lnTo>
                <a:lnTo>
                  <a:pt x="4958717" y="1521331"/>
                </a:lnTo>
                <a:lnTo>
                  <a:pt x="4969560" y="1477298"/>
                </a:lnTo>
                <a:lnTo>
                  <a:pt x="4973305" y="1430880"/>
                </a:lnTo>
                <a:lnTo>
                  <a:pt x="4973305" y="286207"/>
                </a:lnTo>
                <a:lnTo>
                  <a:pt x="4969560" y="239782"/>
                </a:lnTo>
                <a:lnTo>
                  <a:pt x="4958717" y="195743"/>
                </a:lnTo>
                <a:lnTo>
                  <a:pt x="4941366" y="154677"/>
                </a:lnTo>
                <a:lnTo>
                  <a:pt x="4918095" y="117176"/>
                </a:lnTo>
                <a:lnTo>
                  <a:pt x="4889493" y="83827"/>
                </a:lnTo>
                <a:lnTo>
                  <a:pt x="4856149" y="55220"/>
                </a:lnTo>
                <a:lnTo>
                  <a:pt x="4818651" y="31945"/>
                </a:lnTo>
                <a:lnTo>
                  <a:pt x="4777589" y="14590"/>
                </a:lnTo>
                <a:lnTo>
                  <a:pt x="4733552" y="3745"/>
                </a:lnTo>
                <a:lnTo>
                  <a:pt x="468712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8673" y="2637769"/>
            <a:ext cx="4973320" cy="1717039"/>
          </a:xfrm>
          <a:custGeom>
            <a:avLst/>
            <a:gdLst/>
            <a:ahLst/>
            <a:cxnLst/>
            <a:rect l="l" t="t" r="r" b="b"/>
            <a:pathLst>
              <a:path w="4973320" h="1717039">
                <a:moveTo>
                  <a:pt x="0" y="286207"/>
                </a:moveTo>
                <a:lnTo>
                  <a:pt x="3745" y="239782"/>
                </a:lnTo>
                <a:lnTo>
                  <a:pt x="14589" y="195743"/>
                </a:lnTo>
                <a:lnTo>
                  <a:pt x="31942" y="154677"/>
                </a:lnTo>
                <a:lnTo>
                  <a:pt x="55214" y="117176"/>
                </a:lnTo>
                <a:lnTo>
                  <a:pt x="83818" y="83827"/>
                </a:lnTo>
                <a:lnTo>
                  <a:pt x="117163" y="55220"/>
                </a:lnTo>
                <a:lnTo>
                  <a:pt x="154661" y="31945"/>
                </a:lnTo>
                <a:lnTo>
                  <a:pt x="195723" y="14590"/>
                </a:lnTo>
                <a:lnTo>
                  <a:pt x="239758" y="3745"/>
                </a:lnTo>
                <a:lnTo>
                  <a:pt x="286179" y="0"/>
                </a:lnTo>
                <a:lnTo>
                  <a:pt x="4687128" y="0"/>
                </a:lnTo>
                <a:lnTo>
                  <a:pt x="4733552" y="3745"/>
                </a:lnTo>
                <a:lnTo>
                  <a:pt x="4777589" y="14590"/>
                </a:lnTo>
                <a:lnTo>
                  <a:pt x="4818651" y="31945"/>
                </a:lnTo>
                <a:lnTo>
                  <a:pt x="4856149" y="55220"/>
                </a:lnTo>
                <a:lnTo>
                  <a:pt x="4889493" y="83827"/>
                </a:lnTo>
                <a:lnTo>
                  <a:pt x="4918095" y="117176"/>
                </a:lnTo>
                <a:lnTo>
                  <a:pt x="4941366" y="154677"/>
                </a:lnTo>
                <a:lnTo>
                  <a:pt x="4958717" y="195743"/>
                </a:lnTo>
                <a:lnTo>
                  <a:pt x="4969560" y="239782"/>
                </a:lnTo>
                <a:lnTo>
                  <a:pt x="4973305" y="286207"/>
                </a:lnTo>
                <a:lnTo>
                  <a:pt x="4973305" y="1430880"/>
                </a:lnTo>
                <a:lnTo>
                  <a:pt x="4969560" y="1477298"/>
                </a:lnTo>
                <a:lnTo>
                  <a:pt x="4958717" y="1521331"/>
                </a:lnTo>
                <a:lnTo>
                  <a:pt x="4941366" y="1562390"/>
                </a:lnTo>
                <a:lnTo>
                  <a:pt x="4918095" y="1599886"/>
                </a:lnTo>
                <a:lnTo>
                  <a:pt x="4889493" y="1633231"/>
                </a:lnTo>
                <a:lnTo>
                  <a:pt x="4856149" y="1661834"/>
                </a:lnTo>
                <a:lnTo>
                  <a:pt x="4818651" y="1685106"/>
                </a:lnTo>
                <a:lnTo>
                  <a:pt x="4777589" y="1702458"/>
                </a:lnTo>
                <a:lnTo>
                  <a:pt x="4733552" y="1713302"/>
                </a:lnTo>
                <a:lnTo>
                  <a:pt x="4687128" y="1717048"/>
                </a:lnTo>
                <a:lnTo>
                  <a:pt x="286179" y="1717048"/>
                </a:lnTo>
                <a:lnTo>
                  <a:pt x="239758" y="1713302"/>
                </a:lnTo>
                <a:lnTo>
                  <a:pt x="195723" y="1702458"/>
                </a:lnTo>
                <a:lnTo>
                  <a:pt x="154661" y="1685106"/>
                </a:lnTo>
                <a:lnTo>
                  <a:pt x="117163" y="1661834"/>
                </a:lnTo>
                <a:lnTo>
                  <a:pt x="83818" y="1633231"/>
                </a:lnTo>
                <a:lnTo>
                  <a:pt x="55214" y="1599886"/>
                </a:lnTo>
                <a:lnTo>
                  <a:pt x="31942" y="1562390"/>
                </a:lnTo>
                <a:lnTo>
                  <a:pt x="14589" y="1521331"/>
                </a:lnTo>
                <a:lnTo>
                  <a:pt x="3745" y="1477298"/>
                </a:lnTo>
                <a:lnTo>
                  <a:pt x="0" y="1430880"/>
                </a:lnTo>
                <a:lnTo>
                  <a:pt x="0" y="286207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87790" y="3292764"/>
            <a:ext cx="1160780" cy="532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20" dirty="0">
                <a:latin typeface="Times New Roman"/>
                <a:cs typeface="Times New Roman"/>
              </a:rPr>
              <a:t>211.4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1311" y="353821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80" h="1904">
                <a:moveTo>
                  <a:pt x="1617951" y="158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3029" y="349526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70" y="0"/>
                </a:moveTo>
                <a:lnTo>
                  <a:pt x="76233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25640" y="3525530"/>
            <a:ext cx="1617980" cy="1905"/>
          </a:xfrm>
          <a:custGeom>
            <a:avLst/>
            <a:gdLst/>
            <a:ahLst/>
            <a:cxnLst/>
            <a:rect l="l" t="t" r="r" b="b"/>
            <a:pathLst>
              <a:path w="1617979" h="1904">
                <a:moveTo>
                  <a:pt x="1617939" y="1554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67348" y="3482553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82978" y="2864467"/>
            <a:ext cx="131127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100" dirty="0">
                <a:latin typeface="Times New Roman"/>
                <a:cs typeface="Times New Roman"/>
              </a:rPr>
              <a:t> </a:t>
            </a:r>
            <a:r>
              <a:rPr sz="2650" spc="-30" dirty="0">
                <a:latin typeface="Symbol"/>
                <a:cs typeface="Symbol"/>
              </a:rPr>
              <a:t>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spc="35" dirty="0">
                <a:latin typeface="Symbol"/>
                <a:cs typeface="Symbol"/>
              </a:rPr>
              <a:t>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1922" y="2870311"/>
            <a:ext cx="31623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40" dirty="0">
                <a:latin typeface="Times New Roman"/>
                <a:cs typeface="Times New Roman"/>
              </a:rPr>
              <a:t>u</a:t>
            </a:r>
            <a:r>
              <a:rPr sz="3000" spc="-30" baseline="-19444" dirty="0">
                <a:latin typeface="Times New Roman"/>
                <a:cs typeface="Times New Roman"/>
              </a:rPr>
              <a:t>0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7347" y="4452338"/>
            <a:ext cx="2786380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st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d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y</a:t>
            </a:r>
            <a:r>
              <a:rPr sz="3200" spc="-9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4471C4"/>
                </a:solidFill>
                <a:latin typeface="Calibri"/>
                <a:cs typeface="Calibri"/>
              </a:rPr>
              <a:t>st</a:t>
            </a:r>
            <a:r>
              <a:rPr sz="3200" spc="-15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3200" spc="-50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20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3200" spc="-114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200" spc="-85" dirty="0">
                <a:solidFill>
                  <a:srgbClr val="4471C4"/>
                </a:solidFill>
                <a:latin typeface="Calibri"/>
                <a:cs typeface="Calibri"/>
              </a:rPr>
              <a:t>g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ai</a:t>
            </a:r>
            <a:r>
              <a:rPr sz="320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2097" y="3718389"/>
            <a:ext cx="89598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i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nput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2851" y="3639546"/>
            <a:ext cx="1152525" cy="431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u</a:t>
            </a:r>
            <a:r>
              <a:rPr sz="3200" spc="5" dirty="0">
                <a:solidFill>
                  <a:srgbClr val="4471C4"/>
                </a:solidFill>
                <a:latin typeface="Calibri"/>
                <a:cs typeface="Calibri"/>
              </a:rPr>
              <a:t>t</a:t>
            </a:r>
            <a:r>
              <a:rPr sz="3200" spc="-5" dirty="0">
                <a:solidFill>
                  <a:srgbClr val="4471C4"/>
                </a:solidFill>
                <a:latin typeface="Calibri"/>
                <a:cs typeface="Calibri"/>
              </a:rPr>
              <a:t>put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26454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urb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6070" y="2433255"/>
            <a:ext cx="4734560" cy="1437005"/>
          </a:xfrm>
          <a:custGeom>
            <a:avLst/>
            <a:gdLst/>
            <a:ahLst/>
            <a:cxnLst/>
            <a:rect l="l" t="t" r="r" b="b"/>
            <a:pathLst>
              <a:path w="4734559" h="1437004">
                <a:moveTo>
                  <a:pt x="0" y="1436680"/>
                </a:moveTo>
                <a:lnTo>
                  <a:pt x="4734519" y="1436680"/>
                </a:lnTo>
                <a:lnTo>
                  <a:pt x="4734519" y="0"/>
                </a:lnTo>
                <a:lnTo>
                  <a:pt x="0" y="0"/>
                </a:lnTo>
                <a:lnTo>
                  <a:pt x="0" y="143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66069" y="2433248"/>
            <a:ext cx="4734560" cy="0"/>
          </a:xfrm>
          <a:custGeom>
            <a:avLst/>
            <a:gdLst/>
            <a:ahLst/>
            <a:cxnLst/>
            <a:rect l="l" t="t" r="r" b="b"/>
            <a:pathLst>
              <a:path w="4734559">
                <a:moveTo>
                  <a:pt x="0" y="0"/>
                </a:moveTo>
                <a:lnTo>
                  <a:pt x="4734529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0568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6069" y="3869945"/>
            <a:ext cx="4734560" cy="0"/>
          </a:xfrm>
          <a:custGeom>
            <a:avLst/>
            <a:gdLst/>
            <a:ahLst/>
            <a:cxnLst/>
            <a:rect l="l" t="t" r="r" b="b"/>
            <a:pathLst>
              <a:path w="4734559">
                <a:moveTo>
                  <a:pt x="0" y="0"/>
                </a:moveTo>
                <a:lnTo>
                  <a:pt x="4734529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00568" y="38699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00584" y="2433248"/>
            <a:ext cx="0" cy="1437005"/>
          </a:xfrm>
          <a:custGeom>
            <a:avLst/>
            <a:gdLst/>
            <a:ahLst/>
            <a:cxnLst/>
            <a:rect l="l" t="t" r="r" b="b"/>
            <a:pathLst>
              <a:path h="1437004">
                <a:moveTo>
                  <a:pt x="0" y="1436696"/>
                </a:moveTo>
                <a:lnTo>
                  <a:pt x="0" y="0"/>
                </a:lnTo>
              </a:path>
            </a:pathLst>
          </a:custGeom>
          <a:ln w="109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00568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66074" y="2433248"/>
            <a:ext cx="0" cy="1437005"/>
          </a:xfrm>
          <a:custGeom>
            <a:avLst/>
            <a:gdLst/>
            <a:ahLst/>
            <a:cxnLst/>
            <a:rect l="l" t="t" r="r" b="b"/>
            <a:pathLst>
              <a:path h="1437004">
                <a:moveTo>
                  <a:pt x="0" y="1436696"/>
                </a:moveTo>
                <a:lnTo>
                  <a:pt x="0" y="0"/>
                </a:lnTo>
              </a:path>
            </a:pathLst>
          </a:custGeom>
          <a:ln w="10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6069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0568" y="38699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6069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66069" y="38155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66069" y="24768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09827" y="3897633"/>
            <a:ext cx="12890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12983" y="3815519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5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12983" y="38155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12983" y="2433248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55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12983" y="24768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02320" y="3897633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20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59872" y="3815519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5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59872" y="38155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59872" y="2433248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55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59872" y="24768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149220" y="3897633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40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06791" y="3815519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5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06791" y="38155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06791" y="2433248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55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06791" y="24768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096120" y="3897633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60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53680" y="3815519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5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3680" y="38155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53680" y="2433248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55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53680" y="24768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043020" y="3897633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80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100568" y="38155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00568" y="24768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946397" y="3897633"/>
            <a:ext cx="32004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66069" y="3695791"/>
            <a:ext cx="54610" cy="0"/>
          </a:xfrm>
          <a:custGeom>
            <a:avLst/>
            <a:gdLst/>
            <a:ahLst/>
            <a:cxnLst/>
            <a:rect l="l" t="t" r="r" b="b"/>
            <a:pathLst>
              <a:path w="54610">
                <a:moveTo>
                  <a:pt x="0" y="0"/>
                </a:moveTo>
                <a:lnTo>
                  <a:pt x="54421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20491" y="36957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46162" y="3695791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54406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046162" y="369579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66069" y="3271327"/>
            <a:ext cx="54610" cy="0"/>
          </a:xfrm>
          <a:custGeom>
            <a:avLst/>
            <a:gdLst/>
            <a:ahLst/>
            <a:cxnLst/>
            <a:rect l="l" t="t" r="r" b="b"/>
            <a:pathLst>
              <a:path w="54610">
                <a:moveTo>
                  <a:pt x="0" y="0"/>
                </a:moveTo>
                <a:lnTo>
                  <a:pt x="54421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420491" y="32713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046162" y="3271327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54406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46162" y="32713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366069" y="2846862"/>
            <a:ext cx="54610" cy="0"/>
          </a:xfrm>
          <a:custGeom>
            <a:avLst/>
            <a:gdLst/>
            <a:ahLst/>
            <a:cxnLst/>
            <a:rect l="l" t="t" r="r" b="b"/>
            <a:pathLst>
              <a:path w="54610">
                <a:moveTo>
                  <a:pt x="0" y="0"/>
                </a:moveTo>
                <a:lnTo>
                  <a:pt x="54421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420491" y="28468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46162" y="2846862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54437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46162" y="284686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420491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46162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100599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100599" y="38699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00599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366079" y="243324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420479" y="2596499"/>
            <a:ext cx="4691380" cy="1099820"/>
          </a:xfrm>
          <a:custGeom>
            <a:avLst/>
            <a:gdLst/>
            <a:ahLst/>
            <a:cxnLst/>
            <a:rect l="l" t="t" r="r" b="b"/>
            <a:pathLst>
              <a:path w="4691380" h="1099820">
                <a:moveTo>
                  <a:pt x="0" y="1099291"/>
                </a:moveTo>
                <a:lnTo>
                  <a:pt x="0" y="1099291"/>
                </a:lnTo>
                <a:lnTo>
                  <a:pt x="990435" y="1099291"/>
                </a:lnTo>
                <a:lnTo>
                  <a:pt x="1033960" y="1044884"/>
                </a:lnTo>
                <a:lnTo>
                  <a:pt x="1088397" y="925159"/>
                </a:lnTo>
                <a:lnTo>
                  <a:pt x="1131923" y="761878"/>
                </a:lnTo>
                <a:lnTo>
                  <a:pt x="1175479" y="576864"/>
                </a:lnTo>
                <a:lnTo>
                  <a:pt x="1229885" y="402732"/>
                </a:lnTo>
                <a:lnTo>
                  <a:pt x="1273410" y="239450"/>
                </a:lnTo>
                <a:lnTo>
                  <a:pt x="1316966" y="108874"/>
                </a:lnTo>
                <a:lnTo>
                  <a:pt x="1371373" y="32674"/>
                </a:lnTo>
                <a:lnTo>
                  <a:pt x="1414929" y="0"/>
                </a:lnTo>
                <a:lnTo>
                  <a:pt x="1458454" y="10881"/>
                </a:lnTo>
                <a:lnTo>
                  <a:pt x="1512861" y="76199"/>
                </a:lnTo>
                <a:lnTo>
                  <a:pt x="1556416" y="163281"/>
                </a:lnTo>
                <a:lnTo>
                  <a:pt x="1599942" y="283006"/>
                </a:lnTo>
                <a:lnTo>
                  <a:pt x="1654348" y="413613"/>
                </a:lnTo>
                <a:lnTo>
                  <a:pt x="1697904" y="533339"/>
                </a:lnTo>
                <a:lnTo>
                  <a:pt x="1741429" y="642183"/>
                </a:lnTo>
                <a:lnTo>
                  <a:pt x="1795867" y="718352"/>
                </a:lnTo>
                <a:lnTo>
                  <a:pt x="1839392" y="772789"/>
                </a:lnTo>
                <a:lnTo>
                  <a:pt x="1882917" y="783671"/>
                </a:lnTo>
                <a:lnTo>
                  <a:pt x="1937324" y="772789"/>
                </a:lnTo>
                <a:lnTo>
                  <a:pt x="1980880" y="729233"/>
                </a:lnTo>
                <a:lnTo>
                  <a:pt x="2024405" y="663945"/>
                </a:lnTo>
                <a:lnTo>
                  <a:pt x="2078842" y="576864"/>
                </a:lnTo>
                <a:lnTo>
                  <a:pt x="2122367" y="500694"/>
                </a:lnTo>
                <a:lnTo>
                  <a:pt x="2165893" y="424494"/>
                </a:lnTo>
                <a:lnTo>
                  <a:pt x="2220330" y="359176"/>
                </a:lnTo>
                <a:lnTo>
                  <a:pt x="2263855" y="315650"/>
                </a:lnTo>
                <a:lnTo>
                  <a:pt x="2318262" y="293888"/>
                </a:lnTo>
                <a:lnTo>
                  <a:pt x="2361818" y="293888"/>
                </a:lnTo>
                <a:lnTo>
                  <a:pt x="2405343" y="315650"/>
                </a:lnTo>
                <a:lnTo>
                  <a:pt x="2459780" y="359176"/>
                </a:lnTo>
                <a:lnTo>
                  <a:pt x="2503305" y="402732"/>
                </a:lnTo>
                <a:lnTo>
                  <a:pt x="2546831" y="468020"/>
                </a:lnTo>
                <a:lnTo>
                  <a:pt x="2601268" y="522457"/>
                </a:lnTo>
                <a:lnTo>
                  <a:pt x="2644793" y="576864"/>
                </a:lnTo>
                <a:lnTo>
                  <a:pt x="2688349" y="620389"/>
                </a:lnTo>
                <a:lnTo>
                  <a:pt x="2742755" y="642183"/>
                </a:lnTo>
                <a:lnTo>
                  <a:pt x="2786281" y="653064"/>
                </a:lnTo>
                <a:lnTo>
                  <a:pt x="2829836" y="653064"/>
                </a:lnTo>
                <a:lnTo>
                  <a:pt x="2884243" y="642183"/>
                </a:lnTo>
                <a:lnTo>
                  <a:pt x="2927768" y="609508"/>
                </a:lnTo>
                <a:lnTo>
                  <a:pt x="2971324" y="576864"/>
                </a:lnTo>
                <a:lnTo>
                  <a:pt x="3025731" y="544220"/>
                </a:lnTo>
                <a:lnTo>
                  <a:pt x="3069287" y="511576"/>
                </a:lnTo>
                <a:lnTo>
                  <a:pt x="3112812" y="478932"/>
                </a:lnTo>
                <a:lnTo>
                  <a:pt x="3167219" y="457139"/>
                </a:lnTo>
                <a:lnTo>
                  <a:pt x="3210744" y="446257"/>
                </a:lnTo>
                <a:lnTo>
                  <a:pt x="3254300" y="446257"/>
                </a:lnTo>
                <a:lnTo>
                  <a:pt x="3308706" y="446257"/>
                </a:lnTo>
                <a:lnTo>
                  <a:pt x="3352262" y="468020"/>
                </a:lnTo>
                <a:lnTo>
                  <a:pt x="3395787" y="489813"/>
                </a:lnTo>
                <a:lnTo>
                  <a:pt x="3450194" y="511576"/>
                </a:lnTo>
                <a:lnTo>
                  <a:pt x="3493750" y="544220"/>
                </a:lnTo>
                <a:lnTo>
                  <a:pt x="3537275" y="565983"/>
                </a:lnTo>
                <a:lnTo>
                  <a:pt x="3591682" y="587745"/>
                </a:lnTo>
                <a:lnTo>
                  <a:pt x="3635238" y="598627"/>
                </a:lnTo>
                <a:lnTo>
                  <a:pt x="3678763" y="609508"/>
                </a:lnTo>
                <a:lnTo>
                  <a:pt x="3733200" y="609508"/>
                </a:lnTo>
                <a:lnTo>
                  <a:pt x="3776725" y="609508"/>
                </a:lnTo>
                <a:lnTo>
                  <a:pt x="3820251" y="598627"/>
                </a:lnTo>
                <a:lnTo>
                  <a:pt x="3874688" y="587745"/>
                </a:lnTo>
                <a:lnTo>
                  <a:pt x="3918213" y="565983"/>
                </a:lnTo>
                <a:lnTo>
                  <a:pt x="3961769" y="555101"/>
                </a:lnTo>
                <a:lnTo>
                  <a:pt x="4016175" y="544220"/>
                </a:lnTo>
                <a:lnTo>
                  <a:pt x="4059701" y="533339"/>
                </a:lnTo>
                <a:lnTo>
                  <a:pt x="4103257" y="522457"/>
                </a:lnTo>
                <a:lnTo>
                  <a:pt x="4157663" y="522457"/>
                </a:lnTo>
                <a:lnTo>
                  <a:pt x="4201189" y="522457"/>
                </a:lnTo>
                <a:lnTo>
                  <a:pt x="4244744" y="533339"/>
                </a:lnTo>
                <a:lnTo>
                  <a:pt x="4299151" y="533339"/>
                </a:lnTo>
                <a:lnTo>
                  <a:pt x="4342707" y="555101"/>
                </a:lnTo>
                <a:lnTo>
                  <a:pt x="4386232" y="565983"/>
                </a:lnTo>
                <a:lnTo>
                  <a:pt x="4440639" y="576864"/>
                </a:lnTo>
                <a:lnTo>
                  <a:pt x="4484164" y="587745"/>
                </a:lnTo>
                <a:lnTo>
                  <a:pt x="4527720" y="598627"/>
                </a:lnTo>
                <a:lnTo>
                  <a:pt x="4582126" y="598627"/>
                </a:lnTo>
                <a:lnTo>
                  <a:pt x="4625682" y="598627"/>
                </a:lnTo>
                <a:lnTo>
                  <a:pt x="4680089" y="598627"/>
                </a:lnTo>
                <a:lnTo>
                  <a:pt x="4690970" y="598627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111450" y="319512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026858" y="2101762"/>
            <a:ext cx="2973070" cy="171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814"/>
              </a:lnSpc>
            </a:pPr>
            <a:r>
              <a:rPr sz="1600" spc="45" dirty="0">
                <a:latin typeface="Times New Roman"/>
                <a:cs typeface="Times New Roman"/>
              </a:rPr>
              <a:t>o</a:t>
            </a:r>
            <a:r>
              <a:rPr sz="1600" spc="-40" dirty="0">
                <a:latin typeface="Times New Roman"/>
                <a:cs typeface="Times New Roman"/>
              </a:rPr>
              <a:t>u</a:t>
            </a:r>
            <a:r>
              <a:rPr sz="1600" spc="-25" dirty="0">
                <a:latin typeface="Times New Roman"/>
                <a:cs typeface="Times New Roman"/>
              </a:rPr>
              <a:t>t</a:t>
            </a:r>
            <a:r>
              <a:rPr sz="1600" spc="45" dirty="0">
                <a:latin typeface="Times New Roman"/>
                <a:cs typeface="Times New Roman"/>
              </a:rPr>
              <a:t>p</a:t>
            </a:r>
            <a:r>
              <a:rPr sz="1600" spc="-40" dirty="0">
                <a:latin typeface="Times New Roman"/>
                <a:cs typeface="Times New Roman"/>
              </a:rPr>
              <a:t>ut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14"/>
              </a:lnSpc>
            </a:pPr>
            <a:r>
              <a:rPr sz="1600" spc="-40" dirty="0">
                <a:latin typeface="Times New Roman"/>
                <a:cs typeface="Times New Roman"/>
              </a:rPr>
              <a:t>600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600" spc="-40" dirty="0">
                <a:latin typeface="Times New Roman"/>
                <a:cs typeface="Times New Roman"/>
              </a:rPr>
              <a:t>400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600" spc="-40" dirty="0">
                <a:latin typeface="Times New Roman"/>
                <a:cs typeface="Times New Roman"/>
              </a:rPr>
              <a:t>200</a:t>
            </a:r>
            <a:endParaRPr sz="1600">
              <a:latin typeface="Times New Roman"/>
              <a:cs typeface="Times New Roman"/>
            </a:endParaRPr>
          </a:p>
          <a:p>
            <a:pPr marL="208279">
              <a:lnSpc>
                <a:spcPct val="100000"/>
              </a:lnSpc>
              <a:spcBef>
                <a:spcPts val="1420"/>
              </a:spcBef>
            </a:pPr>
            <a:r>
              <a:rPr sz="1600" spc="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376939" y="4599170"/>
            <a:ext cx="4723765" cy="1437005"/>
          </a:xfrm>
          <a:custGeom>
            <a:avLst/>
            <a:gdLst/>
            <a:ahLst/>
            <a:cxnLst/>
            <a:rect l="l" t="t" r="r" b="b"/>
            <a:pathLst>
              <a:path w="4723765" h="1437004">
                <a:moveTo>
                  <a:pt x="0" y="1436680"/>
                </a:moveTo>
                <a:lnTo>
                  <a:pt x="4723637" y="1436680"/>
                </a:lnTo>
                <a:lnTo>
                  <a:pt x="4723637" y="0"/>
                </a:lnTo>
                <a:lnTo>
                  <a:pt x="0" y="0"/>
                </a:lnTo>
                <a:lnTo>
                  <a:pt x="0" y="143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376951" y="4599163"/>
            <a:ext cx="4723765" cy="0"/>
          </a:xfrm>
          <a:custGeom>
            <a:avLst/>
            <a:gdLst/>
            <a:ahLst/>
            <a:cxnLst/>
            <a:rect l="l" t="t" r="r" b="b"/>
            <a:pathLst>
              <a:path w="4723765">
                <a:moveTo>
                  <a:pt x="0" y="0"/>
                </a:moveTo>
                <a:lnTo>
                  <a:pt x="4723648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100568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376951" y="6035850"/>
            <a:ext cx="4723765" cy="0"/>
          </a:xfrm>
          <a:custGeom>
            <a:avLst/>
            <a:gdLst/>
            <a:ahLst/>
            <a:cxnLst/>
            <a:rect l="l" t="t" r="r" b="b"/>
            <a:pathLst>
              <a:path w="4723765">
                <a:moveTo>
                  <a:pt x="0" y="0"/>
                </a:moveTo>
                <a:lnTo>
                  <a:pt x="4723648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100568" y="60358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100584" y="4599163"/>
            <a:ext cx="0" cy="1437005"/>
          </a:xfrm>
          <a:custGeom>
            <a:avLst/>
            <a:gdLst/>
            <a:ahLst/>
            <a:cxnLst/>
            <a:rect l="l" t="t" r="r" b="b"/>
            <a:pathLst>
              <a:path h="1437004">
                <a:moveTo>
                  <a:pt x="0" y="1436686"/>
                </a:moveTo>
                <a:lnTo>
                  <a:pt x="0" y="0"/>
                </a:lnTo>
              </a:path>
            </a:pathLst>
          </a:custGeom>
          <a:ln w="109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100568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376957" y="4599163"/>
            <a:ext cx="0" cy="1437005"/>
          </a:xfrm>
          <a:custGeom>
            <a:avLst/>
            <a:gdLst/>
            <a:ahLst/>
            <a:cxnLst/>
            <a:rect l="l" t="t" r="r" b="b"/>
            <a:pathLst>
              <a:path h="1437004">
                <a:moveTo>
                  <a:pt x="0" y="1436686"/>
                </a:moveTo>
                <a:lnTo>
                  <a:pt x="0" y="0"/>
                </a:lnTo>
              </a:path>
            </a:pathLst>
          </a:custGeom>
          <a:ln w="108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76951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100568" y="60358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376951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376951" y="59814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376951" y="46427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320711" y="6063546"/>
            <a:ext cx="12890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312983" y="5981428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2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312983" y="59814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312983" y="4599163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4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312983" y="46427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3202320" y="6063546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20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259872" y="5981428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2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259872" y="59814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259872" y="4599163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4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259872" y="46427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149220" y="6063546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40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5206791" y="5981428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2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206791" y="59814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206791" y="4599163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4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206791" y="46427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5096120" y="6063546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60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153680" y="5981428"/>
            <a:ext cx="0" cy="54610"/>
          </a:xfrm>
          <a:custGeom>
            <a:avLst/>
            <a:gdLst/>
            <a:ahLst/>
            <a:cxnLst/>
            <a:rect l="l" t="t" r="r" b="b"/>
            <a:pathLst>
              <a:path h="54610">
                <a:moveTo>
                  <a:pt x="0" y="54422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153680" y="59814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153680" y="4599163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4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153680" y="46427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043020" y="6063546"/>
            <a:ext cx="221615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80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100568" y="59814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100568" y="46427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6946397" y="6063546"/>
            <a:ext cx="32004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2376951" y="5763746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54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420491" y="57637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046162" y="5763746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54406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046162" y="57637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376951" y="5317513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54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420491" y="5317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046162" y="5317513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54406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046162" y="5317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376951" y="4860386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54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420491" y="48603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46162" y="4860386"/>
            <a:ext cx="54610" cy="0"/>
          </a:xfrm>
          <a:custGeom>
            <a:avLst/>
            <a:gdLst/>
            <a:ahLst/>
            <a:cxnLst/>
            <a:rect l="l" t="t" r="r" b="b"/>
            <a:pathLst>
              <a:path w="54609">
                <a:moveTo>
                  <a:pt x="54437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046162" y="48603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100599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100599" y="60358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100599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376963" y="45991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420479" y="4860386"/>
            <a:ext cx="4691380" cy="903605"/>
          </a:xfrm>
          <a:custGeom>
            <a:avLst/>
            <a:gdLst/>
            <a:ahLst/>
            <a:cxnLst/>
            <a:rect l="l" t="t" r="r" b="b"/>
            <a:pathLst>
              <a:path w="4691380" h="903604">
                <a:moveTo>
                  <a:pt x="0" y="903360"/>
                </a:moveTo>
                <a:lnTo>
                  <a:pt x="0" y="903360"/>
                </a:lnTo>
                <a:lnTo>
                  <a:pt x="892473" y="903360"/>
                </a:lnTo>
                <a:lnTo>
                  <a:pt x="946910" y="0"/>
                </a:lnTo>
                <a:lnTo>
                  <a:pt x="4680089" y="0"/>
                </a:lnTo>
                <a:lnTo>
                  <a:pt x="4690970" y="0"/>
                </a:lnTo>
              </a:path>
            </a:pathLst>
          </a:custGeom>
          <a:ln w="10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2070393" y="4267673"/>
            <a:ext cx="2864485" cy="161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600" spc="-110" dirty="0">
                <a:latin typeface="Times New Roman"/>
                <a:cs typeface="Times New Roman"/>
              </a:rPr>
              <a:t>i</a:t>
            </a:r>
            <a:r>
              <a:rPr sz="1600" spc="-40" dirty="0">
                <a:latin typeface="Times New Roman"/>
                <a:cs typeface="Times New Roman"/>
              </a:rPr>
              <a:t>n</a:t>
            </a:r>
            <a:r>
              <a:rPr sz="1600" spc="45" dirty="0">
                <a:latin typeface="Times New Roman"/>
                <a:cs typeface="Times New Roman"/>
              </a:rPr>
              <a:t>p</a:t>
            </a:r>
            <a:r>
              <a:rPr sz="1600" spc="-40" dirty="0">
                <a:latin typeface="Times New Roman"/>
                <a:cs typeface="Times New Roman"/>
              </a:rPr>
              <a:t>ut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sz="16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40" dirty="0">
                <a:latin typeface="Times New Roman"/>
                <a:cs typeface="Times New Roman"/>
              </a:rPr>
              <a:t>0</a:t>
            </a:r>
            <a:r>
              <a:rPr sz="1600" spc="20" dirty="0">
                <a:latin typeface="Times New Roman"/>
                <a:cs typeface="Times New Roman"/>
              </a:rPr>
              <a:t>.</a:t>
            </a:r>
            <a:r>
              <a:rPr sz="1600" spc="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3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1600" spc="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268930" y="6292105"/>
            <a:ext cx="904240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55" dirty="0">
                <a:latin typeface="Times New Roman"/>
                <a:cs typeface="Times New Roman"/>
              </a:rPr>
              <a:t>s</a:t>
            </a:r>
            <a:r>
              <a:rPr sz="1600" spc="-35" dirty="0">
                <a:latin typeface="Times New Roman"/>
                <a:cs typeface="Times New Roman"/>
              </a:rPr>
              <a:t>a</a:t>
            </a:r>
            <a:r>
              <a:rPr sz="1600" spc="-60" dirty="0">
                <a:latin typeface="Times New Roman"/>
                <a:cs typeface="Times New Roman"/>
              </a:rPr>
              <a:t>m</a:t>
            </a:r>
            <a:r>
              <a:rPr sz="1600" spc="45" dirty="0">
                <a:latin typeface="Times New Roman"/>
                <a:cs typeface="Times New Roman"/>
              </a:rPr>
              <a:t>p</a:t>
            </a:r>
            <a:r>
              <a:rPr sz="1600" spc="-110" dirty="0">
                <a:latin typeface="Times New Roman"/>
                <a:cs typeface="Times New Roman"/>
              </a:rPr>
              <a:t>l</a:t>
            </a:r>
            <a:r>
              <a:rPr sz="1600" spc="5" dirty="0">
                <a:latin typeface="Times New Roman"/>
                <a:cs typeface="Times New Roman"/>
              </a:rPr>
              <a:t>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n</a:t>
            </a:r>
            <a:r>
              <a:rPr sz="1600" spc="45" dirty="0">
                <a:latin typeface="Times New Roman"/>
                <a:cs typeface="Times New Roman"/>
              </a:rPr>
              <a:t>o</a:t>
            </a:r>
            <a:r>
              <a:rPr sz="160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Ti</a:t>
            </a:r>
            <a:r>
              <a:rPr spc="-25" dirty="0">
                <a:latin typeface="Calibri"/>
                <a:cs typeface="Calibri"/>
              </a:rPr>
              <a:t>me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818" y="2248020"/>
            <a:ext cx="7649209" cy="241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399415" indent="-4572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470534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nu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–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na</a:t>
            </a:r>
            <a:r>
              <a:rPr sz="2600" dirty="0">
                <a:latin typeface="Calibri"/>
                <a:cs typeface="Calibri"/>
              </a:rPr>
              <a:t>ll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du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469900" marR="365760" indent="-457200">
              <a:lnSpc>
                <a:spcPts val="2800"/>
              </a:lnSpc>
              <a:spcBef>
                <a:spcPts val="994"/>
              </a:spcBef>
              <a:buClr>
                <a:srgbClr val="ADB3B8"/>
              </a:buClr>
              <a:buFont typeface="Arial"/>
              <a:buChar char="•"/>
              <a:tabLst>
                <a:tab pos="470534" algn="l"/>
              </a:tabLst>
            </a:pP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0" dirty="0">
                <a:latin typeface="Calibri"/>
                <a:cs typeface="Calibri"/>
              </a:rPr>
              <a:t>y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20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6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600" b="1" spc="-50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2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equ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469900" marR="5080" indent="-457200">
              <a:lnSpc>
                <a:spcPts val="2800"/>
              </a:lnSpc>
              <a:spcBef>
                <a:spcPts val="1020"/>
              </a:spcBef>
              <a:buClr>
                <a:srgbClr val="ADB3B8"/>
              </a:buClr>
              <a:buFont typeface="Arial"/>
              <a:buChar char="•"/>
              <a:tabLst>
                <a:tab pos="470534" algn="l"/>
              </a:tabLst>
            </a:pPr>
            <a:r>
              <a:rPr sz="2600" spc="-10" dirty="0">
                <a:latin typeface="Calibri"/>
                <a:cs typeface="Calibri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63%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25" dirty="0">
                <a:latin typeface="Calibri"/>
                <a:cs typeface="Calibri"/>
              </a:rPr>
              <a:t>ue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>
              <a:lnSpc>
                <a:spcPts val="3840"/>
              </a:lnSpc>
            </a:pPr>
            <a:r>
              <a:rPr dirty="0">
                <a:latin typeface="Calibri"/>
                <a:cs typeface="Calibri"/>
              </a:rPr>
              <a:t>Ti</a:t>
            </a:r>
            <a:r>
              <a:rPr spc="-25" dirty="0">
                <a:latin typeface="Calibri"/>
                <a:cs typeface="Calibri"/>
              </a:rPr>
              <a:t>me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5" dirty="0">
                <a:latin typeface="Calibri"/>
                <a:cs typeface="Calibri"/>
              </a:rPr>
              <a:t>Co</a:t>
            </a:r>
            <a:r>
              <a:rPr spc="-10" dirty="0">
                <a:latin typeface="Calibri"/>
                <a:cs typeface="Calibri"/>
              </a:rPr>
              <a:t>n</a:t>
            </a:r>
            <a:r>
              <a:rPr spc="-50" dirty="0">
                <a:latin typeface="Calibri"/>
                <a:cs typeface="Calibri"/>
              </a:rPr>
              <a:t>s</a:t>
            </a:r>
            <a:r>
              <a:rPr spc="-55"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a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15" dirty="0">
                <a:latin typeface="Calibri"/>
                <a:cs typeface="Calibri"/>
              </a:rPr>
              <a:t>t</a:t>
            </a:r>
          </a:p>
          <a:p>
            <a:pPr marL="165100">
              <a:lnSpc>
                <a:spcPts val="3840"/>
              </a:lnSpc>
            </a:pPr>
            <a:r>
              <a:rPr spc="-80" dirty="0">
                <a:latin typeface="Calibri"/>
                <a:cs typeface="Calibri"/>
              </a:rPr>
              <a:t>f</a:t>
            </a:r>
            <a:r>
              <a:rPr spc="-15" dirty="0">
                <a:latin typeface="Calibri"/>
                <a:cs typeface="Calibri"/>
              </a:rPr>
              <a:t>or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-25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e</a:t>
            </a:r>
            <a:r>
              <a:rPr spc="15" dirty="0">
                <a:latin typeface="Calibri"/>
                <a:cs typeface="Calibri"/>
              </a:rPr>
              <a:t>r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5" dirty="0">
                <a:latin typeface="Calibri"/>
                <a:cs typeface="Calibri"/>
              </a:rPr>
              <a:t>r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M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spc="-10" dirty="0">
                <a:latin typeface="Calibri"/>
                <a:cs typeface="Calibri"/>
              </a:rPr>
              <a:t>d</a:t>
            </a:r>
            <a:r>
              <a:rPr spc="5" dirty="0">
                <a:latin typeface="Calibri"/>
                <a:cs typeface="Calibri"/>
              </a:rPr>
              <a:t>el</a:t>
            </a:r>
          </a:p>
        </p:txBody>
      </p:sp>
      <p:sp>
        <p:nvSpPr>
          <p:cNvPr id="5" name="object 5"/>
          <p:cNvSpPr/>
          <p:nvPr/>
        </p:nvSpPr>
        <p:spPr>
          <a:xfrm>
            <a:off x="2444721" y="2811789"/>
            <a:ext cx="1147445" cy="0"/>
          </a:xfrm>
          <a:custGeom>
            <a:avLst/>
            <a:gdLst/>
            <a:ahLst/>
            <a:cxnLst/>
            <a:rect l="l" t="t" r="r" b="b"/>
            <a:pathLst>
              <a:path w="1147445">
                <a:moveTo>
                  <a:pt x="0" y="0"/>
                </a:moveTo>
                <a:lnTo>
                  <a:pt x="1147197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2564" y="2310996"/>
            <a:ext cx="288925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9534" y="2398149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7794" y="2826930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18031" y="2908675"/>
            <a:ext cx="87249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4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1867" y="2767711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7987" y="2767711"/>
            <a:ext cx="137795" cy="27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5" dirty="0">
                <a:latin typeface="Times New Roman"/>
                <a:cs typeface="Times New Roman"/>
              </a:rPr>
              <a:t>k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1434" y="2606827"/>
            <a:ext cx="60325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5130" algn="l"/>
              </a:tabLst>
            </a:pPr>
            <a:r>
              <a:rPr sz="2650" i="1" spc="-15" dirty="0">
                <a:latin typeface="Times New Roman"/>
                <a:cs typeface="Times New Roman"/>
              </a:rPr>
              <a:t>y	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6618" y="2612081"/>
            <a:ext cx="19367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u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84271" y="2865112"/>
            <a:ext cx="1240790" cy="0"/>
          </a:xfrm>
          <a:custGeom>
            <a:avLst/>
            <a:gdLst/>
            <a:ahLst/>
            <a:cxnLst/>
            <a:rect l="l" t="t" r="r" b="b"/>
            <a:pathLst>
              <a:path w="1240790">
                <a:moveTo>
                  <a:pt x="0" y="0"/>
                </a:moveTo>
                <a:lnTo>
                  <a:pt x="1240500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286734" y="2919665"/>
            <a:ext cx="123761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30" dirty="0">
                <a:latin typeface="Times New Roman"/>
                <a:cs typeface="Times New Roman"/>
              </a:rPr>
              <a:t>l</a:t>
            </a:r>
            <a:r>
              <a:rPr sz="2500" spc="10" dirty="0">
                <a:latin typeface="Times New Roman"/>
                <a:cs typeface="Times New Roman"/>
              </a:rPr>
              <a:t>o</a:t>
            </a:r>
            <a:r>
              <a:rPr sz="2500" spc="125" dirty="0">
                <a:latin typeface="Times New Roman"/>
                <a:cs typeface="Times New Roman"/>
              </a:rPr>
              <a:t>g</a:t>
            </a:r>
            <a:r>
              <a:rPr sz="2175" i="1" spc="7" baseline="-24904" dirty="0">
                <a:latin typeface="Times New Roman"/>
                <a:cs typeface="Times New Roman"/>
              </a:rPr>
              <a:t>e</a:t>
            </a:r>
            <a:r>
              <a:rPr sz="2175" i="1" spc="-97" baseline="-24904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Times New Roman"/>
                <a:cs typeface="Times New Roman"/>
              </a:rPr>
              <a:t>(</a:t>
            </a:r>
            <a:r>
              <a:rPr sz="2500" spc="85" dirty="0">
                <a:latin typeface="Symbol"/>
                <a:cs typeface="Symbol"/>
              </a:rPr>
              <a:t></a:t>
            </a:r>
            <a:r>
              <a:rPr sz="2500" i="1" spc="-155" dirty="0">
                <a:latin typeface="Times New Roman"/>
                <a:cs typeface="Times New Roman"/>
              </a:rPr>
              <a:t>a</a:t>
            </a:r>
            <a:r>
              <a:rPr sz="2175" spc="7" baseline="-24904" dirty="0">
                <a:latin typeface="Times New Roman"/>
                <a:cs typeface="Times New Roman"/>
              </a:rPr>
              <a:t>1</a:t>
            </a:r>
            <a:r>
              <a:rPr sz="2175" spc="-284" baseline="-24904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2653" y="2468097"/>
            <a:ext cx="312420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10" dirty="0">
                <a:latin typeface="Symbol"/>
                <a:cs typeface="Symbol"/>
              </a:rPr>
              <a:t></a:t>
            </a:r>
            <a:r>
              <a:rPr sz="2500" i="1" spc="5" dirty="0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9111" y="2669717"/>
            <a:ext cx="748030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i="1" spc="10" dirty="0">
                <a:latin typeface="Times New Roman"/>
                <a:cs typeface="Times New Roman"/>
              </a:rPr>
              <a:t>T</a:t>
            </a:r>
            <a:r>
              <a:rPr sz="2500" i="1" spc="26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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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4975" y="4030012"/>
            <a:ext cx="629094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2B7F91F-6145-AF82-0A5C-D97F26A0517A}"/>
              </a:ext>
            </a:extLst>
          </p:cNvPr>
          <p:cNvGrpSpPr/>
          <p:nvPr/>
        </p:nvGrpSpPr>
        <p:grpSpPr>
          <a:xfrm>
            <a:off x="1176980" y="4768959"/>
            <a:ext cx="2314575" cy="964117"/>
            <a:chOff x="1176980" y="4768959"/>
            <a:chExt cx="2314575" cy="964117"/>
          </a:xfrm>
        </p:grpSpPr>
        <p:sp>
          <p:nvSpPr>
            <p:cNvPr id="19" name="object 19"/>
            <p:cNvSpPr/>
            <p:nvPr/>
          </p:nvSpPr>
          <p:spPr>
            <a:xfrm>
              <a:off x="1850255" y="5268180"/>
              <a:ext cx="1297940" cy="0"/>
            </a:xfrm>
            <a:custGeom>
              <a:avLst/>
              <a:gdLst/>
              <a:ahLst/>
              <a:cxnLst/>
              <a:rect l="l" t="t" r="r" b="b"/>
              <a:pathLst>
                <a:path w="1297939">
                  <a:moveTo>
                    <a:pt x="0" y="0"/>
                  </a:moveTo>
                  <a:lnTo>
                    <a:pt x="1297528" y="0"/>
                  </a:lnTo>
                </a:path>
              </a:pathLst>
            </a:custGeom>
            <a:ln w="1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2051915" y="4768959"/>
              <a:ext cx="883919" cy="450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spc="-10" dirty="0">
                  <a:latin typeface="Times New Roman"/>
                  <a:cs typeface="Times New Roman"/>
                </a:rPr>
                <a:t>0.</a:t>
              </a:r>
              <a:r>
                <a:rPr sz="2650" spc="150" dirty="0">
                  <a:latin typeface="Times New Roman"/>
                  <a:cs typeface="Times New Roman"/>
                </a:rPr>
                <a:t>2</a:t>
              </a:r>
              <a:r>
                <a:rPr sz="2650" i="1" spc="165" dirty="0">
                  <a:latin typeface="Times New Roman"/>
                  <a:cs typeface="Times New Roman"/>
                </a:rPr>
                <a:t>z</a:t>
              </a:r>
              <a:r>
                <a:rPr sz="3000" spc="-37" baseline="33333" dirty="0">
                  <a:latin typeface="Symbol"/>
                  <a:cs typeface="Symbol"/>
                </a:rPr>
                <a:t></a:t>
              </a:r>
              <a:r>
                <a:rPr sz="3000" spc="-15" baseline="33333" dirty="0">
                  <a:latin typeface="Times New Roman"/>
                  <a:cs typeface="Times New Roman"/>
                </a:rPr>
                <a:t>1</a:t>
              </a:r>
              <a:endParaRPr sz="3000" baseline="33333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176980" y="5063151"/>
              <a:ext cx="2314575" cy="669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2780"/>
                </a:lnSpc>
                <a:tabLst>
                  <a:tab pos="392430" algn="l"/>
                  <a:tab pos="1666239" algn="l"/>
                </a:tabLst>
              </a:pPr>
              <a:r>
                <a:rPr sz="2650" i="1" spc="-5" dirty="0">
                  <a:latin typeface="Times New Roman"/>
                  <a:cs typeface="Times New Roman"/>
                </a:rPr>
                <a:t>y</a:t>
              </a:r>
              <a:r>
                <a:rPr sz="3000" i="1" spc="-15" baseline="-19444" dirty="0">
                  <a:latin typeface="Times New Roman"/>
                  <a:cs typeface="Times New Roman"/>
                </a:rPr>
                <a:t>k</a:t>
              </a:r>
              <a:r>
                <a:rPr sz="3000" i="1" baseline="-19444" dirty="0">
                  <a:latin typeface="Times New Roman"/>
                  <a:cs typeface="Times New Roman"/>
                </a:rPr>
                <a:t>	</a:t>
              </a:r>
              <a:r>
                <a:rPr sz="2650" spc="-15" dirty="0">
                  <a:latin typeface="Symbol"/>
                  <a:cs typeface="Symbol"/>
                </a:rPr>
                <a:t></a:t>
              </a:r>
              <a:r>
                <a:rPr sz="2650" dirty="0">
                  <a:latin typeface="Times New Roman"/>
                  <a:cs typeface="Times New Roman"/>
                </a:rPr>
                <a:t>	</a:t>
              </a:r>
              <a:r>
                <a:rPr sz="3000" spc="-37" baseline="-33333" dirty="0">
                  <a:latin typeface="Symbol"/>
                  <a:cs typeface="Symbol"/>
                </a:rPr>
                <a:t></a:t>
              </a:r>
              <a:r>
                <a:rPr sz="3000" spc="-15" baseline="-33333" dirty="0">
                  <a:latin typeface="Times New Roman"/>
                  <a:cs typeface="Times New Roman"/>
                </a:rPr>
                <a:t>1</a:t>
              </a:r>
              <a:r>
                <a:rPr sz="3000" spc="135" baseline="-33333" dirty="0">
                  <a:latin typeface="Times New Roman"/>
                  <a:cs typeface="Times New Roman"/>
                </a:rPr>
                <a:t> </a:t>
              </a:r>
              <a:r>
                <a:rPr sz="2650" i="1" spc="10" dirty="0">
                  <a:latin typeface="Times New Roman"/>
                  <a:cs typeface="Times New Roman"/>
                </a:rPr>
                <a:t>u</a:t>
              </a:r>
              <a:r>
                <a:rPr sz="3000" i="1" spc="-15" baseline="-19444" dirty="0">
                  <a:latin typeface="Times New Roman"/>
                  <a:cs typeface="Times New Roman"/>
                </a:rPr>
                <a:t>k</a:t>
              </a:r>
              <a:endParaRPr sz="3000" baseline="-19444">
                <a:latin typeface="Times New Roman"/>
                <a:cs typeface="Times New Roman"/>
              </a:endParaRPr>
            </a:p>
            <a:p>
              <a:pPr marL="1270" algn="ctr">
                <a:lnSpc>
                  <a:spcPts val="2780"/>
                </a:lnSpc>
              </a:pPr>
              <a:r>
                <a:rPr sz="2650" spc="190" dirty="0">
                  <a:latin typeface="Times New Roman"/>
                  <a:cs typeface="Times New Roman"/>
                </a:rPr>
                <a:t>1</a:t>
              </a:r>
              <a:r>
                <a:rPr sz="2650" spc="-15" dirty="0">
                  <a:latin typeface="Symbol"/>
                  <a:cs typeface="Symbol"/>
                </a:rPr>
                <a:t></a:t>
              </a:r>
              <a:r>
                <a:rPr sz="2650" spc="-254" dirty="0">
                  <a:latin typeface="Times New Roman"/>
                  <a:cs typeface="Times New Roman"/>
                </a:rPr>
                <a:t> </a:t>
              </a:r>
              <a:r>
                <a:rPr sz="2650" spc="-10" dirty="0">
                  <a:latin typeface="Times New Roman"/>
                  <a:cs typeface="Times New Roman"/>
                </a:rPr>
                <a:t>0.</a:t>
              </a:r>
              <a:r>
                <a:rPr sz="2650" spc="100" dirty="0">
                  <a:latin typeface="Times New Roman"/>
                  <a:cs typeface="Times New Roman"/>
                </a:rPr>
                <a:t>8</a:t>
              </a:r>
              <a:r>
                <a:rPr sz="2650" i="1" spc="-15" dirty="0">
                  <a:latin typeface="Times New Roman"/>
                  <a:cs typeface="Times New Roman"/>
                </a:rPr>
                <a:t>z</a:t>
              </a:r>
              <a:endParaRPr sz="2650">
                <a:latin typeface="Times New Roman"/>
                <a:cs typeface="Times New Roman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C78D43C-0FAD-EF48-B6D6-F367BE97DD4F}"/>
              </a:ext>
            </a:extLst>
          </p:cNvPr>
          <p:cNvGrpSpPr/>
          <p:nvPr/>
        </p:nvGrpSpPr>
        <p:grpSpPr>
          <a:xfrm>
            <a:off x="4154719" y="4894958"/>
            <a:ext cx="3789679" cy="915209"/>
            <a:chOff x="4154719" y="4894958"/>
            <a:chExt cx="3789679" cy="915209"/>
          </a:xfrm>
        </p:grpSpPr>
        <p:sp>
          <p:nvSpPr>
            <p:cNvPr id="22" name="object 22"/>
            <p:cNvSpPr/>
            <p:nvPr/>
          </p:nvSpPr>
          <p:spPr>
            <a:xfrm>
              <a:off x="4975819" y="5305793"/>
              <a:ext cx="1270635" cy="0"/>
            </a:xfrm>
            <a:custGeom>
              <a:avLst/>
              <a:gdLst/>
              <a:ahLst/>
              <a:cxnLst/>
              <a:rect l="l" t="t" r="r" b="b"/>
              <a:pathLst>
                <a:path w="1270635">
                  <a:moveTo>
                    <a:pt x="0" y="0"/>
                  </a:moveTo>
                  <a:lnTo>
                    <a:pt x="1270245" y="0"/>
                  </a:lnTo>
                </a:path>
              </a:pathLst>
            </a:custGeom>
            <a:ln w="7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154719" y="5099568"/>
              <a:ext cx="3789679" cy="6318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620"/>
                </a:lnSpc>
                <a:tabLst>
                  <a:tab pos="2183765" algn="l"/>
                  <a:tab pos="3017520" algn="l"/>
                </a:tabLst>
              </a:pPr>
              <a:r>
                <a:rPr sz="2650" i="1" dirty="0">
                  <a:latin typeface="Times New Roman"/>
                  <a:cs typeface="Times New Roman"/>
                </a:rPr>
                <a:t>T</a:t>
              </a:r>
              <a:r>
                <a:rPr sz="2650" i="1" spc="290" dirty="0">
                  <a:latin typeface="Times New Roman"/>
                  <a:cs typeface="Times New Roman"/>
                </a:rPr>
                <a:t> </a:t>
              </a:r>
              <a:r>
                <a:rPr sz="2650" dirty="0">
                  <a:latin typeface="Symbol"/>
                  <a:cs typeface="Symbol"/>
                </a:rPr>
                <a:t></a:t>
              </a:r>
              <a:r>
                <a:rPr sz="2650" spc="-30" dirty="0">
                  <a:latin typeface="Times New Roman"/>
                  <a:cs typeface="Times New Roman"/>
                </a:rPr>
                <a:t> </a:t>
              </a:r>
              <a:r>
                <a:rPr sz="2650" dirty="0">
                  <a:latin typeface="Symbol"/>
                  <a:cs typeface="Symbol"/>
                </a:rPr>
                <a:t></a:t>
              </a:r>
              <a:r>
                <a:rPr sz="2650" dirty="0">
                  <a:latin typeface="Times New Roman"/>
                  <a:cs typeface="Times New Roman"/>
                </a:rPr>
                <a:t>	</a:t>
              </a:r>
              <a:r>
                <a:rPr sz="2650" dirty="0">
                  <a:latin typeface="Symbol"/>
                  <a:cs typeface="Symbol"/>
                </a:rPr>
                <a:t></a:t>
              </a:r>
              <a:r>
                <a:rPr sz="2650" spc="-30" dirty="0">
                  <a:latin typeface="Times New Roman"/>
                  <a:cs typeface="Times New Roman"/>
                </a:rPr>
                <a:t> </a:t>
              </a:r>
              <a:r>
                <a:rPr sz="2650" dirty="0">
                  <a:latin typeface="Times New Roman"/>
                  <a:cs typeface="Times New Roman"/>
                </a:rPr>
                <a:t>4.5	</a:t>
              </a:r>
              <a:r>
                <a:rPr sz="3900" spc="-15" baseline="5341" dirty="0">
                  <a:latin typeface="Calibri"/>
                  <a:cs typeface="Calibri"/>
                </a:rPr>
                <a:t>h</a:t>
              </a:r>
              <a:r>
                <a:rPr sz="3900" spc="7" baseline="5341" dirty="0">
                  <a:latin typeface="Calibri"/>
                  <a:cs typeface="Calibri"/>
                </a:rPr>
                <a:t>o</a:t>
              </a:r>
              <a:r>
                <a:rPr sz="3900" spc="-15" baseline="5341" dirty="0">
                  <a:latin typeface="Calibri"/>
                  <a:cs typeface="Calibri"/>
                </a:rPr>
                <a:t>u</a:t>
              </a:r>
              <a:r>
                <a:rPr sz="3900" spc="-75" baseline="5341" dirty="0">
                  <a:latin typeface="Calibri"/>
                  <a:cs typeface="Calibri"/>
                </a:rPr>
                <a:t>r</a:t>
              </a:r>
              <a:r>
                <a:rPr sz="3900" baseline="5341" dirty="0">
                  <a:latin typeface="Calibri"/>
                  <a:cs typeface="Calibri"/>
                </a:rPr>
                <a:t>s</a:t>
              </a:r>
              <a:endParaRPr sz="3900" baseline="5341">
                <a:latin typeface="Calibri"/>
                <a:cs typeface="Calibri"/>
              </a:endParaRPr>
            </a:p>
            <a:p>
              <a:pPr marL="825500">
                <a:lnSpc>
                  <a:spcPts val="2620"/>
                </a:lnSpc>
                <a:tabLst>
                  <a:tab pos="1438275" algn="l"/>
                </a:tabLst>
              </a:pPr>
              <a:r>
                <a:rPr sz="2650" dirty="0">
                  <a:latin typeface="Times New Roman"/>
                  <a:cs typeface="Times New Roman"/>
                </a:rPr>
                <a:t>log	</a:t>
              </a:r>
              <a:r>
                <a:rPr sz="2650" spc="30" dirty="0">
                  <a:latin typeface="Times New Roman"/>
                  <a:cs typeface="Times New Roman"/>
                </a:rPr>
                <a:t>(</a:t>
              </a:r>
              <a:r>
                <a:rPr sz="2650" dirty="0">
                  <a:latin typeface="Times New Roman"/>
                  <a:cs typeface="Times New Roman"/>
                </a:rPr>
                <a:t>0.</a:t>
              </a:r>
              <a:r>
                <a:rPr sz="2650" spc="-45" dirty="0">
                  <a:latin typeface="Times New Roman"/>
                  <a:cs typeface="Times New Roman"/>
                </a:rPr>
                <a:t>8</a:t>
              </a:r>
              <a:r>
                <a:rPr sz="2650" dirty="0">
                  <a:latin typeface="Times New Roman"/>
                  <a:cs typeface="Times New Roman"/>
                </a:rPr>
                <a:t>)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513287" y="4894958"/>
              <a:ext cx="195580" cy="3651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650" dirty="0">
                  <a:latin typeface="Times New Roman"/>
                  <a:cs typeface="Times New Roman"/>
                </a:rPr>
                <a:t>1</a:t>
              </a:r>
              <a:endParaRPr sz="2650"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410966" y="5476157"/>
              <a:ext cx="162560" cy="3340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i="1" spc="10" dirty="0">
                  <a:latin typeface="Times New Roman"/>
                  <a:cs typeface="Times New Roman"/>
                </a:rPr>
                <a:t>e</a:t>
              </a:r>
              <a:endParaRPr sz="240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4640579" y="2082789"/>
            <a:ext cx="4361169" cy="32740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350583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sp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el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2789" y="2115445"/>
            <a:ext cx="4482919" cy="3495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282575" indent="-457200">
              <a:lnSpc>
                <a:spcPct val="90000"/>
              </a:lnSpc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1.</a:t>
            </a:r>
            <a:r>
              <a:rPr sz="2600" spc="-15" dirty="0">
                <a:latin typeface="Calibri"/>
                <a:cs typeface="Calibri"/>
              </a:rPr>
              <a:t>0</a:t>
            </a:r>
            <a:endParaRPr sz="2600" dirty="0">
              <a:latin typeface="Calibri"/>
              <a:cs typeface="Calibri"/>
            </a:endParaRPr>
          </a:p>
          <a:p>
            <a:pPr marL="469900" marR="228600" indent="-457200">
              <a:lnSpc>
                <a:spcPct val="90000"/>
              </a:lnSpc>
              <a:spcBef>
                <a:spcPts val="1010"/>
              </a:spcBef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10" dirty="0">
                <a:latin typeface="Calibri"/>
                <a:cs typeface="Calibri"/>
              </a:rPr>
              <a:t>Th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pu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0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15" dirty="0">
                <a:latin typeface="Calibri"/>
                <a:cs typeface="Calibri"/>
              </a:rPr>
              <a:t>63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Calibri"/>
                <a:cs typeface="Calibri"/>
              </a:rPr>
              <a:t>“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spc="9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469900" marR="5080" indent="-457200">
              <a:lnSpc>
                <a:spcPts val="282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469900" algn="l"/>
              </a:tabLst>
            </a:pPr>
            <a:r>
              <a:rPr sz="2600" spc="-10" dirty="0">
                <a:latin typeface="Calibri"/>
                <a:cs typeface="Calibri"/>
              </a:rPr>
              <a:t>Ca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b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lang="en-NZ" sz="2600" spc="-65" dirty="0">
                <a:latin typeface="Times New Roman"/>
                <a:cs typeface="Times New Roman"/>
              </a:rPr>
              <a:t> 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01930" y="3307079"/>
            <a:ext cx="744855" cy="0"/>
          </a:xfrm>
          <a:custGeom>
            <a:avLst/>
            <a:gdLst/>
            <a:ahLst/>
            <a:cxnLst/>
            <a:rect l="l" t="t" r="r" b="b"/>
            <a:pathLst>
              <a:path w="744854">
                <a:moveTo>
                  <a:pt x="0" y="0"/>
                </a:moveTo>
                <a:lnTo>
                  <a:pt x="744504" y="0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21044" y="32308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0" y="152399"/>
                </a:lnTo>
                <a:lnTo>
                  <a:pt x="152399" y="7619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73139" y="3309610"/>
            <a:ext cx="0" cy="1596390"/>
          </a:xfrm>
          <a:custGeom>
            <a:avLst/>
            <a:gdLst/>
            <a:ahLst/>
            <a:cxnLst/>
            <a:rect l="l" t="t" r="r" b="b"/>
            <a:pathLst>
              <a:path h="1596389">
                <a:moveTo>
                  <a:pt x="0" y="0"/>
                </a:moveTo>
                <a:lnTo>
                  <a:pt x="0" y="1595966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96939" y="48801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76199" y="152412"/>
                </a:lnTo>
                <a:lnTo>
                  <a:pt x="152399" y="1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919823-C40D-2B56-3D53-407DA1F80ED2}"/>
              </a:ext>
            </a:extLst>
          </p:cNvPr>
          <p:cNvGrpSpPr/>
          <p:nvPr/>
        </p:nvGrpSpPr>
        <p:grpSpPr>
          <a:xfrm>
            <a:off x="5137547" y="5100328"/>
            <a:ext cx="1277620" cy="607170"/>
            <a:chOff x="5137547" y="5100328"/>
            <a:chExt cx="1277620" cy="607170"/>
          </a:xfrm>
        </p:grpSpPr>
        <p:sp>
          <p:nvSpPr>
            <p:cNvPr id="12" name="object 12"/>
            <p:cNvSpPr/>
            <p:nvPr/>
          </p:nvSpPr>
          <p:spPr>
            <a:xfrm>
              <a:off x="5957102" y="510032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0" y="152399"/>
                  </a:lnTo>
                  <a:lnTo>
                    <a:pt x="152399" y="76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58480" y="510032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0"/>
                  </a:moveTo>
                  <a:lnTo>
                    <a:pt x="0" y="76187"/>
                  </a:lnTo>
                  <a:lnTo>
                    <a:pt x="152369" y="152399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EA79A5-43A3-C8A7-DCD9-CE94B4C64CC0}"/>
                </a:ext>
              </a:extLst>
            </p:cNvPr>
            <p:cNvGrpSpPr/>
            <p:nvPr/>
          </p:nvGrpSpPr>
          <p:grpSpPr>
            <a:xfrm>
              <a:off x="5137547" y="5176515"/>
              <a:ext cx="1277620" cy="530983"/>
              <a:chOff x="5137547" y="5176515"/>
              <a:chExt cx="1277620" cy="530983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5585459" y="5176515"/>
                <a:ext cx="3975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97510">
                    <a:moveTo>
                      <a:pt x="0" y="0"/>
                    </a:moveTo>
                    <a:lnTo>
                      <a:pt x="397062" y="0"/>
                    </a:lnTo>
                  </a:path>
                </a:pathLst>
              </a:custGeom>
              <a:ln w="5080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 txBox="1"/>
              <p:nvPr/>
            </p:nvSpPr>
            <p:spPr>
              <a:xfrm>
                <a:off x="5137547" y="5351898"/>
                <a:ext cx="1277620" cy="35560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sz="2600" dirty="0">
                    <a:latin typeface="Calibri"/>
                    <a:cs typeface="Calibri"/>
                  </a:rPr>
                  <a:t>4.</a:t>
                </a:r>
                <a:r>
                  <a:rPr sz="2600" spc="-15" dirty="0">
                    <a:latin typeface="Calibri"/>
                    <a:cs typeface="Calibri"/>
                  </a:rPr>
                  <a:t>5</a:t>
                </a:r>
                <a:r>
                  <a:rPr sz="2600" spc="-70" dirty="0">
                    <a:latin typeface="Times New Roman"/>
                    <a:cs typeface="Times New Roman"/>
                  </a:rPr>
                  <a:t> </a:t>
                </a:r>
                <a:r>
                  <a:rPr sz="2600" spc="-10" dirty="0">
                    <a:latin typeface="Calibri"/>
                    <a:cs typeface="Calibri"/>
                  </a:rPr>
                  <a:t>h</a:t>
                </a:r>
                <a:r>
                  <a:rPr sz="2600" spc="5" dirty="0">
                    <a:latin typeface="Calibri"/>
                    <a:cs typeface="Calibri"/>
                  </a:rPr>
                  <a:t>o</a:t>
                </a:r>
                <a:r>
                  <a:rPr sz="2600" spc="-10" dirty="0">
                    <a:latin typeface="Calibri"/>
                    <a:cs typeface="Calibri"/>
                  </a:rPr>
                  <a:t>u</a:t>
                </a:r>
                <a:r>
                  <a:rPr sz="2600" spc="-60" dirty="0">
                    <a:latin typeface="Calibri"/>
                    <a:cs typeface="Calibri"/>
                  </a:rPr>
                  <a:t>r</a:t>
                </a:r>
                <a:r>
                  <a:rPr sz="2600" dirty="0">
                    <a:latin typeface="Calibri"/>
                    <a:cs typeface="Calibri"/>
                  </a:rPr>
                  <a:t>s</a:t>
                </a:r>
                <a:endParaRPr sz="2600">
                  <a:latin typeface="Calibri"/>
                  <a:cs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7567" y="728416"/>
            <a:ext cx="446786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95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art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Disc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et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ncti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390" y="2290601"/>
            <a:ext cx="5333365" cy="376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3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2.1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W</a:t>
            </a:r>
            <a:r>
              <a:rPr sz="2600" spc="-6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Mo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2.2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yp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Mo</a:t>
            </a:r>
            <a:r>
              <a:rPr sz="2600" spc="-15" dirty="0">
                <a:latin typeface="Calibri"/>
                <a:cs typeface="Calibri"/>
              </a:rPr>
              <a:t>del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2.3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Di</a:t>
            </a: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80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2.4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20" dirty="0">
                <a:latin typeface="Calibri"/>
                <a:cs typeface="Calibri"/>
              </a:rPr>
              <a:t>ac</a:t>
            </a:r>
            <a:r>
              <a:rPr sz="2600" spc="-15" dirty="0">
                <a:latin typeface="Calibri"/>
                <a:cs typeface="Calibri"/>
              </a:rPr>
              <a:t>k</a:t>
            </a:r>
            <a:r>
              <a:rPr sz="2600" spc="-5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Ope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2.5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15" dirty="0">
                <a:latin typeface="Calibri"/>
                <a:cs typeface="Calibri"/>
              </a:rPr>
              <a:t>dy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ta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Gai</a:t>
            </a:r>
            <a:r>
              <a:rPr sz="2600" spc="-15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2.6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u="heavy" spc="-70" dirty="0">
                <a:latin typeface="Calibri"/>
                <a:cs typeface="Calibri"/>
              </a:rPr>
              <a:t>P</a:t>
            </a:r>
            <a:r>
              <a:rPr sz="2600" u="heavy" spc="-20" dirty="0">
                <a:latin typeface="Calibri"/>
                <a:cs typeface="Calibri"/>
              </a:rPr>
              <a:t>o</a:t>
            </a:r>
            <a:r>
              <a:rPr sz="2600" u="heavy" spc="-5" dirty="0">
                <a:latin typeface="Calibri"/>
                <a:cs typeface="Calibri"/>
              </a:rPr>
              <a:t>l</a:t>
            </a:r>
            <a:r>
              <a:rPr sz="2600" u="heavy" spc="-20" dirty="0">
                <a:latin typeface="Calibri"/>
                <a:cs typeface="Calibri"/>
              </a:rPr>
              <a:t>e</a:t>
            </a:r>
            <a:r>
              <a:rPr sz="2600" u="heavy" spc="-15" dirty="0">
                <a:latin typeface="Calibri"/>
                <a:cs typeface="Calibri"/>
              </a:rPr>
              <a:t>s</a:t>
            </a:r>
            <a:r>
              <a:rPr sz="2600" u="heavy" spc="-10" dirty="0">
                <a:latin typeface="Calibri"/>
                <a:cs typeface="Calibri"/>
              </a:rPr>
              <a:t> 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nd </a:t>
            </a:r>
            <a:r>
              <a:rPr sz="2600" u="heavy" dirty="0">
                <a:latin typeface="Calibri"/>
                <a:cs typeface="Calibri"/>
              </a:rPr>
              <a:t>S</a:t>
            </a:r>
            <a:r>
              <a:rPr sz="2600" u="heavy" spc="-45" dirty="0">
                <a:latin typeface="Calibri"/>
                <a:cs typeface="Calibri"/>
              </a:rPr>
              <a:t>t</a:t>
            </a:r>
            <a:r>
              <a:rPr sz="2600" u="heavy" spc="-20" dirty="0">
                <a:latin typeface="Calibri"/>
                <a:cs typeface="Calibri"/>
              </a:rPr>
              <a:t>a</a:t>
            </a:r>
            <a:r>
              <a:rPr sz="2600" u="heavy" spc="-15" dirty="0">
                <a:latin typeface="Calibri"/>
                <a:cs typeface="Calibri"/>
              </a:rPr>
              <a:t>b</a:t>
            </a:r>
            <a:r>
              <a:rPr sz="2600" u="heavy" spc="-5" dirty="0">
                <a:latin typeface="Calibri"/>
                <a:cs typeface="Calibri"/>
              </a:rPr>
              <a:t>il</a:t>
            </a:r>
            <a:r>
              <a:rPr sz="2600" u="heavy" dirty="0">
                <a:latin typeface="Calibri"/>
                <a:cs typeface="Calibri"/>
              </a:rPr>
              <a:t>i</a:t>
            </a:r>
            <a:r>
              <a:rPr sz="2600" u="heavy" spc="-15" dirty="0">
                <a:latin typeface="Calibri"/>
                <a:cs typeface="Calibri"/>
              </a:rPr>
              <a:t>ty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ec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2.7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oc</a:t>
            </a:r>
            <a:r>
              <a:rPr sz="2600" spc="-15" dirty="0">
                <a:latin typeface="Calibri"/>
                <a:cs typeface="Calibri"/>
              </a:rPr>
              <a:t>k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Di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ams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ab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0" dirty="0">
                <a:latin typeface="Calibri"/>
                <a:cs typeface="Calibri"/>
              </a:rPr>
              <a:t>t</a:t>
            </a:r>
            <a:r>
              <a:rPr spc="-3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</a:p>
        </p:txBody>
      </p:sp>
      <p:sp>
        <p:nvSpPr>
          <p:cNvPr id="6" name="object 6"/>
          <p:cNvSpPr/>
          <p:nvPr/>
        </p:nvSpPr>
        <p:spPr>
          <a:xfrm>
            <a:off x="3096767" y="1860810"/>
            <a:ext cx="5705475" cy="4267835"/>
          </a:xfrm>
          <a:custGeom>
            <a:avLst/>
            <a:gdLst/>
            <a:ahLst/>
            <a:cxnLst/>
            <a:rect l="l" t="t" r="r" b="b"/>
            <a:pathLst>
              <a:path w="5705475" h="4267835">
                <a:moveTo>
                  <a:pt x="0" y="4267230"/>
                </a:moveTo>
                <a:lnTo>
                  <a:pt x="5705124" y="4267230"/>
                </a:lnTo>
                <a:lnTo>
                  <a:pt x="5705124" y="0"/>
                </a:lnTo>
                <a:lnTo>
                  <a:pt x="0" y="0"/>
                </a:lnTo>
                <a:lnTo>
                  <a:pt x="0" y="42672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40479" y="2185928"/>
            <a:ext cx="4421505" cy="3474720"/>
          </a:xfrm>
          <a:custGeom>
            <a:avLst/>
            <a:gdLst/>
            <a:ahLst/>
            <a:cxnLst/>
            <a:rect l="l" t="t" r="r" b="b"/>
            <a:pathLst>
              <a:path w="4421505" h="3474720">
                <a:moveTo>
                  <a:pt x="0" y="3474719"/>
                </a:moveTo>
                <a:lnTo>
                  <a:pt x="4421459" y="3474719"/>
                </a:lnTo>
                <a:lnTo>
                  <a:pt x="4421459" y="0"/>
                </a:lnTo>
                <a:lnTo>
                  <a:pt x="0" y="0"/>
                </a:lnTo>
                <a:lnTo>
                  <a:pt x="0" y="34747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40483" y="2185926"/>
            <a:ext cx="4421505" cy="3474720"/>
          </a:xfrm>
          <a:custGeom>
            <a:avLst/>
            <a:gdLst/>
            <a:ahLst/>
            <a:cxnLst/>
            <a:rect l="l" t="t" r="r" b="b"/>
            <a:pathLst>
              <a:path w="4421505" h="3474720">
                <a:moveTo>
                  <a:pt x="0" y="0"/>
                </a:moveTo>
                <a:lnTo>
                  <a:pt x="4421429" y="0"/>
                </a:lnTo>
                <a:lnTo>
                  <a:pt x="4421429" y="3474721"/>
                </a:lnTo>
                <a:lnTo>
                  <a:pt x="0" y="3474721"/>
                </a:lnTo>
                <a:lnTo>
                  <a:pt x="0" y="0"/>
                </a:lnTo>
                <a:close/>
              </a:path>
            </a:pathLst>
          </a:custGeom>
          <a:ln w="101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40483" y="2185926"/>
            <a:ext cx="4421505" cy="0"/>
          </a:xfrm>
          <a:custGeom>
            <a:avLst/>
            <a:gdLst/>
            <a:ahLst/>
            <a:cxnLst/>
            <a:rect l="l" t="t" r="r" b="b"/>
            <a:pathLst>
              <a:path w="4421505">
                <a:moveTo>
                  <a:pt x="0" y="0"/>
                </a:moveTo>
                <a:lnTo>
                  <a:pt x="442142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6191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0483" y="5660647"/>
            <a:ext cx="4421505" cy="0"/>
          </a:xfrm>
          <a:custGeom>
            <a:avLst/>
            <a:gdLst/>
            <a:ahLst/>
            <a:cxnLst/>
            <a:rect l="l" t="t" r="r" b="b"/>
            <a:pathLst>
              <a:path w="4421505">
                <a:moveTo>
                  <a:pt x="0" y="0"/>
                </a:moveTo>
                <a:lnTo>
                  <a:pt x="4421429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61913" y="56606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61913" y="2185926"/>
            <a:ext cx="0" cy="3474720"/>
          </a:xfrm>
          <a:custGeom>
            <a:avLst/>
            <a:gdLst/>
            <a:ahLst/>
            <a:cxnLst/>
            <a:rect l="l" t="t" r="r" b="b"/>
            <a:pathLst>
              <a:path h="3474720">
                <a:moveTo>
                  <a:pt x="0" y="3474721"/>
                </a:moveTo>
                <a:lnTo>
                  <a:pt x="0" y="0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6191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40483" y="2185926"/>
            <a:ext cx="0" cy="3474720"/>
          </a:xfrm>
          <a:custGeom>
            <a:avLst/>
            <a:gdLst/>
            <a:ahLst/>
            <a:cxnLst/>
            <a:rect l="l" t="t" r="r" b="b"/>
            <a:pathLst>
              <a:path h="3474720">
                <a:moveTo>
                  <a:pt x="0" y="3474721"/>
                </a:moveTo>
                <a:lnTo>
                  <a:pt x="0" y="0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4048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61913" y="56606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4048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40483" y="560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40483" y="22265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97213" y="570347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16602" y="5609842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50804"/>
                </a:moveTo>
                <a:lnTo>
                  <a:pt x="0" y="0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16602" y="560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16602" y="218592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635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16602" y="22265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73337" y="570347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02945" y="5609842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50804"/>
                </a:moveTo>
                <a:lnTo>
                  <a:pt x="0" y="0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02945" y="560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02945" y="218592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635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02945" y="22265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89257" y="5609842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50804"/>
                </a:moveTo>
                <a:lnTo>
                  <a:pt x="0" y="0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89257" y="560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89257" y="218592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635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89257" y="22265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75600" y="5609842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50804"/>
                </a:moveTo>
                <a:lnTo>
                  <a:pt x="0" y="0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75600" y="560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75600" y="2185926"/>
            <a:ext cx="0" cy="40640"/>
          </a:xfrm>
          <a:custGeom>
            <a:avLst/>
            <a:gdLst/>
            <a:ahLst/>
            <a:cxnLst/>
            <a:rect l="l" t="t" r="r" b="b"/>
            <a:pathLst>
              <a:path h="40639">
                <a:moveTo>
                  <a:pt x="0" y="0"/>
                </a:moveTo>
                <a:lnTo>
                  <a:pt x="0" y="40635"/>
                </a:lnTo>
              </a:path>
            </a:pathLst>
          </a:custGeom>
          <a:ln w="101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75600" y="22265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61913" y="560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61913" y="22265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881230" y="56606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10973" y="56606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40483" y="5162801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074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881230" y="51628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10973" y="5162801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5094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10973" y="51628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840483" y="4664963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074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881230" y="4664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210973" y="4664963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5094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10973" y="46649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40483" y="4167128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074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81230" y="41671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210973" y="4167128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5094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0973" y="41671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40483" y="3669288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074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81230" y="36692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210973" y="3669288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5094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210973" y="366928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840483" y="3171435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074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881230" y="3171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10973" y="3171435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5094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210973" y="3171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840483" y="2673612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0746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881230" y="26736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210973" y="2673612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>
                <a:moveTo>
                  <a:pt x="5094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210973" y="267361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881230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21097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264249" y="5703476"/>
            <a:ext cx="155702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" algn="ctr">
              <a:lnSpc>
                <a:spcPts val="1240"/>
              </a:lnSpc>
              <a:tabLst>
                <a:tab pos="892810" algn="l"/>
              </a:tabLst>
            </a:pPr>
            <a:r>
              <a:rPr sz="1050" spc="-30" dirty="0">
                <a:latin typeface="Arial"/>
                <a:cs typeface="Arial"/>
              </a:rPr>
              <a:t>1</a:t>
            </a:r>
            <a:r>
              <a:rPr sz="1050" spc="-10" dirty="0">
                <a:latin typeface="Arial"/>
                <a:cs typeface="Arial"/>
              </a:rPr>
              <a:t>0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30" dirty="0">
                <a:latin typeface="Arial"/>
                <a:cs typeface="Arial"/>
              </a:rPr>
              <a:t>15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ts val="2080"/>
              </a:lnSpc>
            </a:pPr>
            <a:r>
              <a:rPr sz="1750" spc="45" dirty="0">
                <a:latin typeface="Arial"/>
                <a:cs typeface="Arial"/>
              </a:rPr>
              <a:t>T</a:t>
            </a:r>
            <a:r>
              <a:rPr sz="1750" spc="5" dirty="0">
                <a:latin typeface="Arial"/>
                <a:cs typeface="Arial"/>
              </a:rPr>
              <a:t>i</a:t>
            </a:r>
            <a:r>
              <a:rPr sz="1750" spc="-30" dirty="0">
                <a:latin typeface="Arial"/>
                <a:cs typeface="Arial"/>
              </a:rPr>
              <a:t>m</a:t>
            </a:r>
            <a:r>
              <a:rPr sz="1750" dirty="0">
                <a:latin typeface="Arial"/>
                <a:cs typeface="Arial"/>
              </a:rPr>
              <a:t>e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-30" dirty="0">
                <a:latin typeface="Arial"/>
                <a:cs typeface="Arial"/>
              </a:rPr>
              <a:t>(</a:t>
            </a:r>
            <a:r>
              <a:rPr sz="1750" dirty="0">
                <a:latin typeface="Arial"/>
                <a:cs typeface="Arial"/>
              </a:rPr>
              <a:t>s</a:t>
            </a:r>
            <a:r>
              <a:rPr sz="1750" spc="-20" dirty="0">
                <a:latin typeface="Arial"/>
                <a:cs typeface="Arial"/>
              </a:rPr>
              <a:t>e</a:t>
            </a:r>
            <a:r>
              <a:rPr sz="1750" dirty="0">
                <a:latin typeface="Arial"/>
                <a:cs typeface="Arial"/>
              </a:rPr>
              <a:t>c</a:t>
            </a:r>
            <a:r>
              <a:rPr sz="1750" spc="60" dirty="0">
                <a:latin typeface="Arial"/>
                <a:cs typeface="Arial"/>
              </a:rPr>
              <a:t>o</a:t>
            </a:r>
            <a:r>
              <a:rPr sz="1750" spc="-100" dirty="0">
                <a:latin typeface="Arial"/>
                <a:cs typeface="Arial"/>
              </a:rPr>
              <a:t>n</a:t>
            </a:r>
            <a:r>
              <a:rPr sz="1750" spc="-20" dirty="0">
                <a:latin typeface="Arial"/>
                <a:cs typeface="Arial"/>
              </a:rPr>
              <a:t>d</a:t>
            </a:r>
            <a:r>
              <a:rPr sz="1750" dirty="0">
                <a:latin typeface="Arial"/>
                <a:cs typeface="Arial"/>
              </a:rPr>
              <a:t>s)</a:t>
            </a:r>
            <a:endParaRPr sz="17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291571" y="5703476"/>
            <a:ext cx="16827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177917" y="5703476"/>
            <a:ext cx="16827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25</a:t>
            </a:r>
            <a:endParaRPr sz="10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532330" y="5591712"/>
            <a:ext cx="2800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5" dirty="0">
                <a:latin typeface="Arial"/>
                <a:cs typeface="Arial"/>
              </a:rPr>
              <a:t>-</a:t>
            </a:r>
            <a:r>
              <a:rPr sz="1050" spc="-30" dirty="0">
                <a:latin typeface="Arial"/>
                <a:cs typeface="Arial"/>
              </a:rPr>
              <a:t>100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715705" y="509387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10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573084" y="4596035"/>
            <a:ext cx="2393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100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73084" y="4098195"/>
            <a:ext cx="2393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200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573084" y="3600355"/>
            <a:ext cx="2393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300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73084" y="3102514"/>
            <a:ext cx="2393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400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73084" y="2604674"/>
            <a:ext cx="2393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500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73084" y="2116993"/>
            <a:ext cx="2393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30" dirty="0">
                <a:latin typeface="Arial"/>
                <a:cs typeface="Arial"/>
              </a:rPr>
              <a:t>600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26191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261913" y="56606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26191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840483" y="21859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840483" y="2572009"/>
            <a:ext cx="1039494" cy="2590800"/>
          </a:xfrm>
          <a:custGeom>
            <a:avLst/>
            <a:gdLst/>
            <a:ahLst/>
            <a:cxnLst/>
            <a:rect l="l" t="t" r="r" b="b"/>
            <a:pathLst>
              <a:path w="1039495" h="2590800">
                <a:moveTo>
                  <a:pt x="0" y="2590792"/>
                </a:moveTo>
                <a:lnTo>
                  <a:pt x="0" y="2590792"/>
                </a:lnTo>
                <a:lnTo>
                  <a:pt x="346357" y="2590792"/>
                </a:lnTo>
                <a:lnTo>
                  <a:pt x="356551" y="2580634"/>
                </a:lnTo>
                <a:lnTo>
                  <a:pt x="366745" y="2570480"/>
                </a:lnTo>
                <a:lnTo>
                  <a:pt x="366745" y="2539999"/>
                </a:lnTo>
                <a:lnTo>
                  <a:pt x="376939" y="2529832"/>
                </a:lnTo>
                <a:lnTo>
                  <a:pt x="376939" y="2458716"/>
                </a:lnTo>
                <a:lnTo>
                  <a:pt x="387103" y="2438392"/>
                </a:lnTo>
                <a:lnTo>
                  <a:pt x="387103" y="2336794"/>
                </a:lnTo>
                <a:lnTo>
                  <a:pt x="397297" y="2296159"/>
                </a:lnTo>
                <a:lnTo>
                  <a:pt x="397297" y="2174240"/>
                </a:lnTo>
                <a:lnTo>
                  <a:pt x="407491" y="2123435"/>
                </a:lnTo>
                <a:lnTo>
                  <a:pt x="407491" y="2001514"/>
                </a:lnTo>
                <a:lnTo>
                  <a:pt x="417686" y="1930400"/>
                </a:lnTo>
                <a:lnTo>
                  <a:pt x="417686" y="1788155"/>
                </a:lnTo>
                <a:lnTo>
                  <a:pt x="427880" y="1706871"/>
                </a:lnTo>
                <a:lnTo>
                  <a:pt x="427880" y="1523991"/>
                </a:lnTo>
                <a:lnTo>
                  <a:pt x="438043" y="1402072"/>
                </a:lnTo>
                <a:lnTo>
                  <a:pt x="438043" y="1280150"/>
                </a:lnTo>
                <a:lnTo>
                  <a:pt x="448238" y="1168414"/>
                </a:lnTo>
                <a:lnTo>
                  <a:pt x="448238" y="1036310"/>
                </a:lnTo>
                <a:lnTo>
                  <a:pt x="458432" y="955039"/>
                </a:lnTo>
                <a:lnTo>
                  <a:pt x="458432" y="802634"/>
                </a:lnTo>
                <a:lnTo>
                  <a:pt x="468626" y="670561"/>
                </a:lnTo>
                <a:lnTo>
                  <a:pt x="468626" y="558790"/>
                </a:lnTo>
                <a:lnTo>
                  <a:pt x="478820" y="457186"/>
                </a:lnTo>
                <a:lnTo>
                  <a:pt x="488984" y="365749"/>
                </a:lnTo>
                <a:lnTo>
                  <a:pt x="488984" y="284478"/>
                </a:lnTo>
                <a:lnTo>
                  <a:pt x="499178" y="203207"/>
                </a:lnTo>
                <a:lnTo>
                  <a:pt x="499178" y="142239"/>
                </a:lnTo>
                <a:lnTo>
                  <a:pt x="509372" y="91437"/>
                </a:lnTo>
                <a:lnTo>
                  <a:pt x="509372" y="50801"/>
                </a:lnTo>
                <a:lnTo>
                  <a:pt x="519566" y="20302"/>
                </a:lnTo>
                <a:lnTo>
                  <a:pt x="519566" y="0"/>
                </a:lnTo>
                <a:lnTo>
                  <a:pt x="529730" y="0"/>
                </a:lnTo>
                <a:lnTo>
                  <a:pt x="539924" y="10166"/>
                </a:lnTo>
                <a:lnTo>
                  <a:pt x="539924" y="40635"/>
                </a:lnTo>
                <a:lnTo>
                  <a:pt x="550118" y="81270"/>
                </a:lnTo>
                <a:lnTo>
                  <a:pt x="560312" y="121906"/>
                </a:lnTo>
                <a:lnTo>
                  <a:pt x="560312" y="172708"/>
                </a:lnTo>
                <a:lnTo>
                  <a:pt x="570507" y="243843"/>
                </a:lnTo>
                <a:lnTo>
                  <a:pt x="570507" y="345447"/>
                </a:lnTo>
                <a:lnTo>
                  <a:pt x="580670" y="416551"/>
                </a:lnTo>
                <a:lnTo>
                  <a:pt x="580670" y="487686"/>
                </a:lnTo>
                <a:lnTo>
                  <a:pt x="590864" y="579123"/>
                </a:lnTo>
                <a:lnTo>
                  <a:pt x="601058" y="670561"/>
                </a:lnTo>
                <a:lnTo>
                  <a:pt x="601058" y="772165"/>
                </a:lnTo>
                <a:lnTo>
                  <a:pt x="611253" y="873768"/>
                </a:lnTo>
                <a:lnTo>
                  <a:pt x="621416" y="1016008"/>
                </a:lnTo>
                <a:lnTo>
                  <a:pt x="621416" y="1107445"/>
                </a:lnTo>
                <a:lnTo>
                  <a:pt x="631610" y="1188716"/>
                </a:lnTo>
                <a:lnTo>
                  <a:pt x="631610" y="1249672"/>
                </a:lnTo>
                <a:lnTo>
                  <a:pt x="641805" y="1341110"/>
                </a:lnTo>
                <a:lnTo>
                  <a:pt x="641805" y="1412239"/>
                </a:lnTo>
                <a:lnTo>
                  <a:pt x="651999" y="1483355"/>
                </a:lnTo>
                <a:lnTo>
                  <a:pt x="651999" y="1544314"/>
                </a:lnTo>
                <a:lnTo>
                  <a:pt x="662193" y="1686560"/>
                </a:lnTo>
                <a:lnTo>
                  <a:pt x="662193" y="1676390"/>
                </a:lnTo>
                <a:lnTo>
                  <a:pt x="662193" y="1686560"/>
                </a:lnTo>
                <a:lnTo>
                  <a:pt x="672357" y="1737350"/>
                </a:lnTo>
                <a:lnTo>
                  <a:pt x="682551" y="1778000"/>
                </a:lnTo>
                <a:lnTo>
                  <a:pt x="682551" y="1798312"/>
                </a:lnTo>
                <a:lnTo>
                  <a:pt x="702939" y="1838960"/>
                </a:lnTo>
                <a:lnTo>
                  <a:pt x="692745" y="1838960"/>
                </a:lnTo>
                <a:lnTo>
                  <a:pt x="702939" y="1838960"/>
                </a:lnTo>
                <a:lnTo>
                  <a:pt x="713133" y="1828790"/>
                </a:lnTo>
                <a:lnTo>
                  <a:pt x="723327" y="1798312"/>
                </a:lnTo>
                <a:lnTo>
                  <a:pt x="723327" y="1767831"/>
                </a:lnTo>
                <a:lnTo>
                  <a:pt x="733491" y="1727195"/>
                </a:lnTo>
                <a:lnTo>
                  <a:pt x="733491" y="1696714"/>
                </a:lnTo>
                <a:lnTo>
                  <a:pt x="743685" y="1635755"/>
                </a:lnTo>
                <a:lnTo>
                  <a:pt x="753879" y="1584950"/>
                </a:lnTo>
                <a:lnTo>
                  <a:pt x="753879" y="1523991"/>
                </a:lnTo>
                <a:lnTo>
                  <a:pt x="764043" y="1473198"/>
                </a:lnTo>
                <a:lnTo>
                  <a:pt x="764043" y="1412239"/>
                </a:lnTo>
                <a:lnTo>
                  <a:pt x="774237" y="1361437"/>
                </a:lnTo>
                <a:lnTo>
                  <a:pt x="774237" y="1290320"/>
                </a:lnTo>
                <a:lnTo>
                  <a:pt x="784431" y="1219185"/>
                </a:lnTo>
                <a:lnTo>
                  <a:pt x="794626" y="1158217"/>
                </a:lnTo>
                <a:lnTo>
                  <a:pt x="794626" y="1097279"/>
                </a:lnTo>
                <a:lnTo>
                  <a:pt x="804820" y="1046477"/>
                </a:lnTo>
                <a:lnTo>
                  <a:pt x="804820" y="995675"/>
                </a:lnTo>
                <a:lnTo>
                  <a:pt x="815014" y="934706"/>
                </a:lnTo>
                <a:lnTo>
                  <a:pt x="825178" y="863602"/>
                </a:lnTo>
                <a:lnTo>
                  <a:pt x="825178" y="833133"/>
                </a:lnTo>
                <a:lnTo>
                  <a:pt x="835372" y="802634"/>
                </a:lnTo>
                <a:lnTo>
                  <a:pt x="835372" y="782301"/>
                </a:lnTo>
                <a:lnTo>
                  <a:pt x="845566" y="751832"/>
                </a:lnTo>
                <a:lnTo>
                  <a:pt x="845566" y="711196"/>
                </a:lnTo>
                <a:lnTo>
                  <a:pt x="855760" y="701030"/>
                </a:lnTo>
                <a:lnTo>
                  <a:pt x="876118" y="680727"/>
                </a:lnTo>
                <a:lnTo>
                  <a:pt x="865924" y="680727"/>
                </a:lnTo>
                <a:lnTo>
                  <a:pt x="876118" y="690863"/>
                </a:lnTo>
                <a:lnTo>
                  <a:pt x="886312" y="701030"/>
                </a:lnTo>
                <a:lnTo>
                  <a:pt x="886312" y="721363"/>
                </a:lnTo>
                <a:lnTo>
                  <a:pt x="896506" y="741665"/>
                </a:lnTo>
                <a:lnTo>
                  <a:pt x="906670" y="772165"/>
                </a:lnTo>
                <a:lnTo>
                  <a:pt x="906670" y="802634"/>
                </a:lnTo>
                <a:lnTo>
                  <a:pt x="916864" y="833133"/>
                </a:lnTo>
                <a:lnTo>
                  <a:pt x="916864" y="873768"/>
                </a:lnTo>
                <a:lnTo>
                  <a:pt x="927058" y="924570"/>
                </a:lnTo>
                <a:lnTo>
                  <a:pt x="937252" y="965206"/>
                </a:lnTo>
                <a:lnTo>
                  <a:pt x="937252" y="1016008"/>
                </a:lnTo>
                <a:lnTo>
                  <a:pt x="947446" y="1056643"/>
                </a:lnTo>
                <a:lnTo>
                  <a:pt x="947446" y="1087112"/>
                </a:lnTo>
                <a:lnTo>
                  <a:pt x="957641" y="1137914"/>
                </a:lnTo>
                <a:lnTo>
                  <a:pt x="967804" y="1188716"/>
                </a:lnTo>
                <a:lnTo>
                  <a:pt x="967804" y="1239518"/>
                </a:lnTo>
                <a:lnTo>
                  <a:pt x="977998" y="1280150"/>
                </a:lnTo>
                <a:lnTo>
                  <a:pt x="977998" y="1310632"/>
                </a:lnTo>
                <a:lnTo>
                  <a:pt x="988193" y="1351279"/>
                </a:lnTo>
                <a:lnTo>
                  <a:pt x="988193" y="1381760"/>
                </a:lnTo>
                <a:lnTo>
                  <a:pt x="998356" y="1422396"/>
                </a:lnTo>
                <a:lnTo>
                  <a:pt x="1008550" y="1463031"/>
                </a:lnTo>
                <a:lnTo>
                  <a:pt x="1008550" y="1483355"/>
                </a:lnTo>
                <a:lnTo>
                  <a:pt x="1018745" y="1503679"/>
                </a:lnTo>
                <a:lnTo>
                  <a:pt x="1018745" y="1513836"/>
                </a:lnTo>
                <a:lnTo>
                  <a:pt x="1039133" y="1544314"/>
                </a:lnTo>
                <a:lnTo>
                  <a:pt x="1028939" y="1544314"/>
                </a:lnTo>
              </a:path>
            </a:pathLst>
          </a:custGeom>
          <a:ln w="10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69423" y="3598153"/>
            <a:ext cx="1039494" cy="518159"/>
          </a:xfrm>
          <a:custGeom>
            <a:avLst/>
            <a:gdLst/>
            <a:ahLst/>
            <a:cxnLst/>
            <a:rect l="l" t="t" r="r" b="b"/>
            <a:pathLst>
              <a:path w="1039495" h="518160">
                <a:moveTo>
                  <a:pt x="0" y="518170"/>
                </a:moveTo>
                <a:lnTo>
                  <a:pt x="10194" y="518170"/>
                </a:lnTo>
                <a:lnTo>
                  <a:pt x="20388" y="518170"/>
                </a:lnTo>
                <a:lnTo>
                  <a:pt x="30551" y="508016"/>
                </a:lnTo>
                <a:lnTo>
                  <a:pt x="40746" y="487692"/>
                </a:lnTo>
                <a:lnTo>
                  <a:pt x="40746" y="477535"/>
                </a:lnTo>
                <a:lnTo>
                  <a:pt x="50940" y="457211"/>
                </a:lnTo>
                <a:lnTo>
                  <a:pt x="61134" y="426730"/>
                </a:lnTo>
                <a:lnTo>
                  <a:pt x="61134" y="416575"/>
                </a:lnTo>
                <a:lnTo>
                  <a:pt x="71328" y="386094"/>
                </a:lnTo>
                <a:lnTo>
                  <a:pt x="71328" y="365770"/>
                </a:lnTo>
                <a:lnTo>
                  <a:pt x="81492" y="335292"/>
                </a:lnTo>
                <a:lnTo>
                  <a:pt x="81492" y="304811"/>
                </a:lnTo>
                <a:lnTo>
                  <a:pt x="91686" y="274330"/>
                </a:lnTo>
                <a:lnTo>
                  <a:pt x="101880" y="243852"/>
                </a:lnTo>
                <a:lnTo>
                  <a:pt x="101880" y="213374"/>
                </a:lnTo>
                <a:lnTo>
                  <a:pt x="112074" y="182905"/>
                </a:lnTo>
                <a:lnTo>
                  <a:pt x="112074" y="162572"/>
                </a:lnTo>
                <a:lnTo>
                  <a:pt x="122238" y="132072"/>
                </a:lnTo>
                <a:lnTo>
                  <a:pt x="132432" y="101603"/>
                </a:lnTo>
                <a:lnTo>
                  <a:pt x="132432" y="91437"/>
                </a:lnTo>
                <a:lnTo>
                  <a:pt x="142626" y="71134"/>
                </a:lnTo>
                <a:lnTo>
                  <a:pt x="142626" y="50801"/>
                </a:lnTo>
                <a:lnTo>
                  <a:pt x="152820" y="40635"/>
                </a:lnTo>
                <a:lnTo>
                  <a:pt x="152820" y="30499"/>
                </a:lnTo>
                <a:lnTo>
                  <a:pt x="163015" y="20332"/>
                </a:lnTo>
                <a:lnTo>
                  <a:pt x="183372" y="0"/>
                </a:lnTo>
                <a:lnTo>
                  <a:pt x="173209" y="0"/>
                </a:lnTo>
                <a:lnTo>
                  <a:pt x="183372" y="0"/>
                </a:lnTo>
                <a:lnTo>
                  <a:pt x="193567" y="10166"/>
                </a:lnTo>
                <a:lnTo>
                  <a:pt x="203761" y="20332"/>
                </a:lnTo>
                <a:lnTo>
                  <a:pt x="213924" y="30499"/>
                </a:lnTo>
                <a:lnTo>
                  <a:pt x="213924" y="50801"/>
                </a:lnTo>
                <a:lnTo>
                  <a:pt x="224119" y="60968"/>
                </a:lnTo>
                <a:lnTo>
                  <a:pt x="224119" y="81301"/>
                </a:lnTo>
                <a:lnTo>
                  <a:pt x="234313" y="101603"/>
                </a:lnTo>
                <a:lnTo>
                  <a:pt x="234313" y="111770"/>
                </a:lnTo>
                <a:lnTo>
                  <a:pt x="244507" y="142269"/>
                </a:lnTo>
                <a:lnTo>
                  <a:pt x="254701" y="162572"/>
                </a:lnTo>
                <a:lnTo>
                  <a:pt x="254701" y="182905"/>
                </a:lnTo>
                <a:lnTo>
                  <a:pt x="264865" y="203207"/>
                </a:lnTo>
                <a:lnTo>
                  <a:pt x="264865" y="223528"/>
                </a:lnTo>
                <a:lnTo>
                  <a:pt x="275059" y="243852"/>
                </a:lnTo>
                <a:lnTo>
                  <a:pt x="285253" y="264176"/>
                </a:lnTo>
                <a:lnTo>
                  <a:pt x="285253" y="284487"/>
                </a:lnTo>
                <a:lnTo>
                  <a:pt x="295447" y="304811"/>
                </a:lnTo>
                <a:lnTo>
                  <a:pt x="295447" y="325135"/>
                </a:lnTo>
                <a:lnTo>
                  <a:pt x="305641" y="345447"/>
                </a:lnTo>
                <a:lnTo>
                  <a:pt x="305641" y="355616"/>
                </a:lnTo>
                <a:lnTo>
                  <a:pt x="315835" y="365770"/>
                </a:lnTo>
                <a:lnTo>
                  <a:pt x="336193" y="396252"/>
                </a:lnTo>
                <a:lnTo>
                  <a:pt x="336193" y="406406"/>
                </a:lnTo>
                <a:lnTo>
                  <a:pt x="346387" y="406406"/>
                </a:lnTo>
                <a:lnTo>
                  <a:pt x="356551" y="416575"/>
                </a:lnTo>
                <a:lnTo>
                  <a:pt x="366745" y="406406"/>
                </a:lnTo>
                <a:lnTo>
                  <a:pt x="376939" y="406406"/>
                </a:lnTo>
                <a:lnTo>
                  <a:pt x="387134" y="396252"/>
                </a:lnTo>
                <a:lnTo>
                  <a:pt x="397328" y="386094"/>
                </a:lnTo>
                <a:lnTo>
                  <a:pt x="407522" y="355616"/>
                </a:lnTo>
                <a:lnTo>
                  <a:pt x="417686" y="345447"/>
                </a:lnTo>
                <a:lnTo>
                  <a:pt x="417686" y="335292"/>
                </a:lnTo>
                <a:lnTo>
                  <a:pt x="427880" y="325135"/>
                </a:lnTo>
                <a:lnTo>
                  <a:pt x="427880" y="314965"/>
                </a:lnTo>
                <a:lnTo>
                  <a:pt x="438074" y="294654"/>
                </a:lnTo>
                <a:lnTo>
                  <a:pt x="458432" y="264176"/>
                </a:lnTo>
                <a:lnTo>
                  <a:pt x="458432" y="254006"/>
                </a:lnTo>
                <a:lnTo>
                  <a:pt x="468626" y="243852"/>
                </a:lnTo>
                <a:lnTo>
                  <a:pt x="468626" y="233694"/>
                </a:lnTo>
                <a:lnTo>
                  <a:pt x="489014" y="213374"/>
                </a:lnTo>
                <a:lnTo>
                  <a:pt x="489014" y="203207"/>
                </a:lnTo>
                <a:lnTo>
                  <a:pt x="499208" y="193041"/>
                </a:lnTo>
                <a:lnTo>
                  <a:pt x="509372" y="193041"/>
                </a:lnTo>
                <a:lnTo>
                  <a:pt x="519566" y="182905"/>
                </a:lnTo>
                <a:lnTo>
                  <a:pt x="529760" y="193041"/>
                </a:lnTo>
                <a:lnTo>
                  <a:pt x="539955" y="193041"/>
                </a:lnTo>
                <a:lnTo>
                  <a:pt x="550149" y="203207"/>
                </a:lnTo>
                <a:lnTo>
                  <a:pt x="560312" y="213374"/>
                </a:lnTo>
                <a:lnTo>
                  <a:pt x="570507" y="223528"/>
                </a:lnTo>
                <a:lnTo>
                  <a:pt x="580701" y="233694"/>
                </a:lnTo>
                <a:lnTo>
                  <a:pt x="580701" y="243852"/>
                </a:lnTo>
                <a:lnTo>
                  <a:pt x="590864" y="254006"/>
                </a:lnTo>
                <a:lnTo>
                  <a:pt x="590864" y="264176"/>
                </a:lnTo>
                <a:lnTo>
                  <a:pt x="601058" y="274330"/>
                </a:lnTo>
                <a:lnTo>
                  <a:pt x="601058" y="284487"/>
                </a:lnTo>
                <a:lnTo>
                  <a:pt x="611253" y="294654"/>
                </a:lnTo>
                <a:lnTo>
                  <a:pt x="621447" y="304811"/>
                </a:lnTo>
                <a:lnTo>
                  <a:pt x="621447" y="314965"/>
                </a:lnTo>
                <a:lnTo>
                  <a:pt x="631641" y="325135"/>
                </a:lnTo>
                <a:lnTo>
                  <a:pt x="631641" y="335292"/>
                </a:lnTo>
                <a:lnTo>
                  <a:pt x="641835" y="345447"/>
                </a:lnTo>
                <a:lnTo>
                  <a:pt x="651999" y="355616"/>
                </a:lnTo>
                <a:lnTo>
                  <a:pt x="662193" y="365770"/>
                </a:lnTo>
                <a:lnTo>
                  <a:pt x="672387" y="375928"/>
                </a:lnTo>
                <a:lnTo>
                  <a:pt x="692775" y="386094"/>
                </a:lnTo>
                <a:lnTo>
                  <a:pt x="702939" y="386094"/>
                </a:lnTo>
                <a:lnTo>
                  <a:pt x="713133" y="386094"/>
                </a:lnTo>
                <a:lnTo>
                  <a:pt x="723327" y="386094"/>
                </a:lnTo>
                <a:lnTo>
                  <a:pt x="733522" y="375928"/>
                </a:lnTo>
                <a:lnTo>
                  <a:pt x="743685" y="365770"/>
                </a:lnTo>
                <a:lnTo>
                  <a:pt x="753879" y="355616"/>
                </a:lnTo>
                <a:lnTo>
                  <a:pt x="764074" y="355616"/>
                </a:lnTo>
                <a:lnTo>
                  <a:pt x="774268" y="345447"/>
                </a:lnTo>
                <a:lnTo>
                  <a:pt x="784462" y="335292"/>
                </a:lnTo>
                <a:lnTo>
                  <a:pt x="794656" y="325135"/>
                </a:lnTo>
                <a:lnTo>
                  <a:pt x="804820" y="314965"/>
                </a:lnTo>
                <a:lnTo>
                  <a:pt x="815014" y="304811"/>
                </a:lnTo>
                <a:lnTo>
                  <a:pt x="825208" y="294654"/>
                </a:lnTo>
                <a:lnTo>
                  <a:pt x="835372" y="294654"/>
                </a:lnTo>
                <a:lnTo>
                  <a:pt x="845566" y="294654"/>
                </a:lnTo>
                <a:lnTo>
                  <a:pt x="855760" y="294654"/>
                </a:lnTo>
                <a:lnTo>
                  <a:pt x="865954" y="294654"/>
                </a:lnTo>
                <a:lnTo>
                  <a:pt x="876148" y="294654"/>
                </a:lnTo>
                <a:lnTo>
                  <a:pt x="886343" y="294654"/>
                </a:lnTo>
                <a:lnTo>
                  <a:pt x="896506" y="304811"/>
                </a:lnTo>
                <a:lnTo>
                  <a:pt x="906700" y="314965"/>
                </a:lnTo>
                <a:lnTo>
                  <a:pt x="916894" y="314965"/>
                </a:lnTo>
                <a:lnTo>
                  <a:pt x="927089" y="325135"/>
                </a:lnTo>
                <a:lnTo>
                  <a:pt x="937252" y="335292"/>
                </a:lnTo>
                <a:lnTo>
                  <a:pt x="947446" y="345447"/>
                </a:lnTo>
                <a:lnTo>
                  <a:pt x="957641" y="345447"/>
                </a:lnTo>
                <a:lnTo>
                  <a:pt x="967835" y="355616"/>
                </a:lnTo>
                <a:lnTo>
                  <a:pt x="977998" y="365770"/>
                </a:lnTo>
                <a:lnTo>
                  <a:pt x="988193" y="375928"/>
                </a:lnTo>
                <a:lnTo>
                  <a:pt x="998387" y="375928"/>
                </a:lnTo>
                <a:lnTo>
                  <a:pt x="1008581" y="386094"/>
                </a:lnTo>
                <a:lnTo>
                  <a:pt x="1018775" y="386094"/>
                </a:lnTo>
                <a:lnTo>
                  <a:pt x="1028969" y="386094"/>
                </a:lnTo>
                <a:lnTo>
                  <a:pt x="1039133" y="396252"/>
                </a:lnTo>
              </a:path>
            </a:pathLst>
          </a:custGeom>
          <a:ln w="101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908556" y="3953769"/>
            <a:ext cx="1294130" cy="101600"/>
          </a:xfrm>
          <a:custGeom>
            <a:avLst/>
            <a:gdLst/>
            <a:ahLst/>
            <a:cxnLst/>
            <a:rect l="l" t="t" r="r" b="b"/>
            <a:pathLst>
              <a:path w="1294129" h="101600">
                <a:moveTo>
                  <a:pt x="0" y="40635"/>
                </a:moveTo>
                <a:lnTo>
                  <a:pt x="10194" y="40635"/>
                </a:lnTo>
                <a:lnTo>
                  <a:pt x="20388" y="40635"/>
                </a:lnTo>
                <a:lnTo>
                  <a:pt x="30582" y="30478"/>
                </a:lnTo>
                <a:lnTo>
                  <a:pt x="40746" y="30478"/>
                </a:lnTo>
                <a:lnTo>
                  <a:pt x="50940" y="30478"/>
                </a:lnTo>
                <a:lnTo>
                  <a:pt x="61134" y="30478"/>
                </a:lnTo>
                <a:lnTo>
                  <a:pt x="71328" y="20311"/>
                </a:lnTo>
                <a:lnTo>
                  <a:pt x="81522" y="20311"/>
                </a:lnTo>
                <a:lnTo>
                  <a:pt x="91686" y="10154"/>
                </a:lnTo>
                <a:lnTo>
                  <a:pt x="101880" y="10154"/>
                </a:lnTo>
                <a:lnTo>
                  <a:pt x="112074" y="10154"/>
                </a:lnTo>
                <a:lnTo>
                  <a:pt x="122268" y="0"/>
                </a:lnTo>
                <a:lnTo>
                  <a:pt x="132463" y="0"/>
                </a:lnTo>
                <a:lnTo>
                  <a:pt x="183372" y="0"/>
                </a:lnTo>
                <a:lnTo>
                  <a:pt x="193567" y="10154"/>
                </a:lnTo>
                <a:lnTo>
                  <a:pt x="203761" y="10154"/>
                </a:lnTo>
                <a:lnTo>
                  <a:pt x="213955" y="10154"/>
                </a:lnTo>
                <a:lnTo>
                  <a:pt x="224149" y="20311"/>
                </a:lnTo>
                <a:lnTo>
                  <a:pt x="234343" y="20311"/>
                </a:lnTo>
                <a:lnTo>
                  <a:pt x="244507" y="20311"/>
                </a:lnTo>
                <a:lnTo>
                  <a:pt x="254701" y="30478"/>
                </a:lnTo>
                <a:lnTo>
                  <a:pt x="264895" y="30478"/>
                </a:lnTo>
                <a:lnTo>
                  <a:pt x="275089" y="40635"/>
                </a:lnTo>
                <a:lnTo>
                  <a:pt x="285253" y="40635"/>
                </a:lnTo>
                <a:lnTo>
                  <a:pt x="295447" y="40635"/>
                </a:lnTo>
                <a:lnTo>
                  <a:pt x="305641" y="50789"/>
                </a:lnTo>
                <a:lnTo>
                  <a:pt x="315835" y="50789"/>
                </a:lnTo>
                <a:lnTo>
                  <a:pt x="427880" y="50789"/>
                </a:lnTo>
                <a:lnTo>
                  <a:pt x="438074" y="40635"/>
                </a:lnTo>
                <a:lnTo>
                  <a:pt x="529760" y="40635"/>
                </a:lnTo>
                <a:lnTo>
                  <a:pt x="539955" y="50789"/>
                </a:lnTo>
                <a:lnTo>
                  <a:pt x="550149" y="50789"/>
                </a:lnTo>
                <a:lnTo>
                  <a:pt x="560343" y="50789"/>
                </a:lnTo>
                <a:lnTo>
                  <a:pt x="570507" y="50789"/>
                </a:lnTo>
                <a:lnTo>
                  <a:pt x="580701" y="50789"/>
                </a:lnTo>
                <a:lnTo>
                  <a:pt x="590895" y="60959"/>
                </a:lnTo>
                <a:lnTo>
                  <a:pt x="601089" y="60959"/>
                </a:lnTo>
                <a:lnTo>
                  <a:pt x="611283" y="60959"/>
                </a:lnTo>
                <a:lnTo>
                  <a:pt x="621477" y="60959"/>
                </a:lnTo>
                <a:lnTo>
                  <a:pt x="631641" y="60959"/>
                </a:lnTo>
                <a:lnTo>
                  <a:pt x="641835" y="71113"/>
                </a:lnTo>
                <a:lnTo>
                  <a:pt x="916894" y="71113"/>
                </a:lnTo>
                <a:lnTo>
                  <a:pt x="927089" y="81270"/>
                </a:lnTo>
                <a:lnTo>
                  <a:pt x="1008581" y="81270"/>
                </a:lnTo>
                <a:lnTo>
                  <a:pt x="1018775" y="91437"/>
                </a:lnTo>
                <a:lnTo>
                  <a:pt x="1283640" y="91437"/>
                </a:lnTo>
                <a:lnTo>
                  <a:pt x="1293834" y="101594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202391" y="4055364"/>
            <a:ext cx="1059815" cy="20320"/>
          </a:xfrm>
          <a:custGeom>
            <a:avLst/>
            <a:gdLst/>
            <a:ahLst/>
            <a:cxnLst/>
            <a:rect l="l" t="t" r="r" b="b"/>
            <a:pathLst>
              <a:path w="1059815" h="20320">
                <a:moveTo>
                  <a:pt x="0" y="0"/>
                </a:moveTo>
                <a:lnTo>
                  <a:pt x="0" y="0"/>
                </a:lnTo>
                <a:lnTo>
                  <a:pt x="295447" y="0"/>
                </a:lnTo>
                <a:lnTo>
                  <a:pt x="305641" y="10157"/>
                </a:lnTo>
                <a:lnTo>
                  <a:pt x="631641" y="10157"/>
                </a:lnTo>
                <a:lnTo>
                  <a:pt x="641835" y="20323"/>
                </a:lnTo>
                <a:lnTo>
                  <a:pt x="1049358" y="20323"/>
                </a:lnTo>
                <a:lnTo>
                  <a:pt x="1059521" y="20323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683535" y="1870178"/>
            <a:ext cx="2717165" cy="248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0" dirty="0">
                <a:latin typeface="Arial"/>
                <a:cs typeface="Arial"/>
              </a:rPr>
              <a:t>G</a:t>
            </a:r>
            <a:r>
              <a:rPr sz="1750" spc="-20" dirty="0">
                <a:latin typeface="Arial"/>
                <a:cs typeface="Arial"/>
              </a:rPr>
              <a:t>e</a:t>
            </a:r>
            <a:r>
              <a:rPr sz="1750" spc="-100" dirty="0">
                <a:latin typeface="Arial"/>
                <a:cs typeface="Arial"/>
              </a:rPr>
              <a:t>n</a:t>
            </a:r>
            <a:r>
              <a:rPr sz="1750" spc="-20" dirty="0">
                <a:latin typeface="Arial"/>
                <a:cs typeface="Arial"/>
              </a:rPr>
              <a:t>e</a:t>
            </a:r>
            <a:r>
              <a:rPr sz="1750" spc="-30" dirty="0">
                <a:latin typeface="Arial"/>
                <a:cs typeface="Arial"/>
              </a:rPr>
              <a:t>r</a:t>
            </a:r>
            <a:r>
              <a:rPr sz="1750" spc="-20" dirty="0">
                <a:latin typeface="Arial"/>
                <a:cs typeface="Arial"/>
              </a:rPr>
              <a:t>a</a:t>
            </a:r>
            <a:r>
              <a:rPr sz="1750" spc="-10" dirty="0">
                <a:latin typeface="Arial"/>
                <a:cs typeface="Arial"/>
              </a:rPr>
              <a:t>t</a:t>
            </a:r>
            <a:r>
              <a:rPr sz="1750" spc="60" dirty="0">
                <a:latin typeface="Arial"/>
                <a:cs typeface="Arial"/>
              </a:rPr>
              <a:t>o</a:t>
            </a:r>
            <a:r>
              <a:rPr sz="1750" dirty="0">
                <a:latin typeface="Arial"/>
                <a:cs typeface="Arial"/>
              </a:rPr>
              <a:t>r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Arial"/>
                <a:cs typeface="Arial"/>
              </a:rPr>
              <a:t>R</a:t>
            </a:r>
            <a:r>
              <a:rPr sz="1750" spc="-20" dirty="0">
                <a:latin typeface="Arial"/>
                <a:cs typeface="Arial"/>
              </a:rPr>
              <a:t>ea</a:t>
            </a:r>
            <a:r>
              <a:rPr sz="1750" dirty="0">
                <a:latin typeface="Arial"/>
                <a:cs typeface="Arial"/>
              </a:rPr>
              <a:t>c</a:t>
            </a:r>
            <a:r>
              <a:rPr sz="1750" spc="-10" dirty="0">
                <a:latin typeface="Arial"/>
                <a:cs typeface="Arial"/>
              </a:rPr>
              <a:t>t</a:t>
            </a:r>
            <a:r>
              <a:rPr sz="1750" spc="5" dirty="0">
                <a:latin typeface="Arial"/>
                <a:cs typeface="Arial"/>
              </a:rPr>
              <a:t>i</a:t>
            </a:r>
            <a:r>
              <a:rPr sz="1750" spc="60" dirty="0">
                <a:latin typeface="Arial"/>
                <a:cs typeface="Arial"/>
              </a:rPr>
              <a:t>o</a:t>
            </a:r>
            <a:r>
              <a:rPr sz="1750" dirty="0">
                <a:latin typeface="Arial"/>
                <a:cs typeface="Arial"/>
              </a:rPr>
              <a:t>n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45" dirty="0">
                <a:latin typeface="Arial"/>
                <a:cs typeface="Arial"/>
              </a:rPr>
              <a:t>T</a:t>
            </a:r>
            <a:r>
              <a:rPr sz="1750" spc="60" dirty="0">
                <a:latin typeface="Arial"/>
                <a:cs typeface="Arial"/>
              </a:rPr>
              <a:t>o</a:t>
            </a:r>
            <a:r>
              <a:rPr sz="1750" spc="-30" dirty="0">
                <a:latin typeface="Arial"/>
                <a:cs typeface="Arial"/>
              </a:rPr>
              <a:t>r</a:t>
            </a:r>
            <a:r>
              <a:rPr sz="1750" spc="-20" dirty="0">
                <a:latin typeface="Arial"/>
                <a:cs typeface="Arial"/>
              </a:rPr>
              <a:t>q</a:t>
            </a:r>
            <a:r>
              <a:rPr sz="1750" spc="-100" dirty="0">
                <a:latin typeface="Arial"/>
                <a:cs typeface="Arial"/>
              </a:rPr>
              <a:t>u</a:t>
            </a:r>
            <a:r>
              <a:rPr sz="1750" dirty="0">
                <a:latin typeface="Arial"/>
                <a:cs typeface="Arial"/>
              </a:rPr>
              <a:t>e</a:t>
            </a:r>
            <a:endParaRPr sz="17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07390" y="2289450"/>
            <a:ext cx="2207895" cy="3209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10"/>
              </a:lnSpc>
            </a:pPr>
            <a:r>
              <a:rPr sz="2600" spc="-15" dirty="0">
                <a:latin typeface="Calibri"/>
                <a:cs typeface="Calibri"/>
              </a:rPr>
              <a:t>“I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Calibri"/>
                <a:cs typeface="Calibri"/>
              </a:rPr>
              <a:t>s</a:t>
            </a:r>
            <a:r>
              <a:rPr sz="2600" spc="-40" dirty="0">
                <a:latin typeface="Calibri"/>
                <a:cs typeface="Calibri"/>
              </a:rPr>
              <a:t>y</a:t>
            </a:r>
            <a:r>
              <a:rPr sz="2600" spc="-45" dirty="0">
                <a:latin typeface="Calibri"/>
                <a:cs typeface="Calibri"/>
              </a:rPr>
              <a:t>st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5" dirty="0">
                <a:latin typeface="Calibri"/>
                <a:cs typeface="Calibri"/>
              </a:rPr>
              <a:t>ili</a:t>
            </a:r>
            <a:r>
              <a:rPr sz="2600" spc="-15" dirty="0">
                <a:latin typeface="Calibri"/>
                <a:cs typeface="Calibri"/>
              </a:rPr>
              <a:t>br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um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turb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d,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said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st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tual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turns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5" dirty="0">
                <a:latin typeface="Calibri"/>
                <a:cs typeface="Calibri"/>
              </a:rPr>
              <a:t>ili</a:t>
            </a:r>
            <a:r>
              <a:rPr sz="2600" spc="-15" dirty="0">
                <a:latin typeface="Calibri"/>
                <a:cs typeface="Calibri"/>
              </a:rPr>
              <a:t>br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um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nd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”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Un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bl</a:t>
            </a:r>
            <a:r>
              <a:rPr dirty="0">
                <a:latin typeface="Calibri"/>
                <a:cs typeface="Calibri"/>
              </a:rPr>
              <a:t>e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50" dirty="0">
                <a:latin typeface="Calibri"/>
                <a:cs typeface="Calibri"/>
              </a:rPr>
              <a:t>y</a:t>
            </a:r>
            <a:r>
              <a:rPr spc="-35"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m</a:t>
            </a:r>
          </a:p>
        </p:txBody>
      </p:sp>
      <p:sp>
        <p:nvSpPr>
          <p:cNvPr id="6" name="object 6"/>
          <p:cNvSpPr/>
          <p:nvPr/>
        </p:nvSpPr>
        <p:spPr>
          <a:xfrm>
            <a:off x="291084" y="2058924"/>
            <a:ext cx="4082795" cy="30594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97932" y="3038475"/>
            <a:ext cx="3136265" cy="2494280"/>
          </a:xfrm>
          <a:custGeom>
            <a:avLst/>
            <a:gdLst/>
            <a:ahLst/>
            <a:cxnLst/>
            <a:rect l="l" t="t" r="r" b="b"/>
            <a:pathLst>
              <a:path w="3136265" h="2494279">
                <a:moveTo>
                  <a:pt x="0" y="2494275"/>
                </a:moveTo>
                <a:lnTo>
                  <a:pt x="3135934" y="2494275"/>
                </a:lnTo>
                <a:lnTo>
                  <a:pt x="3135934" y="0"/>
                </a:lnTo>
                <a:lnTo>
                  <a:pt x="0" y="0"/>
                </a:lnTo>
                <a:lnTo>
                  <a:pt x="0" y="24942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97933" y="5532756"/>
            <a:ext cx="3136265" cy="0"/>
          </a:xfrm>
          <a:custGeom>
            <a:avLst/>
            <a:gdLst/>
            <a:ahLst/>
            <a:cxnLst/>
            <a:rect l="l" t="t" r="r" b="b"/>
            <a:pathLst>
              <a:path w="3136265">
                <a:moveTo>
                  <a:pt x="0" y="0"/>
                </a:moveTo>
                <a:lnTo>
                  <a:pt x="3135941" y="0"/>
                </a:lnTo>
              </a:path>
            </a:pathLst>
          </a:custGeom>
          <a:ln w="439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97933" y="3038462"/>
            <a:ext cx="3136265" cy="0"/>
          </a:xfrm>
          <a:custGeom>
            <a:avLst/>
            <a:gdLst/>
            <a:ahLst/>
            <a:cxnLst/>
            <a:rect l="l" t="t" r="r" b="b"/>
            <a:pathLst>
              <a:path w="3136265">
                <a:moveTo>
                  <a:pt x="0" y="0"/>
                </a:moveTo>
                <a:lnTo>
                  <a:pt x="3135941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97933" y="3038462"/>
            <a:ext cx="0" cy="2494280"/>
          </a:xfrm>
          <a:custGeom>
            <a:avLst/>
            <a:gdLst/>
            <a:ahLst/>
            <a:cxnLst/>
            <a:rect l="l" t="t" r="r" b="b"/>
            <a:pathLst>
              <a:path h="2494279">
                <a:moveTo>
                  <a:pt x="0" y="2494288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45946" y="550143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1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93929" y="550143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1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41912" y="550143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1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89894" y="550143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1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37878" y="550143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1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85891" y="5501438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31311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33874" y="3038462"/>
            <a:ext cx="0" cy="2494280"/>
          </a:xfrm>
          <a:custGeom>
            <a:avLst/>
            <a:gdLst/>
            <a:ahLst/>
            <a:cxnLst/>
            <a:rect l="l" t="t" r="r" b="b"/>
            <a:pathLst>
              <a:path h="2494279">
                <a:moveTo>
                  <a:pt x="0" y="2494288"/>
                </a:moveTo>
                <a:lnTo>
                  <a:pt x="0" y="0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45916" y="303846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08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93929" y="303846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39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41912" y="303846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39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89894" y="303846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39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37878" y="303846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39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85891" y="3038462"/>
            <a:ext cx="0" cy="31750"/>
          </a:xfrm>
          <a:custGeom>
            <a:avLst/>
            <a:gdLst/>
            <a:ahLst/>
            <a:cxnLst/>
            <a:rect l="l" t="t" r="r" b="b"/>
            <a:pathLst>
              <a:path h="31750">
                <a:moveTo>
                  <a:pt x="0" y="0"/>
                </a:moveTo>
                <a:lnTo>
                  <a:pt x="0" y="31339"/>
                </a:lnTo>
              </a:path>
            </a:pathLst>
          </a:custGeom>
          <a:ln w="4385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058934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3</a:t>
            </a:r>
            <a:endParaRPr sz="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06909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4</a:t>
            </a:r>
            <a:endParaRPr sz="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54884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5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02859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6</a:t>
            </a:r>
            <a:endParaRPr sz="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0833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7</a:t>
            </a:r>
            <a:endParaRPr sz="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98808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8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46783" y="5562517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9</a:t>
            </a:r>
            <a:endParaRPr sz="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71743" y="5562517"/>
            <a:ext cx="9906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10</a:t>
            </a:r>
            <a:endParaRPr sz="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95420" y="5683134"/>
            <a:ext cx="259715" cy="13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10" dirty="0">
                <a:solidFill>
                  <a:srgbClr val="252525"/>
                </a:solidFill>
                <a:latin typeface="Arial"/>
                <a:cs typeface="Arial"/>
              </a:rPr>
              <a:t>Time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97933" y="503390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358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97933" y="4535044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358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097933" y="4036194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358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97933" y="353732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358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02486" y="503390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358" y="0"/>
                </a:moveTo>
                <a:lnTo>
                  <a:pt x="0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02486" y="4535044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358" y="0"/>
                </a:moveTo>
                <a:lnTo>
                  <a:pt x="0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02486" y="4036194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358" y="0"/>
                </a:moveTo>
                <a:lnTo>
                  <a:pt x="0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02486" y="353732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31358" y="0"/>
                </a:moveTo>
                <a:lnTo>
                  <a:pt x="0" y="0"/>
                </a:lnTo>
              </a:path>
            </a:pathLst>
          </a:custGeom>
          <a:ln w="437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997568" y="5471729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0</a:t>
            </a:r>
            <a:endParaRPr sz="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25249" y="4972869"/>
            <a:ext cx="116839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0.5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97568" y="4474021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25249" y="3975160"/>
            <a:ext cx="116839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1.5</a:t>
            </a:r>
            <a:endParaRPr sz="5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97568" y="3476312"/>
            <a:ext cx="62230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2</a:t>
            </a:r>
            <a:endParaRPr sz="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25249" y="2977451"/>
            <a:ext cx="116839" cy="91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2.5</a:t>
            </a:r>
            <a:endParaRPr sz="5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31713" y="4167592"/>
            <a:ext cx="130810" cy="3409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solidFill>
                  <a:srgbClr val="252525"/>
                </a:solidFill>
                <a:latin typeface="Arial"/>
                <a:cs typeface="Arial"/>
              </a:rPr>
              <a:t>Output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110947" y="297524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194" y="0"/>
                </a:moveTo>
                <a:lnTo>
                  <a:pt x="1310" y="0"/>
                </a:lnTo>
                <a:lnTo>
                  <a:pt x="883" y="213"/>
                </a:lnTo>
                <a:lnTo>
                  <a:pt x="182" y="975"/>
                </a:lnTo>
                <a:lnTo>
                  <a:pt x="28" y="1310"/>
                </a:lnTo>
                <a:lnTo>
                  <a:pt x="0" y="2285"/>
                </a:lnTo>
                <a:lnTo>
                  <a:pt x="152" y="2682"/>
                </a:lnTo>
                <a:lnTo>
                  <a:pt x="457" y="2926"/>
                </a:lnTo>
                <a:lnTo>
                  <a:pt x="18958" y="21396"/>
                </a:lnTo>
                <a:lnTo>
                  <a:pt x="457" y="39715"/>
                </a:lnTo>
                <a:lnTo>
                  <a:pt x="152" y="40111"/>
                </a:lnTo>
                <a:lnTo>
                  <a:pt x="0" y="40538"/>
                </a:lnTo>
                <a:lnTo>
                  <a:pt x="14" y="41452"/>
                </a:lnTo>
                <a:lnTo>
                  <a:pt x="182" y="41818"/>
                </a:lnTo>
                <a:lnTo>
                  <a:pt x="883" y="42580"/>
                </a:lnTo>
                <a:lnTo>
                  <a:pt x="1310" y="42763"/>
                </a:lnTo>
                <a:lnTo>
                  <a:pt x="2225" y="42763"/>
                </a:lnTo>
                <a:lnTo>
                  <a:pt x="2682" y="42550"/>
                </a:lnTo>
                <a:lnTo>
                  <a:pt x="3169" y="42092"/>
                </a:lnTo>
                <a:lnTo>
                  <a:pt x="21488" y="23865"/>
                </a:lnTo>
                <a:lnTo>
                  <a:pt x="26450" y="23865"/>
                </a:lnTo>
                <a:lnTo>
                  <a:pt x="23957" y="21396"/>
                </a:lnTo>
                <a:lnTo>
                  <a:pt x="26430" y="18928"/>
                </a:lnTo>
                <a:lnTo>
                  <a:pt x="21488" y="18928"/>
                </a:lnTo>
                <a:lnTo>
                  <a:pt x="3169" y="548"/>
                </a:lnTo>
                <a:lnTo>
                  <a:pt x="2621" y="182"/>
                </a:lnTo>
                <a:lnTo>
                  <a:pt x="2194" y="0"/>
                </a:lnTo>
                <a:close/>
              </a:path>
              <a:path w="43179" h="43180">
                <a:moveTo>
                  <a:pt x="26450" y="23865"/>
                </a:moveTo>
                <a:lnTo>
                  <a:pt x="21488" y="23865"/>
                </a:lnTo>
                <a:lnTo>
                  <a:pt x="39837" y="42092"/>
                </a:lnTo>
                <a:lnTo>
                  <a:pt x="40233" y="42550"/>
                </a:lnTo>
                <a:lnTo>
                  <a:pt x="40660" y="42763"/>
                </a:lnTo>
                <a:lnTo>
                  <a:pt x="41605" y="42763"/>
                </a:lnTo>
                <a:lnTo>
                  <a:pt x="42001" y="42611"/>
                </a:lnTo>
                <a:lnTo>
                  <a:pt x="42732" y="41879"/>
                </a:lnTo>
                <a:lnTo>
                  <a:pt x="42915" y="41452"/>
                </a:lnTo>
                <a:lnTo>
                  <a:pt x="42915" y="40538"/>
                </a:lnTo>
                <a:lnTo>
                  <a:pt x="42763" y="40111"/>
                </a:lnTo>
                <a:lnTo>
                  <a:pt x="42458" y="39715"/>
                </a:lnTo>
                <a:lnTo>
                  <a:pt x="26450" y="23865"/>
                </a:lnTo>
                <a:close/>
              </a:path>
              <a:path w="43179" h="43180">
                <a:moveTo>
                  <a:pt x="41605" y="0"/>
                </a:moveTo>
                <a:lnTo>
                  <a:pt x="40721" y="0"/>
                </a:lnTo>
                <a:lnTo>
                  <a:pt x="40294" y="182"/>
                </a:lnTo>
                <a:lnTo>
                  <a:pt x="39837" y="548"/>
                </a:lnTo>
                <a:lnTo>
                  <a:pt x="21488" y="18928"/>
                </a:lnTo>
                <a:lnTo>
                  <a:pt x="26430" y="18928"/>
                </a:lnTo>
                <a:lnTo>
                  <a:pt x="42458" y="2926"/>
                </a:lnTo>
                <a:lnTo>
                  <a:pt x="42763" y="2682"/>
                </a:lnTo>
                <a:lnTo>
                  <a:pt x="42915" y="2285"/>
                </a:lnTo>
                <a:lnTo>
                  <a:pt x="42915" y="1310"/>
                </a:lnTo>
                <a:lnTo>
                  <a:pt x="42732" y="914"/>
                </a:lnTo>
                <a:lnTo>
                  <a:pt x="42001" y="182"/>
                </a:lnTo>
                <a:lnTo>
                  <a:pt x="4160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157550" y="2898360"/>
            <a:ext cx="153670" cy="113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5" dirty="0">
                <a:solidFill>
                  <a:srgbClr val="252525"/>
                </a:solidFill>
                <a:latin typeface="Arial"/>
                <a:cs typeface="Arial"/>
              </a:rPr>
              <a:t>10</a:t>
            </a:r>
            <a:r>
              <a:rPr sz="5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5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600" spc="7" baseline="34722" dirty="0">
                <a:solidFill>
                  <a:srgbClr val="252525"/>
                </a:solidFill>
                <a:latin typeface="Arial"/>
                <a:cs typeface="Arial"/>
              </a:rPr>
              <a:t>4</a:t>
            </a:r>
            <a:endParaRPr sz="600" baseline="34722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097933" y="3335163"/>
            <a:ext cx="3136265" cy="2195830"/>
          </a:xfrm>
          <a:custGeom>
            <a:avLst/>
            <a:gdLst/>
            <a:ahLst/>
            <a:cxnLst/>
            <a:rect l="l" t="t" r="r" b="b"/>
            <a:pathLst>
              <a:path w="3136265" h="2195829">
                <a:moveTo>
                  <a:pt x="0" y="2195597"/>
                </a:moveTo>
                <a:lnTo>
                  <a:pt x="44779" y="2195384"/>
                </a:lnTo>
                <a:lnTo>
                  <a:pt x="89590" y="2195147"/>
                </a:lnTo>
                <a:lnTo>
                  <a:pt x="134400" y="2194897"/>
                </a:lnTo>
                <a:lnTo>
                  <a:pt x="179180" y="2194611"/>
                </a:lnTo>
                <a:lnTo>
                  <a:pt x="223991" y="2194300"/>
                </a:lnTo>
                <a:lnTo>
                  <a:pt x="268771" y="2193944"/>
                </a:lnTo>
                <a:lnTo>
                  <a:pt x="313581" y="2193563"/>
                </a:lnTo>
                <a:lnTo>
                  <a:pt x="358392" y="2193146"/>
                </a:lnTo>
                <a:lnTo>
                  <a:pt x="403172" y="2192671"/>
                </a:lnTo>
                <a:lnTo>
                  <a:pt x="447982" y="2192147"/>
                </a:lnTo>
                <a:lnTo>
                  <a:pt x="492762" y="2191574"/>
                </a:lnTo>
                <a:lnTo>
                  <a:pt x="537573" y="2190944"/>
                </a:lnTo>
                <a:lnTo>
                  <a:pt x="582383" y="2190240"/>
                </a:lnTo>
                <a:lnTo>
                  <a:pt x="627163" y="2189467"/>
                </a:lnTo>
                <a:lnTo>
                  <a:pt x="671974" y="2188623"/>
                </a:lnTo>
                <a:lnTo>
                  <a:pt x="716784" y="2187670"/>
                </a:lnTo>
                <a:lnTo>
                  <a:pt x="761564" y="2186634"/>
                </a:lnTo>
                <a:lnTo>
                  <a:pt x="806375" y="2185480"/>
                </a:lnTo>
                <a:lnTo>
                  <a:pt x="851155" y="2184204"/>
                </a:lnTo>
                <a:lnTo>
                  <a:pt x="895965" y="2182788"/>
                </a:lnTo>
                <a:lnTo>
                  <a:pt x="940776" y="2181240"/>
                </a:lnTo>
                <a:lnTo>
                  <a:pt x="985556" y="2179514"/>
                </a:lnTo>
                <a:lnTo>
                  <a:pt x="1030366" y="2177607"/>
                </a:lnTo>
                <a:lnTo>
                  <a:pt x="1075146" y="2175512"/>
                </a:lnTo>
                <a:lnTo>
                  <a:pt x="1119957" y="2173191"/>
                </a:lnTo>
                <a:lnTo>
                  <a:pt x="1164767" y="2170620"/>
                </a:lnTo>
                <a:lnTo>
                  <a:pt x="1209547" y="2167785"/>
                </a:lnTo>
                <a:lnTo>
                  <a:pt x="1254358" y="2164642"/>
                </a:lnTo>
                <a:lnTo>
                  <a:pt x="1299138" y="2161179"/>
                </a:lnTo>
                <a:lnTo>
                  <a:pt x="1343948" y="2157345"/>
                </a:lnTo>
                <a:lnTo>
                  <a:pt x="1388759" y="2153117"/>
                </a:lnTo>
                <a:lnTo>
                  <a:pt x="1433539" y="2148439"/>
                </a:lnTo>
                <a:lnTo>
                  <a:pt x="1478349" y="2143271"/>
                </a:lnTo>
                <a:lnTo>
                  <a:pt x="1523160" y="2137554"/>
                </a:lnTo>
                <a:lnTo>
                  <a:pt x="1567940" y="2131235"/>
                </a:lnTo>
                <a:lnTo>
                  <a:pt x="1612750" y="2124257"/>
                </a:lnTo>
                <a:lnTo>
                  <a:pt x="1657561" y="2116540"/>
                </a:lnTo>
                <a:lnTo>
                  <a:pt x="1702341" y="2108015"/>
                </a:lnTo>
                <a:lnTo>
                  <a:pt x="1747151" y="2098598"/>
                </a:lnTo>
                <a:lnTo>
                  <a:pt x="1791931" y="2088179"/>
                </a:lnTo>
                <a:lnTo>
                  <a:pt x="1836742" y="2076679"/>
                </a:lnTo>
                <a:lnTo>
                  <a:pt x="1881552" y="2063964"/>
                </a:lnTo>
                <a:lnTo>
                  <a:pt x="1926332" y="2049914"/>
                </a:lnTo>
                <a:lnTo>
                  <a:pt x="1971143" y="2034376"/>
                </a:lnTo>
                <a:lnTo>
                  <a:pt x="2015953" y="2017208"/>
                </a:lnTo>
                <a:lnTo>
                  <a:pt x="2060733" y="1998240"/>
                </a:lnTo>
                <a:lnTo>
                  <a:pt x="2105544" y="1977262"/>
                </a:lnTo>
                <a:lnTo>
                  <a:pt x="2150354" y="1954091"/>
                </a:lnTo>
                <a:lnTo>
                  <a:pt x="2195134" y="1928493"/>
                </a:lnTo>
                <a:lnTo>
                  <a:pt x="2239945" y="1900193"/>
                </a:lnTo>
                <a:lnTo>
                  <a:pt x="2284755" y="1868903"/>
                </a:lnTo>
                <a:lnTo>
                  <a:pt x="2329535" y="1834338"/>
                </a:lnTo>
                <a:lnTo>
                  <a:pt x="2374345" y="1796131"/>
                </a:lnTo>
                <a:lnTo>
                  <a:pt x="2419125" y="1753913"/>
                </a:lnTo>
                <a:lnTo>
                  <a:pt x="2463936" y="1707252"/>
                </a:lnTo>
                <a:lnTo>
                  <a:pt x="2508746" y="1655675"/>
                </a:lnTo>
                <a:lnTo>
                  <a:pt x="2553526" y="1598680"/>
                </a:lnTo>
                <a:lnTo>
                  <a:pt x="2598337" y="1535694"/>
                </a:lnTo>
                <a:lnTo>
                  <a:pt x="2643117" y="1466081"/>
                </a:lnTo>
                <a:lnTo>
                  <a:pt x="2687927" y="1389140"/>
                </a:lnTo>
                <a:lnTo>
                  <a:pt x="2732738" y="1304119"/>
                </a:lnTo>
                <a:lnTo>
                  <a:pt x="2777518" y="1210153"/>
                </a:lnTo>
                <a:lnTo>
                  <a:pt x="2822328" y="1106296"/>
                </a:lnTo>
                <a:lnTo>
                  <a:pt x="2867108" y="991532"/>
                </a:lnTo>
                <a:lnTo>
                  <a:pt x="2911919" y="864683"/>
                </a:lnTo>
                <a:lnTo>
                  <a:pt x="2956729" y="724497"/>
                </a:lnTo>
                <a:lnTo>
                  <a:pt x="3001509" y="569574"/>
                </a:lnTo>
                <a:lnTo>
                  <a:pt x="3046320" y="398363"/>
                </a:lnTo>
                <a:lnTo>
                  <a:pt x="3091100" y="209110"/>
                </a:lnTo>
                <a:lnTo>
                  <a:pt x="3135910" y="0"/>
                </a:lnTo>
              </a:path>
            </a:pathLst>
          </a:custGeom>
          <a:ln w="175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7567" y="728416"/>
            <a:ext cx="350012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of</a:t>
            </a:r>
            <a:r>
              <a:rPr sz="3400" spc="-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th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256" y="2114777"/>
            <a:ext cx="4320540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204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1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0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0.8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5" dirty="0">
                <a:latin typeface="Times New Roman"/>
                <a:cs typeface="Times New Roman"/>
              </a:rPr>
              <a:t> </a:t>
            </a:r>
            <a:r>
              <a:rPr sz="2850" spc="195" dirty="0">
                <a:latin typeface="Symbol"/>
                <a:cs typeface="Symbol"/>
              </a:rPr>
              <a:t></a:t>
            </a:r>
            <a:r>
              <a:rPr sz="2850" spc="-25" dirty="0">
                <a:latin typeface="Times New Roman"/>
                <a:cs typeface="Times New Roman"/>
              </a:rPr>
              <a:t>1.</a:t>
            </a:r>
            <a:r>
              <a:rPr sz="2850" spc="-75" dirty="0">
                <a:latin typeface="Times New Roman"/>
                <a:cs typeface="Times New Roman"/>
              </a:rPr>
              <a:t>6</a:t>
            </a:r>
            <a:r>
              <a:rPr sz="2850" i="1" spc="95" dirty="0">
                <a:latin typeface="Times New Roman"/>
                <a:cs typeface="Times New Roman"/>
              </a:rPr>
              <a:t>u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15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6011" y="1648620"/>
            <a:ext cx="2031364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490">
              <a:lnSpc>
                <a:spcPct val="100000"/>
              </a:lnSpc>
            </a:pPr>
            <a:r>
              <a:rPr sz="3200" b="1" spc="-5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3200" b="1" spc="-4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3200" b="1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bility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300" i="1" spc="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00" spc="4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i="1" spc="170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r>
              <a:rPr sz="23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0.8</a:t>
            </a:r>
            <a:r>
              <a:rPr sz="2300" spc="-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i="1" spc="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2300" spc="4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3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12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300" spc="-20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37622" y="5337428"/>
            <a:ext cx="107950" cy="108585"/>
          </a:xfrm>
          <a:custGeom>
            <a:avLst/>
            <a:gdLst/>
            <a:ahLst/>
            <a:cxnLst/>
            <a:rect l="l" t="t" r="r" b="b"/>
            <a:pathLst>
              <a:path w="107950" h="108585">
                <a:moveTo>
                  <a:pt x="53668" y="0"/>
                </a:moveTo>
                <a:lnTo>
                  <a:pt x="15718" y="15856"/>
                </a:lnTo>
                <a:lnTo>
                  <a:pt x="12" y="54007"/>
                </a:lnTo>
                <a:lnTo>
                  <a:pt x="0" y="54255"/>
                </a:lnTo>
                <a:lnTo>
                  <a:pt x="1951" y="68604"/>
                </a:lnTo>
                <a:lnTo>
                  <a:pt x="26683" y="100842"/>
                </a:lnTo>
                <a:lnTo>
                  <a:pt x="53845" y="108203"/>
                </a:lnTo>
                <a:lnTo>
                  <a:pt x="68091" y="106241"/>
                </a:lnTo>
                <a:lnTo>
                  <a:pt x="100122" y="81345"/>
                </a:lnTo>
                <a:lnTo>
                  <a:pt x="107441" y="54007"/>
                </a:lnTo>
                <a:lnTo>
                  <a:pt x="105500" y="39645"/>
                </a:lnTo>
                <a:lnTo>
                  <a:pt x="80781" y="7370"/>
                </a:lnTo>
                <a:lnTo>
                  <a:pt x="5366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37622" y="5337428"/>
            <a:ext cx="107950" cy="108585"/>
          </a:xfrm>
          <a:custGeom>
            <a:avLst/>
            <a:gdLst/>
            <a:ahLst/>
            <a:cxnLst/>
            <a:rect l="l" t="t" r="r" b="b"/>
            <a:pathLst>
              <a:path w="107950" h="108585">
                <a:moveTo>
                  <a:pt x="0" y="54101"/>
                </a:moveTo>
                <a:lnTo>
                  <a:pt x="15719" y="15856"/>
                </a:lnTo>
                <a:lnTo>
                  <a:pt x="53668" y="0"/>
                </a:lnTo>
                <a:lnTo>
                  <a:pt x="67947" y="1928"/>
                </a:lnTo>
                <a:lnTo>
                  <a:pt x="100070" y="26742"/>
                </a:lnTo>
                <a:lnTo>
                  <a:pt x="107441" y="54007"/>
                </a:lnTo>
                <a:lnTo>
                  <a:pt x="105526" y="68410"/>
                </a:lnTo>
                <a:lnTo>
                  <a:pt x="80893" y="100770"/>
                </a:lnTo>
                <a:lnTo>
                  <a:pt x="53846" y="108203"/>
                </a:lnTo>
                <a:lnTo>
                  <a:pt x="39534" y="106278"/>
                </a:lnTo>
                <a:lnTo>
                  <a:pt x="7386" y="81493"/>
                </a:lnTo>
                <a:lnTo>
                  <a:pt x="0" y="54101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09250" y="4977765"/>
            <a:ext cx="108585" cy="107950"/>
          </a:xfrm>
          <a:custGeom>
            <a:avLst/>
            <a:gdLst/>
            <a:ahLst/>
            <a:cxnLst/>
            <a:rect l="l" t="t" r="r" b="b"/>
            <a:pathLst>
              <a:path w="108585" h="107950">
                <a:moveTo>
                  <a:pt x="54051" y="0"/>
                </a:moveTo>
                <a:lnTo>
                  <a:pt x="15821" y="15750"/>
                </a:lnTo>
                <a:lnTo>
                  <a:pt x="12" y="53629"/>
                </a:lnTo>
                <a:lnTo>
                  <a:pt x="0" y="53875"/>
                </a:lnTo>
                <a:lnTo>
                  <a:pt x="1964" y="68120"/>
                </a:lnTo>
                <a:lnTo>
                  <a:pt x="26865" y="100131"/>
                </a:lnTo>
                <a:lnTo>
                  <a:pt x="54228" y="107441"/>
                </a:lnTo>
                <a:lnTo>
                  <a:pt x="68577" y="105496"/>
                </a:lnTo>
                <a:lnTo>
                  <a:pt x="100835" y="80774"/>
                </a:lnTo>
                <a:lnTo>
                  <a:pt x="108203" y="53629"/>
                </a:lnTo>
                <a:lnTo>
                  <a:pt x="106250" y="39369"/>
                </a:lnTo>
                <a:lnTo>
                  <a:pt x="81364" y="7320"/>
                </a:lnTo>
                <a:lnTo>
                  <a:pt x="5405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09249" y="4977765"/>
            <a:ext cx="108585" cy="107950"/>
          </a:xfrm>
          <a:custGeom>
            <a:avLst/>
            <a:gdLst/>
            <a:ahLst/>
            <a:cxnLst/>
            <a:rect l="l" t="t" r="r" b="b"/>
            <a:pathLst>
              <a:path w="108585" h="107950">
                <a:moveTo>
                  <a:pt x="0" y="53720"/>
                </a:moveTo>
                <a:lnTo>
                  <a:pt x="15821" y="15750"/>
                </a:lnTo>
                <a:lnTo>
                  <a:pt x="54051" y="0"/>
                </a:lnTo>
                <a:lnTo>
                  <a:pt x="68437" y="1915"/>
                </a:lnTo>
                <a:lnTo>
                  <a:pt x="100784" y="26557"/>
                </a:lnTo>
                <a:lnTo>
                  <a:pt x="108203" y="53629"/>
                </a:lnTo>
                <a:lnTo>
                  <a:pt x="106276" y="67929"/>
                </a:lnTo>
                <a:lnTo>
                  <a:pt x="81471" y="100064"/>
                </a:lnTo>
                <a:lnTo>
                  <a:pt x="54228" y="107441"/>
                </a:lnTo>
                <a:lnTo>
                  <a:pt x="39809" y="105529"/>
                </a:lnTo>
                <a:lnTo>
                  <a:pt x="7435" y="80917"/>
                </a:lnTo>
                <a:lnTo>
                  <a:pt x="0" y="53720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57294" y="2746248"/>
            <a:ext cx="4886960" cy="3820160"/>
          </a:xfrm>
          <a:custGeom>
            <a:avLst/>
            <a:gdLst/>
            <a:ahLst/>
            <a:cxnLst/>
            <a:rect l="l" t="t" r="r" b="b"/>
            <a:pathLst>
              <a:path w="4886959" h="3820159">
                <a:moveTo>
                  <a:pt x="0" y="3819905"/>
                </a:moveTo>
                <a:lnTo>
                  <a:pt x="4886705" y="3819905"/>
                </a:lnTo>
                <a:lnTo>
                  <a:pt x="4886705" y="0"/>
                </a:lnTo>
                <a:lnTo>
                  <a:pt x="0" y="0"/>
                </a:lnTo>
                <a:lnTo>
                  <a:pt x="0" y="38199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17764" y="3036579"/>
            <a:ext cx="3926840" cy="3094355"/>
          </a:xfrm>
          <a:custGeom>
            <a:avLst/>
            <a:gdLst/>
            <a:ahLst/>
            <a:cxnLst/>
            <a:rect l="l" t="t" r="r" b="b"/>
            <a:pathLst>
              <a:path w="3926840" h="3094354">
                <a:moveTo>
                  <a:pt x="0" y="3094055"/>
                </a:moveTo>
                <a:lnTo>
                  <a:pt x="3926646" y="3094055"/>
                </a:lnTo>
                <a:lnTo>
                  <a:pt x="3926646" y="0"/>
                </a:lnTo>
                <a:lnTo>
                  <a:pt x="0" y="0"/>
                </a:lnTo>
                <a:lnTo>
                  <a:pt x="0" y="30940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17783" y="3036569"/>
            <a:ext cx="3926840" cy="3094355"/>
          </a:xfrm>
          <a:custGeom>
            <a:avLst/>
            <a:gdLst/>
            <a:ahLst/>
            <a:cxnLst/>
            <a:rect l="l" t="t" r="r" b="b"/>
            <a:pathLst>
              <a:path w="3926840" h="3094354">
                <a:moveTo>
                  <a:pt x="0" y="0"/>
                </a:moveTo>
                <a:lnTo>
                  <a:pt x="3926617" y="0"/>
                </a:lnTo>
                <a:lnTo>
                  <a:pt x="3926617" y="3094062"/>
                </a:lnTo>
                <a:lnTo>
                  <a:pt x="0" y="3094062"/>
                </a:lnTo>
                <a:lnTo>
                  <a:pt x="0" y="0"/>
                </a:lnTo>
                <a:close/>
              </a:path>
            </a:pathLst>
          </a:custGeom>
          <a:ln w="906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17783" y="613063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17783" y="3036569"/>
            <a:ext cx="3926840" cy="0"/>
          </a:xfrm>
          <a:custGeom>
            <a:avLst/>
            <a:gdLst/>
            <a:ahLst/>
            <a:cxnLst/>
            <a:rect l="l" t="t" r="r" b="b"/>
            <a:pathLst>
              <a:path w="3926840">
                <a:moveTo>
                  <a:pt x="0" y="0"/>
                </a:moveTo>
                <a:lnTo>
                  <a:pt x="3926647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844431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17783" y="6130631"/>
            <a:ext cx="3926840" cy="0"/>
          </a:xfrm>
          <a:custGeom>
            <a:avLst/>
            <a:gdLst/>
            <a:ahLst/>
            <a:cxnLst/>
            <a:rect l="l" t="t" r="r" b="b"/>
            <a:pathLst>
              <a:path w="3926840">
                <a:moveTo>
                  <a:pt x="0" y="0"/>
                </a:moveTo>
                <a:lnTo>
                  <a:pt x="3926647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44431" y="613063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44431" y="3036569"/>
            <a:ext cx="0" cy="3094355"/>
          </a:xfrm>
          <a:custGeom>
            <a:avLst/>
            <a:gdLst/>
            <a:ahLst/>
            <a:cxnLst/>
            <a:rect l="l" t="t" r="r" b="b"/>
            <a:pathLst>
              <a:path h="3094354">
                <a:moveTo>
                  <a:pt x="0" y="3094062"/>
                </a:moveTo>
                <a:lnTo>
                  <a:pt x="0" y="0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44431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17783" y="3036569"/>
            <a:ext cx="0" cy="3094355"/>
          </a:xfrm>
          <a:custGeom>
            <a:avLst/>
            <a:gdLst/>
            <a:ahLst/>
            <a:cxnLst/>
            <a:rect l="l" t="t" r="r" b="b"/>
            <a:pathLst>
              <a:path h="3094354">
                <a:moveTo>
                  <a:pt x="0" y="3094062"/>
                </a:moveTo>
                <a:lnTo>
                  <a:pt x="0" y="0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17783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44431" y="613063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17783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17783" y="6085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17783" y="3072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868879" y="6151604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695862" y="6085258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73"/>
                </a:moveTo>
                <a:lnTo>
                  <a:pt x="0" y="0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95862" y="6085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95862" y="3036569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323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95862" y="3072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01733" y="6151604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10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83012" y="6085258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73"/>
                </a:moveTo>
                <a:lnTo>
                  <a:pt x="0" y="0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3012" y="6085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83012" y="3036569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323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483012" y="3072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388867" y="6151604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20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270131" y="6085258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73"/>
                </a:moveTo>
                <a:lnTo>
                  <a:pt x="0" y="0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70131" y="6085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70131" y="3036569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323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70131" y="3072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176013" y="6151604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30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057281" y="6085258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45373"/>
                </a:moveTo>
                <a:lnTo>
                  <a:pt x="0" y="0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57281" y="6085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057281" y="3036569"/>
            <a:ext cx="0" cy="36830"/>
          </a:xfrm>
          <a:custGeom>
            <a:avLst/>
            <a:gdLst/>
            <a:ahLst/>
            <a:cxnLst/>
            <a:rect l="l" t="t" r="r" b="b"/>
            <a:pathLst>
              <a:path h="36830">
                <a:moveTo>
                  <a:pt x="0" y="0"/>
                </a:moveTo>
                <a:lnTo>
                  <a:pt x="0" y="36323"/>
                </a:lnTo>
              </a:path>
            </a:pathLst>
          </a:custGeom>
          <a:ln w="9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57281" y="3072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963148" y="6151604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40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844431" y="60852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844431" y="3072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750281" y="6151604"/>
            <a:ext cx="1885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-40" dirty="0">
                <a:latin typeface="Times New Roman"/>
                <a:cs typeface="Times New Roman"/>
              </a:rPr>
              <a:t>50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917783" y="5813055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9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953972" y="58130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799172" y="5813055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9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799172" y="581305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787446" y="5716084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917783" y="5196060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9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53972" y="51960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799172" y="5196060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9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799172" y="51960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787446" y="5099087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917783" y="4579063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9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953972" y="45790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799172" y="457906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9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99172" y="45790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787446" y="4482095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917783" y="3962081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9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953972" y="396208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799172" y="3962081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9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799172" y="396208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4787446" y="3865103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6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917783" y="3345071"/>
            <a:ext cx="36195" cy="0"/>
          </a:xfrm>
          <a:custGeom>
            <a:avLst/>
            <a:gdLst/>
            <a:ahLst/>
            <a:cxnLst/>
            <a:rect l="l" t="t" r="r" b="b"/>
            <a:pathLst>
              <a:path w="36195">
                <a:moveTo>
                  <a:pt x="0" y="0"/>
                </a:moveTo>
                <a:lnTo>
                  <a:pt x="36189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953972" y="33450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799172" y="3345071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>
                <a:moveTo>
                  <a:pt x="45259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799172" y="334507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4787446" y="3248111"/>
            <a:ext cx="11176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dirty="0">
                <a:latin typeface="Times New Roman"/>
                <a:cs typeface="Times New Roman"/>
              </a:rPr>
              <a:t>8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844431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844431" y="613063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44431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917783" y="30365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917783" y="3345071"/>
            <a:ext cx="3926840" cy="2468245"/>
          </a:xfrm>
          <a:custGeom>
            <a:avLst/>
            <a:gdLst/>
            <a:ahLst/>
            <a:cxnLst/>
            <a:rect l="l" t="t" r="r" b="b"/>
            <a:pathLst>
              <a:path w="3926840" h="2468245">
                <a:moveTo>
                  <a:pt x="0" y="2467984"/>
                </a:moveTo>
                <a:lnTo>
                  <a:pt x="0" y="2467984"/>
                </a:lnTo>
                <a:lnTo>
                  <a:pt x="389039" y="2467984"/>
                </a:lnTo>
                <a:lnTo>
                  <a:pt x="470457" y="1978016"/>
                </a:lnTo>
                <a:lnTo>
                  <a:pt x="542835" y="1578786"/>
                </a:lnTo>
                <a:lnTo>
                  <a:pt x="624283" y="1261222"/>
                </a:lnTo>
                <a:lnTo>
                  <a:pt x="705701" y="1007165"/>
                </a:lnTo>
                <a:lnTo>
                  <a:pt x="778079" y="807544"/>
                </a:lnTo>
                <a:lnTo>
                  <a:pt x="859497" y="644227"/>
                </a:lnTo>
                <a:lnTo>
                  <a:pt x="940915" y="517197"/>
                </a:lnTo>
                <a:lnTo>
                  <a:pt x="1013323" y="408314"/>
                </a:lnTo>
                <a:lnTo>
                  <a:pt x="1094741" y="326663"/>
                </a:lnTo>
                <a:lnTo>
                  <a:pt x="1176159" y="263143"/>
                </a:lnTo>
                <a:lnTo>
                  <a:pt x="1248537" y="208689"/>
                </a:lnTo>
                <a:lnTo>
                  <a:pt x="1329985" y="163331"/>
                </a:lnTo>
                <a:lnTo>
                  <a:pt x="1411403" y="136104"/>
                </a:lnTo>
                <a:lnTo>
                  <a:pt x="1483781" y="108908"/>
                </a:lnTo>
                <a:lnTo>
                  <a:pt x="1565229" y="81681"/>
                </a:lnTo>
                <a:lnTo>
                  <a:pt x="1646647" y="63519"/>
                </a:lnTo>
                <a:lnTo>
                  <a:pt x="1719025" y="54454"/>
                </a:lnTo>
                <a:lnTo>
                  <a:pt x="1800442" y="45388"/>
                </a:lnTo>
                <a:lnTo>
                  <a:pt x="1881890" y="36292"/>
                </a:lnTo>
                <a:lnTo>
                  <a:pt x="1963308" y="27227"/>
                </a:lnTo>
                <a:lnTo>
                  <a:pt x="2035686" y="18161"/>
                </a:lnTo>
                <a:lnTo>
                  <a:pt x="2117104" y="18161"/>
                </a:lnTo>
                <a:lnTo>
                  <a:pt x="2198552" y="9096"/>
                </a:lnTo>
                <a:lnTo>
                  <a:pt x="2270930" y="9096"/>
                </a:lnTo>
                <a:lnTo>
                  <a:pt x="2352348" y="9096"/>
                </a:lnTo>
                <a:lnTo>
                  <a:pt x="2433766" y="0"/>
                </a:lnTo>
                <a:lnTo>
                  <a:pt x="2506144" y="0"/>
                </a:lnTo>
                <a:lnTo>
                  <a:pt x="2587592" y="0"/>
                </a:lnTo>
                <a:lnTo>
                  <a:pt x="3845199" y="0"/>
                </a:lnTo>
                <a:lnTo>
                  <a:pt x="3926647" y="0"/>
                </a:lnTo>
              </a:path>
            </a:pathLst>
          </a:custGeom>
          <a:ln w="18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917783" y="5504562"/>
            <a:ext cx="3926840" cy="308610"/>
          </a:xfrm>
          <a:custGeom>
            <a:avLst/>
            <a:gdLst/>
            <a:ahLst/>
            <a:cxnLst/>
            <a:rect l="l" t="t" r="r" b="b"/>
            <a:pathLst>
              <a:path w="3926840" h="308610">
                <a:moveTo>
                  <a:pt x="0" y="308492"/>
                </a:moveTo>
                <a:lnTo>
                  <a:pt x="72378" y="308492"/>
                </a:lnTo>
                <a:lnTo>
                  <a:pt x="153795" y="308492"/>
                </a:lnTo>
                <a:lnTo>
                  <a:pt x="235213" y="308492"/>
                </a:lnTo>
                <a:lnTo>
                  <a:pt x="307591" y="308492"/>
                </a:lnTo>
                <a:lnTo>
                  <a:pt x="389039" y="0"/>
                </a:lnTo>
                <a:lnTo>
                  <a:pt x="3845199" y="0"/>
                </a:lnTo>
                <a:lnTo>
                  <a:pt x="3926647" y="0"/>
                </a:lnTo>
              </a:path>
            </a:pathLst>
          </a:custGeom>
          <a:ln w="1814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6488396" y="6342140"/>
            <a:ext cx="75628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40" dirty="0">
                <a:latin typeface="Times New Roman"/>
                <a:cs typeface="Times New Roman"/>
              </a:rPr>
              <a:t>s</a:t>
            </a:r>
            <a:r>
              <a:rPr sz="1350" spc="-35" dirty="0">
                <a:latin typeface="Times New Roman"/>
                <a:cs typeface="Times New Roman"/>
              </a:rPr>
              <a:t>a</a:t>
            </a:r>
            <a:r>
              <a:rPr sz="1350" spc="-60" dirty="0">
                <a:latin typeface="Times New Roman"/>
                <a:cs typeface="Times New Roman"/>
              </a:rPr>
              <a:t>m</a:t>
            </a:r>
            <a:r>
              <a:rPr sz="1350" spc="35" dirty="0">
                <a:latin typeface="Times New Roman"/>
                <a:cs typeface="Times New Roman"/>
              </a:rPr>
              <a:t>p</a:t>
            </a:r>
            <a:r>
              <a:rPr sz="1350" spc="-95" dirty="0">
                <a:latin typeface="Times New Roman"/>
                <a:cs typeface="Times New Roman"/>
              </a:rPr>
              <a:t>l</a:t>
            </a:r>
            <a:r>
              <a:rPr sz="1350" dirty="0">
                <a:latin typeface="Times New Roman"/>
                <a:cs typeface="Times New Roman"/>
              </a:rPr>
              <a:t>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spc="-40" dirty="0">
                <a:latin typeface="Times New Roman"/>
                <a:cs typeface="Times New Roman"/>
              </a:rPr>
              <a:t>n</a:t>
            </a: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dirty="0"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809835" y="4028426"/>
            <a:ext cx="45847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spc="-40" dirty="0">
                <a:latin typeface="Times New Roman"/>
                <a:cs typeface="Times New Roman"/>
              </a:rPr>
              <a:t>u</a:t>
            </a:r>
            <a:r>
              <a:rPr sz="1350" spc="-20" dirty="0">
                <a:latin typeface="Times New Roman"/>
                <a:cs typeface="Times New Roman"/>
              </a:rPr>
              <a:t>t</a:t>
            </a:r>
            <a:r>
              <a:rPr sz="1350" spc="35" dirty="0">
                <a:latin typeface="Times New Roman"/>
                <a:cs typeface="Times New Roman"/>
              </a:rPr>
              <a:t>p</a:t>
            </a:r>
            <a:r>
              <a:rPr sz="1350" spc="-40" dirty="0">
                <a:latin typeface="Times New Roman"/>
                <a:cs typeface="Times New Roman"/>
              </a:rPr>
              <a:t>ut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479395" y="5207955"/>
            <a:ext cx="88328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40" dirty="0">
                <a:latin typeface="Times New Roman"/>
                <a:cs typeface="Times New Roman"/>
              </a:rPr>
              <a:t>c</a:t>
            </a: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spc="-40" dirty="0">
                <a:latin typeface="Times New Roman"/>
                <a:cs typeface="Times New Roman"/>
              </a:rPr>
              <a:t>n</a:t>
            </a:r>
            <a:r>
              <a:rPr sz="1350" spc="-20" dirty="0">
                <a:latin typeface="Times New Roman"/>
                <a:cs typeface="Times New Roman"/>
              </a:rPr>
              <a:t>t</a:t>
            </a:r>
            <a:r>
              <a:rPr sz="1350" spc="-25" dirty="0">
                <a:latin typeface="Times New Roman"/>
                <a:cs typeface="Times New Roman"/>
              </a:rPr>
              <a:t>r</a:t>
            </a:r>
            <a:r>
              <a:rPr sz="1350" spc="35" dirty="0">
                <a:latin typeface="Times New Roman"/>
                <a:cs typeface="Times New Roman"/>
              </a:rPr>
              <a:t>o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-75" dirty="0">
                <a:latin typeface="Times New Roman"/>
                <a:cs typeface="Times New Roman"/>
              </a:rPr>
              <a:t> </a:t>
            </a:r>
            <a:r>
              <a:rPr sz="1350" spc="-95" dirty="0">
                <a:latin typeface="Times New Roman"/>
                <a:cs typeface="Times New Roman"/>
              </a:rPr>
              <a:t>i</a:t>
            </a:r>
            <a:r>
              <a:rPr sz="1350" spc="-40" dirty="0">
                <a:latin typeface="Times New Roman"/>
                <a:cs typeface="Times New Roman"/>
              </a:rPr>
              <a:t>n</a:t>
            </a:r>
            <a:r>
              <a:rPr sz="1350" spc="35" dirty="0">
                <a:latin typeface="Times New Roman"/>
                <a:cs typeface="Times New Roman"/>
              </a:rPr>
              <a:t>p</a:t>
            </a:r>
            <a:r>
              <a:rPr sz="1350" spc="-40" dirty="0">
                <a:latin typeface="Times New Roman"/>
                <a:cs typeface="Times New Roman"/>
              </a:rPr>
              <a:t>ut</a:t>
            </a:r>
            <a:endParaRPr sz="135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9188" y="2738587"/>
          <a:ext cx="4182796" cy="374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1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5137"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</a:pP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2650" i="1" spc="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65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i="1" spc="-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2650" i="1" spc="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65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650" spc="-210" dirty="0">
                          <a:latin typeface="Times New Roman"/>
                          <a:cs typeface="Times New Roman"/>
                        </a:rPr>
                        <a:t>1)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2650" i="1" spc="10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50" spc="7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50" i="1" spc="22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099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7"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28">
                <a:tc>
                  <a:txBody>
                    <a:bodyPr/>
                    <a:lstStyle/>
                    <a:p>
                      <a:pPr marR="15938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15367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09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15049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0">
                <a:tc>
                  <a:txBody>
                    <a:bodyPr/>
                    <a:lstStyle/>
                    <a:p>
                      <a:pPr marR="16637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1.6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49">
                <a:tc>
                  <a:txBody>
                    <a:bodyPr/>
                    <a:lstStyle/>
                    <a:p>
                      <a:pPr marR="16637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2.88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3.90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137">
                <a:tc>
                  <a:txBody>
                    <a:bodyPr/>
                    <a:lstStyle/>
                    <a:p>
                      <a:pPr marR="15049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2650" dirty="0">
                          <a:latin typeface="Times New Roman"/>
                          <a:cs typeface="Times New Roman"/>
                        </a:rPr>
                        <a:t>4.72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7567" y="728416"/>
            <a:ext cx="31280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ab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li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ty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th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090" y="2242429"/>
            <a:ext cx="4295775" cy="394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i="1" spc="204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55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0.8</a:t>
            </a:r>
            <a:r>
              <a:rPr sz="2850" spc="-450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20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195" dirty="0">
                <a:latin typeface="Symbol"/>
                <a:cs typeface="Symbol"/>
              </a:rPr>
              <a:t></a:t>
            </a:r>
            <a:r>
              <a:rPr sz="2850" spc="-25" dirty="0">
                <a:latin typeface="Times New Roman"/>
                <a:cs typeface="Times New Roman"/>
              </a:rPr>
              <a:t>1.</a:t>
            </a:r>
            <a:r>
              <a:rPr sz="2850" spc="-75" dirty="0">
                <a:latin typeface="Times New Roman"/>
                <a:cs typeface="Times New Roman"/>
              </a:rPr>
              <a:t>6</a:t>
            </a:r>
            <a:r>
              <a:rPr sz="2850" i="1" spc="100" dirty="0">
                <a:latin typeface="Times New Roman"/>
                <a:cs typeface="Times New Roman"/>
              </a:rPr>
              <a:t>u</a:t>
            </a:r>
            <a:r>
              <a:rPr sz="2850" spc="50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20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9142" y="3312203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5">
                <a:moveTo>
                  <a:pt x="0" y="0"/>
                </a:moveTo>
                <a:lnTo>
                  <a:pt x="1296710" y="0"/>
                </a:lnTo>
              </a:path>
            </a:pathLst>
          </a:custGeom>
          <a:ln w="140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94917" y="2813357"/>
            <a:ext cx="88328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1.</a:t>
            </a:r>
            <a:r>
              <a:rPr sz="2650" spc="145" dirty="0">
                <a:latin typeface="Times New Roman"/>
                <a:cs typeface="Times New Roman"/>
              </a:rPr>
              <a:t>6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176" y="3107334"/>
            <a:ext cx="2882265" cy="669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6305" marR="5080" indent="-904240">
              <a:lnSpc>
                <a:spcPct val="74700"/>
              </a:lnSpc>
              <a:tabLst>
                <a:tab pos="2274570" algn="l"/>
              </a:tabLst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dirty="0">
                <a:latin typeface="Times New Roman"/>
                <a:cs typeface="Times New Roman"/>
              </a:rPr>
              <a:t>		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 </a:t>
            </a: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0.</a:t>
            </a:r>
            <a:r>
              <a:rPr sz="2650" spc="100" dirty="0">
                <a:latin typeface="Times New Roman"/>
                <a:cs typeface="Times New Roman"/>
              </a:rPr>
              <a:t>8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3008" y="3094999"/>
            <a:ext cx="15049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59869" y="3966216"/>
            <a:ext cx="1146175" cy="0"/>
          </a:xfrm>
          <a:custGeom>
            <a:avLst/>
            <a:gdLst/>
            <a:ahLst/>
            <a:cxnLst/>
            <a:rect l="l" t="t" r="r" b="b"/>
            <a:pathLst>
              <a:path w="1146175">
                <a:moveTo>
                  <a:pt x="0" y="0"/>
                </a:moveTo>
                <a:lnTo>
                  <a:pt x="1145903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35732" y="3094999"/>
            <a:ext cx="340360" cy="652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90"/>
              </a:spcBef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7426" y="2907564"/>
            <a:ext cx="4150360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204" dirty="0">
                <a:latin typeface="Times New Roman"/>
                <a:cs typeface="Times New Roman"/>
              </a:rPr>
              <a:t>k</a:t>
            </a:r>
            <a:r>
              <a:rPr sz="2850" spc="-20" dirty="0">
                <a:latin typeface="Times New Roman"/>
                <a:cs typeface="Times New Roman"/>
              </a:rPr>
              <a:t>)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10" dirty="0">
                <a:latin typeface="Times New Roman"/>
                <a:cs typeface="Times New Roman"/>
              </a:rPr>
              <a:t> </a:t>
            </a:r>
            <a:r>
              <a:rPr sz="2850" spc="45" dirty="0">
                <a:latin typeface="Symbol"/>
                <a:cs typeface="Symbol"/>
              </a:rPr>
              <a:t></a:t>
            </a:r>
            <a:r>
              <a:rPr sz="2850" i="1" spc="-30" dirty="0">
                <a:latin typeface="Times New Roman"/>
                <a:cs typeface="Times New Roman"/>
              </a:rPr>
              <a:t>a</a:t>
            </a:r>
            <a:r>
              <a:rPr sz="2850" i="1" spc="325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Times New Roman"/>
                <a:cs typeface="Times New Roman"/>
              </a:rPr>
              <a:t>y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20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50" dirty="0">
                <a:latin typeface="Times New Roman"/>
                <a:cs typeface="Times New Roman"/>
              </a:rPr>
              <a:t>1</a:t>
            </a:r>
            <a:r>
              <a:rPr sz="2850" spc="-20" dirty="0">
                <a:latin typeface="Times New Roman"/>
                <a:cs typeface="Times New Roman"/>
              </a:rPr>
              <a:t>)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</a:t>
            </a:r>
            <a:r>
              <a:rPr sz="2850" spc="-260" dirty="0">
                <a:latin typeface="Times New Roman"/>
                <a:cs typeface="Times New Roman"/>
              </a:rPr>
              <a:t> </a:t>
            </a:r>
            <a:r>
              <a:rPr sz="2850" i="1" spc="-30" dirty="0">
                <a:latin typeface="Times New Roman"/>
                <a:cs typeface="Times New Roman"/>
              </a:rPr>
              <a:t>b</a:t>
            </a:r>
            <a:r>
              <a:rPr sz="2850" i="1" spc="-155" dirty="0">
                <a:latin typeface="Times New Roman"/>
                <a:cs typeface="Times New Roman"/>
              </a:rPr>
              <a:t> </a:t>
            </a:r>
            <a:r>
              <a:rPr sz="2850" i="1" spc="95" dirty="0">
                <a:latin typeface="Times New Roman"/>
                <a:cs typeface="Times New Roman"/>
              </a:rPr>
              <a:t>u</a:t>
            </a:r>
            <a:r>
              <a:rPr sz="2850" spc="55" dirty="0">
                <a:latin typeface="Times New Roman"/>
                <a:cs typeface="Times New Roman"/>
              </a:rPr>
              <a:t>(</a:t>
            </a:r>
            <a:r>
              <a:rPr sz="2850" i="1" spc="-30" dirty="0">
                <a:latin typeface="Times New Roman"/>
                <a:cs typeface="Times New Roman"/>
              </a:rPr>
              <a:t>k</a:t>
            </a:r>
            <a:r>
              <a:rPr sz="2850" i="1" spc="-20" dirty="0">
                <a:latin typeface="Times New Roman"/>
                <a:cs typeface="Times New Roman"/>
              </a:rPr>
              <a:t> </a:t>
            </a:r>
            <a:r>
              <a:rPr sz="2850" spc="150" dirty="0">
                <a:latin typeface="Symbol"/>
                <a:cs typeface="Symbol"/>
              </a:rPr>
              <a:t></a:t>
            </a:r>
            <a:r>
              <a:rPr sz="2850" spc="-245" dirty="0">
                <a:latin typeface="Times New Roman"/>
                <a:cs typeface="Times New Roman"/>
              </a:rPr>
              <a:t>1)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4413" y="3552720"/>
            <a:ext cx="4152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75" dirty="0">
                <a:latin typeface="Times New Roman"/>
                <a:cs typeface="Times New Roman"/>
              </a:rPr>
              <a:t>b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01978" y="3981361"/>
            <a:ext cx="28892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33085" y="4063119"/>
            <a:ext cx="871855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175" dirty="0">
                <a:latin typeface="Times New Roman"/>
                <a:cs typeface="Times New Roman"/>
              </a:rPr>
              <a:t> </a:t>
            </a:r>
            <a:r>
              <a:rPr sz="2650" i="1" spc="-250" dirty="0">
                <a:latin typeface="Times New Roman"/>
                <a:cs typeface="Times New Roman"/>
              </a:rPr>
              <a:t>a</a:t>
            </a:r>
            <a:r>
              <a:rPr sz="2925" spc="127" baseline="-19943" dirty="0">
                <a:latin typeface="Times New Roman"/>
                <a:cs typeface="Times New Roman"/>
              </a:rPr>
              <a:t>1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29543" y="3761271"/>
            <a:ext cx="859790" cy="367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5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0473" y="3766652"/>
            <a:ext cx="61976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0236" y="4966841"/>
            <a:ext cx="7576184" cy="1122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v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us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sli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se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Calibri"/>
                <a:cs typeface="Calibri"/>
              </a:rPr>
              <a:t>st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ili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204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g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Calibri"/>
                <a:cs typeface="Calibri"/>
              </a:rPr>
              <a:t>a</a:t>
            </a:r>
            <a:r>
              <a:rPr sz="2550" spc="7" baseline="-21241" dirty="0">
                <a:latin typeface="Calibri"/>
                <a:cs typeface="Calibri"/>
              </a:rPr>
              <a:t>1</a:t>
            </a:r>
            <a:r>
              <a:rPr sz="2550" spc="240" baseline="-21241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</a:t>
            </a:r>
            <a:r>
              <a:rPr sz="2600" spc="-20" dirty="0">
                <a:latin typeface="Calibri"/>
                <a:cs typeface="Calibri"/>
              </a:rPr>
              <a:t>wh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alue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0.8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del</a:t>
            </a:r>
            <a:r>
              <a:rPr sz="2600" spc="-10" dirty="0">
                <a:latin typeface="Calibri"/>
                <a:cs typeface="Calibri"/>
              </a:rPr>
              <a:t>)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1.0</a:t>
            </a:r>
            <a:r>
              <a:rPr sz="2600" spc="-10" dirty="0">
                <a:latin typeface="Calibri"/>
                <a:cs typeface="Calibri"/>
              </a:rPr>
              <a:t>.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Ne</a:t>
            </a:r>
            <a:r>
              <a:rPr sz="2600" spc="-65" dirty="0">
                <a:latin typeface="Calibri"/>
                <a:cs typeface="Calibri"/>
              </a:rPr>
              <a:t>g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i="1" spc="-15" dirty="0">
                <a:latin typeface="Calibri"/>
                <a:cs typeface="Calibri"/>
              </a:rPr>
              <a:t>a</a:t>
            </a:r>
            <a:r>
              <a:rPr sz="2550" spc="7" baseline="-21241" dirty="0">
                <a:latin typeface="Calibri"/>
                <a:cs typeface="Calibri"/>
              </a:rPr>
              <a:t>1</a:t>
            </a:r>
            <a:r>
              <a:rPr sz="2550" spc="240" baseline="-21241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7567" y="728416"/>
            <a:ext cx="403796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B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ack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and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2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Sh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if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584" y="2157026"/>
            <a:ext cx="4618355" cy="204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1</a:t>
            </a:r>
            <a:r>
              <a:rPr sz="3075" spc="-450" baseline="33875" dirty="0">
                <a:latin typeface="Times New Roman"/>
                <a:cs typeface="Times New Roman"/>
              </a:rPr>
              <a:t> </a:t>
            </a:r>
            <a:r>
              <a:rPr sz="2750" i="1" spc="110" dirty="0">
                <a:latin typeface="Times New Roman"/>
                <a:cs typeface="Times New Roman"/>
              </a:rPr>
              <a:t>y</a:t>
            </a:r>
            <a:r>
              <a:rPr sz="2750" spc="70" dirty="0">
                <a:latin typeface="Times New Roman"/>
                <a:cs typeface="Times New Roman"/>
              </a:rPr>
              <a:t>(</a:t>
            </a:r>
            <a:r>
              <a:rPr sz="2750" i="1" dirty="0">
                <a:latin typeface="Times New Roman"/>
                <a:cs typeface="Times New Roman"/>
              </a:rPr>
              <a:t>k</a:t>
            </a:r>
            <a:r>
              <a:rPr sz="2750" i="1" spc="-4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)</a:t>
            </a:r>
            <a:r>
              <a:rPr sz="2750" spc="-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210" dirty="0">
                <a:latin typeface="Times New Roman"/>
                <a:cs typeface="Times New Roman"/>
              </a:rPr>
              <a:t> </a:t>
            </a:r>
            <a:r>
              <a:rPr sz="2750" i="1" spc="110" dirty="0">
                <a:latin typeface="Times New Roman"/>
                <a:cs typeface="Times New Roman"/>
              </a:rPr>
              <a:t>y</a:t>
            </a:r>
            <a:r>
              <a:rPr sz="2750" spc="70" dirty="0">
                <a:latin typeface="Times New Roman"/>
                <a:cs typeface="Times New Roman"/>
              </a:rPr>
              <a:t>(</a:t>
            </a:r>
            <a:r>
              <a:rPr sz="2750" i="1" dirty="0">
                <a:latin typeface="Times New Roman"/>
                <a:cs typeface="Times New Roman"/>
              </a:rPr>
              <a:t>k</a:t>
            </a:r>
            <a:r>
              <a:rPr sz="2750" i="1" spc="-20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</a:t>
            </a:r>
            <a:r>
              <a:rPr sz="2750" spc="-215" dirty="0">
                <a:latin typeface="Times New Roman"/>
                <a:cs typeface="Times New Roman"/>
              </a:rPr>
              <a:t>1)</a:t>
            </a:r>
            <a:endParaRPr sz="27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955"/>
              </a:spcBef>
            </a:pPr>
            <a:r>
              <a:rPr sz="2700" i="1" spc="20" dirty="0">
                <a:latin typeface="Times New Roman"/>
                <a:cs typeface="Times New Roman"/>
              </a:rPr>
              <a:t>z</a:t>
            </a:r>
            <a:r>
              <a:rPr sz="2700" i="1" spc="125" dirty="0">
                <a:latin typeface="Times New Roman"/>
                <a:cs typeface="Times New Roman"/>
              </a:rPr>
              <a:t>y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20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15" dirty="0">
                <a:latin typeface="Times New Roman"/>
                <a:cs typeface="Times New Roman"/>
              </a:rPr>
              <a:t>)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25" dirty="0">
                <a:latin typeface="Symbol"/>
                <a:cs typeface="Symbol"/>
              </a:rPr>
              <a:t>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i="1" spc="125" dirty="0">
                <a:latin typeface="Times New Roman"/>
                <a:cs typeface="Times New Roman"/>
              </a:rPr>
              <a:t>y</a:t>
            </a:r>
            <a:r>
              <a:rPr sz="2700" spc="80" dirty="0">
                <a:latin typeface="Times New Roman"/>
                <a:cs typeface="Times New Roman"/>
              </a:rPr>
              <a:t>(</a:t>
            </a:r>
            <a:r>
              <a:rPr sz="2700" i="1" spc="20" dirty="0">
                <a:latin typeface="Times New Roman"/>
                <a:cs typeface="Times New Roman"/>
              </a:rPr>
              <a:t>k</a:t>
            </a:r>
            <a:r>
              <a:rPr sz="2700" i="1" spc="-10" dirty="0">
                <a:latin typeface="Times New Roman"/>
                <a:cs typeface="Times New Roman"/>
              </a:rPr>
              <a:t> </a:t>
            </a:r>
            <a:r>
              <a:rPr sz="2700" spc="235" dirty="0">
                <a:latin typeface="Symbol"/>
                <a:cs typeface="Symbol"/>
              </a:rPr>
              <a:t></a:t>
            </a:r>
            <a:r>
              <a:rPr sz="2700" spc="-195" dirty="0">
                <a:latin typeface="Times New Roman"/>
                <a:cs typeface="Times New Roman"/>
              </a:rPr>
              <a:t>1)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S</a:t>
            </a:r>
            <a:r>
              <a:rPr sz="2800" spc="-40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nd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ule</a:t>
            </a:r>
            <a:r>
              <a:rPr sz="2800" dirty="0">
                <a:latin typeface="Calibri"/>
                <a:cs typeface="Calibri"/>
              </a:rPr>
              <a:t>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spc="-25" dirty="0">
                <a:latin typeface="Calibri"/>
                <a:cs typeface="Calibri"/>
              </a:rPr>
              <a:t>ge</a:t>
            </a:r>
            <a:r>
              <a:rPr sz="2800" spc="-5" dirty="0">
                <a:latin typeface="Calibri"/>
                <a:cs typeface="Calibri"/>
              </a:rPr>
              <a:t>b</a:t>
            </a:r>
            <a:r>
              <a:rPr sz="2800" spc="-7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ppl</a:t>
            </a:r>
            <a:r>
              <a:rPr sz="2800" spc="-20" dirty="0">
                <a:latin typeface="Calibri"/>
                <a:cs typeface="Calibri"/>
              </a:rPr>
              <a:t>y!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37720" y="4890956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03" y="0"/>
                </a:lnTo>
              </a:path>
            </a:pathLst>
          </a:custGeom>
          <a:ln w="14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455" y="4464793"/>
            <a:ext cx="1021715" cy="866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4125" i="1" spc="284" baseline="-25252" dirty="0">
                <a:latin typeface="Times New Roman"/>
                <a:cs typeface="Times New Roman"/>
              </a:rPr>
              <a:t>z</a:t>
            </a: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dirty="0">
                <a:latin typeface="Times New Roman"/>
                <a:cs typeface="Times New Roman"/>
              </a:rPr>
              <a:t>1</a:t>
            </a:r>
            <a:r>
              <a:rPr sz="2050" spc="215" dirty="0">
                <a:latin typeface="Times New Roman"/>
                <a:cs typeface="Times New Roman"/>
              </a:rPr>
              <a:t> </a:t>
            </a:r>
            <a:r>
              <a:rPr sz="4125" baseline="-25252" dirty="0">
                <a:latin typeface="Symbol"/>
                <a:cs typeface="Symbol"/>
              </a:rPr>
              <a:t></a:t>
            </a:r>
            <a:r>
              <a:rPr sz="4125" spc="172" baseline="-25252" dirty="0">
                <a:latin typeface="Times New Roman"/>
                <a:cs typeface="Times New Roman"/>
              </a:rPr>
              <a:t> </a:t>
            </a:r>
            <a:r>
              <a:rPr sz="4125" baseline="10101" dirty="0">
                <a:latin typeface="Times New Roman"/>
                <a:cs typeface="Times New Roman"/>
              </a:rPr>
              <a:t>1</a:t>
            </a:r>
            <a:endParaRPr sz="4125" baseline="10101">
              <a:latin typeface="Times New Roman"/>
              <a:cs typeface="Times New Roman"/>
            </a:endParaRPr>
          </a:p>
          <a:p>
            <a:pPr marR="19050" algn="r">
              <a:lnSpc>
                <a:spcPct val="100000"/>
              </a:lnSpc>
              <a:spcBef>
                <a:spcPts val="75"/>
              </a:spcBef>
            </a:pPr>
            <a:r>
              <a:rPr sz="2750" i="1" dirty="0">
                <a:latin typeface="Times New Roman"/>
                <a:cs typeface="Times New Roman"/>
              </a:rPr>
              <a:t>z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1745" y="4929339"/>
            <a:ext cx="111061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spc="120" baseline="33875" dirty="0">
                <a:latin typeface="Times New Roman"/>
                <a:cs typeface="Times New Roman"/>
              </a:rPr>
              <a:t>1</a:t>
            </a:r>
            <a:r>
              <a:rPr sz="2750" i="1" dirty="0">
                <a:latin typeface="Times New Roman"/>
                <a:cs typeface="Times New Roman"/>
              </a:rPr>
              <a:t>z</a:t>
            </a:r>
            <a:r>
              <a:rPr sz="2750" i="1" spc="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3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1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4017" y="5379680"/>
            <a:ext cx="1615440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125" i="1" spc="284" baseline="-25252" dirty="0">
                <a:latin typeface="Times New Roman"/>
                <a:cs typeface="Times New Roman"/>
              </a:rPr>
              <a:t>z</a:t>
            </a: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dirty="0">
                <a:latin typeface="Times New Roman"/>
                <a:cs typeface="Times New Roman"/>
              </a:rPr>
              <a:t>5</a:t>
            </a:r>
            <a:r>
              <a:rPr sz="2050" spc="-300" dirty="0">
                <a:latin typeface="Times New Roman"/>
                <a:cs typeface="Times New Roman"/>
              </a:rPr>
              <a:t> </a:t>
            </a:r>
            <a:r>
              <a:rPr sz="4125" i="1" spc="284" baseline="-25252" dirty="0">
                <a:latin typeface="Times New Roman"/>
                <a:cs typeface="Times New Roman"/>
              </a:rPr>
              <a:t>z</a:t>
            </a:r>
            <a:r>
              <a:rPr sz="2050" dirty="0">
                <a:latin typeface="Times New Roman"/>
                <a:cs typeface="Times New Roman"/>
              </a:rPr>
              <a:t>2 </a:t>
            </a:r>
            <a:r>
              <a:rPr sz="2050" spc="-140" dirty="0">
                <a:latin typeface="Times New Roman"/>
                <a:cs typeface="Times New Roman"/>
              </a:rPr>
              <a:t> </a:t>
            </a:r>
            <a:r>
              <a:rPr sz="4125" baseline="-25252" dirty="0">
                <a:latin typeface="Symbol"/>
                <a:cs typeface="Symbol"/>
              </a:rPr>
              <a:t></a:t>
            </a:r>
            <a:r>
              <a:rPr sz="4125" spc="120" baseline="-25252" dirty="0">
                <a:latin typeface="Times New Roman"/>
                <a:cs typeface="Times New Roman"/>
              </a:rPr>
              <a:t> </a:t>
            </a:r>
            <a:r>
              <a:rPr sz="4125" i="1" spc="284" baseline="-25252" dirty="0">
                <a:latin typeface="Times New Roman"/>
                <a:cs typeface="Times New Roman"/>
              </a:rPr>
              <a:t>z</a:t>
            </a: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dirty="0">
                <a:latin typeface="Times New Roman"/>
                <a:cs typeface="Times New Roman"/>
              </a:rPr>
              <a:t>3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84967" y="4903227"/>
            <a:ext cx="54927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40" dirty="0">
                <a:latin typeface="Calibri"/>
                <a:cs typeface="Calibri"/>
              </a:rPr>
              <a:t>Et</a:t>
            </a:r>
            <a:r>
              <a:rPr sz="2800" spc="-5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>
              <a:lnSpc>
                <a:spcPts val="3840"/>
              </a:lnSpc>
            </a:pPr>
            <a:r>
              <a:rPr spc="-90" dirty="0">
                <a:latin typeface="Calibri"/>
                <a:cs typeface="Calibri"/>
              </a:rPr>
              <a:t>F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Mo</a:t>
            </a:r>
            <a:r>
              <a:rPr spc="-5" dirty="0">
                <a:latin typeface="Calibri"/>
                <a:cs typeface="Calibri"/>
              </a:rPr>
              <a:t>d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  <a:p>
            <a:pPr marL="165100">
              <a:lnSpc>
                <a:spcPts val="3840"/>
              </a:lnSpc>
            </a:pPr>
            <a:r>
              <a:rPr spc="-9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ol</a:t>
            </a:r>
            <a:r>
              <a:rPr dirty="0">
                <a:latin typeface="Calibri"/>
                <a:cs typeface="Calibri"/>
              </a:rPr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ab</a:t>
            </a:r>
            <a:r>
              <a:rPr spc="-5" dirty="0">
                <a:latin typeface="Calibri"/>
                <a:cs typeface="Calibri"/>
              </a:rPr>
              <a:t>i</a:t>
            </a:r>
            <a:r>
              <a:rPr spc="-10" dirty="0">
                <a:latin typeface="Calibri"/>
                <a:cs typeface="Calibri"/>
              </a:rPr>
              <a:t>li</a:t>
            </a:r>
            <a:r>
              <a:rPr dirty="0">
                <a:latin typeface="Calibri"/>
                <a:cs typeface="Calibri"/>
              </a:rPr>
              <a:t>ty</a:t>
            </a:r>
          </a:p>
        </p:txBody>
      </p:sp>
      <p:sp>
        <p:nvSpPr>
          <p:cNvPr id="6" name="object 6"/>
          <p:cNvSpPr/>
          <p:nvPr/>
        </p:nvSpPr>
        <p:spPr>
          <a:xfrm>
            <a:off x="1609142" y="2529631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5">
                <a:moveTo>
                  <a:pt x="0" y="0"/>
                </a:moveTo>
                <a:lnTo>
                  <a:pt x="1296710" y="0"/>
                </a:lnTo>
              </a:path>
            </a:pathLst>
          </a:custGeom>
          <a:ln w="140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94917" y="2030783"/>
            <a:ext cx="88328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1.</a:t>
            </a:r>
            <a:r>
              <a:rPr sz="2650" spc="145" dirty="0">
                <a:latin typeface="Times New Roman"/>
                <a:cs typeface="Times New Roman"/>
              </a:rPr>
              <a:t>6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176" y="2324760"/>
            <a:ext cx="2882265" cy="669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6305" marR="5080" indent="-904240">
              <a:lnSpc>
                <a:spcPct val="74700"/>
              </a:lnSpc>
              <a:tabLst>
                <a:tab pos="2274570" algn="l"/>
              </a:tabLst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</a:t>
            </a:r>
            <a:r>
              <a:rPr sz="2650" dirty="0">
                <a:latin typeface="Times New Roman"/>
                <a:cs typeface="Times New Roman"/>
              </a:rPr>
              <a:t>		</a:t>
            </a:r>
            <a:r>
              <a:rPr sz="2650" i="1" spc="100" dirty="0">
                <a:latin typeface="Times New Roman"/>
                <a:cs typeface="Times New Roman"/>
              </a:rPr>
              <a:t>u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 </a:t>
            </a: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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0.</a:t>
            </a:r>
            <a:r>
              <a:rPr sz="2650" spc="100" dirty="0">
                <a:latin typeface="Times New Roman"/>
                <a:cs typeface="Times New Roman"/>
              </a:rPr>
              <a:t>8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7" baseline="34188" dirty="0">
                <a:latin typeface="Times New Roman"/>
                <a:cs typeface="Times New Roman"/>
              </a:rPr>
              <a:t>1</a:t>
            </a:r>
            <a:endParaRPr sz="2925" baseline="3418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0531" y="2399724"/>
            <a:ext cx="88391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359" y="3249780"/>
            <a:ext cx="1363345" cy="46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215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</a:t>
            </a:r>
            <a:r>
              <a:rPr sz="2750" spc="125" dirty="0">
                <a:latin typeface="Times New Roman"/>
                <a:cs typeface="Times New Roman"/>
              </a:rPr>
              <a:t>8</a:t>
            </a: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1</a:t>
            </a:r>
            <a:endParaRPr sz="3075" baseline="3387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0642" y="3384775"/>
            <a:ext cx="40538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min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ac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ri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ic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lyn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mial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3405" y="3853366"/>
            <a:ext cx="1898650" cy="46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215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</a:t>
            </a:r>
            <a:r>
              <a:rPr sz="2750" spc="125" dirty="0">
                <a:latin typeface="Times New Roman"/>
                <a:cs typeface="Times New Roman"/>
              </a:rPr>
              <a:t>8</a:t>
            </a: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1</a:t>
            </a:r>
            <a:r>
              <a:rPr sz="3075" spc="322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5897" y="4001780"/>
            <a:ext cx="21742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Ch</a:t>
            </a:r>
            <a:r>
              <a:rPr sz="1800" spc="-1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ac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ri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ic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qu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7973" y="4586871"/>
            <a:ext cx="1431925" cy="38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i="1" dirty="0">
                <a:latin typeface="Times New Roman"/>
                <a:cs typeface="Times New Roman"/>
              </a:rPr>
              <a:t>z</a:t>
            </a:r>
            <a:r>
              <a:rPr sz="2750" i="1" spc="-1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0.8</a:t>
            </a:r>
            <a:r>
              <a:rPr sz="2750" spc="-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38566" y="4664543"/>
            <a:ext cx="19050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n</a:t>
            </a:r>
            <a:r>
              <a:rPr sz="1800" spc="-25" dirty="0">
                <a:latin typeface="Calibri"/>
                <a:cs typeface="Calibri"/>
              </a:rPr>
              <a:t>v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rt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main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8047" y="5270459"/>
            <a:ext cx="96139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i="1" dirty="0">
                <a:latin typeface="Times New Roman"/>
                <a:cs typeface="Times New Roman"/>
              </a:rPr>
              <a:t>z</a:t>
            </a:r>
            <a:r>
              <a:rPr sz="2750" i="1" spc="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0.8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3464" y="5362485"/>
            <a:ext cx="43954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e,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es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5" dirty="0">
                <a:latin typeface="Calibri"/>
                <a:cs typeface="Calibri"/>
              </a:rPr>
              <a:t>0,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“S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abl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”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90"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ole</a:t>
            </a:r>
            <a:r>
              <a:rPr dirty="0">
                <a:latin typeface="Calibri"/>
                <a:cs typeface="Calibri"/>
              </a:rPr>
              <a:t>s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S</a:t>
            </a:r>
            <a:r>
              <a:rPr spc="-4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" dirty="0">
                <a:latin typeface="Calibri"/>
                <a:cs typeface="Calibri"/>
              </a:rPr>
              <a:t>bil</a:t>
            </a:r>
            <a:r>
              <a:rPr spc="-10" dirty="0">
                <a:latin typeface="Calibri"/>
                <a:cs typeface="Calibri"/>
              </a:rPr>
              <a:t>it</a:t>
            </a:r>
            <a:r>
              <a:rPr spc="-20" dirty="0">
                <a:latin typeface="Calibri"/>
                <a:cs typeface="Calibri"/>
              </a:rPr>
              <a:t>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23658" y="2292901"/>
            <a:ext cx="300355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2224" y="2292901"/>
            <a:ext cx="300355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dirty="0">
                <a:latin typeface="Times New Roman"/>
                <a:cs typeface="Times New Roman"/>
              </a:rPr>
              <a:t>2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403" y="2377885"/>
            <a:ext cx="90805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215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80" dirty="0">
                <a:latin typeface="Times New Roman"/>
                <a:cs typeface="Times New Roman"/>
              </a:rPr>
              <a:t> </a:t>
            </a:r>
            <a:r>
              <a:rPr sz="2750" i="1" spc="-245" dirty="0">
                <a:latin typeface="Times New Roman"/>
                <a:cs typeface="Times New Roman"/>
              </a:rPr>
              <a:t>a</a:t>
            </a:r>
            <a:r>
              <a:rPr sz="3075" spc="127" baseline="-18970" dirty="0">
                <a:latin typeface="Times New Roman"/>
                <a:cs typeface="Times New Roman"/>
              </a:rPr>
              <a:t>1</a:t>
            </a:r>
            <a:r>
              <a:rPr sz="2750" i="1" dirty="0">
                <a:latin typeface="Times New Roman"/>
                <a:cs typeface="Times New Roman"/>
              </a:rPr>
              <a:t>z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9145" y="2377885"/>
            <a:ext cx="75501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buFont typeface="Symbol"/>
              <a:buChar char=""/>
              <a:tabLst>
                <a:tab pos="270510" algn="l"/>
              </a:tabLst>
            </a:pPr>
            <a:r>
              <a:rPr sz="2750" i="1" spc="-15" dirty="0">
                <a:latin typeface="Times New Roman"/>
                <a:cs typeface="Times New Roman"/>
              </a:rPr>
              <a:t>a</a:t>
            </a:r>
            <a:r>
              <a:rPr sz="3075" baseline="-18970" dirty="0">
                <a:latin typeface="Times New Roman"/>
                <a:cs typeface="Times New Roman"/>
              </a:rPr>
              <a:t>2</a:t>
            </a:r>
            <a:r>
              <a:rPr sz="3075" spc="-405" baseline="-18970" dirty="0">
                <a:latin typeface="Times New Roman"/>
                <a:cs typeface="Times New Roman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z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7763" y="2377885"/>
            <a:ext cx="224155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84350" algn="l"/>
              </a:tabLst>
            </a:pPr>
            <a:r>
              <a:rPr sz="2750" spc="210" dirty="0">
                <a:latin typeface="Symbol"/>
                <a:cs typeface="Symbol"/>
              </a:rPr>
              <a:t></a:t>
            </a:r>
            <a:r>
              <a:rPr sz="2750" spc="300" dirty="0">
                <a:latin typeface="MT Extra"/>
                <a:cs typeface="MT Extra"/>
              </a:rPr>
              <a:t>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75" dirty="0">
                <a:latin typeface="Times New Roman"/>
                <a:cs typeface="Times New Roman"/>
              </a:rPr>
              <a:t> </a:t>
            </a:r>
            <a:r>
              <a:rPr sz="2750" i="1" spc="-20" dirty="0">
                <a:latin typeface="Times New Roman"/>
                <a:cs typeface="Times New Roman"/>
              </a:rPr>
              <a:t>a</a:t>
            </a:r>
            <a:r>
              <a:rPr sz="3075" i="1" spc="419" baseline="-18970" dirty="0">
                <a:latin typeface="Times New Roman"/>
                <a:cs typeface="Times New Roman"/>
              </a:rPr>
              <a:t>n</a:t>
            </a:r>
            <a:r>
              <a:rPr sz="2750" i="1" dirty="0">
                <a:latin typeface="Times New Roman"/>
                <a:cs typeface="Times New Roman"/>
              </a:rPr>
              <a:t>z	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2617" y="2292901"/>
            <a:ext cx="315595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14" dirty="0">
                <a:latin typeface="Symbol"/>
                <a:cs typeface="Symbol"/>
              </a:rPr>
              <a:t></a:t>
            </a:r>
            <a:r>
              <a:rPr sz="2050" i="1" dirty="0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394" y="3329222"/>
            <a:ext cx="4584700" cy="54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i="1" baseline="33875" dirty="0">
                <a:latin typeface="Times New Roman"/>
                <a:cs typeface="Times New Roman"/>
              </a:rPr>
              <a:t>n</a:t>
            </a:r>
            <a:r>
              <a:rPr sz="3075" i="1" spc="359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80" dirty="0">
                <a:latin typeface="Times New Roman"/>
                <a:cs typeface="Times New Roman"/>
              </a:rPr>
              <a:t> </a:t>
            </a:r>
            <a:r>
              <a:rPr sz="2750" i="1" spc="-245" dirty="0">
                <a:latin typeface="Times New Roman"/>
                <a:cs typeface="Times New Roman"/>
              </a:rPr>
              <a:t>a</a:t>
            </a:r>
            <a:r>
              <a:rPr sz="3075" spc="127" baseline="-18970" dirty="0">
                <a:latin typeface="Times New Roman"/>
                <a:cs typeface="Times New Roman"/>
              </a:rPr>
              <a:t>1</a:t>
            </a:r>
            <a:r>
              <a:rPr sz="2750" i="1" spc="185" dirty="0">
                <a:latin typeface="Times New Roman"/>
                <a:cs typeface="Times New Roman"/>
              </a:rPr>
              <a:t>z</a:t>
            </a:r>
            <a:r>
              <a:rPr sz="3075" i="1" spc="112" baseline="33875" dirty="0">
                <a:latin typeface="Times New Roman"/>
                <a:cs typeface="Times New Roman"/>
              </a:rPr>
              <a:t>n</a:t>
            </a:r>
            <a:r>
              <a:rPr sz="3075" spc="-240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1</a:t>
            </a:r>
            <a:r>
              <a:rPr sz="3075" spc="67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75" dirty="0">
                <a:latin typeface="Times New Roman"/>
                <a:cs typeface="Times New Roman"/>
              </a:rPr>
              <a:t> </a:t>
            </a:r>
            <a:r>
              <a:rPr sz="2750" i="1" spc="-15" dirty="0">
                <a:latin typeface="Times New Roman"/>
                <a:cs typeface="Times New Roman"/>
              </a:rPr>
              <a:t>a</a:t>
            </a:r>
            <a:r>
              <a:rPr sz="3075" baseline="-18970" dirty="0">
                <a:latin typeface="Times New Roman"/>
                <a:cs typeface="Times New Roman"/>
              </a:rPr>
              <a:t>2</a:t>
            </a:r>
            <a:r>
              <a:rPr sz="3075" spc="-405" baseline="-18970" dirty="0">
                <a:latin typeface="Times New Roman"/>
                <a:cs typeface="Times New Roman"/>
              </a:rPr>
              <a:t> </a:t>
            </a:r>
            <a:r>
              <a:rPr sz="2750" i="1" spc="185" dirty="0">
                <a:latin typeface="Times New Roman"/>
                <a:cs typeface="Times New Roman"/>
              </a:rPr>
              <a:t>z</a:t>
            </a:r>
            <a:r>
              <a:rPr sz="3075" i="1" spc="112" baseline="33875" dirty="0">
                <a:latin typeface="Times New Roman"/>
                <a:cs typeface="Times New Roman"/>
              </a:rPr>
              <a:t>n</a:t>
            </a:r>
            <a:r>
              <a:rPr sz="3075" spc="104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2</a:t>
            </a:r>
            <a:r>
              <a:rPr sz="3075" spc="307" baseline="33875" dirty="0">
                <a:latin typeface="Times New Roman"/>
                <a:cs typeface="Times New Roman"/>
              </a:rPr>
              <a:t> </a:t>
            </a:r>
            <a:r>
              <a:rPr sz="2750" spc="210" dirty="0">
                <a:latin typeface="Symbol"/>
                <a:cs typeface="Symbol"/>
              </a:rPr>
              <a:t></a:t>
            </a:r>
            <a:r>
              <a:rPr sz="2750" spc="300" dirty="0">
                <a:latin typeface="MT Extra"/>
                <a:cs typeface="MT Extra"/>
              </a:rPr>
              <a:t>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75" dirty="0">
                <a:latin typeface="Times New Roman"/>
                <a:cs typeface="Times New Roman"/>
              </a:rPr>
              <a:t> </a:t>
            </a:r>
            <a:r>
              <a:rPr sz="2750" i="1" spc="-15" dirty="0">
                <a:latin typeface="Times New Roman"/>
                <a:cs typeface="Times New Roman"/>
              </a:rPr>
              <a:t>a</a:t>
            </a:r>
            <a:r>
              <a:rPr sz="3075" i="1" baseline="-18970" dirty="0">
                <a:latin typeface="Times New Roman"/>
                <a:cs typeface="Times New Roman"/>
              </a:rPr>
              <a:t>n </a:t>
            </a:r>
            <a:r>
              <a:rPr sz="3075" i="1" spc="-157" baseline="-189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567" y="4206885"/>
            <a:ext cx="3881120" cy="10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40" dirty="0">
                <a:latin typeface="Calibri"/>
                <a:cs typeface="Calibri"/>
              </a:rPr>
              <a:t>v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z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oot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qu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po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2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Calibri"/>
                <a:cs typeface="Calibri"/>
              </a:rPr>
              <a:t>p</a:t>
            </a:r>
            <a:r>
              <a:rPr sz="2400" i="1" baseline="-20833" dirty="0">
                <a:latin typeface="Calibri"/>
                <a:cs typeface="Calibri"/>
              </a:rPr>
              <a:t>i</a:t>
            </a:r>
            <a:r>
              <a:rPr sz="2400" i="1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spc="-4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ili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20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3733" y="5571559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6984"/>
                </a:lnTo>
              </a:path>
            </a:pathLst>
          </a:custGeom>
          <a:ln w="14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38415" y="5571559"/>
            <a:ext cx="0" cy="437515"/>
          </a:xfrm>
          <a:custGeom>
            <a:avLst/>
            <a:gdLst/>
            <a:ahLst/>
            <a:cxnLst/>
            <a:rect l="l" t="t" r="r" b="b"/>
            <a:pathLst>
              <a:path h="437514">
                <a:moveTo>
                  <a:pt x="0" y="0"/>
                </a:moveTo>
                <a:lnTo>
                  <a:pt x="0" y="436984"/>
                </a:lnTo>
              </a:path>
            </a:pathLst>
          </a:custGeom>
          <a:ln w="14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97829" y="3553205"/>
            <a:ext cx="3113531" cy="26281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0343" y="5576765"/>
            <a:ext cx="268605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-114" dirty="0">
                <a:latin typeface="Times New Roman"/>
                <a:cs typeface="Times New Roman"/>
              </a:rPr>
              <a:t>p</a:t>
            </a:r>
            <a:r>
              <a:rPr sz="3150" i="1" baseline="-19841" dirty="0">
                <a:latin typeface="Times New Roman"/>
                <a:cs typeface="Times New Roman"/>
              </a:rPr>
              <a:t>i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9919" y="5570989"/>
            <a:ext cx="444500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35" dirty="0">
                <a:latin typeface="Symbol"/>
                <a:cs typeface="Symbol"/>
              </a:rPr>
              <a:t></a:t>
            </a:r>
            <a:r>
              <a:rPr sz="2850" spc="-370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01645" y="5570989"/>
            <a:ext cx="1789430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i="1" spc="-20" dirty="0">
                <a:latin typeface="Times New Roman"/>
                <a:cs typeface="Times New Roman"/>
              </a:rPr>
              <a:t>i</a:t>
            </a:r>
            <a:r>
              <a:rPr sz="2850" i="1" spc="-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Symbol"/>
                <a:cs typeface="Symbol"/>
              </a:rPr>
              <a:t></a:t>
            </a:r>
            <a:r>
              <a:rPr sz="2850" spc="-370" dirty="0">
                <a:latin typeface="Times New Roman"/>
                <a:cs typeface="Times New Roman"/>
              </a:rPr>
              <a:t> </a:t>
            </a:r>
            <a:r>
              <a:rPr sz="2850" spc="-295" dirty="0">
                <a:latin typeface="Times New Roman"/>
                <a:cs typeface="Times New Roman"/>
              </a:rPr>
              <a:t>1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00" dirty="0">
                <a:latin typeface="Times New Roman"/>
                <a:cs typeface="Times New Roman"/>
              </a:rPr>
              <a:t> </a:t>
            </a:r>
            <a:r>
              <a:rPr sz="2850" spc="-75" dirty="0">
                <a:latin typeface="Times New Roman"/>
                <a:cs typeface="Times New Roman"/>
              </a:rPr>
              <a:t>2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405" dirty="0">
                <a:latin typeface="Times New Roman"/>
                <a:cs typeface="Times New Roman"/>
              </a:rPr>
              <a:t> </a:t>
            </a:r>
            <a:r>
              <a:rPr sz="2850" spc="70" dirty="0">
                <a:latin typeface="MT Extra"/>
                <a:cs typeface="MT Extra"/>
              </a:rPr>
              <a:t></a:t>
            </a:r>
            <a:r>
              <a:rPr sz="2850" spc="-15" dirty="0">
                <a:latin typeface="Times New Roman"/>
                <a:cs typeface="Times New Roman"/>
              </a:rPr>
              <a:t>,</a:t>
            </a:r>
            <a:r>
              <a:rPr sz="2850" spc="-100" dirty="0">
                <a:latin typeface="Times New Roman"/>
                <a:cs typeface="Times New Roman"/>
              </a:rPr>
              <a:t> </a:t>
            </a:r>
            <a:r>
              <a:rPr sz="2850" i="1" spc="-30" dirty="0">
                <a:latin typeface="Times New Roman"/>
                <a:cs typeface="Times New Roman"/>
              </a:rPr>
              <a:t>n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Comme</a:t>
            </a:r>
            <a:r>
              <a:rPr spc="-30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5990" y="5508353"/>
            <a:ext cx="427101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xp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un</a:t>
            </a:r>
            <a:r>
              <a:rPr sz="2600" spc="-45" dirty="0">
                <a:latin typeface="Calibri"/>
                <a:cs typeface="Calibri"/>
              </a:rPr>
              <a:t>st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390" y="2127970"/>
            <a:ext cx="7711440" cy="3379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oo</a:t>
            </a:r>
            <a:r>
              <a:rPr sz="2600" spc="-15" dirty="0">
                <a:latin typeface="Calibri"/>
                <a:cs typeface="Calibri"/>
              </a:rPr>
              <a:t>ts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ac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ri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qu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al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es</a:t>
            </a:r>
            <a:endParaRPr sz="2600">
              <a:latin typeface="Calibri"/>
              <a:cs typeface="Calibri"/>
            </a:endParaRPr>
          </a:p>
          <a:p>
            <a:pPr marL="241300" marR="55244" indent="-228600">
              <a:lnSpc>
                <a:spcPts val="2810"/>
              </a:lnSpc>
              <a:spcBef>
                <a:spcPts val="103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25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5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(n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20" dirty="0">
                <a:latin typeface="Calibri"/>
                <a:cs typeface="Calibri"/>
              </a:rPr>
              <a:t>ac</a:t>
            </a:r>
            <a:r>
              <a:rPr sz="2600" spc="-15" dirty="0">
                <a:latin typeface="Calibri"/>
                <a:cs typeface="Calibri"/>
              </a:rPr>
              <a:t>k</a:t>
            </a:r>
            <a:r>
              <a:rPr sz="2600" spc="-50" dirty="0">
                <a:latin typeface="Calibri"/>
                <a:cs typeface="Calibri"/>
              </a:rPr>
              <a:t>w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ft</a:t>
            </a:r>
            <a:r>
              <a:rPr sz="2600" spc="-10" dirty="0">
                <a:latin typeface="Calibri"/>
                <a:cs typeface="Calibri"/>
              </a:rPr>
              <a:t>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x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ili</a:t>
            </a:r>
            <a:r>
              <a:rPr sz="2600" spc="-15" dirty="0">
                <a:latin typeface="Calibri"/>
                <a:cs typeface="Calibri"/>
              </a:rPr>
              <a:t>t</a:t>
            </a:r>
            <a:r>
              <a:rPr sz="2600" spc="-204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si</a:t>
            </a:r>
            <a:r>
              <a:rPr sz="2600" spc="-15" dirty="0">
                <a:latin typeface="Calibri"/>
                <a:cs typeface="Calibri"/>
              </a:rPr>
              <a:t>de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un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5" dirty="0">
                <a:latin typeface="Calibri"/>
                <a:cs typeface="Calibri"/>
              </a:rPr>
              <a:t>ili</a:t>
            </a:r>
            <a:r>
              <a:rPr sz="2600" spc="-15" dirty="0">
                <a:latin typeface="Calibri"/>
                <a:cs typeface="Calibri"/>
              </a:rPr>
              <a:t>ty</a:t>
            </a:r>
            <a:endParaRPr sz="2600">
              <a:latin typeface="Calibri"/>
              <a:cs typeface="Calibri"/>
            </a:endParaRPr>
          </a:p>
          <a:p>
            <a:pPr marL="241300" marR="554990" indent="-228600">
              <a:lnSpc>
                <a:spcPts val="2810"/>
              </a:lnSpc>
              <a:spcBef>
                <a:spcPts val="10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70" dirty="0">
                <a:latin typeface="Calibri"/>
                <a:cs typeface="Calibri"/>
              </a:rPr>
              <a:t>P</a:t>
            </a:r>
            <a:r>
              <a:rPr sz="2600" spc="-5" dirty="0">
                <a:latin typeface="Calibri"/>
                <a:cs typeface="Calibri"/>
              </a:rPr>
              <a:t>ol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40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ea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x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j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spc="-65" dirty="0">
                <a:latin typeface="Calibri"/>
                <a:cs typeface="Calibri"/>
              </a:rPr>
              <a:t>g</a:t>
            </a:r>
            <a:r>
              <a:rPr sz="2600" spc="-45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pai</a:t>
            </a:r>
            <a:r>
              <a:rPr sz="2600" spc="-55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x</a:t>
            </a:r>
            <a:r>
              <a:rPr sz="2600" spc="-15" dirty="0">
                <a:latin typeface="Calibri"/>
                <a:cs typeface="Calibri"/>
              </a:rPr>
              <a:t>tu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</a:t>
            </a:r>
            <a:r>
              <a:rPr sz="2600" spc="-20" dirty="0">
                <a:latin typeface="Calibri"/>
                <a:cs typeface="Calibri"/>
              </a:rPr>
              <a:t>ot</a:t>
            </a:r>
            <a:r>
              <a:rPr sz="2600" spc="-15" dirty="0">
                <a:latin typeface="Calibri"/>
                <a:cs typeface="Calibri"/>
              </a:rPr>
              <a:t>h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x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Calibri"/>
                <a:cs typeface="Calibri"/>
              </a:rPr>
              <a:t>s</a:t>
            </a:r>
            <a:r>
              <a:rPr sz="2600" spc="-40" dirty="0">
                <a:latin typeface="Calibri"/>
                <a:cs typeface="Calibri"/>
              </a:rPr>
              <a:t>y</a:t>
            </a:r>
            <a:r>
              <a:rPr sz="2600" spc="-5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5" dirty="0">
                <a:latin typeface="Calibri"/>
                <a:cs typeface="Calibri"/>
              </a:rPr>
              <a:t>i</a:t>
            </a:r>
            <a:r>
              <a:rPr sz="2600" spc="-15" dirty="0">
                <a:latin typeface="Calibri"/>
                <a:cs typeface="Calibri"/>
              </a:rPr>
              <a:t>g</a:t>
            </a:r>
            <a:r>
              <a:rPr sz="2600" spc="-40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osc</a:t>
            </a:r>
            <a:r>
              <a:rPr sz="2600" spc="-5" dirty="0">
                <a:latin typeface="Calibri"/>
                <a:cs typeface="Calibri"/>
              </a:rPr>
              <a:t>il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at</a:t>
            </a:r>
            <a:r>
              <a:rPr sz="2600" spc="-15" dirty="0">
                <a:latin typeface="Calibri"/>
                <a:cs typeface="Calibri"/>
              </a:rPr>
              <a:t>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no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omp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6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x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l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es</a:t>
            </a:r>
            <a:r>
              <a:rPr sz="2600" spc="-15" dirty="0">
                <a:latin typeface="Calibri"/>
                <a:cs typeface="Calibri"/>
              </a:rPr>
              <a:t>p</a:t>
            </a:r>
            <a:r>
              <a:rPr sz="2600" spc="-2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" dirty="0">
                <a:latin typeface="Calibri"/>
                <a:cs typeface="Calibri"/>
              </a:rPr>
              <a:t>il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be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>
                <a:latin typeface="Calibri"/>
                <a:cs typeface="Calibri"/>
              </a:rPr>
              <a:t>Win</a:t>
            </a:r>
            <a:r>
              <a:rPr dirty="0">
                <a:latin typeface="Calibri"/>
                <a:cs typeface="Calibri"/>
              </a:rPr>
              <a:t>d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21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urbi</a:t>
            </a:r>
            <a:r>
              <a:rPr spc="-5" dirty="0">
                <a:latin typeface="Calibri"/>
                <a:cs typeface="Calibri"/>
              </a:rPr>
              <a:t>n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Mod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46560" y="6203339"/>
            <a:ext cx="73406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9212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535" y="2088760"/>
            <a:ext cx="5884545" cy="408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215" dirty="0">
                <a:latin typeface="Times New Roman"/>
                <a:cs typeface="Times New Roman"/>
              </a:rPr>
              <a:t>1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2.4425</a:t>
            </a: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1</a:t>
            </a:r>
            <a:r>
              <a:rPr sz="3075" spc="67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2.2794</a:t>
            </a:r>
            <a:r>
              <a:rPr sz="2750" i="1" spc="185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2</a:t>
            </a:r>
            <a:r>
              <a:rPr sz="3075" spc="300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0.8274</a:t>
            </a:r>
            <a:r>
              <a:rPr sz="2750" i="1" spc="185" dirty="0">
                <a:latin typeface="Times New Roman"/>
                <a:cs typeface="Times New Roman"/>
              </a:rPr>
              <a:t>z</a:t>
            </a:r>
            <a:r>
              <a:rPr sz="3075" spc="-15" baseline="33875" dirty="0">
                <a:latin typeface="Symbol"/>
                <a:cs typeface="Symbol"/>
              </a:rPr>
              <a:t></a:t>
            </a:r>
            <a:r>
              <a:rPr sz="3075" baseline="33875" dirty="0">
                <a:latin typeface="Times New Roman"/>
                <a:cs typeface="Times New Roman"/>
              </a:rPr>
              <a:t>3 </a:t>
            </a:r>
            <a:r>
              <a:rPr sz="3075" spc="-307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2270"/>
              </a:spcBef>
            </a:pPr>
            <a:r>
              <a:rPr sz="2750" i="1" spc="125" dirty="0">
                <a:latin typeface="Times New Roman"/>
                <a:cs typeface="Times New Roman"/>
              </a:rPr>
              <a:t>z</a:t>
            </a:r>
            <a:r>
              <a:rPr sz="3075" baseline="33875" dirty="0">
                <a:latin typeface="Times New Roman"/>
                <a:cs typeface="Times New Roman"/>
              </a:rPr>
              <a:t>3</a:t>
            </a:r>
            <a:r>
              <a:rPr sz="3075" spc="209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2.4425</a:t>
            </a:r>
            <a:r>
              <a:rPr sz="2750" i="1" spc="190" dirty="0">
                <a:latin typeface="Times New Roman"/>
                <a:cs typeface="Times New Roman"/>
              </a:rPr>
              <a:t>z</a:t>
            </a:r>
            <a:r>
              <a:rPr sz="3075" baseline="33875" dirty="0">
                <a:latin typeface="Times New Roman"/>
                <a:cs typeface="Times New Roman"/>
              </a:rPr>
              <a:t>2</a:t>
            </a:r>
            <a:r>
              <a:rPr sz="3075" spc="300" baseline="338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</a:t>
            </a:r>
            <a:r>
              <a:rPr sz="2750" spc="-1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2.2794</a:t>
            </a:r>
            <a:r>
              <a:rPr sz="2750" i="1" dirty="0">
                <a:latin typeface="Times New Roman"/>
                <a:cs typeface="Times New Roman"/>
              </a:rPr>
              <a:t>z</a:t>
            </a:r>
            <a:r>
              <a:rPr sz="2750" i="1" spc="-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</a:t>
            </a:r>
            <a:r>
              <a:rPr sz="2750" spc="-2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0.8274</a:t>
            </a:r>
            <a:r>
              <a:rPr sz="2750" spc="-5" dirty="0">
                <a:latin typeface="Times New Roman"/>
                <a:cs typeface="Times New Roman"/>
              </a:rPr>
              <a:t>=</a:t>
            </a:r>
            <a:r>
              <a:rPr sz="2750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  <a:p>
            <a:pPr marL="1699895">
              <a:lnSpc>
                <a:spcPct val="100000"/>
              </a:lnSpc>
              <a:spcBef>
                <a:spcPts val="1245"/>
              </a:spcBef>
            </a:pPr>
            <a:r>
              <a:rPr sz="2000" spc="-15" dirty="0">
                <a:latin typeface="Calibri"/>
                <a:cs typeface="Calibri"/>
              </a:rPr>
              <a:t>&gt;</a:t>
            </a:r>
            <a:r>
              <a:rPr sz="2000" spc="-10" dirty="0">
                <a:latin typeface="Calibri"/>
                <a:cs typeface="Calibri"/>
              </a:rPr>
              <a:t>&gt;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oots</a:t>
            </a:r>
            <a:r>
              <a:rPr sz="2000" spc="-15" dirty="0">
                <a:latin typeface="Calibri"/>
                <a:cs typeface="Calibri"/>
              </a:rPr>
              <a:t>([1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-2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0" dirty="0">
                <a:latin typeface="Calibri"/>
                <a:cs typeface="Calibri"/>
              </a:rPr>
              <a:t>4425,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0" dirty="0">
                <a:latin typeface="Calibri"/>
                <a:cs typeface="Calibri"/>
              </a:rPr>
              <a:t>2794,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-0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8274]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169926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ans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  <a:p>
            <a:pPr marL="187134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9751</a:t>
            </a:r>
            <a:endParaRPr sz="2000">
              <a:latin typeface="Calibri"/>
              <a:cs typeface="Calibri"/>
            </a:endParaRPr>
          </a:p>
          <a:p>
            <a:pPr marL="187134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7337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+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5570</a:t>
            </a:r>
            <a:r>
              <a:rPr sz="2000" dirty="0">
                <a:latin typeface="Calibri"/>
                <a:cs typeface="Calibri"/>
              </a:rPr>
              <a:t>i</a:t>
            </a:r>
            <a:endParaRPr sz="2000">
              <a:latin typeface="Calibri"/>
              <a:cs typeface="Calibri"/>
            </a:endParaRPr>
          </a:p>
          <a:p>
            <a:pPr marL="187134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7337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0" dirty="0">
                <a:latin typeface="Calibri"/>
                <a:cs typeface="Calibri"/>
              </a:rPr>
              <a:t>5570i</a:t>
            </a:r>
            <a:endParaRPr sz="2000">
              <a:latin typeface="Calibri"/>
              <a:cs typeface="Calibri"/>
            </a:endParaRPr>
          </a:p>
          <a:p>
            <a:pPr marL="1699895" marR="300418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&gt;</a:t>
            </a:r>
            <a:r>
              <a:rPr sz="2000" spc="-10" dirty="0">
                <a:latin typeface="Calibri"/>
                <a:cs typeface="Calibri"/>
              </a:rPr>
              <a:t>&gt;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b</a:t>
            </a:r>
            <a:r>
              <a:rPr sz="2000" spc="-15" dirty="0">
                <a:latin typeface="Calibri"/>
                <a:cs typeface="Calibri"/>
              </a:rPr>
              <a:t>s(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s)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  <a:p>
            <a:pPr marL="192849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9751</a:t>
            </a:r>
            <a:endParaRPr sz="2000">
              <a:latin typeface="Calibri"/>
              <a:cs typeface="Calibri"/>
            </a:endParaRPr>
          </a:p>
          <a:p>
            <a:pPr marL="1928495">
              <a:lnSpc>
                <a:spcPct val="100000"/>
              </a:lnSpc>
            </a:pPr>
            <a:r>
              <a:rPr sz="2000" spc="-1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spc="-15" dirty="0">
                <a:latin typeface="Calibri"/>
                <a:cs typeface="Calibri"/>
              </a:rPr>
              <a:t>9212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7567" y="728416"/>
            <a:ext cx="429895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al</a:t>
            </a:r>
            <a:r>
              <a:rPr sz="3400" spc="-1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Disc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-Ti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ncti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Mo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32539" y="3019429"/>
            <a:ext cx="3538854" cy="0"/>
          </a:xfrm>
          <a:custGeom>
            <a:avLst/>
            <a:gdLst/>
            <a:ahLst/>
            <a:cxnLst/>
            <a:rect l="l" t="t" r="r" b="b"/>
            <a:pathLst>
              <a:path w="3538854">
                <a:moveTo>
                  <a:pt x="0" y="0"/>
                </a:moveTo>
                <a:lnTo>
                  <a:pt x="3538535" y="0"/>
                </a:lnTo>
              </a:path>
            </a:pathLst>
          </a:custGeom>
          <a:ln w="12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20011" y="2561821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8530" y="2566584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4810" y="2635847"/>
            <a:ext cx="92011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75" dirty="0">
                <a:latin typeface="Times New Roman"/>
                <a:cs typeface="Times New Roman"/>
              </a:rPr>
              <a:t>b</a:t>
            </a:r>
            <a:r>
              <a:rPr sz="2700" spc="-15" baseline="-20061" dirty="0">
                <a:latin typeface="Times New Roman"/>
                <a:cs typeface="Times New Roman"/>
              </a:rPr>
              <a:t>0</a:t>
            </a:r>
            <a:r>
              <a:rPr sz="2700" spc="262" baseline="-20061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340" dirty="0">
                <a:latin typeface="Times New Roman"/>
                <a:cs typeface="Times New Roman"/>
              </a:rPr>
              <a:t>b</a:t>
            </a:r>
            <a:r>
              <a:rPr sz="2700" spc="97" baseline="-20061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6133" y="3031845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52556" y="3031845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8420" y="3031845"/>
            <a:ext cx="26479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Symbol"/>
                <a:cs typeface="Symbol"/>
              </a:rPr>
              <a:t>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7129" y="3105870"/>
            <a:ext cx="79375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700" spc="97" baseline="-20061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96898" y="3105870"/>
            <a:ext cx="66040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220" indent="-223520">
              <a:lnSpc>
                <a:spcPct val="100000"/>
              </a:lnSpc>
              <a:buFont typeface="Symbol"/>
              <a:buChar char=""/>
              <a:tabLst>
                <a:tab pos="236854" algn="l"/>
              </a:tabLst>
            </a:pPr>
            <a:r>
              <a:rPr sz="2400" i="1" spc="-30" dirty="0">
                <a:latin typeface="Times New Roman"/>
                <a:cs typeface="Times New Roman"/>
              </a:rPr>
              <a:t>a</a:t>
            </a:r>
            <a:r>
              <a:rPr sz="2700" spc="-15" baseline="-20061" dirty="0">
                <a:latin typeface="Times New Roman"/>
                <a:cs typeface="Times New Roman"/>
              </a:rPr>
              <a:t>2</a:t>
            </a:r>
            <a:r>
              <a:rPr sz="2700" spc="-359" baseline="-2006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6742" y="2645479"/>
            <a:ext cx="1321435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6950" algn="l"/>
              </a:tabLst>
            </a:pPr>
            <a:r>
              <a:rPr sz="3600" spc="-22" baseline="-34722" dirty="0">
                <a:latin typeface="Symbol"/>
                <a:cs typeface="Symbol"/>
              </a:rPr>
              <a:t></a:t>
            </a:r>
            <a:r>
              <a:rPr sz="3600" spc="345" baseline="-34722" dirty="0">
                <a:latin typeface="Times New Roman"/>
                <a:cs typeface="Times New Roman"/>
              </a:rPr>
              <a:t> </a:t>
            </a:r>
            <a:r>
              <a:rPr sz="2400" i="1" u="heavy" spc="50" dirty="0">
                <a:latin typeface="Times New Roman"/>
                <a:cs typeface="Times New Roman"/>
              </a:rPr>
              <a:t>B</a:t>
            </a:r>
            <a:r>
              <a:rPr sz="2400" u="heavy" spc="-10" dirty="0">
                <a:latin typeface="Times New Roman"/>
                <a:cs typeface="Times New Roman"/>
              </a:rPr>
              <a:t>(</a:t>
            </a:r>
            <a:r>
              <a:rPr sz="2400" u="heavy" spc="-434" dirty="0">
                <a:latin typeface="Times New Roman"/>
                <a:cs typeface="Times New Roman"/>
              </a:rPr>
              <a:t> </a:t>
            </a:r>
            <a:r>
              <a:rPr sz="2400" i="1" u="heavy" dirty="0">
                <a:latin typeface="Times New Roman"/>
                <a:cs typeface="Times New Roman"/>
              </a:rPr>
              <a:t>z</a:t>
            </a:r>
            <a:r>
              <a:rPr sz="2400" u="heavy" spc="-10" dirty="0">
                <a:latin typeface="Times New Roman"/>
                <a:cs typeface="Times New Roman"/>
              </a:rPr>
              <a:t> </a:t>
            </a:r>
            <a:r>
              <a:rPr sz="2400" u="heavy" dirty="0">
                <a:latin typeface="Times New Roman"/>
                <a:cs typeface="Times New Roman"/>
              </a:rPr>
              <a:t>	</a:t>
            </a:r>
            <a:r>
              <a:rPr sz="2400" u="heavy" spc="-10" dirty="0">
                <a:latin typeface="Times New Roman"/>
                <a:cs typeface="Times New Roman"/>
              </a:rPr>
              <a:t>)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3600" i="1" spc="-22" baseline="-34722" dirty="0">
                <a:latin typeface="Times New Roman"/>
                <a:cs typeface="Times New Roman"/>
              </a:rPr>
              <a:t>u</a:t>
            </a:r>
            <a:endParaRPr sz="3600" baseline="-34722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64131" y="3110739"/>
            <a:ext cx="8248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9930" algn="l"/>
              </a:tabLst>
            </a:pPr>
            <a:r>
              <a:rPr sz="2400" i="1" spc="-6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z	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5251" y="2561821"/>
            <a:ext cx="3289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80" dirty="0">
                <a:latin typeface="Symbol"/>
                <a:cs typeface="Symbol"/>
              </a:rPr>
              <a:t></a:t>
            </a:r>
            <a:r>
              <a:rPr sz="1800" i="1" spc="-1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0787" y="2635847"/>
            <a:ext cx="1219200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35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i="1" spc="-145" dirty="0">
                <a:latin typeface="Times New Roman"/>
                <a:cs typeface="Times New Roman"/>
              </a:rPr>
              <a:t>b</a:t>
            </a:r>
            <a:r>
              <a:rPr sz="2700" i="1" spc="-22" baseline="-20061" dirty="0">
                <a:latin typeface="Times New Roman"/>
                <a:cs typeface="Times New Roman"/>
              </a:rPr>
              <a:t>m</a:t>
            </a:r>
            <a:r>
              <a:rPr sz="2700" i="1" spc="-322" baseline="-2006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7083" y="2978336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6924" y="2978336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76200" y="2978336"/>
            <a:ext cx="12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10" dirty="0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9064" y="3031845"/>
            <a:ext cx="278130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90" dirty="0">
                <a:latin typeface="Symbol"/>
                <a:cs typeface="Symbol"/>
              </a:rPr>
              <a:t>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70777" y="3105870"/>
            <a:ext cx="1193165" cy="40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65" dirty="0">
                <a:latin typeface="Symbol"/>
                <a:cs typeface="Symbol"/>
              </a:rPr>
              <a:t></a:t>
            </a:r>
            <a:r>
              <a:rPr sz="2400" spc="235" dirty="0">
                <a:latin typeface="MT Extra"/>
                <a:cs typeface="MT Extra"/>
              </a:rPr>
              <a:t>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a</a:t>
            </a:r>
            <a:r>
              <a:rPr sz="2700" i="1" spc="337" baseline="-20061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0563" y="2832741"/>
            <a:ext cx="54927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893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y	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01196" y="2837610"/>
            <a:ext cx="1778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5" dirty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57590" y="4149471"/>
            <a:ext cx="2082164" cy="1461135"/>
          </a:xfrm>
          <a:custGeom>
            <a:avLst/>
            <a:gdLst/>
            <a:ahLst/>
            <a:cxnLst/>
            <a:rect l="l" t="t" r="r" b="b"/>
            <a:pathLst>
              <a:path w="2082164" h="1461135">
                <a:moveTo>
                  <a:pt x="1838309" y="0"/>
                </a:moveTo>
                <a:lnTo>
                  <a:pt x="243443" y="0"/>
                </a:lnTo>
                <a:lnTo>
                  <a:pt x="223477" y="807"/>
                </a:lnTo>
                <a:lnTo>
                  <a:pt x="184942" y="7075"/>
                </a:lnTo>
                <a:lnTo>
                  <a:pt x="148685" y="19132"/>
                </a:lnTo>
                <a:lnTo>
                  <a:pt x="99670" y="46974"/>
                </a:lnTo>
                <a:lnTo>
                  <a:pt x="58602" y="85019"/>
                </a:lnTo>
                <a:lnTo>
                  <a:pt x="27173" y="131576"/>
                </a:lnTo>
                <a:lnTo>
                  <a:pt x="7075" y="184953"/>
                </a:lnTo>
                <a:lnTo>
                  <a:pt x="807" y="223491"/>
                </a:lnTo>
                <a:lnTo>
                  <a:pt x="0" y="243458"/>
                </a:lnTo>
                <a:lnTo>
                  <a:pt x="0" y="1217282"/>
                </a:lnTo>
                <a:lnTo>
                  <a:pt x="3186" y="1256775"/>
                </a:lnTo>
                <a:lnTo>
                  <a:pt x="12411" y="1294239"/>
                </a:lnTo>
                <a:lnTo>
                  <a:pt x="36474" y="1345534"/>
                </a:lnTo>
                <a:lnTo>
                  <a:pt x="71304" y="1389444"/>
                </a:lnTo>
                <a:lnTo>
                  <a:pt x="115209" y="1424277"/>
                </a:lnTo>
                <a:lnTo>
                  <a:pt x="166497" y="1448341"/>
                </a:lnTo>
                <a:lnTo>
                  <a:pt x="203956" y="1457567"/>
                </a:lnTo>
                <a:lnTo>
                  <a:pt x="243443" y="1460753"/>
                </a:lnTo>
                <a:lnTo>
                  <a:pt x="1838309" y="1460753"/>
                </a:lnTo>
                <a:lnTo>
                  <a:pt x="1877797" y="1457567"/>
                </a:lnTo>
                <a:lnTo>
                  <a:pt x="1915258" y="1448341"/>
                </a:lnTo>
                <a:lnTo>
                  <a:pt x="1966552" y="1424277"/>
                </a:lnTo>
                <a:lnTo>
                  <a:pt x="2010464" y="1389444"/>
                </a:lnTo>
                <a:lnTo>
                  <a:pt x="2045301" y="1345534"/>
                </a:lnTo>
                <a:lnTo>
                  <a:pt x="2069369" y="1294239"/>
                </a:lnTo>
                <a:lnTo>
                  <a:pt x="2078596" y="1256775"/>
                </a:lnTo>
                <a:lnTo>
                  <a:pt x="2081783" y="1217282"/>
                </a:lnTo>
                <a:lnTo>
                  <a:pt x="2081783" y="243458"/>
                </a:lnTo>
                <a:lnTo>
                  <a:pt x="2078596" y="203969"/>
                </a:lnTo>
                <a:lnTo>
                  <a:pt x="2069369" y="166507"/>
                </a:lnTo>
                <a:lnTo>
                  <a:pt x="2045301" y="115216"/>
                </a:lnTo>
                <a:lnTo>
                  <a:pt x="2010464" y="71308"/>
                </a:lnTo>
                <a:lnTo>
                  <a:pt x="1966552" y="36476"/>
                </a:lnTo>
                <a:lnTo>
                  <a:pt x="1915258" y="12411"/>
                </a:lnTo>
                <a:lnTo>
                  <a:pt x="1877797" y="3186"/>
                </a:lnTo>
                <a:lnTo>
                  <a:pt x="18383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57590" y="4149471"/>
            <a:ext cx="2082164" cy="1461135"/>
          </a:xfrm>
          <a:custGeom>
            <a:avLst/>
            <a:gdLst/>
            <a:ahLst/>
            <a:cxnLst/>
            <a:rect l="l" t="t" r="r" b="b"/>
            <a:pathLst>
              <a:path w="2082164" h="1461135">
                <a:moveTo>
                  <a:pt x="0" y="243458"/>
                </a:moveTo>
                <a:lnTo>
                  <a:pt x="3186" y="203969"/>
                </a:lnTo>
                <a:lnTo>
                  <a:pt x="12411" y="166507"/>
                </a:lnTo>
                <a:lnTo>
                  <a:pt x="36474" y="115216"/>
                </a:lnTo>
                <a:lnTo>
                  <a:pt x="71304" y="71308"/>
                </a:lnTo>
                <a:lnTo>
                  <a:pt x="115209" y="36476"/>
                </a:lnTo>
                <a:lnTo>
                  <a:pt x="166497" y="12411"/>
                </a:lnTo>
                <a:lnTo>
                  <a:pt x="203956" y="3186"/>
                </a:lnTo>
                <a:lnTo>
                  <a:pt x="243443" y="0"/>
                </a:lnTo>
                <a:lnTo>
                  <a:pt x="1838309" y="0"/>
                </a:lnTo>
                <a:lnTo>
                  <a:pt x="1877797" y="3186"/>
                </a:lnTo>
                <a:lnTo>
                  <a:pt x="1915258" y="12411"/>
                </a:lnTo>
                <a:lnTo>
                  <a:pt x="1966552" y="36476"/>
                </a:lnTo>
                <a:lnTo>
                  <a:pt x="2010464" y="71308"/>
                </a:lnTo>
                <a:lnTo>
                  <a:pt x="2045301" y="115216"/>
                </a:lnTo>
                <a:lnTo>
                  <a:pt x="2069369" y="166507"/>
                </a:lnTo>
                <a:lnTo>
                  <a:pt x="2078596" y="203969"/>
                </a:lnTo>
                <a:lnTo>
                  <a:pt x="2081783" y="243458"/>
                </a:lnTo>
                <a:lnTo>
                  <a:pt x="2081783" y="1217282"/>
                </a:lnTo>
                <a:lnTo>
                  <a:pt x="2078596" y="1256775"/>
                </a:lnTo>
                <a:lnTo>
                  <a:pt x="2069369" y="1294239"/>
                </a:lnTo>
                <a:lnTo>
                  <a:pt x="2045301" y="1345534"/>
                </a:lnTo>
                <a:lnTo>
                  <a:pt x="2010464" y="1389444"/>
                </a:lnTo>
                <a:lnTo>
                  <a:pt x="1966552" y="1424277"/>
                </a:lnTo>
                <a:lnTo>
                  <a:pt x="1915258" y="1448341"/>
                </a:lnTo>
                <a:lnTo>
                  <a:pt x="1877797" y="1457567"/>
                </a:lnTo>
                <a:lnTo>
                  <a:pt x="1838309" y="1460753"/>
                </a:lnTo>
                <a:lnTo>
                  <a:pt x="243443" y="1460753"/>
                </a:lnTo>
                <a:lnTo>
                  <a:pt x="203956" y="1457567"/>
                </a:lnTo>
                <a:lnTo>
                  <a:pt x="166497" y="1448341"/>
                </a:lnTo>
                <a:lnTo>
                  <a:pt x="115209" y="1424277"/>
                </a:lnTo>
                <a:lnTo>
                  <a:pt x="71304" y="1389444"/>
                </a:lnTo>
                <a:lnTo>
                  <a:pt x="36474" y="1345534"/>
                </a:lnTo>
                <a:lnTo>
                  <a:pt x="12411" y="1294239"/>
                </a:lnTo>
                <a:lnTo>
                  <a:pt x="3186" y="1256775"/>
                </a:lnTo>
                <a:lnTo>
                  <a:pt x="0" y="1217282"/>
                </a:lnTo>
                <a:lnTo>
                  <a:pt x="0" y="243458"/>
                </a:lnTo>
                <a:close/>
              </a:path>
            </a:pathLst>
          </a:custGeom>
          <a:ln w="12953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23045" y="4865379"/>
            <a:ext cx="947419" cy="0"/>
          </a:xfrm>
          <a:custGeom>
            <a:avLst/>
            <a:gdLst/>
            <a:ahLst/>
            <a:cxnLst/>
            <a:rect l="l" t="t" r="r" b="b"/>
            <a:pathLst>
              <a:path w="947420">
                <a:moveTo>
                  <a:pt x="0" y="0"/>
                </a:moveTo>
                <a:lnTo>
                  <a:pt x="947007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043516" y="4366328"/>
            <a:ext cx="92329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59328" y="4880499"/>
            <a:ext cx="90805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14690" y="4877942"/>
            <a:ext cx="1618615" cy="1905"/>
          </a:xfrm>
          <a:custGeom>
            <a:avLst/>
            <a:gdLst/>
            <a:ahLst/>
            <a:cxnLst/>
            <a:rect l="l" t="t" r="r" b="b"/>
            <a:pathLst>
              <a:path w="1618614" h="1904">
                <a:moveTo>
                  <a:pt x="1618210" y="1560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56670" y="483498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60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39343" y="4879466"/>
            <a:ext cx="1618615" cy="1905"/>
          </a:xfrm>
          <a:custGeom>
            <a:avLst/>
            <a:gdLst/>
            <a:ahLst/>
            <a:cxnLst/>
            <a:rect l="l" t="t" r="r" b="b"/>
            <a:pathLst>
              <a:path w="1618615" h="1904">
                <a:moveTo>
                  <a:pt x="1618213" y="1560"/>
                </a:moveTo>
                <a:lnTo>
                  <a:pt x="0" y="0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81326" y="4836508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60" y="0"/>
                </a:moveTo>
                <a:lnTo>
                  <a:pt x="76230" y="44531"/>
                </a:lnTo>
                <a:lnTo>
                  <a:pt x="0" y="88904"/>
                </a:lnTo>
              </a:path>
            </a:pathLst>
          </a:custGeom>
          <a:ln w="25145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265194" y="4353149"/>
            <a:ext cx="28765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" dirty="0">
                <a:latin typeface="Times New Roman"/>
                <a:cs typeface="Times New Roman"/>
              </a:rPr>
              <a:t>y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53057" y="4385154"/>
            <a:ext cx="30797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0" dirty="0">
                <a:latin typeface="Times New Roman"/>
                <a:cs typeface="Times New Roman"/>
              </a:rPr>
              <a:t>u</a:t>
            </a:r>
            <a:r>
              <a:rPr sz="3000" i="1" spc="-30" baseline="-19444" dirty="0">
                <a:latin typeface="Times New Roman"/>
                <a:cs typeface="Times New Roman"/>
              </a:rPr>
              <a:t>k</a:t>
            </a:r>
            <a:endParaRPr sz="3000" baseline="-194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25" y="96004"/>
            <a:ext cx="8964930" cy="6666230"/>
          </a:xfrm>
          <a:custGeom>
            <a:avLst/>
            <a:gdLst/>
            <a:ahLst/>
            <a:cxnLst/>
            <a:rect l="l" t="t" r="r" b="b"/>
            <a:pathLst>
              <a:path w="8964930" h="6666230">
                <a:moveTo>
                  <a:pt x="0" y="6665792"/>
                </a:moveTo>
                <a:lnTo>
                  <a:pt x="8964716" y="6665792"/>
                </a:lnTo>
                <a:lnTo>
                  <a:pt x="8964716" y="0"/>
                </a:lnTo>
                <a:lnTo>
                  <a:pt x="0" y="0"/>
                </a:lnTo>
                <a:lnTo>
                  <a:pt x="0" y="6665792"/>
                </a:lnTo>
                <a:close/>
              </a:path>
            </a:pathLst>
          </a:custGeom>
          <a:ln w="192023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697" y="1858518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603" y="0"/>
                </a:lnTo>
              </a:path>
            </a:pathLst>
          </a:custGeom>
          <a:ln w="16763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2021" y="763837"/>
            <a:ext cx="2101463" cy="661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7091" y="2176823"/>
            <a:ext cx="4474210" cy="917575"/>
          </a:xfrm>
          <a:custGeom>
            <a:avLst/>
            <a:gdLst/>
            <a:ahLst/>
            <a:cxnLst/>
            <a:rect l="l" t="t" r="r" b="b"/>
            <a:pathLst>
              <a:path w="4474210" h="917575">
                <a:moveTo>
                  <a:pt x="0" y="917079"/>
                </a:moveTo>
                <a:lnTo>
                  <a:pt x="4474098" y="917079"/>
                </a:lnTo>
                <a:lnTo>
                  <a:pt x="4474098" y="0"/>
                </a:lnTo>
                <a:lnTo>
                  <a:pt x="0" y="0"/>
                </a:lnTo>
                <a:lnTo>
                  <a:pt x="0" y="9170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51173" y="2176804"/>
            <a:ext cx="0" cy="917575"/>
          </a:xfrm>
          <a:custGeom>
            <a:avLst/>
            <a:gdLst/>
            <a:ahLst/>
            <a:cxnLst/>
            <a:rect l="l" t="t" r="r" b="b"/>
            <a:pathLst>
              <a:path h="917575">
                <a:moveTo>
                  <a:pt x="0" y="917083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77091" y="2176804"/>
            <a:ext cx="0" cy="917575"/>
          </a:xfrm>
          <a:custGeom>
            <a:avLst/>
            <a:gdLst/>
            <a:ahLst/>
            <a:cxnLst/>
            <a:rect l="l" t="t" r="r" b="b"/>
            <a:pathLst>
              <a:path h="917575">
                <a:moveTo>
                  <a:pt x="0" y="917083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77091" y="3042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7091" y="22180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63654" y="3042358"/>
            <a:ext cx="0" cy="52069"/>
          </a:xfrm>
          <a:custGeom>
            <a:avLst/>
            <a:gdLst/>
            <a:ahLst/>
            <a:cxnLst/>
            <a:rect l="l" t="t" r="r" b="b"/>
            <a:pathLst>
              <a:path h="52069">
                <a:moveTo>
                  <a:pt x="0" y="5152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63654" y="3042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63654" y="217680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63654" y="22180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60542" y="3042358"/>
            <a:ext cx="0" cy="52069"/>
          </a:xfrm>
          <a:custGeom>
            <a:avLst/>
            <a:gdLst/>
            <a:ahLst/>
            <a:cxnLst/>
            <a:rect l="l" t="t" r="r" b="b"/>
            <a:pathLst>
              <a:path h="52069">
                <a:moveTo>
                  <a:pt x="0" y="5152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60542" y="3042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60542" y="217680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60542" y="22180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57409" y="3042358"/>
            <a:ext cx="0" cy="52069"/>
          </a:xfrm>
          <a:custGeom>
            <a:avLst/>
            <a:gdLst/>
            <a:ahLst/>
            <a:cxnLst/>
            <a:rect l="l" t="t" r="r" b="b"/>
            <a:pathLst>
              <a:path h="52069">
                <a:moveTo>
                  <a:pt x="0" y="5152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57409" y="3042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57409" y="217680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57409" y="22180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54276" y="3042358"/>
            <a:ext cx="0" cy="52069"/>
          </a:xfrm>
          <a:custGeom>
            <a:avLst/>
            <a:gdLst/>
            <a:ahLst/>
            <a:cxnLst/>
            <a:rect l="l" t="t" r="r" b="b"/>
            <a:pathLst>
              <a:path h="52069">
                <a:moveTo>
                  <a:pt x="0" y="5152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54276" y="3042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54276" y="2176804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54276" y="22180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51173" y="304235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51173" y="22180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7091" y="2959929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18322" y="29599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99619" y="2959929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99619" y="29599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77091" y="2692011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018322" y="26920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99619" y="2692011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99619" y="26920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7091" y="2434392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18322" y="24343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99619" y="2434392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99619" y="24343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77091" y="2300464"/>
            <a:ext cx="4485005" cy="659765"/>
          </a:xfrm>
          <a:custGeom>
            <a:avLst/>
            <a:gdLst/>
            <a:ahLst/>
            <a:cxnLst/>
            <a:rect l="l" t="t" r="r" b="b"/>
            <a:pathLst>
              <a:path w="4485005" h="659764">
                <a:moveTo>
                  <a:pt x="0" y="659465"/>
                </a:moveTo>
                <a:lnTo>
                  <a:pt x="82461" y="659465"/>
                </a:lnTo>
                <a:lnTo>
                  <a:pt x="175248" y="659465"/>
                </a:lnTo>
                <a:lnTo>
                  <a:pt x="268020" y="0"/>
                </a:lnTo>
                <a:lnTo>
                  <a:pt x="350493" y="0"/>
                </a:lnTo>
                <a:lnTo>
                  <a:pt x="443281" y="103059"/>
                </a:lnTo>
                <a:lnTo>
                  <a:pt x="536053" y="175189"/>
                </a:lnTo>
                <a:lnTo>
                  <a:pt x="618529" y="226688"/>
                </a:lnTo>
                <a:lnTo>
                  <a:pt x="711313" y="257618"/>
                </a:lnTo>
                <a:lnTo>
                  <a:pt x="804085" y="267918"/>
                </a:lnTo>
                <a:lnTo>
                  <a:pt x="886562" y="278218"/>
                </a:lnTo>
                <a:lnTo>
                  <a:pt x="4474081" y="278218"/>
                </a:lnTo>
                <a:lnTo>
                  <a:pt x="4484386" y="278218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461478" y="25786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77091" y="3464850"/>
            <a:ext cx="4474210" cy="927735"/>
          </a:xfrm>
          <a:custGeom>
            <a:avLst/>
            <a:gdLst/>
            <a:ahLst/>
            <a:cxnLst/>
            <a:rect l="l" t="t" r="r" b="b"/>
            <a:pathLst>
              <a:path w="4474210" h="927735">
                <a:moveTo>
                  <a:pt x="0" y="927378"/>
                </a:moveTo>
                <a:lnTo>
                  <a:pt x="4474098" y="927378"/>
                </a:lnTo>
                <a:lnTo>
                  <a:pt x="4474098" y="0"/>
                </a:lnTo>
                <a:lnTo>
                  <a:pt x="0" y="0"/>
                </a:lnTo>
                <a:lnTo>
                  <a:pt x="0" y="927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7091" y="4392216"/>
            <a:ext cx="4474210" cy="0"/>
          </a:xfrm>
          <a:custGeom>
            <a:avLst/>
            <a:gdLst/>
            <a:ahLst/>
            <a:cxnLst/>
            <a:rect l="l" t="t" r="r" b="b"/>
            <a:pathLst>
              <a:path w="4474210">
                <a:moveTo>
                  <a:pt x="0" y="0"/>
                </a:moveTo>
                <a:lnTo>
                  <a:pt x="4474081" y="0"/>
                </a:lnTo>
              </a:path>
            </a:pathLst>
          </a:custGeom>
          <a:ln w="103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51173" y="43922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51173" y="3464835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927380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77091" y="3464835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927380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51173" y="43922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7091" y="4340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77091" y="3506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923149" y="4417748"/>
            <a:ext cx="12382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1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863654" y="4340699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17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63654" y="4340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63654" y="3464835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63654" y="3506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60542" y="4340699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17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760542" y="4340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760542" y="3464835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60542" y="35060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57409" y="4340699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17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657409" y="43406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657409" y="3464835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657409" y="35060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54276" y="4340686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2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554276" y="43406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554276" y="3464835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199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54276" y="35060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51173" y="43406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51173" y="35060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7091" y="4289169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018322" y="42891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399619" y="4289169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399619" y="428916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77091" y="4083083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18322" y="40830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99619" y="4083083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399619" y="40830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77091" y="3876997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018322" y="38769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99619" y="3876997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399619" y="38769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977091" y="3670924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018322" y="3670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399619" y="3670924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399619" y="367092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451173" y="43922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977091" y="3784284"/>
            <a:ext cx="4485005" cy="505459"/>
          </a:xfrm>
          <a:custGeom>
            <a:avLst/>
            <a:gdLst/>
            <a:ahLst/>
            <a:cxnLst/>
            <a:rect l="l" t="t" r="r" b="b"/>
            <a:pathLst>
              <a:path w="4485005" h="505460">
                <a:moveTo>
                  <a:pt x="0" y="298811"/>
                </a:moveTo>
                <a:lnTo>
                  <a:pt x="82461" y="298811"/>
                </a:lnTo>
                <a:lnTo>
                  <a:pt x="175248" y="298811"/>
                </a:lnTo>
                <a:lnTo>
                  <a:pt x="268020" y="504894"/>
                </a:lnTo>
                <a:lnTo>
                  <a:pt x="350493" y="360638"/>
                </a:lnTo>
                <a:lnTo>
                  <a:pt x="443281" y="206073"/>
                </a:lnTo>
                <a:lnTo>
                  <a:pt x="536053" y="113335"/>
                </a:lnTo>
                <a:lnTo>
                  <a:pt x="618529" y="61817"/>
                </a:lnTo>
                <a:lnTo>
                  <a:pt x="711313" y="30908"/>
                </a:lnTo>
                <a:lnTo>
                  <a:pt x="804085" y="10299"/>
                </a:lnTo>
                <a:lnTo>
                  <a:pt x="886562" y="10299"/>
                </a:lnTo>
                <a:lnTo>
                  <a:pt x="979346" y="0"/>
                </a:lnTo>
                <a:lnTo>
                  <a:pt x="4474081" y="0"/>
                </a:lnTo>
                <a:lnTo>
                  <a:pt x="4484386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461478" y="37842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977091" y="4763176"/>
            <a:ext cx="4474210" cy="927735"/>
          </a:xfrm>
          <a:custGeom>
            <a:avLst/>
            <a:gdLst/>
            <a:ahLst/>
            <a:cxnLst/>
            <a:rect l="l" t="t" r="r" b="b"/>
            <a:pathLst>
              <a:path w="4474210" h="927735">
                <a:moveTo>
                  <a:pt x="0" y="927378"/>
                </a:moveTo>
                <a:lnTo>
                  <a:pt x="4474098" y="927378"/>
                </a:lnTo>
                <a:lnTo>
                  <a:pt x="4474098" y="0"/>
                </a:lnTo>
                <a:lnTo>
                  <a:pt x="0" y="0"/>
                </a:lnTo>
                <a:lnTo>
                  <a:pt x="0" y="927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977091" y="4763167"/>
            <a:ext cx="4474210" cy="0"/>
          </a:xfrm>
          <a:custGeom>
            <a:avLst/>
            <a:gdLst/>
            <a:ahLst/>
            <a:cxnLst/>
            <a:rect l="l" t="t" r="r" b="b"/>
            <a:pathLst>
              <a:path w="4474210">
                <a:moveTo>
                  <a:pt x="0" y="0"/>
                </a:moveTo>
                <a:lnTo>
                  <a:pt x="4474081" y="0"/>
                </a:lnTo>
              </a:path>
            </a:pathLst>
          </a:custGeom>
          <a:ln w="103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451173" y="4763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977091" y="5690538"/>
            <a:ext cx="4474210" cy="0"/>
          </a:xfrm>
          <a:custGeom>
            <a:avLst/>
            <a:gdLst/>
            <a:ahLst/>
            <a:cxnLst/>
            <a:rect l="l" t="t" r="r" b="b"/>
            <a:pathLst>
              <a:path w="4474210">
                <a:moveTo>
                  <a:pt x="0" y="0"/>
                </a:moveTo>
                <a:lnTo>
                  <a:pt x="4474081" y="0"/>
                </a:lnTo>
              </a:path>
            </a:pathLst>
          </a:custGeom>
          <a:ln w="103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451173" y="56905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451173" y="4763154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92738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451173" y="47631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977091" y="4763154"/>
            <a:ext cx="0" cy="927735"/>
          </a:xfrm>
          <a:custGeom>
            <a:avLst/>
            <a:gdLst/>
            <a:ahLst/>
            <a:cxnLst/>
            <a:rect l="l" t="t" r="r" b="b"/>
            <a:pathLst>
              <a:path h="927735">
                <a:moveTo>
                  <a:pt x="0" y="92738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977091" y="47631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451173" y="56905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977091" y="47631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977091" y="56390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977091" y="480438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863654" y="5639026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17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863654" y="56390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863654" y="4763167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863654" y="480438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2758188" y="5716079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10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3760542" y="5639026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17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60542" y="56390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760542" y="4763167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760542" y="480438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3655062" y="5716079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20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4657409" y="5639026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17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657409" y="563902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657409" y="4763167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2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657409" y="48043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4551937" y="5716079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30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5554276" y="5639014"/>
            <a:ext cx="0" cy="52069"/>
          </a:xfrm>
          <a:custGeom>
            <a:avLst/>
            <a:gdLst/>
            <a:ahLst/>
            <a:cxnLst/>
            <a:rect l="l" t="t" r="r" b="b"/>
            <a:pathLst>
              <a:path h="52070">
                <a:moveTo>
                  <a:pt x="0" y="51529"/>
                </a:moveTo>
                <a:lnTo>
                  <a:pt x="0" y="0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554276" y="56390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554276" y="4763167"/>
            <a:ext cx="0" cy="41275"/>
          </a:xfrm>
          <a:custGeom>
            <a:avLst/>
            <a:gdLst/>
            <a:ahLst/>
            <a:cxnLst/>
            <a:rect l="l" t="t" r="r" b="b"/>
            <a:pathLst>
              <a:path h="41275">
                <a:moveTo>
                  <a:pt x="0" y="0"/>
                </a:moveTo>
                <a:lnTo>
                  <a:pt x="0" y="41208"/>
                </a:lnTo>
              </a:path>
            </a:pathLst>
          </a:custGeom>
          <a:ln w="10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554276" y="48043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5448825" y="5716079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40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6451173" y="56390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451173" y="48043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6345699" y="5716079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50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1977091" y="5546276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018322" y="554627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399619" y="5546276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399619" y="554627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977091" y="5185625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018322" y="51856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399619" y="5185625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399619" y="51856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977091" y="4824984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>
                <a:moveTo>
                  <a:pt x="0" y="0"/>
                </a:moveTo>
                <a:lnTo>
                  <a:pt x="4123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018322" y="48249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399619" y="4824984"/>
            <a:ext cx="52069" cy="0"/>
          </a:xfrm>
          <a:custGeom>
            <a:avLst/>
            <a:gdLst/>
            <a:ahLst/>
            <a:cxnLst/>
            <a:rect l="l" t="t" r="r" b="b"/>
            <a:pathLst>
              <a:path w="52070">
                <a:moveTo>
                  <a:pt x="51553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399619" y="482498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451173" y="47631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451173" y="56905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451173" y="47631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977091" y="47631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977091" y="4989861"/>
            <a:ext cx="4485005" cy="628650"/>
          </a:xfrm>
          <a:custGeom>
            <a:avLst/>
            <a:gdLst/>
            <a:ahLst/>
            <a:cxnLst/>
            <a:rect l="l" t="t" r="r" b="b"/>
            <a:pathLst>
              <a:path w="4485005" h="628650">
                <a:moveTo>
                  <a:pt x="0" y="556427"/>
                </a:moveTo>
                <a:lnTo>
                  <a:pt x="82461" y="556427"/>
                </a:lnTo>
                <a:lnTo>
                  <a:pt x="175248" y="556427"/>
                </a:lnTo>
                <a:lnTo>
                  <a:pt x="268020" y="556427"/>
                </a:lnTo>
                <a:lnTo>
                  <a:pt x="350493" y="628568"/>
                </a:lnTo>
                <a:lnTo>
                  <a:pt x="443281" y="607956"/>
                </a:lnTo>
                <a:lnTo>
                  <a:pt x="536053" y="494609"/>
                </a:lnTo>
                <a:lnTo>
                  <a:pt x="618529" y="329744"/>
                </a:lnTo>
                <a:lnTo>
                  <a:pt x="711313" y="164880"/>
                </a:lnTo>
                <a:lnTo>
                  <a:pt x="804085" y="41220"/>
                </a:lnTo>
                <a:lnTo>
                  <a:pt x="886562" y="0"/>
                </a:lnTo>
                <a:lnTo>
                  <a:pt x="979346" y="51529"/>
                </a:lnTo>
                <a:lnTo>
                  <a:pt x="1072127" y="185476"/>
                </a:lnTo>
                <a:lnTo>
                  <a:pt x="1154594" y="350353"/>
                </a:lnTo>
                <a:lnTo>
                  <a:pt x="1247366" y="515218"/>
                </a:lnTo>
                <a:lnTo>
                  <a:pt x="1340138" y="607956"/>
                </a:lnTo>
                <a:lnTo>
                  <a:pt x="1422636" y="618256"/>
                </a:lnTo>
                <a:lnTo>
                  <a:pt x="1515408" y="535830"/>
                </a:lnTo>
                <a:lnTo>
                  <a:pt x="1608180" y="391562"/>
                </a:lnTo>
                <a:lnTo>
                  <a:pt x="1690648" y="216397"/>
                </a:lnTo>
                <a:lnTo>
                  <a:pt x="1783450" y="72141"/>
                </a:lnTo>
                <a:lnTo>
                  <a:pt x="1876222" y="10312"/>
                </a:lnTo>
                <a:lnTo>
                  <a:pt x="1958689" y="30920"/>
                </a:lnTo>
                <a:lnTo>
                  <a:pt x="2051461" y="133959"/>
                </a:lnTo>
                <a:lnTo>
                  <a:pt x="2144264" y="298823"/>
                </a:lnTo>
                <a:lnTo>
                  <a:pt x="2237036" y="463688"/>
                </a:lnTo>
                <a:lnTo>
                  <a:pt x="2319503" y="587348"/>
                </a:lnTo>
                <a:lnTo>
                  <a:pt x="2412275" y="628568"/>
                </a:lnTo>
                <a:lnTo>
                  <a:pt x="2505078" y="577035"/>
                </a:lnTo>
                <a:lnTo>
                  <a:pt x="2587545" y="443092"/>
                </a:lnTo>
                <a:lnTo>
                  <a:pt x="2680317" y="267915"/>
                </a:lnTo>
                <a:lnTo>
                  <a:pt x="2773119" y="113347"/>
                </a:lnTo>
                <a:lnTo>
                  <a:pt x="2855556" y="20611"/>
                </a:lnTo>
                <a:lnTo>
                  <a:pt x="2948359" y="10312"/>
                </a:lnTo>
                <a:lnTo>
                  <a:pt x="3041131" y="92738"/>
                </a:lnTo>
                <a:lnTo>
                  <a:pt x="3123598" y="247306"/>
                </a:lnTo>
                <a:lnTo>
                  <a:pt x="3216400" y="412171"/>
                </a:lnTo>
                <a:lnTo>
                  <a:pt x="3309172" y="556427"/>
                </a:lnTo>
                <a:lnTo>
                  <a:pt x="3391640" y="628568"/>
                </a:lnTo>
                <a:lnTo>
                  <a:pt x="3484412" y="597647"/>
                </a:lnTo>
                <a:lnTo>
                  <a:pt x="3577184" y="494609"/>
                </a:lnTo>
                <a:lnTo>
                  <a:pt x="3659682" y="329744"/>
                </a:lnTo>
                <a:lnTo>
                  <a:pt x="3752454" y="164880"/>
                </a:lnTo>
                <a:lnTo>
                  <a:pt x="3845226" y="41220"/>
                </a:lnTo>
                <a:lnTo>
                  <a:pt x="3927693" y="0"/>
                </a:lnTo>
                <a:lnTo>
                  <a:pt x="4020495" y="61829"/>
                </a:lnTo>
                <a:lnTo>
                  <a:pt x="4113267" y="185476"/>
                </a:lnTo>
                <a:lnTo>
                  <a:pt x="4195735" y="360653"/>
                </a:lnTo>
                <a:lnTo>
                  <a:pt x="4288507" y="515218"/>
                </a:lnTo>
                <a:lnTo>
                  <a:pt x="4381279" y="607956"/>
                </a:lnTo>
                <a:lnTo>
                  <a:pt x="4474081" y="618256"/>
                </a:lnTo>
                <a:lnTo>
                  <a:pt x="4484386" y="607956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461478" y="55978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0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 txBox="1"/>
          <p:nvPr/>
        </p:nvSpPr>
        <p:spPr>
          <a:xfrm>
            <a:off x="2758188" y="4417748"/>
            <a:ext cx="2005330" cy="60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896619" algn="l"/>
                <a:tab pos="1793239" algn="l"/>
              </a:tabLst>
            </a:pPr>
            <a:r>
              <a:rPr sz="1550" spc="-50" dirty="0">
                <a:latin typeface="Times New Roman"/>
                <a:cs typeface="Times New Roman"/>
              </a:rPr>
              <a:t>1</a:t>
            </a:r>
            <a:r>
              <a:rPr sz="1550" spc="-1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2</a:t>
            </a:r>
            <a:r>
              <a:rPr sz="1550" spc="-1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30</a:t>
            </a:r>
            <a:endParaRPr sz="1550">
              <a:latin typeface="Times New Roman"/>
              <a:cs typeface="Times New Roman"/>
            </a:endParaRPr>
          </a:p>
          <a:p>
            <a:pPr marL="85090" algn="ctr">
              <a:lnSpc>
                <a:spcPct val="100000"/>
              </a:lnSpc>
              <a:spcBef>
                <a:spcPts val="1140"/>
              </a:spcBef>
            </a:pPr>
            <a:r>
              <a:rPr sz="1550" spc="-80" dirty="0">
                <a:latin typeface="Times New Roman"/>
                <a:cs typeface="Times New Roman"/>
              </a:rPr>
              <a:t>m</a:t>
            </a:r>
            <a:r>
              <a:rPr sz="1550" spc="-50" dirty="0">
                <a:latin typeface="Times New Roman"/>
                <a:cs typeface="Times New Roman"/>
              </a:rPr>
              <a:t>a</a:t>
            </a:r>
            <a:r>
              <a:rPr sz="1550" spc="-40" dirty="0">
                <a:latin typeface="Times New Roman"/>
                <a:cs typeface="Times New Roman"/>
              </a:rPr>
              <a:t>r</a:t>
            </a:r>
            <a:r>
              <a:rPr sz="1550" spc="-55" dirty="0">
                <a:latin typeface="Times New Roman"/>
                <a:cs typeface="Times New Roman"/>
              </a:rPr>
              <a:t>g</a:t>
            </a:r>
            <a:r>
              <a:rPr sz="1550" spc="-110" dirty="0">
                <a:latin typeface="Times New Roman"/>
                <a:cs typeface="Times New Roman"/>
              </a:rPr>
              <a:t>i</a:t>
            </a:r>
            <a:r>
              <a:rPr sz="1550" spc="-55" dirty="0">
                <a:latin typeface="Times New Roman"/>
                <a:cs typeface="Times New Roman"/>
              </a:rPr>
              <a:t>n</a:t>
            </a:r>
            <a:r>
              <a:rPr sz="1550" spc="-50" dirty="0">
                <a:latin typeface="Times New Roman"/>
                <a:cs typeface="Times New Roman"/>
              </a:rPr>
              <a:t>a</a:t>
            </a:r>
            <a:r>
              <a:rPr sz="1550" spc="-110" dirty="0">
                <a:latin typeface="Times New Roman"/>
                <a:cs typeface="Times New Roman"/>
              </a:rPr>
              <a:t>ll</a:t>
            </a:r>
            <a:r>
              <a:rPr sz="1550" spc="-10" dirty="0">
                <a:latin typeface="Times New Roman"/>
                <a:cs typeface="Times New Roman"/>
              </a:rPr>
              <a:t>y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30" dirty="0">
                <a:latin typeface="Times New Roman"/>
                <a:cs typeface="Times New Roman"/>
              </a:rPr>
              <a:t>t</a:t>
            </a:r>
            <a:r>
              <a:rPr sz="1550" spc="-50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b</a:t>
            </a:r>
            <a:r>
              <a:rPr sz="1550" spc="-110" dirty="0">
                <a:latin typeface="Times New Roman"/>
                <a:cs typeface="Times New Roman"/>
              </a:rPr>
              <a:t>l</a:t>
            </a:r>
            <a:r>
              <a:rPr sz="1550" spc="-10" dirty="0">
                <a:latin typeface="Times New Roman"/>
                <a:cs typeface="Times New Roman"/>
              </a:rPr>
              <a:t>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55" dirty="0">
                <a:latin typeface="Times New Roman"/>
                <a:cs typeface="Times New Roman"/>
              </a:rPr>
              <a:t>y</a:t>
            </a: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30" dirty="0">
                <a:latin typeface="Times New Roman"/>
                <a:cs typeface="Times New Roman"/>
              </a:rPr>
              <a:t>t</a:t>
            </a:r>
            <a:r>
              <a:rPr sz="1550" spc="-50" dirty="0">
                <a:latin typeface="Times New Roman"/>
                <a:cs typeface="Times New Roman"/>
              </a:rPr>
              <a:t>em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448825" y="4417748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40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345699" y="4417748"/>
            <a:ext cx="211454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50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624191" y="3562491"/>
            <a:ext cx="329565" cy="83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ts val="1739"/>
              </a:lnSpc>
            </a:pP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spc="10" dirty="0">
                <a:latin typeface="Times New Roman"/>
                <a:cs typeface="Times New Roman"/>
              </a:rPr>
              <a:t>.</a:t>
            </a:r>
            <a:r>
              <a:rPr sz="1550" spc="-10" dirty="0">
                <a:latin typeface="Times New Roman"/>
                <a:cs typeface="Times New Roman"/>
              </a:rPr>
              <a:t>4</a:t>
            </a:r>
            <a:endParaRPr sz="1550">
              <a:latin typeface="Times New Roman"/>
              <a:cs typeface="Times New Roman"/>
            </a:endParaRPr>
          </a:p>
          <a:p>
            <a:pPr marL="74295">
              <a:lnSpc>
                <a:spcPts val="1625"/>
              </a:lnSpc>
            </a:pP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spc="10" dirty="0">
                <a:latin typeface="Times New Roman"/>
                <a:cs typeface="Times New Roman"/>
              </a:rPr>
              <a:t>.</a:t>
            </a:r>
            <a:r>
              <a:rPr sz="1550" spc="-10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  <a:p>
            <a:pPr marL="218440">
              <a:lnSpc>
                <a:spcPts val="1625"/>
              </a:lnSpc>
            </a:pPr>
            <a:r>
              <a:rPr sz="1550" spc="-1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1739"/>
              </a:lnSpc>
            </a:pPr>
            <a:r>
              <a:rPr sz="1550" spc="-40" dirty="0">
                <a:latin typeface="Times New Roman"/>
                <a:cs typeface="Times New Roman"/>
              </a:rPr>
              <a:t>-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spc="10" dirty="0">
                <a:latin typeface="Times New Roman"/>
                <a:cs typeface="Times New Roman"/>
              </a:rPr>
              <a:t>.</a:t>
            </a:r>
            <a:r>
              <a:rPr sz="1550" spc="-10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861274" y="3541905"/>
            <a:ext cx="271462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30" dirty="0">
                <a:latin typeface="Times New Roman"/>
                <a:cs typeface="Times New Roman"/>
              </a:rPr>
              <a:t>t</a:t>
            </a:r>
            <a:r>
              <a:rPr sz="1550" spc="-4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b</a:t>
            </a:r>
            <a:r>
              <a:rPr sz="1550" spc="-110" dirty="0">
                <a:latin typeface="Times New Roman"/>
                <a:cs typeface="Times New Roman"/>
              </a:rPr>
              <a:t>l</a:t>
            </a:r>
            <a:r>
              <a:rPr sz="1550" spc="-45" dirty="0">
                <a:latin typeface="Times New Roman"/>
                <a:cs typeface="Times New Roman"/>
              </a:rPr>
              <a:t>e</a:t>
            </a:r>
            <a:r>
              <a:rPr sz="1550" spc="-5" dirty="0">
                <a:latin typeface="Times New Roman"/>
                <a:cs typeface="Times New Roman"/>
              </a:rPr>
              <a:t>,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n</a:t>
            </a:r>
            <a:r>
              <a:rPr sz="1550" spc="25" dirty="0">
                <a:latin typeface="Times New Roman"/>
                <a:cs typeface="Times New Roman"/>
              </a:rPr>
              <a:t>o</a:t>
            </a:r>
            <a:r>
              <a:rPr sz="1550" spc="-50" dirty="0">
                <a:latin typeface="Times New Roman"/>
                <a:cs typeface="Times New Roman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-</a:t>
            </a:r>
            <a:r>
              <a:rPr sz="1550" spc="-80" dirty="0">
                <a:latin typeface="Times New Roman"/>
                <a:cs typeface="Times New Roman"/>
              </a:rPr>
              <a:t>m</a:t>
            </a:r>
            <a:r>
              <a:rPr sz="1550" spc="-110" dirty="0">
                <a:latin typeface="Times New Roman"/>
                <a:cs typeface="Times New Roman"/>
              </a:rPr>
              <a:t>i</a:t>
            </a:r>
            <a:r>
              <a:rPr sz="1550" spc="-50" dirty="0">
                <a:latin typeface="Times New Roman"/>
                <a:cs typeface="Times New Roman"/>
              </a:rPr>
              <a:t>n</a:t>
            </a:r>
            <a:r>
              <a:rPr sz="1550" spc="-110" dirty="0">
                <a:latin typeface="Times New Roman"/>
                <a:cs typeface="Times New Roman"/>
              </a:rPr>
              <a:t>i</a:t>
            </a:r>
            <a:r>
              <a:rPr sz="1550" spc="-80" dirty="0">
                <a:latin typeface="Times New Roman"/>
                <a:cs typeface="Times New Roman"/>
              </a:rPr>
              <a:t>m</a:t>
            </a:r>
            <a:r>
              <a:rPr sz="1550" spc="-50" dirty="0">
                <a:latin typeface="Times New Roman"/>
                <a:cs typeface="Times New Roman"/>
              </a:rPr>
              <a:t>u</a:t>
            </a:r>
            <a:r>
              <a:rPr sz="1550" spc="-15" dirty="0">
                <a:latin typeface="Times New Roman"/>
                <a:cs typeface="Times New Roman"/>
              </a:rPr>
              <a:t>m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p</a:t>
            </a:r>
            <a:r>
              <a:rPr sz="1550" spc="-50" dirty="0">
                <a:latin typeface="Times New Roman"/>
                <a:cs typeface="Times New Roman"/>
              </a:rPr>
              <a:t>ha</a:t>
            </a: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10" dirty="0">
                <a:latin typeface="Times New Roman"/>
                <a:cs typeface="Times New Roman"/>
              </a:rPr>
              <a:t>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50" dirty="0">
                <a:latin typeface="Times New Roman"/>
                <a:cs typeface="Times New Roman"/>
              </a:rPr>
              <a:t>y</a:t>
            </a: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30" dirty="0">
                <a:latin typeface="Times New Roman"/>
                <a:cs typeface="Times New Roman"/>
              </a:rPr>
              <a:t>t</a:t>
            </a:r>
            <a:r>
              <a:rPr sz="1550" spc="-45" dirty="0">
                <a:latin typeface="Times New Roman"/>
                <a:cs typeface="Times New Roman"/>
              </a:rPr>
              <a:t>e</a:t>
            </a:r>
            <a:r>
              <a:rPr sz="1550" spc="-15" dirty="0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923149" y="5716091"/>
            <a:ext cx="12382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-1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737590" y="4716554"/>
            <a:ext cx="21653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spc="-50" dirty="0">
                <a:latin typeface="Times New Roman"/>
                <a:cs typeface="Times New Roman"/>
              </a:rPr>
              <a:t>10</a:t>
            </a:r>
            <a:endParaRPr sz="1550">
              <a:latin typeface="Times New Roman"/>
              <a:cs typeface="Times New Roman"/>
            </a:endParaRPr>
          </a:p>
          <a:p>
            <a:pPr marL="92710" algn="ctr">
              <a:lnSpc>
                <a:spcPct val="100000"/>
              </a:lnSpc>
              <a:spcBef>
                <a:spcPts val="980"/>
              </a:spcBef>
            </a:pPr>
            <a:r>
              <a:rPr sz="1550" spc="-10" dirty="0">
                <a:latin typeface="Times New Roman"/>
                <a:cs typeface="Times New Roman"/>
              </a:rPr>
              <a:t>5</a:t>
            </a:r>
            <a:endParaRPr sz="1550">
              <a:latin typeface="Times New Roman"/>
              <a:cs typeface="Times New Roman"/>
            </a:endParaRPr>
          </a:p>
          <a:p>
            <a:pPr marL="92710" algn="ctr">
              <a:lnSpc>
                <a:spcPct val="100000"/>
              </a:lnSpc>
              <a:spcBef>
                <a:spcPts val="980"/>
              </a:spcBef>
            </a:pPr>
            <a:r>
              <a:rPr sz="1550" spc="-1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3768448" y="5932476"/>
            <a:ext cx="85788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30" dirty="0">
                <a:latin typeface="Times New Roman"/>
                <a:cs typeface="Times New Roman"/>
              </a:rPr>
              <a:t>s</a:t>
            </a:r>
            <a:r>
              <a:rPr sz="1550" spc="-50" dirty="0">
                <a:latin typeface="Times New Roman"/>
                <a:cs typeface="Times New Roman"/>
              </a:rPr>
              <a:t>a</a:t>
            </a:r>
            <a:r>
              <a:rPr sz="1550" spc="-80" dirty="0">
                <a:latin typeface="Times New Roman"/>
                <a:cs typeface="Times New Roman"/>
              </a:rPr>
              <a:t>m</a:t>
            </a:r>
            <a:r>
              <a:rPr sz="1550" spc="25" dirty="0">
                <a:latin typeface="Times New Roman"/>
                <a:cs typeface="Times New Roman"/>
              </a:rPr>
              <a:t>p</a:t>
            </a:r>
            <a:r>
              <a:rPr sz="1550" spc="-110" dirty="0">
                <a:latin typeface="Times New Roman"/>
                <a:cs typeface="Times New Roman"/>
              </a:rPr>
              <a:t>l</a:t>
            </a:r>
            <a:r>
              <a:rPr sz="1550" spc="-10" dirty="0">
                <a:latin typeface="Times New Roman"/>
                <a:cs typeface="Times New Roman"/>
              </a:rPr>
              <a:t>e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-55" dirty="0">
                <a:latin typeface="Times New Roman"/>
                <a:cs typeface="Times New Roman"/>
              </a:rPr>
              <a:t>n</a:t>
            </a:r>
            <a:r>
              <a:rPr sz="1550" spc="25" dirty="0">
                <a:latin typeface="Times New Roman"/>
                <a:cs typeface="Times New Roman"/>
              </a:rPr>
              <a:t>o</a:t>
            </a:r>
            <a:r>
              <a:rPr sz="1550" spc="-5" dirty="0">
                <a:latin typeface="Times New Roman"/>
                <a:cs typeface="Times New Roman"/>
              </a:rPr>
              <a:t>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0667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Illu</a:t>
            </a:r>
            <a:r>
              <a:rPr spc="-40" dirty="0">
                <a:latin typeface="Calibri"/>
                <a:cs typeface="Calibri"/>
              </a:rPr>
              <a:t>s</a:t>
            </a:r>
            <a:r>
              <a:rPr spc="-15" dirty="0">
                <a:latin typeface="Calibri"/>
                <a:cs typeface="Calibri"/>
              </a:rPr>
              <a:t>t</a:t>
            </a:r>
            <a:r>
              <a:rPr spc="-90" dirty="0">
                <a:latin typeface="Calibri"/>
                <a:cs typeface="Calibri"/>
              </a:rPr>
              <a:t>r</a:t>
            </a:r>
            <a:r>
              <a:rPr spc="-35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t</a:t>
            </a:r>
            <a:r>
              <a:rPr spc="-10" dirty="0">
                <a:latin typeface="Calibri"/>
                <a:cs typeface="Calibri"/>
              </a:rPr>
              <a:t>i</a:t>
            </a:r>
            <a:r>
              <a:rPr spc="-60" dirty="0">
                <a:latin typeface="Calibri"/>
                <a:cs typeface="Calibri"/>
              </a:rPr>
              <a:t>v</a:t>
            </a:r>
            <a:r>
              <a:rPr spc="-20" dirty="0">
                <a:latin typeface="Calibri"/>
                <a:cs typeface="Calibri"/>
              </a:rPr>
              <a:t>e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Calibri"/>
                <a:cs typeface="Calibri"/>
              </a:rPr>
              <a:t>Mod</a:t>
            </a:r>
            <a:r>
              <a:rPr spc="-5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l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Calibri"/>
                <a:cs typeface="Calibri"/>
              </a:rPr>
              <a:t>R</a:t>
            </a:r>
            <a:r>
              <a:rPr spc="-25" dirty="0">
                <a:latin typeface="Calibri"/>
                <a:cs typeface="Calibri"/>
              </a:rPr>
              <a:t>e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dirty="0">
                <a:latin typeface="Calibri"/>
                <a:cs typeface="Calibri"/>
              </a:rPr>
              <a:t>p</a:t>
            </a:r>
            <a:r>
              <a:rPr spc="-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s</a:t>
            </a:r>
            <a:r>
              <a:rPr spc="-30" dirty="0">
                <a:latin typeface="Calibri"/>
                <a:cs typeface="Calibri"/>
              </a:rPr>
              <a:t>e</a:t>
            </a:r>
            <a:r>
              <a:rPr dirty="0">
                <a:latin typeface="Calibri"/>
                <a:cs typeface="Calibri"/>
              </a:rPr>
              <a:t>s</a:t>
            </a: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663828" y="2181987"/>
          <a:ext cx="4915179" cy="1287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70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550" spc="2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ct val="100000"/>
                        </a:lnSpc>
                      </a:pPr>
                      <a:r>
                        <a:rPr sz="1550" spc="4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550" spc="4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550" spc="-10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4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550" spc="-4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550" spc="4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em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0334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0334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4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550" spc="2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03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7"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</a:pPr>
                      <a:r>
                        <a:rPr sz="15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tabLst>
                          <a:tab pos="1264920" algn="l"/>
                        </a:tabLst>
                      </a:pP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550" dirty="0">
                          <a:latin typeface="Times New Roman"/>
                          <a:cs typeface="Times New Roman"/>
                        </a:rPr>
                        <a:t>0	</a:t>
                      </a: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0304">
                      <a:solidFill>
                        <a:srgbClr val="000000"/>
                      </a:solidFill>
                      <a:prstDash val="solid"/>
                    </a:lnT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</a:pP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0304">
                      <a:solidFill>
                        <a:srgbClr val="000000"/>
                      </a:solidFill>
                      <a:prstDash val="solid"/>
                    </a:lnT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40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0304">
                      <a:solidFill>
                        <a:srgbClr val="000000"/>
                      </a:solidFill>
                      <a:prstDash val="solid"/>
                    </a:lnT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</a:pPr>
                      <a:r>
                        <a:rPr sz="1550" spc="-4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0304">
                      <a:solidFill>
                        <a:srgbClr val="000000"/>
                      </a:solidFill>
                      <a:prstDash val="solid"/>
                    </a:lnT>
                    <a:lnB w="1030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46913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3600"/>
              </a:lnSpc>
            </a:pPr>
            <a:r>
              <a:rPr sz="3400" spc="-10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7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2</a:t>
            </a:r>
            <a:r>
              <a:rPr sz="3400" spc="-9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me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2290022"/>
            <a:ext cx="5335270" cy="376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2800" spc="-1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2800" spc="-1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2800" dirty="0">
                <a:solidFill>
                  <a:srgbClr val="B5121B"/>
                </a:solidFill>
                <a:latin typeface="Calibri"/>
                <a:cs typeface="Calibri"/>
              </a:rPr>
              <a:t>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1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l?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2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10" dirty="0">
                <a:latin typeface="Calibri"/>
                <a:cs typeface="Calibri"/>
              </a:rPr>
              <a:t>pe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3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Di</a:t>
            </a:r>
            <a:r>
              <a:rPr sz="2600" spc="-15" dirty="0">
                <a:latin typeface="Calibri"/>
                <a:cs typeface="Calibri"/>
              </a:rPr>
              <a:t>f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qu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4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20" dirty="0">
                <a:latin typeface="Calibri"/>
                <a:cs typeface="Calibri"/>
              </a:rPr>
              <a:t>k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25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p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5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6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Calibri"/>
                <a:cs typeface="Calibri"/>
              </a:rPr>
              <a:t>P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5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2.</a:t>
            </a:r>
            <a:r>
              <a:rPr sz="2600" spc="-15" dirty="0">
                <a:latin typeface="Calibri"/>
                <a:cs typeface="Calibri"/>
              </a:rPr>
              <a:t>7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u="heavy" spc="-10" dirty="0">
                <a:latin typeface="Calibri"/>
                <a:cs typeface="Calibri"/>
              </a:rPr>
              <a:t>B</a:t>
            </a:r>
            <a:r>
              <a:rPr sz="2600" u="heavy" dirty="0">
                <a:latin typeface="Calibri"/>
                <a:cs typeface="Calibri"/>
              </a:rPr>
              <a:t>l</a:t>
            </a:r>
            <a:r>
              <a:rPr sz="2600" u="heavy" spc="5" dirty="0">
                <a:latin typeface="Calibri"/>
                <a:cs typeface="Calibri"/>
              </a:rPr>
              <a:t>o</a:t>
            </a:r>
            <a:r>
              <a:rPr sz="2600" u="heavy" spc="-15" dirty="0">
                <a:latin typeface="Calibri"/>
                <a:cs typeface="Calibri"/>
              </a:rPr>
              <a:t>ck</a:t>
            </a:r>
            <a:r>
              <a:rPr sz="2600" u="heavy" spc="-10" dirty="0">
                <a:latin typeface="Calibri"/>
                <a:cs typeface="Calibri"/>
              </a:rPr>
              <a:t> </a:t>
            </a:r>
            <a:r>
              <a:rPr sz="2600" u="heavy" dirty="0">
                <a:latin typeface="Calibri"/>
                <a:cs typeface="Calibri"/>
              </a:rPr>
              <a:t>Di</a:t>
            </a:r>
            <a:r>
              <a:rPr sz="2600" u="heavy" spc="-10" dirty="0">
                <a:latin typeface="Calibri"/>
                <a:cs typeface="Calibri"/>
              </a:rPr>
              <a:t>a</a:t>
            </a:r>
            <a:r>
              <a:rPr sz="2600" u="heavy" spc="-20" dirty="0">
                <a:latin typeface="Calibri"/>
                <a:cs typeface="Calibri"/>
              </a:rPr>
              <a:t>g</a:t>
            </a:r>
            <a:r>
              <a:rPr sz="2600" u="heavy" spc="-80" dirty="0">
                <a:latin typeface="Calibri"/>
                <a:cs typeface="Calibri"/>
              </a:rPr>
              <a:t>r</a:t>
            </a:r>
            <a:r>
              <a:rPr sz="2600" u="heavy" spc="-10" dirty="0">
                <a:latin typeface="Calibri"/>
                <a:cs typeface="Calibri"/>
              </a:rPr>
              <a:t>a</a:t>
            </a:r>
            <a:r>
              <a:rPr sz="2600" u="heavy" spc="-20" dirty="0">
                <a:latin typeface="Calibri"/>
                <a:cs typeface="Calibri"/>
              </a:rPr>
              <a:t>ms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30" dirty="0"/>
              <a:t>B</a:t>
            </a:r>
            <a:r>
              <a:rPr spc="-5" dirty="0"/>
              <a:t>l</a:t>
            </a:r>
            <a:r>
              <a:rPr spc="5" dirty="0"/>
              <a:t>o</a:t>
            </a:r>
            <a:r>
              <a:rPr spc="-15" dirty="0"/>
              <a:t>ck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5" dirty="0"/>
              <a:t>D</a:t>
            </a:r>
            <a:r>
              <a:rPr spc="-5" dirty="0"/>
              <a:t>i</a:t>
            </a:r>
            <a:r>
              <a:rPr spc="-10" dirty="0"/>
              <a:t>a</a:t>
            </a:r>
            <a:r>
              <a:rPr spc="-25" dirty="0"/>
              <a:t>g</a:t>
            </a:r>
            <a:r>
              <a:rPr spc="-85" dirty="0"/>
              <a:t>r</a:t>
            </a:r>
            <a:r>
              <a:rPr spc="-10" dirty="0"/>
              <a:t>a</a:t>
            </a:r>
            <a:r>
              <a:rPr spc="-30" dirty="0"/>
              <a:t>m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30" dirty="0"/>
              <a:t>A</a:t>
            </a:r>
            <a:r>
              <a:rPr spc="-10" dirty="0"/>
              <a:t>na</a:t>
            </a:r>
            <a:r>
              <a:rPr spc="-5" dirty="0"/>
              <a:t>l</a:t>
            </a:r>
            <a:r>
              <a:rPr spc="-60" dirty="0"/>
              <a:t>y</a:t>
            </a:r>
            <a:r>
              <a:rPr spc="-10" dirty="0"/>
              <a:t>s</a:t>
            </a:r>
            <a:r>
              <a:rPr spc="-5" dirty="0"/>
              <a:t>i</a:t>
            </a:r>
            <a:r>
              <a:rPr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7390" y="2268849"/>
            <a:ext cx="7633970" cy="3482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019810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ar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rn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ng</a:t>
            </a:r>
            <a:r>
              <a:rPr sz="2600" spc="5" dirty="0">
                <a:latin typeface="Calibri"/>
                <a:cs typeface="Calibri"/>
              </a:rPr>
              <a:t>l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</a:t>
            </a:r>
            <a:endParaRPr sz="2600">
              <a:latin typeface="Calibri"/>
              <a:cs typeface="Calibri"/>
            </a:endParaRPr>
          </a:p>
          <a:p>
            <a:pPr marL="241300" marR="713740" indent="-228600">
              <a:lnSpc>
                <a:spcPct val="90100"/>
              </a:lnSpc>
              <a:spcBef>
                <a:spcPts val="94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de</a:t>
            </a:r>
            <a:r>
              <a:rPr sz="2600" dirty="0">
                <a:latin typeface="Calibri"/>
                <a:cs typeface="Calibri"/>
              </a:rPr>
              <a:t>si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Calibri"/>
                <a:cs typeface="Calibri"/>
              </a:rPr>
              <a:t>sc</a:t>
            </a:r>
            <a:r>
              <a:rPr sz="2600" spc="-10" dirty="0">
                <a:latin typeface="Calibri"/>
                <a:cs typeface="Calibri"/>
              </a:rPr>
              <a:t>ena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s,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65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h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li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0" dirty="0">
                <a:latin typeface="Calibri"/>
                <a:cs typeface="Calibri"/>
              </a:rPr>
              <a:t>k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ep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spc="15" dirty="0">
                <a:latin typeface="Calibri"/>
                <a:cs typeface="Calibri"/>
              </a:rPr>
              <a:t>g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Calibri"/>
                <a:cs typeface="Calibri"/>
              </a:rPr>
              <a:t>ex</a:t>
            </a:r>
            <a:r>
              <a:rPr sz="2600" spc="-25" dirty="0">
                <a:latin typeface="Calibri"/>
                <a:cs typeface="Calibri"/>
              </a:rPr>
              <a:t>am</a:t>
            </a:r>
            <a:r>
              <a:rPr sz="2600" spc="-10" dirty="0">
                <a:latin typeface="Calibri"/>
                <a:cs typeface="Calibri"/>
              </a:rPr>
              <a:t>p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10" dirty="0">
                <a:latin typeface="Calibri"/>
                <a:cs typeface="Calibri"/>
              </a:rPr>
              <a:t>e,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40" dirty="0">
                <a:latin typeface="Calibri"/>
                <a:cs typeface="Calibri"/>
              </a:rPr>
              <a:t>g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hm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20"/>
              </a:lnSpc>
              <a:spcBef>
                <a:spcPts val="1019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ck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spc="-30" dirty="0">
                <a:latin typeface="Calibri"/>
                <a:cs typeface="Calibri"/>
              </a:rPr>
              <a:t>h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w</a:t>
            </a: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g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0" dirty="0">
                <a:latin typeface="Calibri"/>
                <a:cs typeface="Calibri"/>
              </a:rPr>
              <a:t>ev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Calibri"/>
                <a:cs typeface="Calibri"/>
              </a:rPr>
              <a:t>“</a:t>
            </a:r>
            <a:r>
              <a:rPr sz="2600" spc="-1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ll”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600" spc="-170" dirty="0">
                <a:latin typeface="Calibri"/>
                <a:cs typeface="Calibri"/>
              </a:rPr>
              <a:t>T</a:t>
            </a:r>
            <a:r>
              <a:rPr sz="2600" spc="-8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i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ead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Calibri"/>
                <a:cs typeface="Calibri"/>
              </a:rPr>
              <a:t>f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spc="-10" dirty="0">
                <a:latin typeface="Calibri"/>
                <a:cs typeface="Calibri"/>
              </a:rPr>
              <a:t>ur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h</a:t>
            </a:r>
            <a:r>
              <a:rPr sz="2600" spc="-10" dirty="0">
                <a:latin typeface="Calibri"/>
                <a:cs typeface="Calibri"/>
              </a:rPr>
              <a:t>er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alibri"/>
                <a:cs typeface="Calibri"/>
              </a:rPr>
              <a:t>ana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sis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60"/>
              </a:lnSpc>
            </a:pPr>
            <a:r>
              <a:rPr sz="2600" spc="-10" dirty="0">
                <a:latin typeface="Calibri"/>
                <a:cs typeface="Calibri"/>
              </a:rPr>
              <a:t>(e</a:t>
            </a:r>
            <a:r>
              <a:rPr sz="2600" spc="20" dirty="0">
                <a:latin typeface="Calibri"/>
                <a:cs typeface="Calibri"/>
              </a:rPr>
              <a:t>.</a:t>
            </a:r>
            <a:r>
              <a:rPr sz="2600" spc="-20" dirty="0">
                <a:latin typeface="Calibri"/>
                <a:cs typeface="Calibri"/>
              </a:rPr>
              <a:t>g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4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ab</a:t>
            </a:r>
            <a:r>
              <a:rPr sz="2600" dirty="0">
                <a:latin typeface="Calibri"/>
                <a:cs typeface="Calibri"/>
              </a:rPr>
              <a:t>ili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5" dirty="0">
                <a:latin typeface="Calibri"/>
                <a:cs typeface="Calibri"/>
              </a:rPr>
              <a:t>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60" dirty="0">
                <a:latin typeface="Calibri"/>
                <a:cs typeface="Calibri"/>
              </a:rPr>
              <a:t>r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s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m)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201795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2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80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er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35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16199" y="3296899"/>
            <a:ext cx="938530" cy="15240"/>
          </a:xfrm>
          <a:custGeom>
            <a:avLst/>
            <a:gdLst/>
            <a:ahLst/>
            <a:cxnLst/>
            <a:rect l="l" t="t" r="r" b="b"/>
            <a:pathLst>
              <a:path w="938529" h="15239">
                <a:moveTo>
                  <a:pt x="938052" y="15239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77350" y="3266480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32" y="0"/>
                </a:moveTo>
                <a:lnTo>
                  <a:pt x="76931" y="45689"/>
                </a:lnTo>
                <a:lnTo>
                  <a:pt x="0" y="8887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38464" y="2768372"/>
            <a:ext cx="74168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337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37219" y="2607320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13"/>
                </a:moveTo>
                <a:lnTo>
                  <a:pt x="3186" y="203927"/>
                </a:lnTo>
                <a:lnTo>
                  <a:pt x="12411" y="166470"/>
                </a:lnTo>
                <a:lnTo>
                  <a:pt x="36474" y="115187"/>
                </a:lnTo>
                <a:lnTo>
                  <a:pt x="71304" y="71288"/>
                </a:lnTo>
                <a:lnTo>
                  <a:pt x="115209" y="36465"/>
                </a:lnTo>
                <a:lnTo>
                  <a:pt x="166497" y="12408"/>
                </a:lnTo>
                <a:lnTo>
                  <a:pt x="203956" y="3185"/>
                </a:lnTo>
                <a:lnTo>
                  <a:pt x="243443" y="0"/>
                </a:lnTo>
                <a:lnTo>
                  <a:pt x="1836846" y="0"/>
                </a:lnTo>
                <a:lnTo>
                  <a:pt x="1876332" y="3185"/>
                </a:lnTo>
                <a:lnTo>
                  <a:pt x="1913789" y="12408"/>
                </a:lnTo>
                <a:lnTo>
                  <a:pt x="1965072" y="36465"/>
                </a:lnTo>
                <a:lnTo>
                  <a:pt x="2008971" y="71288"/>
                </a:lnTo>
                <a:lnTo>
                  <a:pt x="2043794" y="115187"/>
                </a:lnTo>
                <a:lnTo>
                  <a:pt x="2067851" y="166470"/>
                </a:lnTo>
                <a:lnTo>
                  <a:pt x="2077074" y="203927"/>
                </a:lnTo>
                <a:lnTo>
                  <a:pt x="2080259" y="243413"/>
                </a:lnTo>
                <a:lnTo>
                  <a:pt x="2080259" y="1217063"/>
                </a:lnTo>
                <a:lnTo>
                  <a:pt x="2077074" y="1256549"/>
                </a:lnTo>
                <a:lnTo>
                  <a:pt x="2067851" y="1294005"/>
                </a:lnTo>
                <a:lnTo>
                  <a:pt x="2043794" y="1345290"/>
                </a:lnTo>
                <a:lnTo>
                  <a:pt x="2008971" y="1389191"/>
                </a:lnTo>
                <a:lnTo>
                  <a:pt x="1965072" y="1424016"/>
                </a:lnTo>
                <a:lnTo>
                  <a:pt x="1913789" y="1448076"/>
                </a:lnTo>
                <a:lnTo>
                  <a:pt x="1876332" y="1457299"/>
                </a:lnTo>
                <a:lnTo>
                  <a:pt x="1836846" y="1460485"/>
                </a:lnTo>
                <a:lnTo>
                  <a:pt x="243443" y="1460485"/>
                </a:lnTo>
                <a:lnTo>
                  <a:pt x="203956" y="1457299"/>
                </a:lnTo>
                <a:lnTo>
                  <a:pt x="166497" y="1448076"/>
                </a:lnTo>
                <a:lnTo>
                  <a:pt x="115209" y="1424016"/>
                </a:lnTo>
                <a:lnTo>
                  <a:pt x="71304" y="1389191"/>
                </a:lnTo>
                <a:lnTo>
                  <a:pt x="36474" y="1345290"/>
                </a:lnTo>
                <a:lnTo>
                  <a:pt x="12411" y="1294005"/>
                </a:lnTo>
                <a:lnTo>
                  <a:pt x="3186" y="1256549"/>
                </a:lnTo>
                <a:lnTo>
                  <a:pt x="0" y="1217063"/>
                </a:lnTo>
                <a:lnTo>
                  <a:pt x="0" y="2434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96540" y="3121432"/>
            <a:ext cx="35814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300" dirty="0">
                <a:latin typeface="Times New Roman"/>
                <a:cs typeface="Times New Roman"/>
              </a:rPr>
              <a:t>G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7575" y="3335030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80" h="3175">
                <a:moveTo>
                  <a:pt x="982973" y="3047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34197" y="329339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304" y="0"/>
                </a:moveTo>
                <a:lnTo>
                  <a:pt x="76352" y="44683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56447" y="2809351"/>
            <a:ext cx="69469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70" dirty="0">
                <a:latin typeface="Times New Roman"/>
                <a:cs typeface="Times New Roman"/>
              </a:rPr>
              <a:t>x</a:t>
            </a:r>
            <a:r>
              <a:rPr sz="3000" spc="157" baseline="-19444" dirty="0">
                <a:latin typeface="Times New Roman"/>
                <a:cs typeface="Times New Roman"/>
              </a:rPr>
              <a:t>1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3398" y="4845386"/>
            <a:ext cx="212979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i="1" spc="-60" dirty="0">
                <a:latin typeface="Times New Roman"/>
                <a:cs typeface="Times New Roman"/>
              </a:rPr>
              <a:t>x</a:t>
            </a:r>
            <a:r>
              <a:rPr sz="3075" spc="-37" baseline="-18970" dirty="0">
                <a:latin typeface="Times New Roman"/>
                <a:cs typeface="Times New Roman"/>
              </a:rPr>
              <a:t>2</a:t>
            </a:r>
            <a:r>
              <a:rPr sz="3075" spc="-352" baseline="-18970" dirty="0">
                <a:latin typeface="Times New Roman"/>
                <a:cs typeface="Times New Roman"/>
              </a:rPr>
              <a:t> </a:t>
            </a:r>
            <a:r>
              <a:rPr sz="2750" spc="50" dirty="0">
                <a:latin typeface="Times New Roman"/>
                <a:cs typeface="Times New Roman"/>
              </a:rPr>
              <a:t>(</a:t>
            </a:r>
            <a:r>
              <a:rPr sz="2750" i="1" spc="210" dirty="0">
                <a:latin typeface="Times New Roman"/>
                <a:cs typeface="Times New Roman"/>
              </a:rPr>
              <a:t>k</a:t>
            </a:r>
            <a:r>
              <a:rPr sz="2750" spc="-20" dirty="0">
                <a:latin typeface="Times New Roman"/>
                <a:cs typeface="Times New Roman"/>
              </a:rPr>
              <a:t>)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spc="-35" dirty="0">
                <a:latin typeface="Symbol"/>
                <a:cs typeface="Symbol"/>
              </a:rPr>
              <a:t></a:t>
            </a:r>
            <a:r>
              <a:rPr sz="2750" spc="-150" dirty="0">
                <a:latin typeface="Times New Roman"/>
                <a:cs typeface="Times New Roman"/>
              </a:rPr>
              <a:t> </a:t>
            </a:r>
            <a:r>
              <a:rPr sz="2750" i="1" spc="-325" dirty="0">
                <a:latin typeface="Times New Roman"/>
                <a:cs typeface="Times New Roman"/>
              </a:rPr>
              <a:t>G</a:t>
            </a:r>
            <a:r>
              <a:rPr sz="3075" spc="82" baseline="-18970" dirty="0">
                <a:latin typeface="Times New Roman"/>
                <a:cs typeface="Times New Roman"/>
              </a:rPr>
              <a:t>1</a:t>
            </a:r>
            <a:r>
              <a:rPr sz="2750" i="1" spc="-285" dirty="0">
                <a:latin typeface="Times New Roman"/>
                <a:cs typeface="Times New Roman"/>
              </a:rPr>
              <a:t>x</a:t>
            </a:r>
            <a:r>
              <a:rPr sz="3075" spc="150" baseline="-18970" dirty="0">
                <a:latin typeface="Times New Roman"/>
                <a:cs typeface="Times New Roman"/>
              </a:rPr>
              <a:t>1</a:t>
            </a:r>
            <a:r>
              <a:rPr sz="2750" spc="50" dirty="0">
                <a:latin typeface="Times New Roman"/>
                <a:cs typeface="Times New Roman"/>
              </a:rPr>
              <a:t>(</a:t>
            </a:r>
            <a:r>
              <a:rPr sz="2750" i="1" spc="210" dirty="0">
                <a:latin typeface="Times New Roman"/>
                <a:cs typeface="Times New Roman"/>
              </a:rPr>
              <a:t>k</a:t>
            </a:r>
            <a:r>
              <a:rPr sz="2750" spc="-20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5" dirty="0"/>
              <a:t>S</a:t>
            </a:r>
            <a:r>
              <a:rPr spc="-15" dirty="0"/>
              <a:t>e</a:t>
            </a:r>
            <a:r>
              <a:rPr spc="-10" dirty="0"/>
              <a:t>r</a:t>
            </a:r>
            <a:r>
              <a:rPr spc="-5" dirty="0"/>
              <a:t>i</a:t>
            </a:r>
            <a:r>
              <a:rPr spc="-15" dirty="0"/>
              <a:t>e</a:t>
            </a:r>
            <a:r>
              <a:rPr dirty="0"/>
              <a:t>s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10" dirty="0"/>
              <a:t>Ru</a:t>
            </a:r>
            <a:r>
              <a:rPr spc="-5" dirty="0"/>
              <a:t>l</a:t>
            </a:r>
            <a:r>
              <a:rPr spc="-20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5073639" y="2330439"/>
            <a:ext cx="2083435" cy="1460500"/>
          </a:xfrm>
          <a:custGeom>
            <a:avLst/>
            <a:gdLst/>
            <a:ahLst/>
            <a:cxnLst/>
            <a:rect l="l" t="t" r="r" b="b"/>
            <a:pathLst>
              <a:path w="2083434" h="1460500">
                <a:moveTo>
                  <a:pt x="0" y="243443"/>
                </a:moveTo>
                <a:lnTo>
                  <a:pt x="3186" y="203956"/>
                </a:lnTo>
                <a:lnTo>
                  <a:pt x="12411" y="166497"/>
                </a:lnTo>
                <a:lnTo>
                  <a:pt x="36474" y="115209"/>
                </a:lnTo>
                <a:lnTo>
                  <a:pt x="71304" y="71304"/>
                </a:lnTo>
                <a:lnTo>
                  <a:pt x="115209" y="36474"/>
                </a:lnTo>
                <a:lnTo>
                  <a:pt x="166497" y="12411"/>
                </a:lnTo>
                <a:lnTo>
                  <a:pt x="203956" y="3186"/>
                </a:lnTo>
                <a:lnTo>
                  <a:pt x="243443" y="0"/>
                </a:lnTo>
                <a:lnTo>
                  <a:pt x="1839376" y="0"/>
                </a:lnTo>
                <a:lnTo>
                  <a:pt x="1878863" y="3186"/>
                </a:lnTo>
                <a:lnTo>
                  <a:pt x="1916322" y="12411"/>
                </a:lnTo>
                <a:lnTo>
                  <a:pt x="1967610" y="36474"/>
                </a:lnTo>
                <a:lnTo>
                  <a:pt x="2011516" y="71304"/>
                </a:lnTo>
                <a:lnTo>
                  <a:pt x="2046346" y="115209"/>
                </a:lnTo>
                <a:lnTo>
                  <a:pt x="2070409" y="166497"/>
                </a:lnTo>
                <a:lnTo>
                  <a:pt x="2079633" y="203956"/>
                </a:lnTo>
                <a:lnTo>
                  <a:pt x="2082820" y="243443"/>
                </a:lnTo>
                <a:lnTo>
                  <a:pt x="2082820" y="1217096"/>
                </a:lnTo>
                <a:lnTo>
                  <a:pt x="2079633" y="1256583"/>
                </a:lnTo>
                <a:lnTo>
                  <a:pt x="2070409" y="1294039"/>
                </a:lnTo>
                <a:lnTo>
                  <a:pt x="2046346" y="1345322"/>
                </a:lnTo>
                <a:lnTo>
                  <a:pt x="2011516" y="1389221"/>
                </a:lnTo>
                <a:lnTo>
                  <a:pt x="1967610" y="1424044"/>
                </a:lnTo>
                <a:lnTo>
                  <a:pt x="1916322" y="1448102"/>
                </a:lnTo>
                <a:lnTo>
                  <a:pt x="1878863" y="1457324"/>
                </a:lnTo>
                <a:lnTo>
                  <a:pt x="1839376" y="1460510"/>
                </a:lnTo>
                <a:lnTo>
                  <a:pt x="243443" y="1460510"/>
                </a:lnTo>
                <a:lnTo>
                  <a:pt x="203956" y="1457324"/>
                </a:lnTo>
                <a:lnTo>
                  <a:pt x="166497" y="1448102"/>
                </a:lnTo>
                <a:lnTo>
                  <a:pt x="115209" y="1424044"/>
                </a:lnTo>
                <a:lnTo>
                  <a:pt x="71304" y="1389221"/>
                </a:lnTo>
                <a:lnTo>
                  <a:pt x="36474" y="1345322"/>
                </a:lnTo>
                <a:lnTo>
                  <a:pt x="12411" y="1294039"/>
                </a:lnTo>
                <a:lnTo>
                  <a:pt x="3186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17963" y="2844585"/>
            <a:ext cx="38862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60" dirty="0">
                <a:latin typeface="Times New Roman"/>
                <a:cs typeface="Times New Roman"/>
              </a:rPr>
              <a:t>G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09709" y="3017520"/>
            <a:ext cx="938530" cy="15240"/>
          </a:xfrm>
          <a:custGeom>
            <a:avLst/>
            <a:gdLst/>
            <a:ahLst/>
            <a:cxnLst/>
            <a:rect l="l" t="t" r="r" b="b"/>
            <a:pathLst>
              <a:path w="938529" h="15239">
                <a:moveTo>
                  <a:pt x="938052" y="15239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70861" y="2987070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32" y="0"/>
                </a:moveTo>
                <a:lnTo>
                  <a:pt x="76901" y="45689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55179" y="3043336"/>
            <a:ext cx="934085" cy="15240"/>
          </a:xfrm>
          <a:custGeom>
            <a:avLst/>
            <a:gdLst/>
            <a:ahLst/>
            <a:cxnLst/>
            <a:rect l="l" t="t" r="r" b="b"/>
            <a:pathLst>
              <a:path w="934084" h="15239">
                <a:moveTo>
                  <a:pt x="933876" y="0"/>
                </a:moveTo>
                <a:lnTo>
                  <a:pt x="0" y="1523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12124" y="3000116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63" y="88910"/>
                </a:moveTo>
                <a:lnTo>
                  <a:pt x="76931" y="43220"/>
                </a:ln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46795" y="2532490"/>
            <a:ext cx="72580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1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3</a:t>
            </a:r>
            <a:r>
              <a:rPr sz="3000" spc="-434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1962" y="2565172"/>
            <a:ext cx="74168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337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30729" y="231519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43"/>
                </a:moveTo>
                <a:lnTo>
                  <a:pt x="3185" y="203956"/>
                </a:lnTo>
                <a:lnTo>
                  <a:pt x="12409" y="166497"/>
                </a:lnTo>
                <a:lnTo>
                  <a:pt x="36468" y="115209"/>
                </a:lnTo>
                <a:lnTo>
                  <a:pt x="71294" y="71304"/>
                </a:lnTo>
                <a:lnTo>
                  <a:pt x="115195" y="36474"/>
                </a:lnTo>
                <a:lnTo>
                  <a:pt x="166479" y="12411"/>
                </a:lnTo>
                <a:lnTo>
                  <a:pt x="203936" y="3186"/>
                </a:lnTo>
                <a:lnTo>
                  <a:pt x="243422" y="0"/>
                </a:lnTo>
                <a:lnTo>
                  <a:pt x="1836846" y="0"/>
                </a:lnTo>
                <a:lnTo>
                  <a:pt x="1876332" y="3186"/>
                </a:lnTo>
                <a:lnTo>
                  <a:pt x="1913789" y="12411"/>
                </a:lnTo>
                <a:lnTo>
                  <a:pt x="1965072" y="36474"/>
                </a:lnTo>
                <a:lnTo>
                  <a:pt x="2008971" y="71304"/>
                </a:lnTo>
                <a:lnTo>
                  <a:pt x="2043794" y="115209"/>
                </a:lnTo>
                <a:lnTo>
                  <a:pt x="2067851" y="166497"/>
                </a:lnTo>
                <a:lnTo>
                  <a:pt x="2077074" y="203956"/>
                </a:lnTo>
                <a:lnTo>
                  <a:pt x="2080259" y="243443"/>
                </a:lnTo>
                <a:lnTo>
                  <a:pt x="2080259" y="1217096"/>
                </a:lnTo>
                <a:lnTo>
                  <a:pt x="2077074" y="1256583"/>
                </a:lnTo>
                <a:lnTo>
                  <a:pt x="2067851" y="1294039"/>
                </a:lnTo>
                <a:lnTo>
                  <a:pt x="2043794" y="1345322"/>
                </a:lnTo>
                <a:lnTo>
                  <a:pt x="2008971" y="1389221"/>
                </a:lnTo>
                <a:lnTo>
                  <a:pt x="1965072" y="1424044"/>
                </a:lnTo>
                <a:lnTo>
                  <a:pt x="1913789" y="1448102"/>
                </a:lnTo>
                <a:lnTo>
                  <a:pt x="1876332" y="1457324"/>
                </a:lnTo>
                <a:lnTo>
                  <a:pt x="1836846" y="1460510"/>
                </a:lnTo>
                <a:lnTo>
                  <a:pt x="243422" y="1460510"/>
                </a:lnTo>
                <a:lnTo>
                  <a:pt x="203936" y="1457324"/>
                </a:lnTo>
                <a:lnTo>
                  <a:pt x="166479" y="1448102"/>
                </a:lnTo>
                <a:lnTo>
                  <a:pt x="115195" y="1424044"/>
                </a:lnTo>
                <a:lnTo>
                  <a:pt x="71294" y="1389221"/>
                </a:lnTo>
                <a:lnTo>
                  <a:pt x="36468" y="1345322"/>
                </a:lnTo>
                <a:lnTo>
                  <a:pt x="12409" y="1294039"/>
                </a:lnTo>
                <a:lnTo>
                  <a:pt x="3185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87753" y="2829345"/>
            <a:ext cx="36068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80" dirty="0">
                <a:latin typeface="Times New Roman"/>
                <a:cs typeface="Times New Roman"/>
              </a:rPr>
              <a:t>G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080" y="3042940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80" h="3175">
                <a:moveTo>
                  <a:pt x="982967" y="3047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7704" y="300130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74" y="0"/>
                </a:moveTo>
                <a:lnTo>
                  <a:pt x="76343" y="44683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49738" y="2517251"/>
            <a:ext cx="69215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65" dirty="0">
                <a:latin typeface="Times New Roman"/>
                <a:cs typeface="Times New Roman"/>
              </a:rPr>
              <a:t>x</a:t>
            </a:r>
            <a:r>
              <a:rPr sz="3000" spc="150" baseline="-19444" dirty="0">
                <a:latin typeface="Times New Roman"/>
                <a:cs typeface="Times New Roman"/>
              </a:rPr>
              <a:t>1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494" y="4114674"/>
            <a:ext cx="7957820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i="1" spc="-95" dirty="0">
                <a:latin typeface="Times New Roman"/>
                <a:cs typeface="Times New Roman"/>
              </a:rPr>
              <a:t>x</a:t>
            </a:r>
            <a:r>
              <a:rPr sz="3075" spc="-37" baseline="-18970" dirty="0">
                <a:latin typeface="Times New Roman"/>
                <a:cs typeface="Times New Roman"/>
              </a:rPr>
              <a:t>3</a:t>
            </a:r>
            <a:r>
              <a:rPr sz="3075" spc="-442" baseline="-18970" dirty="0">
                <a:latin typeface="Times New Roman"/>
                <a:cs typeface="Times New Roman"/>
              </a:rPr>
              <a:t> </a:t>
            </a:r>
            <a:r>
              <a:rPr sz="2700" spc="70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i="1" spc="-60" dirty="0">
                <a:latin typeface="Times New Roman"/>
                <a:cs typeface="Times New Roman"/>
              </a:rPr>
              <a:t>G</a:t>
            </a:r>
            <a:r>
              <a:rPr sz="3075" spc="-37" baseline="-18970" dirty="0">
                <a:latin typeface="Times New Roman"/>
                <a:cs typeface="Times New Roman"/>
              </a:rPr>
              <a:t>2</a:t>
            </a:r>
            <a:r>
              <a:rPr sz="3075" spc="-412" baseline="-18970" dirty="0">
                <a:latin typeface="Times New Roman"/>
                <a:cs typeface="Times New Roman"/>
              </a:rPr>
              <a:t> </a:t>
            </a:r>
            <a:r>
              <a:rPr sz="2700" i="1" spc="-35" dirty="0">
                <a:latin typeface="Times New Roman"/>
                <a:cs typeface="Times New Roman"/>
              </a:rPr>
              <a:t>x</a:t>
            </a:r>
            <a:r>
              <a:rPr sz="3075" spc="-37" baseline="-18970" dirty="0">
                <a:latin typeface="Times New Roman"/>
                <a:cs typeface="Times New Roman"/>
              </a:rPr>
              <a:t>2</a:t>
            </a:r>
            <a:r>
              <a:rPr sz="3075" spc="-345" baseline="-18970" dirty="0">
                <a:latin typeface="Times New Roman"/>
                <a:cs typeface="Times New Roman"/>
              </a:rPr>
              <a:t> </a:t>
            </a:r>
            <a:r>
              <a:rPr sz="2700" spc="65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i="1" spc="-60" dirty="0">
                <a:latin typeface="Times New Roman"/>
                <a:cs typeface="Times New Roman"/>
              </a:rPr>
              <a:t>G</a:t>
            </a:r>
            <a:r>
              <a:rPr sz="3075" spc="-37" baseline="-18970" dirty="0">
                <a:latin typeface="Times New Roman"/>
                <a:cs typeface="Times New Roman"/>
              </a:rPr>
              <a:t>2</a:t>
            </a:r>
            <a:r>
              <a:rPr sz="3075" spc="30" baseline="-18970" dirty="0">
                <a:latin typeface="Times New Roman"/>
                <a:cs typeface="Times New Roman"/>
              </a:rPr>
              <a:t> </a:t>
            </a:r>
            <a:r>
              <a:rPr sz="5400" spc="-270" baseline="-3086" dirty="0">
                <a:latin typeface="Symbol"/>
                <a:cs typeface="Symbol"/>
              </a:rPr>
              <a:t></a:t>
            </a:r>
            <a:r>
              <a:rPr sz="2700" i="1" spc="-285" dirty="0">
                <a:latin typeface="Times New Roman"/>
                <a:cs typeface="Times New Roman"/>
              </a:rPr>
              <a:t>G</a:t>
            </a:r>
            <a:r>
              <a:rPr sz="3075" spc="-37" baseline="-18970" dirty="0">
                <a:latin typeface="Times New Roman"/>
                <a:cs typeface="Times New Roman"/>
              </a:rPr>
              <a:t>1</a:t>
            </a:r>
            <a:r>
              <a:rPr sz="3075" spc="-142" baseline="-189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</a:t>
            </a:r>
            <a:r>
              <a:rPr sz="2700" spc="-215" dirty="0">
                <a:latin typeface="Times New Roman"/>
                <a:cs typeface="Times New Roman"/>
              </a:rPr>
              <a:t> </a:t>
            </a:r>
            <a:r>
              <a:rPr sz="2700" i="1" spc="-260" dirty="0">
                <a:latin typeface="Times New Roman"/>
                <a:cs typeface="Times New Roman"/>
              </a:rPr>
              <a:t>x</a:t>
            </a:r>
            <a:r>
              <a:rPr sz="3075" spc="150" baseline="-18970" dirty="0">
                <a:latin typeface="Times New Roman"/>
                <a:cs typeface="Times New Roman"/>
              </a:rPr>
              <a:t>1</a:t>
            </a:r>
            <a:r>
              <a:rPr sz="2700" spc="65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Times New Roman"/>
                <a:cs typeface="Times New Roman"/>
              </a:rPr>
              <a:t>)</a:t>
            </a:r>
            <a:r>
              <a:rPr sz="5400" spc="-472" baseline="-3086" dirty="0">
                <a:latin typeface="Symbol"/>
                <a:cs typeface="Symbol"/>
              </a:rPr>
              <a:t></a:t>
            </a:r>
            <a:r>
              <a:rPr sz="5400" spc="-472" baseline="-3086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i="1" spc="-60" dirty="0">
                <a:latin typeface="Times New Roman"/>
                <a:cs typeface="Times New Roman"/>
              </a:rPr>
              <a:t>G</a:t>
            </a:r>
            <a:r>
              <a:rPr sz="3075" baseline="-18970" dirty="0">
                <a:latin typeface="Times New Roman"/>
                <a:cs typeface="Times New Roman"/>
              </a:rPr>
              <a:t>2</a:t>
            </a:r>
            <a:r>
              <a:rPr sz="2700" i="1" spc="-285" dirty="0">
                <a:latin typeface="Times New Roman"/>
                <a:cs typeface="Times New Roman"/>
              </a:rPr>
              <a:t>G</a:t>
            </a:r>
            <a:r>
              <a:rPr sz="3075" spc="82" baseline="-18970" dirty="0">
                <a:latin typeface="Times New Roman"/>
                <a:cs typeface="Times New Roman"/>
              </a:rPr>
              <a:t>1</a:t>
            </a:r>
            <a:r>
              <a:rPr sz="2700" i="1" spc="-254" dirty="0">
                <a:latin typeface="Times New Roman"/>
                <a:cs typeface="Times New Roman"/>
              </a:rPr>
              <a:t>x</a:t>
            </a:r>
            <a:r>
              <a:rPr sz="3075" spc="150" baseline="-18970" dirty="0">
                <a:latin typeface="Times New Roman"/>
                <a:cs typeface="Times New Roman"/>
              </a:rPr>
              <a:t>1</a:t>
            </a:r>
            <a:r>
              <a:rPr sz="2700" spc="65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2700" i="1" spc="-285" dirty="0">
                <a:latin typeface="Times New Roman"/>
                <a:cs typeface="Times New Roman"/>
              </a:rPr>
              <a:t>G</a:t>
            </a:r>
            <a:r>
              <a:rPr sz="3075" spc="-232" baseline="-18970" dirty="0">
                <a:latin typeface="Times New Roman"/>
                <a:cs typeface="Times New Roman"/>
              </a:rPr>
              <a:t>1</a:t>
            </a:r>
            <a:r>
              <a:rPr sz="2700" i="1" spc="-60" dirty="0">
                <a:latin typeface="Times New Roman"/>
                <a:cs typeface="Times New Roman"/>
              </a:rPr>
              <a:t>G</a:t>
            </a:r>
            <a:r>
              <a:rPr sz="3075" spc="-37" baseline="-18970" dirty="0">
                <a:latin typeface="Times New Roman"/>
                <a:cs typeface="Times New Roman"/>
              </a:rPr>
              <a:t>2</a:t>
            </a:r>
            <a:r>
              <a:rPr sz="3075" spc="-419" baseline="-18970" dirty="0">
                <a:latin typeface="Times New Roman"/>
                <a:cs typeface="Times New Roman"/>
              </a:rPr>
              <a:t> </a:t>
            </a:r>
            <a:r>
              <a:rPr sz="2700" i="1" spc="-254" dirty="0">
                <a:latin typeface="Times New Roman"/>
                <a:cs typeface="Times New Roman"/>
              </a:rPr>
              <a:t>x</a:t>
            </a:r>
            <a:r>
              <a:rPr sz="3075" spc="157" baseline="-18970" dirty="0">
                <a:latin typeface="Times New Roman"/>
                <a:cs typeface="Times New Roman"/>
              </a:rPr>
              <a:t>1</a:t>
            </a:r>
            <a:r>
              <a:rPr sz="2700" spc="60" dirty="0">
                <a:latin typeface="Times New Roman"/>
                <a:cs typeface="Times New Roman"/>
              </a:rPr>
              <a:t>(</a:t>
            </a:r>
            <a:r>
              <a:rPr sz="2700" i="1" dirty="0">
                <a:latin typeface="Times New Roman"/>
                <a:cs typeface="Times New Roman"/>
              </a:rPr>
              <a:t>k</a:t>
            </a:r>
            <a:r>
              <a:rPr sz="2700" i="1" spc="-43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12479" y="4946654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10"/>
                </a:moveTo>
                <a:lnTo>
                  <a:pt x="3186" y="203927"/>
                </a:lnTo>
                <a:lnTo>
                  <a:pt x="12411" y="166473"/>
                </a:lnTo>
                <a:lnTo>
                  <a:pt x="36474" y="115191"/>
                </a:lnTo>
                <a:lnTo>
                  <a:pt x="71304" y="71293"/>
                </a:lnTo>
                <a:lnTo>
                  <a:pt x="115209" y="36468"/>
                </a:lnTo>
                <a:lnTo>
                  <a:pt x="166497" y="12409"/>
                </a:lnTo>
                <a:lnTo>
                  <a:pt x="203956" y="3185"/>
                </a:lnTo>
                <a:lnTo>
                  <a:pt x="243443" y="0"/>
                </a:lnTo>
                <a:lnTo>
                  <a:pt x="1836846" y="0"/>
                </a:lnTo>
                <a:lnTo>
                  <a:pt x="1876332" y="3185"/>
                </a:lnTo>
                <a:lnTo>
                  <a:pt x="1913789" y="12409"/>
                </a:lnTo>
                <a:lnTo>
                  <a:pt x="1965072" y="36468"/>
                </a:lnTo>
                <a:lnTo>
                  <a:pt x="2008971" y="71293"/>
                </a:lnTo>
                <a:lnTo>
                  <a:pt x="2043794" y="115191"/>
                </a:lnTo>
                <a:lnTo>
                  <a:pt x="2067851" y="166473"/>
                </a:lnTo>
                <a:lnTo>
                  <a:pt x="2077074" y="203927"/>
                </a:lnTo>
                <a:lnTo>
                  <a:pt x="2080259" y="243410"/>
                </a:lnTo>
                <a:lnTo>
                  <a:pt x="2080259" y="1217081"/>
                </a:lnTo>
                <a:lnTo>
                  <a:pt x="2077074" y="1256564"/>
                </a:lnTo>
                <a:lnTo>
                  <a:pt x="2067851" y="1294018"/>
                </a:lnTo>
                <a:lnTo>
                  <a:pt x="2043794" y="1345299"/>
                </a:lnTo>
                <a:lnTo>
                  <a:pt x="2008971" y="1389198"/>
                </a:lnTo>
                <a:lnTo>
                  <a:pt x="1965072" y="1424023"/>
                </a:lnTo>
                <a:lnTo>
                  <a:pt x="1913789" y="1448082"/>
                </a:lnTo>
                <a:lnTo>
                  <a:pt x="1876332" y="1457306"/>
                </a:lnTo>
                <a:lnTo>
                  <a:pt x="1836846" y="1460491"/>
                </a:lnTo>
                <a:lnTo>
                  <a:pt x="243443" y="1460491"/>
                </a:lnTo>
                <a:lnTo>
                  <a:pt x="203956" y="1457306"/>
                </a:lnTo>
                <a:lnTo>
                  <a:pt x="166497" y="1448082"/>
                </a:lnTo>
                <a:lnTo>
                  <a:pt x="115209" y="1424023"/>
                </a:lnTo>
                <a:lnTo>
                  <a:pt x="71304" y="1389198"/>
                </a:lnTo>
                <a:lnTo>
                  <a:pt x="36474" y="1345299"/>
                </a:lnTo>
                <a:lnTo>
                  <a:pt x="12411" y="1294018"/>
                </a:lnTo>
                <a:lnTo>
                  <a:pt x="3186" y="1256564"/>
                </a:lnTo>
                <a:lnTo>
                  <a:pt x="0" y="1217081"/>
                </a:lnTo>
                <a:lnTo>
                  <a:pt x="0" y="24341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02835" y="5674364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79" h="3175">
                <a:moveTo>
                  <a:pt x="982973" y="30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09457" y="5632740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304" y="0"/>
                </a:moveTo>
                <a:lnTo>
                  <a:pt x="76352" y="44683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631707" y="5148693"/>
            <a:ext cx="69469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70" dirty="0">
                <a:latin typeface="Times New Roman"/>
                <a:cs typeface="Times New Roman"/>
              </a:rPr>
              <a:t>x</a:t>
            </a:r>
            <a:r>
              <a:rPr sz="3000" spc="157" baseline="-19444" dirty="0">
                <a:latin typeface="Times New Roman"/>
                <a:cs typeface="Times New Roman"/>
              </a:rPr>
              <a:t>1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91459" y="5717953"/>
            <a:ext cx="934085" cy="15240"/>
          </a:xfrm>
          <a:custGeom>
            <a:avLst/>
            <a:gdLst/>
            <a:ahLst/>
            <a:cxnLst/>
            <a:rect l="l" t="t" r="r" b="b"/>
            <a:pathLst>
              <a:path w="934085" h="15239">
                <a:moveTo>
                  <a:pt x="933876" y="0"/>
                </a:moveTo>
                <a:lnTo>
                  <a:pt x="0" y="1523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48435" y="5674745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32" y="88891"/>
                </a:moveTo>
                <a:lnTo>
                  <a:pt x="76901" y="43208"/>
                </a:ln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583237" y="5206787"/>
            <a:ext cx="72580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1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3</a:t>
            </a:r>
            <a:r>
              <a:rPr sz="3000" spc="-434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57767" y="5476020"/>
            <a:ext cx="70739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80" dirty="0">
                <a:latin typeface="Times New Roman"/>
                <a:cs typeface="Times New Roman"/>
              </a:rPr>
              <a:t>G</a:t>
            </a:r>
            <a:r>
              <a:rPr sz="3000" spc="-209" baseline="-19444" dirty="0">
                <a:latin typeface="Times New Roman"/>
                <a:cs typeface="Times New Roman"/>
              </a:rPr>
              <a:t>1</a:t>
            </a:r>
            <a:r>
              <a:rPr sz="2650" i="1" spc="-60" dirty="0">
                <a:latin typeface="Times New Roman"/>
                <a:cs typeface="Times New Roman"/>
              </a:rPr>
              <a:t>G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endParaRPr sz="3000" baseline="-1944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513334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Ru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6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sh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w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an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54280" y="243711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59" h="1460500">
                <a:moveTo>
                  <a:pt x="0" y="243443"/>
                </a:moveTo>
                <a:lnTo>
                  <a:pt x="3185" y="203956"/>
                </a:lnTo>
                <a:lnTo>
                  <a:pt x="12408" y="166497"/>
                </a:lnTo>
                <a:lnTo>
                  <a:pt x="36465" y="115209"/>
                </a:lnTo>
                <a:lnTo>
                  <a:pt x="71288" y="71304"/>
                </a:lnTo>
                <a:lnTo>
                  <a:pt x="115187" y="36474"/>
                </a:lnTo>
                <a:lnTo>
                  <a:pt x="166470" y="12411"/>
                </a:lnTo>
                <a:lnTo>
                  <a:pt x="203927" y="3186"/>
                </a:lnTo>
                <a:lnTo>
                  <a:pt x="243413" y="0"/>
                </a:lnTo>
                <a:lnTo>
                  <a:pt x="1836816" y="0"/>
                </a:lnTo>
                <a:lnTo>
                  <a:pt x="1876303" y="3186"/>
                </a:lnTo>
                <a:lnTo>
                  <a:pt x="1913762" y="12411"/>
                </a:lnTo>
                <a:lnTo>
                  <a:pt x="1965050" y="36474"/>
                </a:lnTo>
                <a:lnTo>
                  <a:pt x="2008955" y="71304"/>
                </a:lnTo>
                <a:lnTo>
                  <a:pt x="2043785" y="115209"/>
                </a:lnTo>
                <a:lnTo>
                  <a:pt x="2067848" y="166497"/>
                </a:lnTo>
                <a:lnTo>
                  <a:pt x="2077073" y="203956"/>
                </a:lnTo>
                <a:lnTo>
                  <a:pt x="2080259" y="243443"/>
                </a:lnTo>
                <a:lnTo>
                  <a:pt x="2080259" y="1217096"/>
                </a:lnTo>
                <a:lnTo>
                  <a:pt x="2077073" y="1256583"/>
                </a:lnTo>
                <a:lnTo>
                  <a:pt x="2067848" y="1294039"/>
                </a:lnTo>
                <a:lnTo>
                  <a:pt x="2043785" y="1345322"/>
                </a:lnTo>
                <a:lnTo>
                  <a:pt x="2008955" y="1389221"/>
                </a:lnTo>
                <a:lnTo>
                  <a:pt x="1965050" y="1424044"/>
                </a:lnTo>
                <a:lnTo>
                  <a:pt x="1913762" y="1448102"/>
                </a:lnTo>
                <a:lnTo>
                  <a:pt x="1876303" y="1457324"/>
                </a:lnTo>
                <a:lnTo>
                  <a:pt x="1836816" y="1460510"/>
                </a:lnTo>
                <a:lnTo>
                  <a:pt x="243413" y="1460510"/>
                </a:lnTo>
                <a:lnTo>
                  <a:pt x="203927" y="1457324"/>
                </a:lnTo>
                <a:lnTo>
                  <a:pt x="166470" y="1448102"/>
                </a:lnTo>
                <a:lnTo>
                  <a:pt x="115187" y="1424044"/>
                </a:lnTo>
                <a:lnTo>
                  <a:pt x="71288" y="1389221"/>
                </a:lnTo>
                <a:lnTo>
                  <a:pt x="36465" y="1345322"/>
                </a:lnTo>
                <a:lnTo>
                  <a:pt x="12408" y="1294039"/>
                </a:lnTo>
                <a:lnTo>
                  <a:pt x="3185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17154" y="3152150"/>
            <a:ext cx="948690" cy="0"/>
          </a:xfrm>
          <a:custGeom>
            <a:avLst/>
            <a:gdLst/>
            <a:ahLst/>
            <a:cxnLst/>
            <a:rect l="l" t="t" r="r" b="b"/>
            <a:pathLst>
              <a:path w="948689">
                <a:moveTo>
                  <a:pt x="0" y="0"/>
                </a:moveTo>
                <a:lnTo>
                  <a:pt x="948354" y="0"/>
                </a:lnTo>
              </a:path>
            </a:pathLst>
          </a:custGeom>
          <a:ln w="14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37788" y="2653109"/>
            <a:ext cx="92456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5" dirty="0">
                <a:latin typeface="Times New Roman"/>
                <a:cs typeface="Times New Roman"/>
              </a:rPr>
              <a:t>B</a:t>
            </a:r>
            <a:r>
              <a:rPr sz="2650" spc="19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spc="15" baseline="34188" dirty="0">
                <a:latin typeface="Symbol"/>
                <a:cs typeface="Symbol"/>
              </a:rPr>
              <a:t></a:t>
            </a:r>
            <a:r>
              <a:rPr sz="2925" spc="195" baseline="34188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3624" y="3167205"/>
            <a:ext cx="90868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0" dirty="0">
                <a:latin typeface="Times New Roman"/>
                <a:cs typeface="Times New Roman"/>
              </a:rPr>
              <a:t>A</a:t>
            </a:r>
            <a:r>
              <a:rPr sz="2650" spc="19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spc="15" baseline="34188" dirty="0">
                <a:latin typeface="Symbol"/>
                <a:cs typeface="Symbol"/>
              </a:rPr>
              <a:t></a:t>
            </a:r>
            <a:r>
              <a:rPr sz="2925" spc="195" baseline="34188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87789" y="3124200"/>
            <a:ext cx="938530" cy="15240"/>
          </a:xfrm>
          <a:custGeom>
            <a:avLst/>
            <a:gdLst/>
            <a:ahLst/>
            <a:cxnLst/>
            <a:rect l="l" t="t" r="r" b="b"/>
            <a:pathLst>
              <a:path w="938529" h="15239">
                <a:moveTo>
                  <a:pt x="938052" y="15239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48941" y="3093750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32" y="0"/>
                </a:moveTo>
                <a:lnTo>
                  <a:pt x="76901" y="45689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33259" y="3152546"/>
            <a:ext cx="934085" cy="15240"/>
          </a:xfrm>
          <a:custGeom>
            <a:avLst/>
            <a:gdLst/>
            <a:ahLst/>
            <a:cxnLst/>
            <a:rect l="l" t="t" r="r" b="b"/>
            <a:pathLst>
              <a:path w="934084" h="15239">
                <a:moveTo>
                  <a:pt x="933876" y="0"/>
                </a:moveTo>
                <a:lnTo>
                  <a:pt x="0" y="1523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90205" y="3109325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63" y="88910"/>
                </a:moveTo>
                <a:lnTo>
                  <a:pt x="76931" y="43220"/>
                </a:ln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25089" y="2641372"/>
            <a:ext cx="728345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1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3</a:t>
            </a:r>
            <a:r>
              <a:rPr sz="3000" spc="-434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2536" y="2672190"/>
            <a:ext cx="73914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0" dirty="0">
                <a:latin typeface="Times New Roman"/>
                <a:cs typeface="Times New Roman"/>
              </a:rPr>
              <a:t>x</a:t>
            </a:r>
            <a:r>
              <a:rPr sz="3000" spc="-30" baseline="-19444" dirty="0">
                <a:latin typeface="Times New Roman"/>
                <a:cs typeface="Times New Roman"/>
              </a:rPr>
              <a:t>2</a:t>
            </a:r>
            <a:r>
              <a:rPr sz="3000" spc="-345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0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08810" y="2421879"/>
            <a:ext cx="2080260" cy="1460500"/>
          </a:xfrm>
          <a:custGeom>
            <a:avLst/>
            <a:gdLst/>
            <a:ahLst/>
            <a:cxnLst/>
            <a:rect l="l" t="t" r="r" b="b"/>
            <a:pathLst>
              <a:path w="2080260" h="1460500">
                <a:moveTo>
                  <a:pt x="0" y="243443"/>
                </a:moveTo>
                <a:lnTo>
                  <a:pt x="3185" y="203956"/>
                </a:lnTo>
                <a:lnTo>
                  <a:pt x="12409" y="166497"/>
                </a:lnTo>
                <a:lnTo>
                  <a:pt x="36468" y="115209"/>
                </a:lnTo>
                <a:lnTo>
                  <a:pt x="71294" y="71304"/>
                </a:lnTo>
                <a:lnTo>
                  <a:pt x="115195" y="36474"/>
                </a:lnTo>
                <a:lnTo>
                  <a:pt x="166479" y="12411"/>
                </a:lnTo>
                <a:lnTo>
                  <a:pt x="203936" y="3186"/>
                </a:lnTo>
                <a:lnTo>
                  <a:pt x="243422" y="0"/>
                </a:lnTo>
                <a:lnTo>
                  <a:pt x="1836846" y="0"/>
                </a:lnTo>
                <a:lnTo>
                  <a:pt x="1876332" y="3186"/>
                </a:lnTo>
                <a:lnTo>
                  <a:pt x="1913789" y="12411"/>
                </a:lnTo>
                <a:lnTo>
                  <a:pt x="1965072" y="36474"/>
                </a:lnTo>
                <a:lnTo>
                  <a:pt x="2008971" y="71304"/>
                </a:lnTo>
                <a:lnTo>
                  <a:pt x="2043794" y="115209"/>
                </a:lnTo>
                <a:lnTo>
                  <a:pt x="2067851" y="166497"/>
                </a:lnTo>
                <a:lnTo>
                  <a:pt x="2077074" y="203956"/>
                </a:lnTo>
                <a:lnTo>
                  <a:pt x="2080259" y="243443"/>
                </a:lnTo>
                <a:lnTo>
                  <a:pt x="2080259" y="1217096"/>
                </a:lnTo>
                <a:lnTo>
                  <a:pt x="2077074" y="1256583"/>
                </a:lnTo>
                <a:lnTo>
                  <a:pt x="2067851" y="1294039"/>
                </a:lnTo>
                <a:lnTo>
                  <a:pt x="2043794" y="1345322"/>
                </a:lnTo>
                <a:lnTo>
                  <a:pt x="2008971" y="1389221"/>
                </a:lnTo>
                <a:lnTo>
                  <a:pt x="1965072" y="1424044"/>
                </a:lnTo>
                <a:lnTo>
                  <a:pt x="1913789" y="1448102"/>
                </a:lnTo>
                <a:lnTo>
                  <a:pt x="1876332" y="1457324"/>
                </a:lnTo>
                <a:lnTo>
                  <a:pt x="1836846" y="1460510"/>
                </a:lnTo>
                <a:lnTo>
                  <a:pt x="243422" y="1460510"/>
                </a:lnTo>
                <a:lnTo>
                  <a:pt x="203936" y="1457324"/>
                </a:lnTo>
                <a:lnTo>
                  <a:pt x="166479" y="1448102"/>
                </a:lnTo>
                <a:lnTo>
                  <a:pt x="115195" y="1424044"/>
                </a:lnTo>
                <a:lnTo>
                  <a:pt x="71294" y="1389221"/>
                </a:lnTo>
                <a:lnTo>
                  <a:pt x="36468" y="1345322"/>
                </a:lnTo>
                <a:lnTo>
                  <a:pt x="12409" y="1294039"/>
                </a:lnTo>
                <a:lnTo>
                  <a:pt x="3185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46268" y="3136890"/>
            <a:ext cx="985519" cy="0"/>
          </a:xfrm>
          <a:custGeom>
            <a:avLst/>
            <a:gdLst/>
            <a:ahLst/>
            <a:cxnLst/>
            <a:rect l="l" t="t" r="r" b="b"/>
            <a:pathLst>
              <a:path w="985520">
                <a:moveTo>
                  <a:pt x="0" y="0"/>
                </a:moveTo>
                <a:lnTo>
                  <a:pt x="984975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59019" y="2637869"/>
            <a:ext cx="95631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75" dirty="0">
                <a:latin typeface="Times New Roman"/>
                <a:cs typeface="Times New Roman"/>
              </a:rPr>
              <a:t>C</a:t>
            </a:r>
            <a:r>
              <a:rPr sz="2650" spc="195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spc="15" baseline="34188" dirty="0">
                <a:latin typeface="Symbol"/>
                <a:cs typeface="Symbol"/>
              </a:rPr>
              <a:t></a:t>
            </a:r>
            <a:r>
              <a:rPr sz="2925" spc="195" baseline="34188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6912" y="3151969"/>
            <a:ext cx="96139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D</a:t>
            </a:r>
            <a:r>
              <a:rPr sz="2650" spc="19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spc="15" baseline="34188" dirty="0">
                <a:latin typeface="Symbol"/>
                <a:cs typeface="Symbol"/>
              </a:rPr>
              <a:t></a:t>
            </a:r>
            <a:r>
              <a:rPr sz="2925" spc="195" baseline="34188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9159" y="3152150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80" h="3175">
                <a:moveTo>
                  <a:pt x="982967" y="3047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05784" y="311051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86" y="0"/>
                </a:moveTo>
                <a:lnTo>
                  <a:pt x="76343" y="44683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28026" y="2626471"/>
            <a:ext cx="69469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70" dirty="0">
                <a:latin typeface="Times New Roman"/>
                <a:cs typeface="Times New Roman"/>
              </a:rPr>
              <a:t>x</a:t>
            </a:r>
            <a:r>
              <a:rPr sz="3000" spc="157" baseline="-19444" dirty="0">
                <a:latin typeface="Times New Roman"/>
                <a:cs typeface="Times New Roman"/>
              </a:rPr>
              <a:t>1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79470" y="4438650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22"/>
                </a:moveTo>
                <a:lnTo>
                  <a:pt x="3185" y="203936"/>
                </a:lnTo>
                <a:lnTo>
                  <a:pt x="12408" y="166479"/>
                </a:lnTo>
                <a:lnTo>
                  <a:pt x="36465" y="115195"/>
                </a:lnTo>
                <a:lnTo>
                  <a:pt x="71288" y="71294"/>
                </a:lnTo>
                <a:lnTo>
                  <a:pt x="115187" y="36468"/>
                </a:lnTo>
                <a:lnTo>
                  <a:pt x="166470" y="12409"/>
                </a:lnTo>
                <a:lnTo>
                  <a:pt x="203927" y="3185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5"/>
                </a:lnTo>
                <a:lnTo>
                  <a:pt x="1916319" y="12409"/>
                </a:lnTo>
                <a:lnTo>
                  <a:pt x="1967602" y="36468"/>
                </a:lnTo>
                <a:lnTo>
                  <a:pt x="2011500" y="71294"/>
                </a:lnTo>
                <a:lnTo>
                  <a:pt x="2046324" y="115195"/>
                </a:lnTo>
                <a:lnTo>
                  <a:pt x="2070381" y="166479"/>
                </a:lnTo>
                <a:lnTo>
                  <a:pt x="2079604" y="203936"/>
                </a:lnTo>
                <a:lnTo>
                  <a:pt x="2082789" y="243422"/>
                </a:lnTo>
                <a:lnTo>
                  <a:pt x="2082789" y="1217081"/>
                </a:lnTo>
                <a:lnTo>
                  <a:pt x="2079604" y="1256567"/>
                </a:lnTo>
                <a:lnTo>
                  <a:pt x="2070381" y="1294024"/>
                </a:lnTo>
                <a:lnTo>
                  <a:pt x="2046324" y="1345308"/>
                </a:lnTo>
                <a:lnTo>
                  <a:pt x="2011500" y="1389209"/>
                </a:lnTo>
                <a:lnTo>
                  <a:pt x="1967602" y="1424035"/>
                </a:lnTo>
                <a:lnTo>
                  <a:pt x="1916319" y="1448094"/>
                </a:lnTo>
                <a:lnTo>
                  <a:pt x="1878862" y="1457318"/>
                </a:lnTo>
                <a:lnTo>
                  <a:pt x="1839376" y="1460504"/>
                </a:lnTo>
                <a:lnTo>
                  <a:pt x="243413" y="1460504"/>
                </a:lnTo>
                <a:lnTo>
                  <a:pt x="203927" y="1457318"/>
                </a:lnTo>
                <a:lnTo>
                  <a:pt x="166470" y="1448094"/>
                </a:lnTo>
                <a:lnTo>
                  <a:pt x="115187" y="1424035"/>
                </a:lnTo>
                <a:lnTo>
                  <a:pt x="71288" y="1389209"/>
                </a:lnTo>
                <a:lnTo>
                  <a:pt x="36465" y="1345308"/>
                </a:lnTo>
                <a:lnTo>
                  <a:pt x="12408" y="1294024"/>
                </a:lnTo>
                <a:lnTo>
                  <a:pt x="3185" y="1256567"/>
                </a:lnTo>
                <a:lnTo>
                  <a:pt x="0" y="1217081"/>
                </a:lnTo>
                <a:lnTo>
                  <a:pt x="0" y="243422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69775" y="5153649"/>
            <a:ext cx="1899920" cy="0"/>
          </a:xfrm>
          <a:custGeom>
            <a:avLst/>
            <a:gdLst/>
            <a:ahLst/>
            <a:cxnLst/>
            <a:rect l="l" t="t" r="r" b="b"/>
            <a:pathLst>
              <a:path w="1899920">
                <a:moveTo>
                  <a:pt x="0" y="0"/>
                </a:moveTo>
                <a:lnTo>
                  <a:pt x="1899477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82466" y="4654630"/>
            <a:ext cx="187071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55" dirty="0">
                <a:latin typeface="Times New Roman"/>
                <a:cs typeface="Times New Roman"/>
              </a:rPr>
              <a:t>C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140" dirty="0">
                <a:latin typeface="Times New Roman"/>
                <a:cs typeface="Times New Roman"/>
              </a:rPr>
              <a:t>)</a:t>
            </a: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90205" y="5168801"/>
            <a:ext cx="1875789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0" dirty="0">
                <a:latin typeface="Times New Roman"/>
                <a:cs typeface="Times New Roman"/>
              </a:rPr>
              <a:t>D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390" dirty="0">
                <a:latin typeface="Times New Roman"/>
                <a:cs typeface="Times New Roman"/>
              </a:rPr>
              <a:t> </a:t>
            </a: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60979" y="5151525"/>
            <a:ext cx="934085" cy="15240"/>
          </a:xfrm>
          <a:custGeom>
            <a:avLst/>
            <a:gdLst/>
            <a:ahLst/>
            <a:cxnLst/>
            <a:rect l="l" t="t" r="r" b="b"/>
            <a:pathLst>
              <a:path w="934085" h="15239">
                <a:moveTo>
                  <a:pt x="933876" y="0"/>
                </a:moveTo>
                <a:lnTo>
                  <a:pt x="0" y="1523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17955" y="5108329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32" y="88879"/>
                </a:moveTo>
                <a:lnTo>
                  <a:pt x="76901" y="43196"/>
                </a:ln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16114" y="4627992"/>
            <a:ext cx="72580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1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3</a:t>
            </a:r>
            <a:r>
              <a:rPr sz="3000" spc="-434" baseline="-19444" dirty="0">
                <a:latin typeface="Times New Roman"/>
                <a:cs typeface="Times New Roman"/>
              </a:rPr>
              <a:t> 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69819" y="5163823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79" h="3175">
                <a:moveTo>
                  <a:pt x="982979" y="30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6447" y="5122200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74" y="0"/>
                </a:moveTo>
                <a:lnTo>
                  <a:pt x="76352" y="44683"/>
                </a:lnTo>
                <a:lnTo>
                  <a:pt x="0" y="88904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598687" y="4638152"/>
            <a:ext cx="69469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65" dirty="0">
                <a:latin typeface="Times New Roman"/>
                <a:cs typeface="Times New Roman"/>
              </a:rPr>
              <a:t>x</a:t>
            </a:r>
            <a:r>
              <a:rPr sz="3000" spc="157" baseline="-19444" dirty="0">
                <a:latin typeface="Times New Roman"/>
                <a:cs typeface="Times New Roman"/>
              </a:rPr>
              <a:t>1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18029" y="3069610"/>
            <a:ext cx="3960495" cy="1991360"/>
          </a:xfrm>
          <a:custGeom>
            <a:avLst/>
            <a:gdLst/>
            <a:ahLst/>
            <a:cxnLst/>
            <a:rect l="l" t="t" r="r" b="b"/>
            <a:pathLst>
              <a:path w="3960495" h="1991360">
                <a:moveTo>
                  <a:pt x="3567744" y="394380"/>
                </a:moveTo>
                <a:lnTo>
                  <a:pt x="392186" y="394380"/>
                </a:lnTo>
                <a:lnTo>
                  <a:pt x="609782" y="886230"/>
                </a:lnTo>
                <a:lnTo>
                  <a:pt x="0" y="1280635"/>
                </a:lnTo>
                <a:lnTo>
                  <a:pt x="881176" y="1499521"/>
                </a:lnTo>
                <a:lnTo>
                  <a:pt x="1098803" y="1991355"/>
                </a:lnTo>
                <a:lnTo>
                  <a:pt x="1979950" y="1772469"/>
                </a:lnTo>
                <a:lnTo>
                  <a:pt x="2957949" y="1772469"/>
                </a:lnTo>
                <a:lnTo>
                  <a:pt x="3078723" y="1499521"/>
                </a:lnTo>
                <a:lnTo>
                  <a:pt x="3959900" y="1280635"/>
                </a:lnTo>
                <a:lnTo>
                  <a:pt x="3350117" y="886230"/>
                </a:lnTo>
                <a:lnTo>
                  <a:pt x="3567744" y="394380"/>
                </a:lnTo>
                <a:close/>
              </a:path>
              <a:path w="3960495" h="1991360">
                <a:moveTo>
                  <a:pt x="2957949" y="1772469"/>
                </a:moveTo>
                <a:lnTo>
                  <a:pt x="1979950" y="1772469"/>
                </a:lnTo>
                <a:lnTo>
                  <a:pt x="2861096" y="1991355"/>
                </a:lnTo>
                <a:lnTo>
                  <a:pt x="2957949" y="1772469"/>
                </a:lnTo>
                <a:close/>
              </a:path>
              <a:path w="3960495" h="1991360">
                <a:moveTo>
                  <a:pt x="1979950" y="0"/>
                </a:moveTo>
                <a:lnTo>
                  <a:pt x="1370167" y="394380"/>
                </a:lnTo>
                <a:lnTo>
                  <a:pt x="2589702" y="394380"/>
                </a:lnTo>
                <a:lnTo>
                  <a:pt x="1979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18029" y="3069610"/>
            <a:ext cx="3960495" cy="1991360"/>
          </a:xfrm>
          <a:custGeom>
            <a:avLst/>
            <a:gdLst/>
            <a:ahLst/>
            <a:cxnLst/>
            <a:rect l="l" t="t" r="r" b="b"/>
            <a:pathLst>
              <a:path w="3960495" h="1991360">
                <a:moveTo>
                  <a:pt x="0" y="1280635"/>
                </a:moveTo>
                <a:lnTo>
                  <a:pt x="609782" y="886230"/>
                </a:lnTo>
                <a:lnTo>
                  <a:pt x="392186" y="394380"/>
                </a:lnTo>
                <a:lnTo>
                  <a:pt x="1370167" y="394380"/>
                </a:lnTo>
                <a:lnTo>
                  <a:pt x="1979950" y="0"/>
                </a:lnTo>
                <a:lnTo>
                  <a:pt x="2589702" y="394380"/>
                </a:lnTo>
                <a:lnTo>
                  <a:pt x="3567744" y="394380"/>
                </a:lnTo>
                <a:lnTo>
                  <a:pt x="3350117" y="886230"/>
                </a:lnTo>
                <a:lnTo>
                  <a:pt x="3959900" y="1280635"/>
                </a:lnTo>
                <a:lnTo>
                  <a:pt x="3078723" y="1499521"/>
                </a:lnTo>
                <a:lnTo>
                  <a:pt x="2861096" y="1991355"/>
                </a:lnTo>
                <a:lnTo>
                  <a:pt x="1979950" y="1772469"/>
                </a:lnTo>
                <a:lnTo>
                  <a:pt x="1098803" y="1991355"/>
                </a:lnTo>
                <a:lnTo>
                  <a:pt x="881176" y="1499521"/>
                </a:lnTo>
                <a:lnTo>
                  <a:pt x="0" y="1280635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-15" dirty="0"/>
              <a:t>Ne</a:t>
            </a:r>
            <a:r>
              <a:rPr spc="-85" dirty="0"/>
              <a:t>g</a:t>
            </a:r>
            <a:r>
              <a:rPr spc="-50" dirty="0"/>
              <a:t>a</a:t>
            </a:r>
            <a:r>
              <a:rPr spc="-15" dirty="0"/>
              <a:t>t</a:t>
            </a:r>
            <a:r>
              <a:rPr spc="-5" dirty="0"/>
              <a:t>i</a:t>
            </a:r>
            <a:r>
              <a:rPr spc="-60" dirty="0"/>
              <a:t>v</a:t>
            </a:r>
            <a:r>
              <a:rPr spc="-20" dirty="0"/>
              <a:t>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65" dirty="0"/>
              <a:t>F</a:t>
            </a:r>
            <a:r>
              <a:rPr spc="-15" dirty="0"/>
              <a:t>ee</a:t>
            </a:r>
            <a:r>
              <a:rPr spc="-10" dirty="0"/>
              <a:t>dba</a:t>
            </a:r>
            <a:r>
              <a:rPr spc="-15" dirty="0"/>
              <a:t>ck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" dirty="0"/>
              <a:t>Ru</a:t>
            </a:r>
            <a:r>
              <a:rPr spc="-5" dirty="0"/>
              <a:t>l</a:t>
            </a:r>
            <a:r>
              <a:rPr spc="-20" dirty="0"/>
              <a:t>e</a:t>
            </a:r>
          </a:p>
        </p:txBody>
      </p:sp>
      <p:sp>
        <p:nvSpPr>
          <p:cNvPr id="7" name="object 7"/>
          <p:cNvSpPr/>
          <p:nvPr/>
        </p:nvSpPr>
        <p:spPr>
          <a:xfrm>
            <a:off x="2856225" y="2640330"/>
            <a:ext cx="864235" cy="825500"/>
          </a:xfrm>
          <a:custGeom>
            <a:avLst/>
            <a:gdLst/>
            <a:ahLst/>
            <a:cxnLst/>
            <a:rect l="l" t="t" r="r" b="b"/>
            <a:pathLst>
              <a:path w="864235" h="825500">
                <a:moveTo>
                  <a:pt x="0" y="137586"/>
                </a:moveTo>
                <a:lnTo>
                  <a:pt x="6730" y="94961"/>
                </a:lnTo>
                <a:lnTo>
                  <a:pt x="25505" y="57771"/>
                </a:lnTo>
                <a:lnTo>
                  <a:pt x="54197" y="28144"/>
                </a:lnTo>
                <a:lnTo>
                  <a:pt x="90682" y="8205"/>
                </a:lnTo>
                <a:lnTo>
                  <a:pt x="132831" y="81"/>
                </a:lnTo>
                <a:lnTo>
                  <a:pt x="725997" y="0"/>
                </a:lnTo>
                <a:lnTo>
                  <a:pt x="740682" y="773"/>
                </a:lnTo>
                <a:lnTo>
                  <a:pt x="781743" y="11753"/>
                </a:lnTo>
                <a:lnTo>
                  <a:pt x="816654" y="34066"/>
                </a:lnTo>
                <a:lnTo>
                  <a:pt x="843292" y="65586"/>
                </a:lnTo>
                <a:lnTo>
                  <a:pt x="859532" y="104187"/>
                </a:lnTo>
                <a:lnTo>
                  <a:pt x="863614" y="687933"/>
                </a:lnTo>
                <a:lnTo>
                  <a:pt x="862840" y="702609"/>
                </a:lnTo>
                <a:lnTo>
                  <a:pt x="851857" y="743648"/>
                </a:lnTo>
                <a:lnTo>
                  <a:pt x="829537" y="778547"/>
                </a:lnTo>
                <a:lnTo>
                  <a:pt x="798006" y="805178"/>
                </a:lnTo>
                <a:lnTo>
                  <a:pt x="759388" y="821412"/>
                </a:lnTo>
                <a:lnTo>
                  <a:pt x="137601" y="825489"/>
                </a:lnTo>
                <a:lnTo>
                  <a:pt x="122916" y="824715"/>
                </a:lnTo>
                <a:lnTo>
                  <a:pt x="81857" y="813732"/>
                </a:lnTo>
                <a:lnTo>
                  <a:pt x="46946" y="791415"/>
                </a:lnTo>
                <a:lnTo>
                  <a:pt x="20309" y="759892"/>
                </a:lnTo>
                <a:lnTo>
                  <a:pt x="4074" y="721291"/>
                </a:lnTo>
                <a:lnTo>
                  <a:pt x="0" y="13758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5145" y="282573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6" y="5757"/>
                </a:lnTo>
                <a:lnTo>
                  <a:pt x="109135" y="22112"/>
                </a:lnTo>
                <a:lnTo>
                  <a:pt x="70519" y="47689"/>
                </a:lnTo>
                <a:lnTo>
                  <a:pt x="38963" y="81110"/>
                </a:lnTo>
                <a:lnTo>
                  <a:pt x="15869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5" y="260742"/>
                </a:lnTo>
                <a:lnTo>
                  <a:pt x="30255" y="302483"/>
                </a:lnTo>
                <a:lnTo>
                  <a:pt x="59147" y="338213"/>
                </a:lnTo>
                <a:lnTo>
                  <a:pt x="95565" y="366558"/>
                </a:lnTo>
                <a:lnTo>
                  <a:pt x="138107" y="386140"/>
                </a:lnTo>
                <a:lnTo>
                  <a:pt x="185369" y="395583"/>
                </a:lnTo>
                <a:lnTo>
                  <a:pt x="201929" y="396239"/>
                </a:lnTo>
                <a:lnTo>
                  <a:pt x="218491" y="395583"/>
                </a:lnTo>
                <a:lnTo>
                  <a:pt x="265756" y="386140"/>
                </a:lnTo>
                <a:lnTo>
                  <a:pt x="308299" y="366558"/>
                </a:lnTo>
                <a:lnTo>
                  <a:pt x="344717" y="338213"/>
                </a:lnTo>
                <a:lnTo>
                  <a:pt x="373607" y="302483"/>
                </a:lnTo>
                <a:lnTo>
                  <a:pt x="393565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5" y="135497"/>
                </a:lnTo>
                <a:lnTo>
                  <a:pt x="373607" y="93756"/>
                </a:lnTo>
                <a:lnTo>
                  <a:pt x="344717" y="58026"/>
                </a:lnTo>
                <a:lnTo>
                  <a:pt x="308299" y="29681"/>
                </a:lnTo>
                <a:lnTo>
                  <a:pt x="265756" y="10099"/>
                </a:lnTo>
                <a:lnTo>
                  <a:pt x="218491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5145" y="282573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9" y="150507"/>
                </a:lnTo>
                <a:lnTo>
                  <a:pt x="22540" y="107070"/>
                </a:lnTo>
                <a:lnTo>
                  <a:pt x="48611" y="69183"/>
                </a:lnTo>
                <a:lnTo>
                  <a:pt x="82676" y="38224"/>
                </a:lnTo>
                <a:lnTo>
                  <a:pt x="123333" y="15568"/>
                </a:lnTo>
                <a:lnTo>
                  <a:pt x="169178" y="2592"/>
                </a:lnTo>
                <a:lnTo>
                  <a:pt x="201929" y="0"/>
                </a:lnTo>
                <a:lnTo>
                  <a:pt x="218491" y="656"/>
                </a:lnTo>
                <a:lnTo>
                  <a:pt x="265756" y="10099"/>
                </a:lnTo>
                <a:lnTo>
                  <a:pt x="308299" y="29681"/>
                </a:lnTo>
                <a:lnTo>
                  <a:pt x="344717" y="58026"/>
                </a:lnTo>
                <a:lnTo>
                  <a:pt x="373607" y="93756"/>
                </a:lnTo>
                <a:lnTo>
                  <a:pt x="393565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5" y="260742"/>
                </a:lnTo>
                <a:lnTo>
                  <a:pt x="373607" y="302483"/>
                </a:lnTo>
                <a:lnTo>
                  <a:pt x="344717" y="338213"/>
                </a:lnTo>
                <a:lnTo>
                  <a:pt x="308299" y="366558"/>
                </a:lnTo>
                <a:lnTo>
                  <a:pt x="265756" y="386140"/>
                </a:lnTo>
                <a:lnTo>
                  <a:pt x="218491" y="395583"/>
                </a:lnTo>
                <a:lnTo>
                  <a:pt x="201929" y="396239"/>
                </a:lnTo>
                <a:lnTo>
                  <a:pt x="185369" y="395583"/>
                </a:lnTo>
                <a:lnTo>
                  <a:pt x="138107" y="386140"/>
                </a:lnTo>
                <a:lnTo>
                  <a:pt x="95565" y="366558"/>
                </a:lnTo>
                <a:lnTo>
                  <a:pt x="59147" y="338213"/>
                </a:lnTo>
                <a:lnTo>
                  <a:pt x="30255" y="302483"/>
                </a:lnTo>
                <a:lnTo>
                  <a:pt x="10295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3774" y="3006090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0" y="0"/>
                </a:moveTo>
                <a:lnTo>
                  <a:pt x="841891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1352" y="293939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90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8194" y="3241913"/>
            <a:ext cx="0" cy="1088390"/>
          </a:xfrm>
          <a:custGeom>
            <a:avLst/>
            <a:gdLst/>
            <a:ahLst/>
            <a:cxnLst/>
            <a:rect l="l" t="t" r="r" b="b"/>
            <a:pathLst>
              <a:path h="1088389">
                <a:moveTo>
                  <a:pt x="0" y="108803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61519" y="324191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86878" y="2877592"/>
            <a:ext cx="1825625" cy="72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3170"/>
              </a:lnSpc>
            </a:pPr>
            <a:r>
              <a:rPr sz="2650" i="1" spc="-300" dirty="0">
                <a:latin typeface="Times New Roman"/>
                <a:cs typeface="Times New Roman"/>
              </a:rPr>
              <a:t>G</a:t>
            </a:r>
            <a:r>
              <a:rPr sz="3000" spc="-15" baseline="-19444" dirty="0">
                <a:latin typeface="Times New Roman"/>
                <a:cs typeface="Times New Roman"/>
              </a:rPr>
              <a:t>1</a:t>
            </a:r>
            <a:endParaRPr sz="3000" baseline="-19444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4751" y="2463910"/>
            <a:ext cx="919480" cy="47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270" dirty="0">
                <a:latin typeface="Times New Roman"/>
                <a:cs typeface="Times New Roman"/>
              </a:rPr>
              <a:t>x</a:t>
            </a:r>
            <a:r>
              <a:rPr sz="3000" spc="157" baseline="-19444" dirty="0">
                <a:latin typeface="Times New Roman"/>
                <a:cs typeface="Times New Roman"/>
              </a:rPr>
              <a:t>1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9" dirty="0">
                <a:latin typeface="Times New Roman"/>
                <a:cs typeface="Times New Roman"/>
              </a:rPr>
              <a:t> </a:t>
            </a:r>
            <a:r>
              <a:rPr sz="3600" baseline="-21990" dirty="0">
                <a:latin typeface="Symbol"/>
                <a:cs typeface="Symbol"/>
              </a:rPr>
              <a:t></a:t>
            </a:r>
            <a:endParaRPr sz="3600" baseline="-2199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08429" y="3023860"/>
            <a:ext cx="6985" cy="1310640"/>
          </a:xfrm>
          <a:custGeom>
            <a:avLst/>
            <a:gdLst/>
            <a:ahLst/>
            <a:cxnLst/>
            <a:rect l="l" t="t" r="r" b="b"/>
            <a:pathLst>
              <a:path w="6985" h="1310639">
                <a:moveTo>
                  <a:pt x="6979" y="1310466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35801" y="4311646"/>
            <a:ext cx="748030" cy="0"/>
          </a:xfrm>
          <a:custGeom>
            <a:avLst/>
            <a:gdLst/>
            <a:ahLst/>
            <a:cxnLst/>
            <a:rect l="l" t="t" r="r" b="b"/>
            <a:pathLst>
              <a:path w="748030">
                <a:moveTo>
                  <a:pt x="748034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45804" y="4334505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391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45804" y="426783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4089" y="3034040"/>
            <a:ext cx="580390" cy="0"/>
          </a:xfrm>
          <a:custGeom>
            <a:avLst/>
            <a:gdLst/>
            <a:ahLst/>
            <a:cxnLst/>
            <a:rect l="l" t="t" r="r" b="b"/>
            <a:pathLst>
              <a:path w="580389">
                <a:moveTo>
                  <a:pt x="0" y="0"/>
                </a:moveTo>
                <a:lnTo>
                  <a:pt x="580131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09909" y="29673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40139" y="3008619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>
                <a:moveTo>
                  <a:pt x="0" y="0"/>
                </a:moveTo>
                <a:lnTo>
                  <a:pt x="879408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5248" y="294196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85109" y="3897629"/>
            <a:ext cx="863600" cy="828040"/>
          </a:xfrm>
          <a:custGeom>
            <a:avLst/>
            <a:gdLst/>
            <a:ahLst/>
            <a:cxnLst/>
            <a:rect l="l" t="t" r="r" b="b"/>
            <a:pathLst>
              <a:path w="863600" h="828039">
                <a:moveTo>
                  <a:pt x="0" y="138004"/>
                </a:moveTo>
                <a:lnTo>
                  <a:pt x="6711" y="95368"/>
                </a:lnTo>
                <a:lnTo>
                  <a:pt x="25436" y="58146"/>
                </a:lnTo>
                <a:lnTo>
                  <a:pt x="54062" y="28453"/>
                </a:lnTo>
                <a:lnTo>
                  <a:pt x="90474" y="8402"/>
                </a:lnTo>
                <a:lnTo>
                  <a:pt x="132561" y="105"/>
                </a:lnTo>
                <a:lnTo>
                  <a:pt x="725576" y="0"/>
                </a:lnTo>
                <a:lnTo>
                  <a:pt x="740260" y="771"/>
                </a:lnTo>
                <a:lnTo>
                  <a:pt x="781329" y="11721"/>
                </a:lnTo>
                <a:lnTo>
                  <a:pt x="816277" y="33980"/>
                </a:lnTo>
                <a:lnTo>
                  <a:pt x="842992" y="65434"/>
                </a:lnTo>
                <a:lnTo>
                  <a:pt x="859362" y="103971"/>
                </a:lnTo>
                <a:lnTo>
                  <a:pt x="863589" y="690027"/>
                </a:lnTo>
                <a:lnTo>
                  <a:pt x="862818" y="704710"/>
                </a:lnTo>
                <a:lnTo>
                  <a:pt x="851868" y="745776"/>
                </a:lnTo>
                <a:lnTo>
                  <a:pt x="829611" y="780724"/>
                </a:lnTo>
                <a:lnTo>
                  <a:pt x="798157" y="807441"/>
                </a:lnTo>
                <a:lnTo>
                  <a:pt x="759620" y="823813"/>
                </a:lnTo>
                <a:lnTo>
                  <a:pt x="138004" y="828044"/>
                </a:lnTo>
                <a:lnTo>
                  <a:pt x="123321" y="827272"/>
                </a:lnTo>
                <a:lnTo>
                  <a:pt x="82257" y="816320"/>
                </a:lnTo>
                <a:lnTo>
                  <a:pt x="47311" y="794059"/>
                </a:lnTo>
                <a:lnTo>
                  <a:pt x="20597" y="762603"/>
                </a:lnTo>
                <a:lnTo>
                  <a:pt x="4228" y="724064"/>
                </a:lnTo>
                <a:lnTo>
                  <a:pt x="0" y="138004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35048" y="4124746"/>
            <a:ext cx="388620" cy="433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60" dirty="0">
                <a:latin typeface="Times New Roman"/>
                <a:cs typeface="Times New Roman"/>
              </a:rPr>
              <a:t>G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endParaRPr sz="3000" baseline="-19444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97497" y="2438498"/>
            <a:ext cx="74168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50" dirty="0">
                <a:latin typeface="Times New Roman"/>
                <a:cs typeface="Times New Roman"/>
              </a:rPr>
              <a:t>x</a:t>
            </a:r>
            <a:r>
              <a:rPr sz="3000" spc="-15" baseline="-19444" dirty="0">
                <a:latin typeface="Times New Roman"/>
                <a:cs typeface="Times New Roman"/>
              </a:rPr>
              <a:t>2</a:t>
            </a:r>
            <a:r>
              <a:rPr sz="3000" spc="-337" baseline="-19444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215" dirty="0">
                <a:latin typeface="Times New Roman"/>
                <a:cs typeface="Times New Roman"/>
              </a:rPr>
              <a:t>k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2220" y="5331348"/>
            <a:ext cx="4284345" cy="56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i="1" spc="-55" dirty="0">
                <a:latin typeface="Times New Roman"/>
                <a:cs typeface="Times New Roman"/>
              </a:rPr>
              <a:t>x</a:t>
            </a:r>
            <a:r>
              <a:rPr sz="3375" spc="-22" baseline="-19753" dirty="0">
                <a:latin typeface="Times New Roman"/>
                <a:cs typeface="Times New Roman"/>
              </a:rPr>
              <a:t>2</a:t>
            </a:r>
            <a:r>
              <a:rPr sz="3375" spc="-382" baseline="-19753" dirty="0">
                <a:latin typeface="Times New Roman"/>
                <a:cs typeface="Times New Roman"/>
              </a:rPr>
              <a:t> </a:t>
            </a:r>
            <a:r>
              <a:rPr sz="3000" spc="70" dirty="0">
                <a:latin typeface="Times New Roman"/>
                <a:cs typeface="Times New Roman"/>
              </a:rPr>
              <a:t>(</a:t>
            </a:r>
            <a:r>
              <a:rPr sz="3000" i="1" spc="245" dirty="0">
                <a:latin typeface="Times New Roman"/>
                <a:cs typeface="Times New Roman"/>
              </a:rPr>
              <a:t>k</a:t>
            </a:r>
            <a:r>
              <a:rPr sz="3000" spc="-10" dirty="0">
                <a:latin typeface="Times New Roman"/>
                <a:cs typeface="Times New Roman"/>
              </a:rPr>
              <a:t>)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Symbol"/>
                <a:cs typeface="Symbol"/>
              </a:rPr>
              <a:t>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i="1" spc="-340" dirty="0">
                <a:latin typeface="Times New Roman"/>
                <a:cs typeface="Times New Roman"/>
              </a:rPr>
              <a:t>G</a:t>
            </a:r>
            <a:r>
              <a:rPr sz="3375" spc="-22" baseline="-19753" dirty="0">
                <a:latin typeface="Times New Roman"/>
                <a:cs typeface="Times New Roman"/>
              </a:rPr>
              <a:t>1</a:t>
            </a:r>
            <a:r>
              <a:rPr sz="3375" spc="-217" baseline="-19753" dirty="0">
                <a:latin typeface="Times New Roman"/>
                <a:cs typeface="Times New Roman"/>
              </a:rPr>
              <a:t> </a:t>
            </a:r>
            <a:r>
              <a:rPr sz="5925" spc="-517" baseline="-2812" dirty="0">
                <a:latin typeface="Symbol"/>
                <a:cs typeface="Symbol"/>
              </a:rPr>
              <a:t></a:t>
            </a:r>
            <a:r>
              <a:rPr sz="5925" spc="-907" baseline="-2812" dirty="0">
                <a:latin typeface="Times New Roman"/>
                <a:cs typeface="Times New Roman"/>
              </a:rPr>
              <a:t> </a:t>
            </a:r>
            <a:r>
              <a:rPr sz="3000" i="1" spc="-300" dirty="0">
                <a:latin typeface="Times New Roman"/>
                <a:cs typeface="Times New Roman"/>
              </a:rPr>
              <a:t>x</a:t>
            </a:r>
            <a:r>
              <a:rPr sz="3375" spc="187" baseline="-19753" dirty="0">
                <a:latin typeface="Times New Roman"/>
                <a:cs typeface="Times New Roman"/>
              </a:rPr>
              <a:t>1</a:t>
            </a:r>
            <a:r>
              <a:rPr sz="3000" spc="65" dirty="0">
                <a:latin typeface="Times New Roman"/>
                <a:cs typeface="Times New Roman"/>
              </a:rPr>
              <a:t>(</a:t>
            </a:r>
            <a:r>
              <a:rPr sz="3000" i="1" spc="245" dirty="0">
                <a:latin typeface="Times New Roman"/>
                <a:cs typeface="Times New Roman"/>
              </a:rPr>
              <a:t>k</a:t>
            </a:r>
            <a:r>
              <a:rPr sz="3000" spc="-10" dirty="0">
                <a:latin typeface="Times New Roman"/>
                <a:cs typeface="Times New Roman"/>
              </a:rPr>
              <a:t>)</a:t>
            </a:r>
            <a:r>
              <a:rPr sz="3000" spc="-254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Symbol"/>
                <a:cs typeface="Symbol"/>
              </a:rPr>
              <a:t></a:t>
            </a:r>
            <a:r>
              <a:rPr sz="3000" spc="-340" dirty="0">
                <a:latin typeface="Times New Roman"/>
                <a:cs typeface="Times New Roman"/>
              </a:rPr>
              <a:t> </a:t>
            </a:r>
            <a:r>
              <a:rPr sz="3000" i="1" spc="-95" dirty="0">
                <a:latin typeface="Times New Roman"/>
                <a:cs typeface="Times New Roman"/>
              </a:rPr>
              <a:t>G</a:t>
            </a:r>
            <a:r>
              <a:rPr sz="3375" spc="-22" baseline="-19753" dirty="0">
                <a:latin typeface="Times New Roman"/>
                <a:cs typeface="Times New Roman"/>
              </a:rPr>
              <a:t>2</a:t>
            </a:r>
            <a:r>
              <a:rPr sz="3375" spc="-450" baseline="-19753" dirty="0">
                <a:latin typeface="Times New Roman"/>
                <a:cs typeface="Times New Roman"/>
              </a:rPr>
              <a:t> </a:t>
            </a:r>
            <a:r>
              <a:rPr sz="3000" i="1" spc="-55" dirty="0">
                <a:latin typeface="Times New Roman"/>
                <a:cs typeface="Times New Roman"/>
              </a:rPr>
              <a:t>x</a:t>
            </a:r>
            <a:r>
              <a:rPr sz="3375" spc="-22" baseline="-19753" dirty="0">
                <a:latin typeface="Times New Roman"/>
                <a:cs typeface="Times New Roman"/>
              </a:rPr>
              <a:t>2</a:t>
            </a:r>
            <a:r>
              <a:rPr sz="3375" spc="-375" baseline="-19753" dirty="0">
                <a:latin typeface="Times New Roman"/>
                <a:cs typeface="Times New Roman"/>
              </a:rPr>
              <a:t> </a:t>
            </a:r>
            <a:r>
              <a:rPr sz="3000" spc="65" dirty="0">
                <a:latin typeface="Times New Roman"/>
                <a:cs typeface="Times New Roman"/>
              </a:rPr>
              <a:t>(</a:t>
            </a:r>
            <a:r>
              <a:rPr sz="3000" i="1" spc="-15" dirty="0">
                <a:latin typeface="Times New Roman"/>
                <a:cs typeface="Times New Roman"/>
              </a:rPr>
              <a:t>k</a:t>
            </a:r>
            <a:r>
              <a:rPr sz="3000" i="1" spc="-490" dirty="0">
                <a:latin typeface="Times New Roman"/>
                <a:cs typeface="Times New Roman"/>
              </a:rPr>
              <a:t> </a:t>
            </a:r>
            <a:r>
              <a:rPr sz="3000" spc="170" dirty="0">
                <a:latin typeface="Times New Roman"/>
                <a:cs typeface="Times New Roman"/>
              </a:rPr>
              <a:t>)</a:t>
            </a:r>
            <a:r>
              <a:rPr sz="5925" spc="-517" baseline="-2812" dirty="0">
                <a:latin typeface="Symbol"/>
                <a:cs typeface="Symbol"/>
              </a:rPr>
              <a:t></a:t>
            </a:r>
            <a:endParaRPr sz="5925" baseline="-2812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00872" y="4152766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0" y="0"/>
                </a:moveTo>
                <a:lnTo>
                  <a:pt x="1032849" y="0"/>
                </a:lnTo>
              </a:path>
            </a:pathLst>
          </a:custGeom>
          <a:ln w="127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647215" y="3775171"/>
            <a:ext cx="32702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275" dirty="0">
                <a:latin typeface="Times New Roman"/>
                <a:cs typeface="Times New Roman"/>
              </a:rPr>
              <a:t>G</a:t>
            </a:r>
            <a:r>
              <a:rPr sz="2700" spc="-15" baseline="-20061" dirty="0">
                <a:latin typeface="Times New Roman"/>
                <a:cs typeface="Times New Roman"/>
              </a:rPr>
              <a:t>1</a:t>
            </a:r>
            <a:endParaRPr sz="2700" baseline="-2006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59353" y="4111509"/>
            <a:ext cx="13970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93553" y="4111509"/>
            <a:ext cx="13970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2060" y="4351039"/>
            <a:ext cx="45212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4485" algn="l"/>
              </a:tabLst>
            </a:pPr>
            <a:r>
              <a:rPr sz="1800" spc="-10" dirty="0">
                <a:latin typeface="Times New Roman"/>
                <a:cs typeface="Times New Roman"/>
              </a:rPr>
              <a:t>1	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28058" y="3965085"/>
            <a:ext cx="91059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8925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x	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87451" y="3969982"/>
            <a:ext cx="63182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15" dirty="0">
                <a:latin typeface="Times New Roman"/>
                <a:cs typeface="Times New Roman"/>
              </a:rPr>
              <a:t>x</a:t>
            </a:r>
            <a:r>
              <a:rPr sz="2400" i="1" spc="18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-15" dirty="0">
                <a:latin typeface="Times New Roman"/>
                <a:cs typeface="Times New Roman"/>
              </a:rPr>
              <a:t>k</a:t>
            </a:r>
            <a:r>
              <a:rPr sz="2400" i="1" spc="-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75513" y="4204615"/>
            <a:ext cx="92138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7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Symbol"/>
                <a:cs typeface="Symbol"/>
              </a:rPr>
              <a:t>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479679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Ne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Ru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igin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114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46560" y="2330439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43"/>
                </a:moveTo>
                <a:lnTo>
                  <a:pt x="3185" y="203956"/>
                </a:lnTo>
                <a:lnTo>
                  <a:pt x="12408" y="166497"/>
                </a:lnTo>
                <a:lnTo>
                  <a:pt x="36465" y="115209"/>
                </a:lnTo>
                <a:lnTo>
                  <a:pt x="71288" y="71304"/>
                </a:lnTo>
                <a:lnTo>
                  <a:pt x="115187" y="36474"/>
                </a:lnTo>
                <a:lnTo>
                  <a:pt x="166470" y="12411"/>
                </a:lnTo>
                <a:lnTo>
                  <a:pt x="203927" y="3186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6"/>
                </a:lnTo>
                <a:lnTo>
                  <a:pt x="1916319" y="12411"/>
                </a:lnTo>
                <a:lnTo>
                  <a:pt x="1967602" y="36474"/>
                </a:lnTo>
                <a:lnTo>
                  <a:pt x="2011500" y="71304"/>
                </a:lnTo>
                <a:lnTo>
                  <a:pt x="2046324" y="115209"/>
                </a:lnTo>
                <a:lnTo>
                  <a:pt x="2070381" y="166497"/>
                </a:lnTo>
                <a:lnTo>
                  <a:pt x="2079604" y="203956"/>
                </a:lnTo>
                <a:lnTo>
                  <a:pt x="2082789" y="243443"/>
                </a:lnTo>
                <a:lnTo>
                  <a:pt x="2082789" y="1217096"/>
                </a:lnTo>
                <a:lnTo>
                  <a:pt x="2079604" y="1256583"/>
                </a:lnTo>
                <a:lnTo>
                  <a:pt x="2070381" y="1294039"/>
                </a:lnTo>
                <a:lnTo>
                  <a:pt x="2046324" y="1345322"/>
                </a:lnTo>
                <a:lnTo>
                  <a:pt x="2011500" y="1389221"/>
                </a:lnTo>
                <a:lnTo>
                  <a:pt x="1967602" y="1424044"/>
                </a:lnTo>
                <a:lnTo>
                  <a:pt x="1916319" y="1448102"/>
                </a:lnTo>
                <a:lnTo>
                  <a:pt x="1878862" y="1457324"/>
                </a:lnTo>
                <a:lnTo>
                  <a:pt x="1839376" y="1460510"/>
                </a:lnTo>
                <a:lnTo>
                  <a:pt x="243413" y="1460510"/>
                </a:lnTo>
                <a:lnTo>
                  <a:pt x="203927" y="1457324"/>
                </a:lnTo>
                <a:lnTo>
                  <a:pt x="166470" y="1448102"/>
                </a:lnTo>
                <a:lnTo>
                  <a:pt x="115187" y="1424044"/>
                </a:lnTo>
                <a:lnTo>
                  <a:pt x="71288" y="1389221"/>
                </a:lnTo>
                <a:lnTo>
                  <a:pt x="36465" y="1345322"/>
                </a:lnTo>
                <a:lnTo>
                  <a:pt x="12408" y="1294039"/>
                </a:lnTo>
                <a:lnTo>
                  <a:pt x="3185" y="1256583"/>
                </a:lnTo>
                <a:lnTo>
                  <a:pt x="0" y="1217096"/>
                </a:lnTo>
                <a:lnTo>
                  <a:pt x="0" y="24344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09305" y="3048012"/>
            <a:ext cx="946150" cy="0"/>
          </a:xfrm>
          <a:custGeom>
            <a:avLst/>
            <a:gdLst/>
            <a:ahLst/>
            <a:cxnLst/>
            <a:rect l="l" t="t" r="r" b="b"/>
            <a:pathLst>
              <a:path w="946150">
                <a:moveTo>
                  <a:pt x="0" y="0"/>
                </a:moveTo>
                <a:lnTo>
                  <a:pt x="946098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29723" y="2548969"/>
            <a:ext cx="92265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5522" y="3063140"/>
            <a:ext cx="90678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2454" y="282573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2" y="5757"/>
                </a:lnTo>
                <a:lnTo>
                  <a:pt x="109130" y="22112"/>
                </a:lnTo>
                <a:lnTo>
                  <a:pt x="70514" y="47689"/>
                </a:lnTo>
                <a:lnTo>
                  <a:pt x="38959" y="81110"/>
                </a:lnTo>
                <a:lnTo>
                  <a:pt x="15868" y="121000"/>
                </a:lnTo>
                <a:lnTo>
                  <a:pt x="2642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4" y="260742"/>
                </a:lnTo>
                <a:lnTo>
                  <a:pt x="30252" y="302483"/>
                </a:lnTo>
                <a:lnTo>
                  <a:pt x="59142" y="338213"/>
                </a:lnTo>
                <a:lnTo>
                  <a:pt x="95560" y="366558"/>
                </a:lnTo>
                <a:lnTo>
                  <a:pt x="138103" y="386140"/>
                </a:lnTo>
                <a:lnTo>
                  <a:pt x="185368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2454" y="282573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8" y="150507"/>
                </a:lnTo>
                <a:lnTo>
                  <a:pt x="22538" y="107070"/>
                </a:lnTo>
                <a:lnTo>
                  <a:pt x="48606" y="69183"/>
                </a:lnTo>
                <a:lnTo>
                  <a:pt x="82671" y="38224"/>
                </a:lnTo>
                <a:lnTo>
                  <a:pt x="123328" y="15568"/>
                </a:lnTo>
                <a:lnTo>
                  <a:pt x="169175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8" y="395583"/>
                </a:lnTo>
                <a:lnTo>
                  <a:pt x="138103" y="386140"/>
                </a:lnTo>
                <a:lnTo>
                  <a:pt x="95560" y="366558"/>
                </a:lnTo>
                <a:lnTo>
                  <a:pt x="59142" y="338213"/>
                </a:lnTo>
                <a:lnTo>
                  <a:pt x="30252" y="302483"/>
                </a:lnTo>
                <a:lnTo>
                  <a:pt x="10294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3605" y="2975610"/>
            <a:ext cx="842010" cy="12700"/>
          </a:xfrm>
          <a:custGeom>
            <a:avLst/>
            <a:gdLst/>
            <a:ahLst/>
            <a:cxnLst/>
            <a:rect l="l" t="t" r="r" b="b"/>
            <a:pathLst>
              <a:path w="842010" h="12700">
                <a:moveTo>
                  <a:pt x="0" y="0"/>
                </a:moveTo>
                <a:lnTo>
                  <a:pt x="841903" y="12131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0255" y="2919435"/>
            <a:ext cx="115570" cy="133350"/>
          </a:xfrm>
          <a:custGeom>
            <a:avLst/>
            <a:gdLst/>
            <a:ahLst/>
            <a:cxnLst/>
            <a:rect l="l" t="t" r="r" b="b"/>
            <a:pathLst>
              <a:path w="115569" h="133350">
                <a:moveTo>
                  <a:pt x="1929" y="0"/>
                </a:moveTo>
                <a:lnTo>
                  <a:pt x="115254" y="68305"/>
                </a:lnTo>
                <a:lnTo>
                  <a:pt x="0" y="13331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8350" y="3224144"/>
            <a:ext cx="0" cy="1978660"/>
          </a:xfrm>
          <a:custGeom>
            <a:avLst/>
            <a:gdLst/>
            <a:ahLst/>
            <a:cxnLst/>
            <a:rect l="l" t="t" r="r" b="b"/>
            <a:pathLst>
              <a:path h="1978660">
                <a:moveTo>
                  <a:pt x="0" y="1978505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1687" y="3224144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4541" y="2410112"/>
            <a:ext cx="876935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50" dirty="0">
                <a:latin typeface="Times New Roman"/>
                <a:cs typeface="Times New Roman"/>
              </a:rPr>
              <a:t>r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290" dirty="0">
                <a:latin typeface="Times New Roman"/>
                <a:cs typeface="Times New Roman"/>
              </a:rPr>
              <a:t> </a:t>
            </a:r>
            <a:r>
              <a:rPr sz="3600" baseline="-32407" dirty="0">
                <a:latin typeface="Symbol"/>
                <a:cs typeface="Symbol"/>
              </a:rPr>
              <a:t></a:t>
            </a:r>
            <a:endParaRPr sz="3600" baseline="-32407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4178" y="326776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03479" y="2998470"/>
            <a:ext cx="0" cy="2204085"/>
          </a:xfrm>
          <a:custGeom>
            <a:avLst/>
            <a:gdLst/>
            <a:ahLst/>
            <a:cxnLst/>
            <a:rect l="l" t="t" r="r" b="b"/>
            <a:pathLst>
              <a:path h="2204085">
                <a:moveTo>
                  <a:pt x="0" y="2203905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48505" y="5195578"/>
            <a:ext cx="2099945" cy="8255"/>
          </a:xfrm>
          <a:custGeom>
            <a:avLst/>
            <a:gdLst/>
            <a:ahLst/>
            <a:cxnLst/>
            <a:rect l="l" t="t" r="r" b="b"/>
            <a:pathLst>
              <a:path w="2099945" h="8254">
                <a:moveTo>
                  <a:pt x="2099882" y="7656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46560" y="4471665"/>
            <a:ext cx="2082800" cy="1460500"/>
          </a:xfrm>
          <a:custGeom>
            <a:avLst/>
            <a:gdLst/>
            <a:ahLst/>
            <a:cxnLst/>
            <a:rect l="l" t="t" r="r" b="b"/>
            <a:pathLst>
              <a:path w="2082800" h="1460500">
                <a:moveTo>
                  <a:pt x="0" y="243422"/>
                </a:moveTo>
                <a:lnTo>
                  <a:pt x="3185" y="203939"/>
                </a:lnTo>
                <a:lnTo>
                  <a:pt x="12408" y="166484"/>
                </a:lnTo>
                <a:lnTo>
                  <a:pt x="36465" y="115200"/>
                </a:lnTo>
                <a:lnTo>
                  <a:pt x="71288" y="71299"/>
                </a:lnTo>
                <a:lnTo>
                  <a:pt x="115187" y="36471"/>
                </a:lnTo>
                <a:lnTo>
                  <a:pt x="166470" y="12410"/>
                </a:lnTo>
                <a:lnTo>
                  <a:pt x="203927" y="3186"/>
                </a:lnTo>
                <a:lnTo>
                  <a:pt x="243413" y="0"/>
                </a:lnTo>
                <a:lnTo>
                  <a:pt x="1839376" y="0"/>
                </a:lnTo>
                <a:lnTo>
                  <a:pt x="1878862" y="3186"/>
                </a:lnTo>
                <a:lnTo>
                  <a:pt x="1916319" y="12410"/>
                </a:lnTo>
                <a:lnTo>
                  <a:pt x="1967602" y="36471"/>
                </a:lnTo>
                <a:lnTo>
                  <a:pt x="2011500" y="71299"/>
                </a:lnTo>
                <a:lnTo>
                  <a:pt x="2046324" y="115200"/>
                </a:lnTo>
                <a:lnTo>
                  <a:pt x="2070381" y="166484"/>
                </a:lnTo>
                <a:lnTo>
                  <a:pt x="2079604" y="203939"/>
                </a:lnTo>
                <a:lnTo>
                  <a:pt x="2082789" y="243422"/>
                </a:lnTo>
                <a:lnTo>
                  <a:pt x="2082789" y="1217081"/>
                </a:lnTo>
                <a:lnTo>
                  <a:pt x="2079604" y="1256567"/>
                </a:lnTo>
                <a:lnTo>
                  <a:pt x="2070381" y="1294024"/>
                </a:lnTo>
                <a:lnTo>
                  <a:pt x="2046324" y="1345308"/>
                </a:lnTo>
                <a:lnTo>
                  <a:pt x="2011500" y="1389209"/>
                </a:lnTo>
                <a:lnTo>
                  <a:pt x="1967602" y="1424035"/>
                </a:lnTo>
                <a:lnTo>
                  <a:pt x="1916319" y="1448094"/>
                </a:lnTo>
                <a:lnTo>
                  <a:pt x="1878862" y="1457318"/>
                </a:lnTo>
                <a:lnTo>
                  <a:pt x="1839376" y="1460504"/>
                </a:lnTo>
                <a:lnTo>
                  <a:pt x="243413" y="1460504"/>
                </a:lnTo>
                <a:lnTo>
                  <a:pt x="203927" y="1457318"/>
                </a:lnTo>
                <a:lnTo>
                  <a:pt x="166470" y="1448094"/>
                </a:lnTo>
                <a:lnTo>
                  <a:pt x="115187" y="1424035"/>
                </a:lnTo>
                <a:lnTo>
                  <a:pt x="71288" y="1389209"/>
                </a:lnTo>
                <a:lnTo>
                  <a:pt x="36465" y="1345308"/>
                </a:lnTo>
                <a:lnTo>
                  <a:pt x="12408" y="1294024"/>
                </a:lnTo>
                <a:lnTo>
                  <a:pt x="3185" y="1256567"/>
                </a:lnTo>
                <a:lnTo>
                  <a:pt x="0" y="1217081"/>
                </a:lnTo>
                <a:lnTo>
                  <a:pt x="0" y="243422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84005" y="5186681"/>
            <a:ext cx="985519" cy="0"/>
          </a:xfrm>
          <a:custGeom>
            <a:avLst/>
            <a:gdLst/>
            <a:ahLst/>
            <a:cxnLst/>
            <a:rect l="l" t="t" r="r" b="b"/>
            <a:pathLst>
              <a:path w="985520">
                <a:moveTo>
                  <a:pt x="0" y="0"/>
                </a:moveTo>
                <a:lnTo>
                  <a:pt x="984996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96748" y="4687650"/>
            <a:ext cx="95631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75" dirty="0">
                <a:latin typeface="Times New Roman"/>
                <a:cs typeface="Times New Roman"/>
              </a:rPr>
              <a:t>C</a:t>
            </a:r>
            <a:r>
              <a:rPr sz="2650" spc="195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spc="15" baseline="34188" dirty="0">
                <a:latin typeface="Symbol"/>
                <a:cs typeface="Symbol"/>
              </a:rPr>
              <a:t></a:t>
            </a:r>
            <a:r>
              <a:rPr sz="2925" spc="195" baseline="34188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04641" y="5201751"/>
            <a:ext cx="96139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D</a:t>
            </a:r>
            <a:r>
              <a:rPr sz="2650" spc="19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spc="15" baseline="34188" dirty="0">
                <a:latin typeface="Symbol"/>
                <a:cs typeface="Symbol"/>
              </a:rPr>
              <a:t></a:t>
            </a:r>
            <a:r>
              <a:rPr sz="2925" spc="195" baseline="34188" dirty="0">
                <a:latin typeface="Times New Roman"/>
                <a:cs typeface="Times New Roman"/>
              </a:rPr>
              <a:t>1</a:t>
            </a:r>
            <a:r>
              <a:rPr sz="265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36604" y="5193029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>
                <a:moveTo>
                  <a:pt x="1366418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36604" y="5126342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299" y="0"/>
                </a:moveTo>
                <a:lnTo>
                  <a:pt x="0" y="66674"/>
                </a:lnTo>
                <a:lnTo>
                  <a:pt x="114299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3454" y="2988503"/>
            <a:ext cx="1906905" cy="10160"/>
          </a:xfrm>
          <a:custGeom>
            <a:avLst/>
            <a:gdLst/>
            <a:ahLst/>
            <a:cxnLst/>
            <a:rect l="l" t="t" r="r" b="b"/>
            <a:pathLst>
              <a:path w="1906904" h="10160">
                <a:moveTo>
                  <a:pt x="0" y="10149"/>
                </a:moveTo>
                <a:lnTo>
                  <a:pt x="1906499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95287" y="2922453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5" h="133350">
                <a:moveTo>
                  <a:pt x="731" y="133349"/>
                </a:moveTo>
                <a:lnTo>
                  <a:pt x="114665" y="66050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29350" y="2975792"/>
            <a:ext cx="1906905" cy="10160"/>
          </a:xfrm>
          <a:custGeom>
            <a:avLst/>
            <a:gdLst/>
            <a:ahLst/>
            <a:cxnLst/>
            <a:rect l="l" t="t" r="r" b="b"/>
            <a:pathLst>
              <a:path w="1906904" h="10160">
                <a:moveTo>
                  <a:pt x="0" y="10149"/>
                </a:moveTo>
                <a:lnTo>
                  <a:pt x="1906493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21208" y="2909742"/>
            <a:ext cx="114935" cy="133350"/>
          </a:xfrm>
          <a:custGeom>
            <a:avLst/>
            <a:gdLst/>
            <a:ahLst/>
            <a:cxnLst/>
            <a:rect l="l" t="t" r="r" b="b"/>
            <a:pathLst>
              <a:path w="114934" h="133350">
                <a:moveTo>
                  <a:pt x="701" y="133349"/>
                </a:moveTo>
                <a:lnTo>
                  <a:pt x="114635" y="66080"/>
                </a:ln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59459" y="2400172"/>
            <a:ext cx="59880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7567" y="728606"/>
            <a:ext cx="439801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600"/>
              </a:lnSpc>
            </a:pP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Ne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spc="-60" dirty="0">
                <a:solidFill>
                  <a:srgbClr val="B5121B"/>
                </a:solidFill>
                <a:latin typeface="Calibri"/>
                <a:cs typeface="Calibri"/>
              </a:rPr>
              <a:t>v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6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dba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ck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Ru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55" dirty="0">
                <a:solidFill>
                  <a:srgbClr val="B5121B"/>
                </a:solidFill>
                <a:latin typeface="Calibri"/>
                <a:cs typeface="Calibri"/>
              </a:rPr>
              <a:t>x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p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5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(</a:t>
            </a:r>
            <a:r>
              <a:rPr sz="3400" spc="-90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du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c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d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2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)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7633" y="2063739"/>
            <a:ext cx="3766820" cy="2377440"/>
          </a:xfrm>
          <a:custGeom>
            <a:avLst/>
            <a:gdLst/>
            <a:ahLst/>
            <a:cxnLst/>
            <a:rect l="l" t="t" r="r" b="b"/>
            <a:pathLst>
              <a:path w="3766820" h="2377440">
                <a:moveTo>
                  <a:pt x="0" y="396270"/>
                </a:moveTo>
                <a:lnTo>
                  <a:pt x="5186" y="331995"/>
                </a:lnTo>
                <a:lnTo>
                  <a:pt x="20200" y="271021"/>
                </a:lnTo>
                <a:lnTo>
                  <a:pt x="44227" y="214164"/>
                </a:lnTo>
                <a:lnTo>
                  <a:pt x="76452" y="162241"/>
                </a:lnTo>
                <a:lnTo>
                  <a:pt x="116057" y="116067"/>
                </a:lnTo>
                <a:lnTo>
                  <a:pt x="162228" y="76459"/>
                </a:lnTo>
                <a:lnTo>
                  <a:pt x="214149" y="44232"/>
                </a:lnTo>
                <a:lnTo>
                  <a:pt x="271003" y="20202"/>
                </a:lnTo>
                <a:lnTo>
                  <a:pt x="331976" y="5186"/>
                </a:lnTo>
                <a:lnTo>
                  <a:pt x="396252" y="0"/>
                </a:lnTo>
                <a:lnTo>
                  <a:pt x="3370575" y="0"/>
                </a:lnTo>
                <a:lnTo>
                  <a:pt x="3434850" y="5186"/>
                </a:lnTo>
                <a:lnTo>
                  <a:pt x="3495821" y="20202"/>
                </a:lnTo>
                <a:lnTo>
                  <a:pt x="3552674" y="44232"/>
                </a:lnTo>
                <a:lnTo>
                  <a:pt x="3604593" y="76459"/>
                </a:lnTo>
                <a:lnTo>
                  <a:pt x="3650763" y="116067"/>
                </a:lnTo>
                <a:lnTo>
                  <a:pt x="3690367" y="162241"/>
                </a:lnTo>
                <a:lnTo>
                  <a:pt x="3722589" y="214164"/>
                </a:lnTo>
                <a:lnTo>
                  <a:pt x="3746616" y="271021"/>
                </a:lnTo>
                <a:lnTo>
                  <a:pt x="3761629" y="331995"/>
                </a:lnTo>
                <a:lnTo>
                  <a:pt x="3766815" y="396270"/>
                </a:lnTo>
                <a:lnTo>
                  <a:pt x="3766815" y="1981206"/>
                </a:lnTo>
                <a:lnTo>
                  <a:pt x="3761629" y="2045478"/>
                </a:lnTo>
                <a:lnTo>
                  <a:pt x="3746616" y="2106448"/>
                </a:lnTo>
                <a:lnTo>
                  <a:pt x="3722589" y="2163301"/>
                </a:lnTo>
                <a:lnTo>
                  <a:pt x="3690367" y="2215220"/>
                </a:lnTo>
                <a:lnTo>
                  <a:pt x="3650763" y="2261390"/>
                </a:lnTo>
                <a:lnTo>
                  <a:pt x="3604593" y="2300994"/>
                </a:lnTo>
                <a:lnTo>
                  <a:pt x="3552674" y="2333218"/>
                </a:lnTo>
                <a:lnTo>
                  <a:pt x="3495821" y="2357245"/>
                </a:lnTo>
                <a:lnTo>
                  <a:pt x="3434850" y="2372259"/>
                </a:lnTo>
                <a:lnTo>
                  <a:pt x="3370575" y="2377446"/>
                </a:lnTo>
                <a:lnTo>
                  <a:pt x="396252" y="2377446"/>
                </a:lnTo>
                <a:lnTo>
                  <a:pt x="331976" y="2372259"/>
                </a:lnTo>
                <a:lnTo>
                  <a:pt x="271003" y="2357245"/>
                </a:lnTo>
                <a:lnTo>
                  <a:pt x="214149" y="2333218"/>
                </a:lnTo>
                <a:lnTo>
                  <a:pt x="162228" y="2300994"/>
                </a:lnTo>
                <a:lnTo>
                  <a:pt x="116057" y="2261390"/>
                </a:lnTo>
                <a:lnTo>
                  <a:pt x="76452" y="2215220"/>
                </a:lnTo>
                <a:lnTo>
                  <a:pt x="44227" y="2163301"/>
                </a:lnTo>
                <a:lnTo>
                  <a:pt x="20200" y="2106448"/>
                </a:lnTo>
                <a:lnTo>
                  <a:pt x="5186" y="2045478"/>
                </a:lnTo>
                <a:lnTo>
                  <a:pt x="0" y="1981206"/>
                </a:lnTo>
                <a:lnTo>
                  <a:pt x="0" y="396270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72714" y="2714358"/>
            <a:ext cx="947419" cy="0"/>
          </a:xfrm>
          <a:custGeom>
            <a:avLst/>
            <a:gdLst/>
            <a:ahLst/>
            <a:cxnLst/>
            <a:rect l="l" t="t" r="r" b="b"/>
            <a:pathLst>
              <a:path w="947420">
                <a:moveTo>
                  <a:pt x="0" y="0"/>
                </a:moveTo>
                <a:lnTo>
                  <a:pt x="946822" y="0"/>
                </a:lnTo>
              </a:path>
            </a:pathLst>
          </a:custGeom>
          <a:ln w="7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6605" y="3788039"/>
            <a:ext cx="983615" cy="0"/>
          </a:xfrm>
          <a:custGeom>
            <a:avLst/>
            <a:gdLst/>
            <a:ahLst/>
            <a:cxnLst/>
            <a:rect l="l" t="t" r="r" b="b"/>
            <a:pathLst>
              <a:path w="983614">
                <a:moveTo>
                  <a:pt x="0" y="0"/>
                </a:moveTo>
                <a:lnTo>
                  <a:pt x="983602" y="0"/>
                </a:lnTo>
              </a:path>
            </a:pathLst>
          </a:custGeom>
          <a:ln w="7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62583" y="3788039"/>
            <a:ext cx="947419" cy="0"/>
          </a:xfrm>
          <a:custGeom>
            <a:avLst/>
            <a:gdLst/>
            <a:ahLst/>
            <a:cxnLst/>
            <a:rect l="l" t="t" r="r" b="b"/>
            <a:pathLst>
              <a:path w="947420">
                <a:moveTo>
                  <a:pt x="0" y="0"/>
                </a:moveTo>
                <a:lnTo>
                  <a:pt x="946810" y="0"/>
                </a:lnTo>
              </a:path>
            </a:pathLst>
          </a:custGeom>
          <a:ln w="7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89271" y="3251214"/>
            <a:ext cx="3113405" cy="0"/>
          </a:xfrm>
          <a:custGeom>
            <a:avLst/>
            <a:gdLst/>
            <a:ahLst/>
            <a:cxnLst/>
            <a:rect l="l" t="t" r="r" b="b"/>
            <a:pathLst>
              <a:path w="3113404">
                <a:moveTo>
                  <a:pt x="0" y="0"/>
                </a:moveTo>
                <a:lnTo>
                  <a:pt x="3112822" y="0"/>
                </a:lnTo>
              </a:path>
            </a:pathLst>
          </a:custGeom>
          <a:ln w="140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79587" y="2220647"/>
            <a:ext cx="1330960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spc="-22" baseline="10482" dirty="0">
                <a:latin typeface="Symbol"/>
                <a:cs typeface="Symbol"/>
              </a:rPr>
              <a:t></a:t>
            </a:r>
            <a:r>
              <a:rPr sz="3975" spc="-22" baseline="10482" dirty="0">
                <a:latin typeface="Times New Roman"/>
                <a:cs typeface="Times New Roman"/>
              </a:rPr>
              <a:t> </a:t>
            </a: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65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155" dirty="0">
                <a:latin typeface="Times New Roman"/>
                <a:cs typeface="Times New Roman"/>
              </a:rPr>
              <a:t> </a:t>
            </a:r>
            <a:r>
              <a:rPr sz="3975" spc="-22" baseline="10482" dirty="0">
                <a:latin typeface="Symbol"/>
                <a:cs typeface="Symbol"/>
              </a:rPr>
              <a:t></a:t>
            </a:r>
            <a:endParaRPr sz="3975" baseline="10482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9551" y="2724139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3586" y="3294331"/>
            <a:ext cx="270700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75" spc="-22" baseline="10482" dirty="0">
                <a:latin typeface="Symbol"/>
                <a:cs typeface="Symbol"/>
              </a:rPr>
              <a:t></a:t>
            </a:r>
            <a:r>
              <a:rPr sz="3975" spc="-97" baseline="10482" dirty="0">
                <a:latin typeface="Times New Roman"/>
                <a:cs typeface="Times New Roman"/>
              </a:rPr>
              <a:t> </a:t>
            </a:r>
            <a:r>
              <a:rPr sz="2650" i="1" spc="160" dirty="0">
                <a:latin typeface="Times New Roman"/>
                <a:cs typeface="Times New Roman"/>
              </a:rPr>
              <a:t>C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7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3975" spc="375" baseline="10482" dirty="0">
                <a:latin typeface="Symbol"/>
                <a:cs typeface="Symbol"/>
              </a:rPr>
              <a:t></a:t>
            </a:r>
            <a:r>
              <a:rPr sz="3975" spc="-22" baseline="10482" dirty="0">
                <a:latin typeface="Symbol"/>
                <a:cs typeface="Symbol"/>
              </a:rPr>
              <a:t></a:t>
            </a:r>
            <a:r>
              <a:rPr sz="3975" baseline="10482" dirty="0">
                <a:latin typeface="Times New Roman"/>
                <a:cs typeface="Times New Roman"/>
              </a:rPr>
              <a:t> </a:t>
            </a: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7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155" dirty="0">
                <a:latin typeface="Times New Roman"/>
                <a:cs typeface="Times New Roman"/>
              </a:rPr>
              <a:t> </a:t>
            </a:r>
            <a:r>
              <a:rPr sz="3975" spc="-22" baseline="10482" dirty="0">
                <a:latin typeface="Symbol"/>
                <a:cs typeface="Symbol"/>
              </a:rPr>
              <a:t></a:t>
            </a:r>
            <a:endParaRPr sz="3975" baseline="10482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0293" y="3797834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9481" y="3797834"/>
            <a:ext cx="289560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8983" y="2811372"/>
            <a:ext cx="90741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2320" algn="l"/>
              </a:tabLst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2423" y="3583337"/>
            <a:ext cx="40513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190" dirty="0">
                <a:latin typeface="Times New Roman"/>
                <a:cs typeface="Times New Roman"/>
              </a:rPr>
              <a:t>1</a:t>
            </a:r>
            <a:r>
              <a:rPr sz="2650" spc="-15" dirty="0">
                <a:latin typeface="Symbol"/>
                <a:cs typeface="Symbol"/>
              </a:rPr>
              <a:t>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6837" y="3885234"/>
            <a:ext cx="960119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35025" algn="l"/>
              </a:tabLst>
            </a:pPr>
            <a:r>
              <a:rPr sz="2650" i="1" spc="55" dirty="0">
                <a:latin typeface="Times New Roman"/>
                <a:cs typeface="Times New Roman"/>
              </a:rPr>
              <a:t>D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8585" y="3885234"/>
            <a:ext cx="90741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82320" algn="l"/>
              </a:tabLst>
            </a:pPr>
            <a:r>
              <a:rPr sz="2650" i="1" spc="-65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z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9587" y="2549896"/>
            <a:ext cx="2540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50" spc="-1035" dirty="0">
                <a:latin typeface="Symbol"/>
                <a:cs typeface="Symbol"/>
              </a:rPr>
              <a:t>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55807" y="2549896"/>
            <a:ext cx="2540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50" spc="-1035" dirty="0">
                <a:latin typeface="Symbol"/>
                <a:cs typeface="Symbol"/>
              </a:rPr>
              <a:t>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79587" y="2682270"/>
            <a:ext cx="1549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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55807" y="2682270"/>
            <a:ext cx="1549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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9587" y="2893809"/>
            <a:ext cx="133096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88720" algn="l"/>
              </a:tabLst>
            </a:pPr>
            <a:r>
              <a:rPr sz="2650" spc="-15" dirty="0">
                <a:latin typeface="Symbol"/>
                <a:cs typeface="Symbol"/>
              </a:rPr>
              <a:t></a:t>
            </a:r>
            <a:r>
              <a:rPr sz="2650" spc="-15" dirty="0">
                <a:latin typeface="Times New Roman"/>
                <a:cs typeface="Times New Roman"/>
              </a:rPr>
              <a:t>	</a:t>
            </a:r>
            <a:r>
              <a:rPr sz="2650" spc="-15" dirty="0">
                <a:latin typeface="Symbol"/>
                <a:cs typeface="Symbol"/>
              </a:rPr>
              <a:t>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93586" y="3623758"/>
            <a:ext cx="2540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50" spc="-1035" dirty="0">
                <a:latin typeface="Symbol"/>
                <a:cs typeface="Symbol"/>
              </a:rPr>
              <a:t>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6597" y="3623758"/>
            <a:ext cx="18859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</a:t>
            </a:r>
            <a:r>
              <a:rPr sz="2650" spc="-400" dirty="0">
                <a:latin typeface="Times New Roman"/>
                <a:cs typeface="Times New Roman"/>
              </a:rPr>
              <a:t> </a:t>
            </a:r>
            <a:r>
              <a:rPr sz="2650" spc="-1035" dirty="0">
                <a:latin typeface="Symbol"/>
                <a:cs typeface="Symbol"/>
              </a:rPr>
              <a:t>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45659" y="3623758"/>
            <a:ext cx="2540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50" spc="-1035" dirty="0">
                <a:latin typeface="Symbol"/>
                <a:cs typeface="Symbol"/>
              </a:rPr>
              <a:t>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93586" y="3756132"/>
            <a:ext cx="1549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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06597" y="3756132"/>
            <a:ext cx="31750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250" dirty="0">
                <a:latin typeface="Symbol"/>
                <a:cs typeface="Symbol"/>
              </a:rPr>
              <a:t></a:t>
            </a:r>
            <a:r>
              <a:rPr sz="2650" spc="-15" dirty="0">
                <a:latin typeface="Symbol"/>
                <a:cs typeface="Symbol"/>
              </a:rPr>
              <a:t>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45659" y="3756132"/>
            <a:ext cx="1549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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93586" y="3967671"/>
            <a:ext cx="1549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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06597" y="3967671"/>
            <a:ext cx="31750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250" dirty="0">
                <a:latin typeface="Symbol"/>
                <a:cs typeface="Symbol"/>
              </a:rPr>
              <a:t></a:t>
            </a:r>
            <a:r>
              <a:rPr sz="2650" spc="-15" dirty="0">
                <a:latin typeface="Symbol"/>
                <a:cs typeface="Symbol"/>
              </a:rPr>
              <a:t>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45659" y="3967671"/>
            <a:ext cx="15494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>
                <a:latin typeface="Symbol"/>
                <a:cs typeface="Symbol"/>
              </a:rPr>
              <a:t>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120639" y="3251606"/>
            <a:ext cx="934085" cy="15240"/>
          </a:xfrm>
          <a:custGeom>
            <a:avLst/>
            <a:gdLst/>
            <a:ahLst/>
            <a:cxnLst/>
            <a:rect l="l" t="t" r="r" b="b"/>
            <a:pathLst>
              <a:path w="934085" h="15239">
                <a:moveTo>
                  <a:pt x="933876" y="0"/>
                </a:moveTo>
                <a:lnTo>
                  <a:pt x="0" y="1523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77585" y="3208385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63" y="88910"/>
                </a:moveTo>
                <a:lnTo>
                  <a:pt x="76931" y="43220"/>
                </a:ln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253517" y="2740312"/>
            <a:ext cx="598805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0844" y="3202960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80" h="3175">
                <a:moveTo>
                  <a:pt x="982967" y="3047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77480" y="3161324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4" h="88900">
                <a:moveTo>
                  <a:pt x="262" y="0"/>
                </a:moveTo>
                <a:lnTo>
                  <a:pt x="76318" y="44683"/>
                </a:lnTo>
                <a:lnTo>
                  <a:pt x="0" y="8891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53561" y="2608245"/>
            <a:ext cx="58801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50" dirty="0">
                <a:latin typeface="Times New Roman"/>
                <a:cs typeface="Times New Roman"/>
              </a:rPr>
              <a:t>r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74669" y="4707898"/>
            <a:ext cx="4732020" cy="1605280"/>
          </a:xfrm>
          <a:custGeom>
            <a:avLst/>
            <a:gdLst/>
            <a:ahLst/>
            <a:cxnLst/>
            <a:rect l="l" t="t" r="r" b="b"/>
            <a:pathLst>
              <a:path w="4732020" h="1605279">
                <a:moveTo>
                  <a:pt x="0" y="267544"/>
                </a:moveTo>
                <a:lnTo>
                  <a:pt x="3501" y="224145"/>
                </a:lnTo>
                <a:lnTo>
                  <a:pt x="13639" y="182977"/>
                </a:lnTo>
                <a:lnTo>
                  <a:pt x="29863" y="144589"/>
                </a:lnTo>
                <a:lnTo>
                  <a:pt x="51621" y="109533"/>
                </a:lnTo>
                <a:lnTo>
                  <a:pt x="78364" y="78359"/>
                </a:lnTo>
                <a:lnTo>
                  <a:pt x="109539" y="51618"/>
                </a:lnTo>
                <a:lnTo>
                  <a:pt x="144596" y="29861"/>
                </a:lnTo>
                <a:lnTo>
                  <a:pt x="182985" y="13638"/>
                </a:lnTo>
                <a:lnTo>
                  <a:pt x="224154" y="3501"/>
                </a:lnTo>
                <a:lnTo>
                  <a:pt x="267553" y="0"/>
                </a:lnTo>
                <a:lnTo>
                  <a:pt x="4464466" y="0"/>
                </a:lnTo>
                <a:lnTo>
                  <a:pt x="4507865" y="3501"/>
                </a:lnTo>
                <a:lnTo>
                  <a:pt x="4549034" y="13638"/>
                </a:lnTo>
                <a:lnTo>
                  <a:pt x="4587423" y="29861"/>
                </a:lnTo>
                <a:lnTo>
                  <a:pt x="4622480" y="51618"/>
                </a:lnTo>
                <a:lnTo>
                  <a:pt x="4653655" y="78359"/>
                </a:lnTo>
                <a:lnTo>
                  <a:pt x="4680397" y="109533"/>
                </a:lnTo>
                <a:lnTo>
                  <a:pt x="4702156" y="144589"/>
                </a:lnTo>
                <a:lnTo>
                  <a:pt x="4718379" y="182977"/>
                </a:lnTo>
                <a:lnTo>
                  <a:pt x="4728518" y="224145"/>
                </a:lnTo>
                <a:lnTo>
                  <a:pt x="4732019" y="267544"/>
                </a:lnTo>
                <a:lnTo>
                  <a:pt x="4732019" y="1337727"/>
                </a:lnTo>
                <a:lnTo>
                  <a:pt x="4728518" y="1381123"/>
                </a:lnTo>
                <a:lnTo>
                  <a:pt x="4718379" y="1422290"/>
                </a:lnTo>
                <a:lnTo>
                  <a:pt x="4702156" y="1460676"/>
                </a:lnTo>
                <a:lnTo>
                  <a:pt x="4680397" y="1495733"/>
                </a:lnTo>
                <a:lnTo>
                  <a:pt x="4653655" y="1526907"/>
                </a:lnTo>
                <a:lnTo>
                  <a:pt x="4622480" y="1553649"/>
                </a:lnTo>
                <a:lnTo>
                  <a:pt x="4587423" y="1575407"/>
                </a:lnTo>
                <a:lnTo>
                  <a:pt x="4549034" y="1591631"/>
                </a:lnTo>
                <a:lnTo>
                  <a:pt x="4507865" y="1601769"/>
                </a:lnTo>
                <a:lnTo>
                  <a:pt x="4464466" y="1605271"/>
                </a:lnTo>
                <a:lnTo>
                  <a:pt x="267553" y="1605271"/>
                </a:lnTo>
                <a:lnTo>
                  <a:pt x="224154" y="1601769"/>
                </a:lnTo>
                <a:lnTo>
                  <a:pt x="182985" y="1591631"/>
                </a:lnTo>
                <a:lnTo>
                  <a:pt x="144596" y="1575407"/>
                </a:lnTo>
                <a:lnTo>
                  <a:pt x="109539" y="1553649"/>
                </a:lnTo>
                <a:lnTo>
                  <a:pt x="78364" y="1526907"/>
                </a:lnTo>
                <a:lnTo>
                  <a:pt x="51621" y="1495733"/>
                </a:lnTo>
                <a:lnTo>
                  <a:pt x="29863" y="1460676"/>
                </a:lnTo>
                <a:lnTo>
                  <a:pt x="13639" y="1422290"/>
                </a:lnTo>
                <a:lnTo>
                  <a:pt x="3501" y="1381123"/>
                </a:lnTo>
                <a:lnTo>
                  <a:pt x="0" y="1337727"/>
                </a:lnTo>
                <a:lnTo>
                  <a:pt x="0" y="267544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16512" y="5506723"/>
            <a:ext cx="4041775" cy="0"/>
          </a:xfrm>
          <a:custGeom>
            <a:avLst/>
            <a:gdLst/>
            <a:ahLst/>
            <a:cxnLst/>
            <a:rect l="l" t="t" r="r" b="b"/>
            <a:pathLst>
              <a:path w="4041775">
                <a:moveTo>
                  <a:pt x="0" y="0"/>
                </a:moveTo>
                <a:lnTo>
                  <a:pt x="4041582" y="0"/>
                </a:lnTo>
              </a:path>
            </a:pathLst>
          </a:custGeom>
          <a:ln w="140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507303" y="5007691"/>
            <a:ext cx="187769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8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145" dirty="0">
                <a:latin typeface="Times New Roman"/>
                <a:cs typeface="Times New Roman"/>
              </a:rPr>
              <a:t>)</a:t>
            </a:r>
            <a:r>
              <a:rPr sz="2650" i="1" spc="70" dirty="0">
                <a:latin typeface="Times New Roman"/>
                <a:cs typeface="Times New Roman"/>
              </a:rPr>
              <a:t>D</a:t>
            </a:r>
            <a:r>
              <a:rPr sz="2650" spc="18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37205" y="5521862"/>
            <a:ext cx="4017645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70" dirty="0">
                <a:latin typeface="Times New Roman"/>
                <a:cs typeface="Times New Roman"/>
              </a:rPr>
              <a:t>D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385" dirty="0">
                <a:latin typeface="Times New Roman"/>
                <a:cs typeface="Times New Roman"/>
              </a:rPr>
              <a:t> </a:t>
            </a:r>
            <a:r>
              <a:rPr sz="2650" i="1" spc="-70" dirty="0">
                <a:latin typeface="Times New Roman"/>
                <a:cs typeface="Times New Roman"/>
              </a:rPr>
              <a:t>A</a:t>
            </a:r>
            <a:r>
              <a:rPr sz="2650" spc="175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r>
              <a:rPr sz="2650" spc="-2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Symbol"/>
                <a:cs typeface="Symbol"/>
              </a:rPr>
              <a:t></a:t>
            </a:r>
            <a:r>
              <a:rPr sz="2650" spc="-254" dirty="0">
                <a:latin typeface="Times New Roman"/>
                <a:cs typeface="Times New Roman"/>
              </a:rPr>
              <a:t> </a:t>
            </a:r>
            <a:r>
              <a:rPr sz="2650" i="1" spc="155" dirty="0">
                <a:latin typeface="Times New Roman"/>
                <a:cs typeface="Times New Roman"/>
              </a:rPr>
              <a:t>C</a:t>
            </a:r>
            <a:r>
              <a:rPr sz="2650" spc="18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140" dirty="0">
                <a:latin typeface="Times New Roman"/>
                <a:cs typeface="Times New Roman"/>
              </a:rPr>
              <a:t>)</a:t>
            </a:r>
            <a:r>
              <a:rPr sz="2650" i="1" spc="55" dirty="0">
                <a:latin typeface="Times New Roman"/>
                <a:cs typeface="Times New Roman"/>
              </a:rPr>
              <a:t>B</a:t>
            </a:r>
            <a:r>
              <a:rPr sz="2650" spc="180" dirty="0">
                <a:latin typeface="Times New Roman"/>
                <a:cs typeface="Times New Roman"/>
              </a:rPr>
              <a:t>(</a:t>
            </a:r>
            <a:r>
              <a:rPr sz="2650" i="1" spc="180" dirty="0">
                <a:latin typeface="Times New Roman"/>
                <a:cs typeface="Times New Roman"/>
              </a:rPr>
              <a:t>z</a:t>
            </a:r>
            <a:r>
              <a:rPr sz="2925" baseline="34188" dirty="0">
                <a:latin typeface="Symbol"/>
                <a:cs typeface="Symbol"/>
              </a:rPr>
              <a:t></a:t>
            </a:r>
            <a:r>
              <a:rPr sz="2925" spc="187" baseline="34188" dirty="0">
                <a:latin typeface="Times New Roman"/>
                <a:cs typeface="Times New Roman"/>
              </a:rPr>
              <a:t>1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790169" y="5550313"/>
            <a:ext cx="934085" cy="15240"/>
          </a:xfrm>
          <a:custGeom>
            <a:avLst/>
            <a:gdLst/>
            <a:ahLst/>
            <a:cxnLst/>
            <a:rect l="l" t="t" r="r" b="b"/>
            <a:pathLst>
              <a:path w="934084" h="15239">
                <a:moveTo>
                  <a:pt x="933876" y="0"/>
                </a:moveTo>
                <a:lnTo>
                  <a:pt x="0" y="15239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47114" y="5507104"/>
            <a:ext cx="77470" cy="88900"/>
          </a:xfrm>
          <a:custGeom>
            <a:avLst/>
            <a:gdLst/>
            <a:ahLst/>
            <a:cxnLst/>
            <a:rect l="l" t="t" r="r" b="b"/>
            <a:pathLst>
              <a:path w="77470" h="88900">
                <a:moveTo>
                  <a:pt x="1463" y="88891"/>
                </a:moveTo>
                <a:lnTo>
                  <a:pt x="76931" y="43208"/>
                </a:ln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966240" y="5039234"/>
            <a:ext cx="59880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90" dirty="0">
                <a:latin typeface="Times New Roman"/>
                <a:cs typeface="Times New Roman"/>
              </a:rPr>
              <a:t>y</a:t>
            </a:r>
            <a:r>
              <a:rPr sz="2650" spc="55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4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100583" y="5486400"/>
            <a:ext cx="982980" cy="3175"/>
          </a:xfrm>
          <a:custGeom>
            <a:avLst/>
            <a:gdLst/>
            <a:ahLst/>
            <a:cxnLst/>
            <a:rect l="l" t="t" r="r" b="b"/>
            <a:pathLst>
              <a:path w="982980" h="3175">
                <a:moveTo>
                  <a:pt x="982955" y="3060"/>
                </a:moveTo>
                <a:lnTo>
                  <a:pt x="0" y="0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07208" y="5444788"/>
            <a:ext cx="76835" cy="88900"/>
          </a:xfrm>
          <a:custGeom>
            <a:avLst/>
            <a:gdLst/>
            <a:ahLst/>
            <a:cxnLst/>
            <a:rect l="l" t="t" r="r" b="b"/>
            <a:pathLst>
              <a:path w="76835" h="88900">
                <a:moveTo>
                  <a:pt x="274" y="0"/>
                </a:moveTo>
                <a:lnTo>
                  <a:pt x="76331" y="44671"/>
                </a:lnTo>
                <a:lnTo>
                  <a:pt x="0" y="88891"/>
                </a:lnTo>
              </a:path>
            </a:pathLst>
          </a:custGeom>
          <a:ln w="253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283302" y="4891707"/>
            <a:ext cx="588010" cy="362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150" dirty="0">
                <a:latin typeface="Times New Roman"/>
                <a:cs typeface="Times New Roman"/>
              </a:rPr>
              <a:t>r</a:t>
            </a:r>
            <a:r>
              <a:rPr sz="2650" spc="50" dirty="0">
                <a:latin typeface="Times New Roman"/>
                <a:cs typeface="Times New Roman"/>
              </a:rPr>
              <a:t>(</a:t>
            </a:r>
            <a:r>
              <a:rPr sz="2650" i="1" spc="-15" dirty="0">
                <a:latin typeface="Times New Roman"/>
                <a:cs typeface="Times New Roman"/>
              </a:rPr>
              <a:t>k</a:t>
            </a:r>
            <a:r>
              <a:rPr sz="2650" i="1" spc="-4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567" y="728606"/>
            <a:ext cx="3116580" cy="915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40"/>
              </a:lnSpc>
            </a:pPr>
            <a:r>
              <a:rPr sz="3400" spc="-45" dirty="0">
                <a:solidFill>
                  <a:srgbClr val="B5121B"/>
                </a:solidFill>
                <a:latin typeface="Calibri"/>
                <a:cs typeface="Calibri"/>
              </a:rPr>
              <a:t>F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spc="-40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2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400" spc="-12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–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40"/>
              </a:lnSpc>
            </a:pP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Hig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h</a:t>
            </a:r>
            <a:r>
              <a:rPr sz="34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-30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400" spc="-10" dirty="0">
                <a:solidFill>
                  <a:srgbClr val="B5121B"/>
                </a:solidFill>
                <a:latin typeface="Calibri"/>
                <a:cs typeface="Calibri"/>
              </a:rPr>
              <a:t>a</a:t>
            </a:r>
            <a:r>
              <a:rPr sz="3400" spc="-5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8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400" spc="-50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4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400" spc="-8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400" spc="5" dirty="0">
                <a:solidFill>
                  <a:srgbClr val="B5121B"/>
                </a:solidFill>
                <a:latin typeface="Calibri"/>
                <a:cs typeface="Calibri"/>
              </a:rPr>
              <a:t>o</a:t>
            </a:r>
            <a:r>
              <a:rPr sz="3400" dirty="0">
                <a:solidFill>
                  <a:srgbClr val="B5121B"/>
                </a:solidFill>
                <a:latin typeface="Calibri"/>
                <a:cs typeface="Calibri"/>
              </a:rPr>
              <a:t>l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17960" y="2609850"/>
            <a:ext cx="866140" cy="828040"/>
          </a:xfrm>
          <a:custGeom>
            <a:avLst/>
            <a:gdLst/>
            <a:ahLst/>
            <a:cxnLst/>
            <a:rect l="l" t="t" r="r" b="b"/>
            <a:pathLst>
              <a:path w="866139" h="828039">
                <a:moveTo>
                  <a:pt x="0" y="138013"/>
                </a:moveTo>
                <a:lnTo>
                  <a:pt x="6710" y="95375"/>
                </a:lnTo>
                <a:lnTo>
                  <a:pt x="25433" y="58153"/>
                </a:lnTo>
                <a:lnTo>
                  <a:pt x="54057" y="28459"/>
                </a:lnTo>
                <a:lnTo>
                  <a:pt x="90468" y="8406"/>
                </a:lnTo>
                <a:lnTo>
                  <a:pt x="132554" y="105"/>
                </a:lnTo>
                <a:lnTo>
                  <a:pt x="728106" y="0"/>
                </a:lnTo>
                <a:lnTo>
                  <a:pt x="742790" y="771"/>
                </a:lnTo>
                <a:lnTo>
                  <a:pt x="783857" y="11721"/>
                </a:lnTo>
                <a:lnTo>
                  <a:pt x="818805" y="33979"/>
                </a:lnTo>
                <a:lnTo>
                  <a:pt x="845520" y="65433"/>
                </a:lnTo>
                <a:lnTo>
                  <a:pt x="861890" y="103971"/>
                </a:lnTo>
                <a:lnTo>
                  <a:pt x="866119" y="690036"/>
                </a:lnTo>
                <a:lnTo>
                  <a:pt x="865347" y="704715"/>
                </a:lnTo>
                <a:lnTo>
                  <a:pt x="854398" y="745774"/>
                </a:lnTo>
                <a:lnTo>
                  <a:pt x="832140" y="780723"/>
                </a:lnTo>
                <a:lnTo>
                  <a:pt x="800686" y="807443"/>
                </a:lnTo>
                <a:lnTo>
                  <a:pt x="762148" y="823819"/>
                </a:lnTo>
                <a:lnTo>
                  <a:pt x="138013" y="828050"/>
                </a:lnTo>
                <a:lnTo>
                  <a:pt x="123329" y="827278"/>
                </a:lnTo>
                <a:lnTo>
                  <a:pt x="82262" y="816324"/>
                </a:lnTo>
                <a:lnTo>
                  <a:pt x="47314" y="794060"/>
                </a:lnTo>
                <a:lnTo>
                  <a:pt x="20599" y="762603"/>
                </a:lnTo>
                <a:lnTo>
                  <a:pt x="4229" y="724068"/>
                </a:lnTo>
                <a:lnTo>
                  <a:pt x="0" y="138013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7668" y="2862025"/>
            <a:ext cx="26797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b="1" i="1" spc="-20" dirty="0">
                <a:latin typeface="Times New Roman"/>
                <a:cs typeface="Times New Roman"/>
              </a:rPr>
              <a:t>G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843" y="2220051"/>
            <a:ext cx="252095" cy="61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00" i="1" spc="-20" dirty="0">
                <a:latin typeface="Times New Roman"/>
                <a:cs typeface="Times New Roman"/>
              </a:rPr>
              <a:t>r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1129" y="282573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201929" y="0"/>
                </a:moveTo>
                <a:lnTo>
                  <a:pt x="153406" y="5757"/>
                </a:lnTo>
                <a:lnTo>
                  <a:pt x="109135" y="22112"/>
                </a:lnTo>
                <a:lnTo>
                  <a:pt x="70519" y="47689"/>
                </a:lnTo>
                <a:lnTo>
                  <a:pt x="38963" y="81110"/>
                </a:lnTo>
                <a:lnTo>
                  <a:pt x="15869" y="121000"/>
                </a:lnTo>
                <a:lnTo>
                  <a:pt x="2643" y="165982"/>
                </a:lnTo>
                <a:lnTo>
                  <a:pt x="0" y="198119"/>
                </a:lnTo>
                <a:lnTo>
                  <a:pt x="669" y="214369"/>
                </a:lnTo>
                <a:lnTo>
                  <a:pt x="10295" y="260742"/>
                </a:lnTo>
                <a:lnTo>
                  <a:pt x="30255" y="302483"/>
                </a:lnTo>
                <a:lnTo>
                  <a:pt x="59147" y="338213"/>
                </a:lnTo>
                <a:lnTo>
                  <a:pt x="95565" y="366558"/>
                </a:lnTo>
                <a:lnTo>
                  <a:pt x="138107" y="386140"/>
                </a:lnTo>
                <a:lnTo>
                  <a:pt x="185369" y="395583"/>
                </a:lnTo>
                <a:lnTo>
                  <a:pt x="201929" y="396239"/>
                </a:lnTo>
                <a:lnTo>
                  <a:pt x="218490" y="395583"/>
                </a:lnTo>
                <a:lnTo>
                  <a:pt x="265752" y="386140"/>
                </a:lnTo>
                <a:lnTo>
                  <a:pt x="308294" y="366558"/>
                </a:lnTo>
                <a:lnTo>
                  <a:pt x="344712" y="338213"/>
                </a:lnTo>
                <a:lnTo>
                  <a:pt x="373604" y="302483"/>
                </a:lnTo>
                <a:lnTo>
                  <a:pt x="393564" y="260742"/>
                </a:lnTo>
                <a:lnTo>
                  <a:pt x="403190" y="214369"/>
                </a:lnTo>
                <a:lnTo>
                  <a:pt x="403859" y="198119"/>
                </a:lnTo>
                <a:lnTo>
                  <a:pt x="403190" y="181870"/>
                </a:lnTo>
                <a:lnTo>
                  <a:pt x="393564" y="135497"/>
                </a:lnTo>
                <a:lnTo>
                  <a:pt x="373604" y="93756"/>
                </a:lnTo>
                <a:lnTo>
                  <a:pt x="344712" y="58026"/>
                </a:lnTo>
                <a:lnTo>
                  <a:pt x="308294" y="29681"/>
                </a:lnTo>
                <a:lnTo>
                  <a:pt x="265752" y="10099"/>
                </a:lnTo>
                <a:lnTo>
                  <a:pt x="218490" y="656"/>
                </a:lnTo>
                <a:lnTo>
                  <a:pt x="201929" y="0"/>
                </a:lnTo>
                <a:close/>
              </a:path>
            </a:pathLst>
          </a:custGeom>
          <a:solidFill>
            <a:srgbClr val="FF0D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21129" y="2825739"/>
            <a:ext cx="403860" cy="396240"/>
          </a:xfrm>
          <a:custGeom>
            <a:avLst/>
            <a:gdLst/>
            <a:ahLst/>
            <a:cxnLst/>
            <a:rect l="l" t="t" r="r" b="b"/>
            <a:pathLst>
              <a:path w="403860" h="396239">
                <a:moveTo>
                  <a:pt x="0" y="198119"/>
                </a:moveTo>
                <a:lnTo>
                  <a:pt x="5869" y="150507"/>
                </a:lnTo>
                <a:lnTo>
                  <a:pt x="22540" y="107070"/>
                </a:lnTo>
                <a:lnTo>
                  <a:pt x="48611" y="69183"/>
                </a:lnTo>
                <a:lnTo>
                  <a:pt x="82676" y="38224"/>
                </a:lnTo>
                <a:lnTo>
                  <a:pt x="123333" y="15568"/>
                </a:lnTo>
                <a:lnTo>
                  <a:pt x="169178" y="2592"/>
                </a:lnTo>
                <a:lnTo>
                  <a:pt x="201929" y="0"/>
                </a:lnTo>
                <a:lnTo>
                  <a:pt x="218490" y="656"/>
                </a:lnTo>
                <a:lnTo>
                  <a:pt x="265752" y="10099"/>
                </a:lnTo>
                <a:lnTo>
                  <a:pt x="308294" y="29681"/>
                </a:lnTo>
                <a:lnTo>
                  <a:pt x="344712" y="58026"/>
                </a:lnTo>
                <a:lnTo>
                  <a:pt x="373604" y="93756"/>
                </a:lnTo>
                <a:lnTo>
                  <a:pt x="393564" y="135497"/>
                </a:lnTo>
                <a:lnTo>
                  <a:pt x="403190" y="181870"/>
                </a:lnTo>
                <a:lnTo>
                  <a:pt x="403859" y="198119"/>
                </a:lnTo>
                <a:lnTo>
                  <a:pt x="403190" y="214369"/>
                </a:lnTo>
                <a:lnTo>
                  <a:pt x="393564" y="260742"/>
                </a:lnTo>
                <a:lnTo>
                  <a:pt x="373604" y="302483"/>
                </a:lnTo>
                <a:lnTo>
                  <a:pt x="344712" y="338213"/>
                </a:lnTo>
                <a:lnTo>
                  <a:pt x="308294" y="366558"/>
                </a:lnTo>
                <a:lnTo>
                  <a:pt x="265752" y="386140"/>
                </a:lnTo>
                <a:lnTo>
                  <a:pt x="218490" y="395583"/>
                </a:lnTo>
                <a:lnTo>
                  <a:pt x="201929" y="396239"/>
                </a:lnTo>
                <a:lnTo>
                  <a:pt x="185369" y="395583"/>
                </a:lnTo>
                <a:lnTo>
                  <a:pt x="138107" y="386140"/>
                </a:lnTo>
                <a:lnTo>
                  <a:pt x="95565" y="366558"/>
                </a:lnTo>
                <a:lnTo>
                  <a:pt x="59147" y="338213"/>
                </a:lnTo>
                <a:lnTo>
                  <a:pt x="30255" y="302483"/>
                </a:lnTo>
                <a:lnTo>
                  <a:pt x="10295" y="260742"/>
                </a:lnTo>
                <a:lnTo>
                  <a:pt x="669" y="214369"/>
                </a:lnTo>
                <a:lnTo>
                  <a:pt x="0" y="198119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45" y="3006090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0" y="0"/>
                </a:moveTo>
                <a:lnTo>
                  <a:pt x="841903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7337" y="2939399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90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14165" y="3241913"/>
            <a:ext cx="0" cy="1088390"/>
          </a:xfrm>
          <a:custGeom>
            <a:avLst/>
            <a:gdLst/>
            <a:ahLst/>
            <a:cxnLst/>
            <a:rect l="l" t="t" r="r" b="b"/>
            <a:pathLst>
              <a:path h="1088389">
                <a:moveTo>
                  <a:pt x="0" y="1088032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47503" y="3241913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133349" y="114299"/>
                </a:moveTo>
                <a:lnTo>
                  <a:pt x="66674" y="0"/>
                </a:lnTo>
                <a:lnTo>
                  <a:pt x="0" y="11429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56958" y="2609903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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2858" y="3267764"/>
            <a:ext cx="1930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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57459" y="3023860"/>
            <a:ext cx="6985" cy="1310640"/>
          </a:xfrm>
          <a:custGeom>
            <a:avLst/>
            <a:gdLst/>
            <a:ahLst/>
            <a:cxnLst/>
            <a:rect l="l" t="t" r="r" b="b"/>
            <a:pathLst>
              <a:path w="6985" h="1310639">
                <a:moveTo>
                  <a:pt x="6979" y="1310466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1785" y="4311646"/>
            <a:ext cx="3542029" cy="0"/>
          </a:xfrm>
          <a:custGeom>
            <a:avLst/>
            <a:gdLst/>
            <a:ahLst/>
            <a:cxnLst/>
            <a:rect l="l" t="t" r="r" b="b"/>
            <a:pathLst>
              <a:path w="3542029">
                <a:moveTo>
                  <a:pt x="3541922" y="0"/>
                </a:moveTo>
                <a:lnTo>
                  <a:pt x="0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05799" y="3023860"/>
            <a:ext cx="580390" cy="0"/>
          </a:xfrm>
          <a:custGeom>
            <a:avLst/>
            <a:gdLst/>
            <a:ahLst/>
            <a:cxnLst/>
            <a:rect l="l" t="t" r="r" b="b"/>
            <a:pathLst>
              <a:path w="580389">
                <a:moveTo>
                  <a:pt x="0" y="0"/>
                </a:moveTo>
                <a:lnTo>
                  <a:pt x="580156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1656" y="295720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86639" y="3008619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>
                <a:moveTo>
                  <a:pt x="0" y="0"/>
                </a:moveTo>
                <a:lnTo>
                  <a:pt x="879378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51718" y="294196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0" y="0"/>
                </a:moveTo>
                <a:lnTo>
                  <a:pt x="114299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45726" y="2183170"/>
            <a:ext cx="286385" cy="623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700" i="1" spc="-45" dirty="0">
                <a:latin typeface="Times New Roman"/>
                <a:cs typeface="Times New Roman"/>
              </a:rPr>
              <a:t>y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42210" y="2602230"/>
            <a:ext cx="863600" cy="825500"/>
          </a:xfrm>
          <a:custGeom>
            <a:avLst/>
            <a:gdLst/>
            <a:ahLst/>
            <a:cxnLst/>
            <a:rect l="l" t="t" r="r" b="b"/>
            <a:pathLst>
              <a:path w="863600" h="825500">
                <a:moveTo>
                  <a:pt x="0" y="137586"/>
                </a:moveTo>
                <a:lnTo>
                  <a:pt x="6730" y="94959"/>
                </a:lnTo>
                <a:lnTo>
                  <a:pt x="25503" y="57768"/>
                </a:lnTo>
                <a:lnTo>
                  <a:pt x="54194" y="28141"/>
                </a:lnTo>
                <a:lnTo>
                  <a:pt x="90678" y="8202"/>
                </a:lnTo>
                <a:lnTo>
                  <a:pt x="132829" y="80"/>
                </a:lnTo>
                <a:lnTo>
                  <a:pt x="726003" y="0"/>
                </a:lnTo>
                <a:lnTo>
                  <a:pt x="740690" y="774"/>
                </a:lnTo>
                <a:lnTo>
                  <a:pt x="781749" y="11756"/>
                </a:lnTo>
                <a:lnTo>
                  <a:pt x="816655" y="34073"/>
                </a:lnTo>
                <a:lnTo>
                  <a:pt x="843284" y="65599"/>
                </a:lnTo>
                <a:lnTo>
                  <a:pt x="859514" y="104207"/>
                </a:lnTo>
                <a:lnTo>
                  <a:pt x="863589" y="687933"/>
                </a:lnTo>
                <a:lnTo>
                  <a:pt x="862815" y="702611"/>
                </a:lnTo>
                <a:lnTo>
                  <a:pt x="851835" y="743654"/>
                </a:lnTo>
                <a:lnTo>
                  <a:pt x="829519" y="778555"/>
                </a:lnTo>
                <a:lnTo>
                  <a:pt x="797990" y="805186"/>
                </a:lnTo>
                <a:lnTo>
                  <a:pt x="759372" y="821417"/>
                </a:lnTo>
                <a:lnTo>
                  <a:pt x="137589" y="825489"/>
                </a:lnTo>
                <a:lnTo>
                  <a:pt x="122904" y="824715"/>
                </a:lnTo>
                <a:lnTo>
                  <a:pt x="81845" y="813731"/>
                </a:lnTo>
                <a:lnTo>
                  <a:pt x="46936" y="791412"/>
                </a:lnTo>
                <a:lnTo>
                  <a:pt x="20303" y="759887"/>
                </a:lnTo>
                <a:lnTo>
                  <a:pt x="4072" y="721283"/>
                </a:lnTo>
                <a:lnTo>
                  <a:pt x="0" y="137586"/>
                </a:lnTo>
                <a:close/>
              </a:path>
            </a:pathLst>
          </a:custGeom>
          <a:ln w="12700">
            <a:solidFill>
              <a:srgbClr val="2E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70989" y="2854405"/>
            <a:ext cx="17462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i="1" spc="-15" dirty="0">
                <a:latin typeface="Times New Roman"/>
                <a:cs typeface="Times New Roman"/>
              </a:rPr>
              <a:t>k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30073" y="3034040"/>
            <a:ext cx="580390" cy="0"/>
          </a:xfrm>
          <a:custGeom>
            <a:avLst/>
            <a:gdLst/>
            <a:ahLst/>
            <a:cxnLst/>
            <a:rect l="l" t="t" r="r" b="b"/>
            <a:pathLst>
              <a:path w="580389">
                <a:moveTo>
                  <a:pt x="0" y="0"/>
                </a:moveTo>
                <a:lnTo>
                  <a:pt x="580131" y="0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95893" y="29673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2" y="0"/>
                </a:moveTo>
                <a:lnTo>
                  <a:pt x="114312" y="66659"/>
                </a:lnTo>
                <a:lnTo>
                  <a:pt x="0" y="133349"/>
                </a:lnTo>
              </a:path>
            </a:pathLst>
          </a:custGeom>
          <a:ln w="38099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74657" y="4075654"/>
            <a:ext cx="1316990" cy="0"/>
          </a:xfrm>
          <a:custGeom>
            <a:avLst/>
            <a:gdLst/>
            <a:ahLst/>
            <a:cxnLst/>
            <a:rect l="l" t="t" r="r" b="b"/>
            <a:pathLst>
              <a:path w="1316990">
                <a:moveTo>
                  <a:pt x="0" y="0"/>
                </a:moveTo>
                <a:lnTo>
                  <a:pt x="1316616" y="0"/>
                </a:lnTo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739768" y="4161886"/>
            <a:ext cx="1321435" cy="50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00" spc="290" dirty="0">
                <a:latin typeface="Times New Roman"/>
                <a:cs typeface="Times New Roman"/>
              </a:rPr>
              <a:t>1</a:t>
            </a:r>
            <a:r>
              <a:rPr sz="3700" dirty="0">
                <a:latin typeface="Symbol"/>
                <a:cs typeface="Symbol"/>
              </a:rPr>
              <a:t></a:t>
            </a:r>
            <a:r>
              <a:rPr sz="3700" spc="-235" dirty="0">
                <a:latin typeface="Times New Roman"/>
                <a:cs typeface="Times New Roman"/>
              </a:rPr>
              <a:t> </a:t>
            </a:r>
            <a:r>
              <a:rPr sz="3700" i="1" dirty="0">
                <a:latin typeface="Times New Roman"/>
                <a:cs typeface="Times New Roman"/>
              </a:rPr>
              <a:t>k</a:t>
            </a:r>
            <a:r>
              <a:rPr sz="3700" i="1" spc="40" dirty="0">
                <a:latin typeface="Times New Roman"/>
                <a:cs typeface="Times New Roman"/>
              </a:rPr>
              <a:t> </a:t>
            </a:r>
            <a:r>
              <a:rPr sz="3700" b="1" i="1" dirty="0">
                <a:latin typeface="Times New Roman"/>
                <a:cs typeface="Times New Roman"/>
              </a:rPr>
              <a:t>G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76321" y="3506353"/>
            <a:ext cx="700405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00" i="1" dirty="0">
                <a:latin typeface="Times New Roman"/>
                <a:cs typeface="Times New Roman"/>
              </a:rPr>
              <a:t>k</a:t>
            </a:r>
            <a:r>
              <a:rPr sz="3700" i="1" spc="40" dirty="0">
                <a:latin typeface="Times New Roman"/>
                <a:cs typeface="Times New Roman"/>
              </a:rPr>
              <a:t> </a:t>
            </a:r>
            <a:r>
              <a:rPr sz="3700" b="1" i="1" dirty="0">
                <a:latin typeface="Times New Roman"/>
                <a:cs typeface="Times New Roman"/>
              </a:rPr>
              <a:t>G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51862" y="3794899"/>
            <a:ext cx="2317750" cy="50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20265" algn="l"/>
              </a:tabLst>
            </a:pPr>
            <a:r>
              <a:rPr sz="3700" i="1" dirty="0">
                <a:latin typeface="Times New Roman"/>
                <a:cs typeface="Times New Roman"/>
              </a:rPr>
              <a:t>y</a:t>
            </a:r>
            <a:r>
              <a:rPr sz="3700" i="1" spc="4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Symbol"/>
                <a:cs typeface="Symbol"/>
              </a:rPr>
              <a:t></a:t>
            </a:r>
            <a:r>
              <a:rPr sz="3700" dirty="0">
                <a:latin typeface="Times New Roman"/>
                <a:cs typeface="Times New Roman"/>
              </a:rPr>
              <a:t>	</a:t>
            </a:r>
            <a:r>
              <a:rPr sz="3700" i="1" dirty="0">
                <a:latin typeface="Times New Roman"/>
                <a:cs typeface="Times New Roman"/>
              </a:rPr>
              <a:t>r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90457" y="4953595"/>
            <a:ext cx="4305935" cy="1016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48305" algn="l"/>
              </a:tabLst>
            </a:pP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ns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id</a:t>
            </a: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sz="32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3200" b="1" spc="-4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32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200" b="1" i="1" spc="-20" dirty="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sz="3200" b="1" i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sz="3200" b="1" i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&gt;</a:t>
            </a:r>
            <a:r>
              <a:rPr sz="32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  <a:p>
            <a:pPr marL="2640965">
              <a:lnSpc>
                <a:spcPct val="100000"/>
              </a:lnSpc>
              <a:spcBef>
                <a:spcPts val="765"/>
              </a:spcBef>
            </a:pP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3200" b="1" spc="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32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32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32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731" rIns="0" bIns="0" rtlCol="0">
            <a:spAutoFit/>
          </a:bodyPr>
          <a:lstStyle/>
          <a:p>
            <a:pPr marL="165100">
              <a:lnSpc>
                <a:spcPct val="100000"/>
              </a:lnSpc>
            </a:pPr>
            <a:r>
              <a:rPr spc="5" dirty="0"/>
              <a:t>Co</a:t>
            </a:r>
            <a:r>
              <a:rPr spc="-10" dirty="0"/>
              <a:t>n</a:t>
            </a:r>
            <a:r>
              <a:rPr dirty="0"/>
              <a:t>c</a:t>
            </a:r>
            <a:r>
              <a:rPr spc="-5" dirty="0"/>
              <a:t>l</a:t>
            </a:r>
            <a:r>
              <a:rPr spc="-10" dirty="0"/>
              <a:t>us</a:t>
            </a:r>
            <a:r>
              <a:rPr spc="-5" dirty="0"/>
              <a:t>i</a:t>
            </a:r>
            <a:r>
              <a:rPr spc="5" dirty="0"/>
              <a:t>o</a:t>
            </a:r>
            <a:r>
              <a:rPr spc="-10" dirty="0"/>
              <a:t>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44536" y="2095544"/>
            <a:ext cx="805492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967105" indent="-228600">
              <a:lnSpc>
                <a:spcPts val="2820"/>
              </a:lnSpc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Th</a:t>
            </a:r>
            <a:r>
              <a:rPr dirty="0"/>
              <a:t>is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/>
              <a:t>s</a:t>
            </a:r>
            <a:r>
              <a:rPr spc="-10" dirty="0"/>
              <a:t>e</a:t>
            </a:r>
            <a:r>
              <a:rPr spc="-15" dirty="0"/>
              <a:t>c</a:t>
            </a:r>
            <a:r>
              <a:rPr spc="-5" dirty="0"/>
              <a:t>t</a:t>
            </a:r>
            <a:r>
              <a:rPr dirty="0"/>
              <a:t>i</a:t>
            </a:r>
            <a:r>
              <a:rPr spc="5" dirty="0"/>
              <a:t>o</a:t>
            </a:r>
            <a:r>
              <a:rPr dirty="0"/>
              <a:t>n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/>
              <a:t>ha</a:t>
            </a:r>
            <a:r>
              <a:rPr dirty="0"/>
              <a:t>s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35" dirty="0"/>
              <a:t>c</a:t>
            </a:r>
            <a:r>
              <a:rPr spc="5" dirty="0"/>
              <a:t>o</a:t>
            </a:r>
            <a:r>
              <a:rPr spc="-10" dirty="0"/>
              <a:t>n</a:t>
            </a:r>
            <a:r>
              <a:rPr dirty="0"/>
              <a:t>si</a:t>
            </a:r>
            <a:r>
              <a:rPr spc="-25" dirty="0"/>
              <a:t>d</a:t>
            </a:r>
            <a:r>
              <a:rPr spc="-10" dirty="0"/>
              <a:t>e</a:t>
            </a:r>
            <a:r>
              <a:rPr spc="-60" dirty="0"/>
              <a:t>r</a:t>
            </a:r>
            <a:r>
              <a:rPr spc="-10" dirty="0"/>
              <a:t>e</a:t>
            </a:r>
            <a:r>
              <a:rPr dirty="0"/>
              <a:t>d</a:t>
            </a:r>
            <a:r>
              <a:rPr lang="en-NZ" dirty="0"/>
              <a:t>: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FB184-7118-C411-0E7D-3717C3656139}"/>
              </a:ext>
            </a:extLst>
          </p:cNvPr>
          <p:cNvSpPr txBox="1"/>
          <p:nvPr/>
        </p:nvSpPr>
        <p:spPr>
          <a:xfrm>
            <a:off x="1905000" y="2689600"/>
            <a:ext cx="4579034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W</a:t>
            </a:r>
            <a:r>
              <a:rPr lang="en-US" sz="2400" spc="-50" dirty="0">
                <a:latin typeface="Calibri"/>
                <a:cs typeface="Calibri"/>
              </a:rPr>
              <a:t>h</a:t>
            </a:r>
            <a:r>
              <a:rPr lang="en-US" sz="2400" spc="-15" dirty="0">
                <a:latin typeface="Calibri"/>
                <a:cs typeface="Calibri"/>
              </a:rPr>
              <a:t>y</a:t>
            </a:r>
            <a:r>
              <a:rPr lang="en-US" sz="2400" spc="-30" dirty="0">
                <a:latin typeface="Calibri"/>
                <a:cs typeface="Calibri"/>
              </a:rPr>
              <a:t> M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spc="-10" dirty="0">
                <a:latin typeface="Calibri"/>
                <a:cs typeface="Calibri"/>
              </a:rPr>
              <a:t>de</a:t>
            </a:r>
            <a:r>
              <a:rPr lang="en-US" sz="2400" dirty="0">
                <a:latin typeface="Calibri"/>
                <a:cs typeface="Calibri"/>
              </a:rPr>
              <a:t>l?</a:t>
            </a: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30" dirty="0">
                <a:latin typeface="Calibri"/>
                <a:cs typeface="Calibri"/>
              </a:rPr>
              <a:t>T</a:t>
            </a:r>
            <a:r>
              <a:rPr lang="en-US" sz="2400" spc="-15" dirty="0">
                <a:latin typeface="Calibri"/>
                <a:cs typeface="Calibri"/>
              </a:rPr>
              <a:t>y</a:t>
            </a:r>
            <a:r>
              <a:rPr lang="en-US" sz="2400" spc="-10" dirty="0">
                <a:latin typeface="Calibri"/>
                <a:cs typeface="Calibri"/>
              </a:rPr>
              <a:t>pe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dirty="0">
                <a:latin typeface="Calibri"/>
                <a:cs typeface="Calibri"/>
              </a:rPr>
              <a:t>f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spc="-30" dirty="0">
                <a:latin typeface="Calibri"/>
                <a:cs typeface="Calibri"/>
              </a:rPr>
              <a:t>M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spc="-10" dirty="0">
                <a:latin typeface="Calibri"/>
                <a:cs typeface="Calibri"/>
              </a:rPr>
              <a:t>de</a:t>
            </a:r>
            <a:r>
              <a:rPr lang="en-US" sz="2400" dirty="0">
                <a:latin typeface="Calibri"/>
                <a:cs typeface="Calibri"/>
              </a:rPr>
              <a:t>l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Calibri"/>
                <a:cs typeface="Calibri"/>
              </a:rPr>
              <a:t>Di</a:t>
            </a:r>
            <a:r>
              <a:rPr lang="en-US" sz="2400" spc="-15" dirty="0">
                <a:latin typeface="Calibri"/>
                <a:cs typeface="Calibri"/>
              </a:rPr>
              <a:t>f</a:t>
            </a:r>
            <a:r>
              <a:rPr lang="en-US" sz="2400" spc="-55" dirty="0">
                <a:latin typeface="Calibri"/>
                <a:cs typeface="Calibri"/>
              </a:rPr>
              <a:t>f</a:t>
            </a:r>
            <a:r>
              <a:rPr lang="en-US" sz="2400" spc="-10" dirty="0">
                <a:latin typeface="Calibri"/>
                <a:cs typeface="Calibri"/>
              </a:rPr>
              <a:t>e</a:t>
            </a:r>
            <a:r>
              <a:rPr lang="en-US" sz="2400" spc="-60" dirty="0">
                <a:latin typeface="Calibri"/>
                <a:cs typeface="Calibri"/>
              </a:rPr>
              <a:t>r</a:t>
            </a:r>
            <a:r>
              <a:rPr lang="en-US" sz="2400" spc="-10" dirty="0">
                <a:latin typeface="Calibri"/>
                <a:cs typeface="Calibri"/>
              </a:rPr>
              <a:t>en</a:t>
            </a:r>
            <a:r>
              <a:rPr lang="en-US" sz="2400" dirty="0">
                <a:latin typeface="Calibri"/>
                <a:cs typeface="Calibri"/>
              </a:rPr>
              <a:t>c</a:t>
            </a:r>
            <a:r>
              <a:rPr lang="en-US" sz="2400" spc="-15" dirty="0">
                <a:latin typeface="Calibri"/>
                <a:cs typeface="Calibri"/>
              </a:rPr>
              <a:t>e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spc="-50" dirty="0">
                <a:latin typeface="Calibri"/>
                <a:cs typeface="Calibri"/>
              </a:rPr>
              <a:t>E</a:t>
            </a:r>
            <a:r>
              <a:rPr lang="en-US" sz="2400" spc="-10" dirty="0">
                <a:latin typeface="Calibri"/>
                <a:cs typeface="Calibri"/>
              </a:rPr>
              <a:t>qu</a:t>
            </a:r>
            <a:r>
              <a:rPr lang="en-US" sz="2400" spc="-30" dirty="0">
                <a:latin typeface="Calibri"/>
                <a:cs typeface="Calibri"/>
              </a:rPr>
              <a:t>a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lang="en-US" sz="2400" dirty="0">
                <a:latin typeface="Calibri"/>
                <a:cs typeface="Calibri"/>
              </a:rPr>
              <a:t>i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spc="-10" dirty="0">
                <a:latin typeface="Calibri"/>
                <a:cs typeface="Calibri"/>
              </a:rPr>
              <a:t>ns</a:t>
            </a:r>
            <a:endParaRPr lang="en-US"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</a:t>
            </a:r>
            <a:r>
              <a:rPr lang="en-US" sz="2400" spc="-25" dirty="0">
                <a:latin typeface="Calibri"/>
                <a:cs typeface="Calibri"/>
              </a:rPr>
              <a:t>a</a:t>
            </a:r>
            <a:r>
              <a:rPr lang="en-US" sz="2400" spc="-15" dirty="0">
                <a:latin typeface="Calibri"/>
                <a:cs typeface="Calibri"/>
              </a:rPr>
              <a:t>c</a:t>
            </a:r>
            <a:r>
              <a:rPr lang="en-US" sz="2400" spc="-20" dirty="0">
                <a:latin typeface="Calibri"/>
                <a:cs typeface="Calibri"/>
              </a:rPr>
              <a:t>k</a:t>
            </a:r>
            <a:r>
              <a:rPr lang="en-US" sz="2400" spc="-40" dirty="0">
                <a:latin typeface="Calibri"/>
                <a:cs typeface="Calibri"/>
              </a:rPr>
              <a:t>w</a:t>
            </a:r>
            <a:r>
              <a:rPr lang="en-US" sz="2400" spc="-25" dirty="0">
                <a:latin typeface="Calibri"/>
                <a:cs typeface="Calibri"/>
              </a:rPr>
              <a:t>a</a:t>
            </a:r>
            <a:r>
              <a:rPr lang="en-US" sz="2400" spc="-60" dirty="0">
                <a:latin typeface="Calibri"/>
                <a:cs typeface="Calibri"/>
              </a:rPr>
              <a:t>r</a:t>
            </a:r>
            <a:r>
              <a:rPr lang="en-US" sz="2400" dirty="0">
                <a:latin typeface="Calibri"/>
                <a:cs typeface="Calibri"/>
              </a:rPr>
              <a:t>d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Calibri"/>
                <a:cs typeface="Calibri"/>
              </a:rPr>
              <a:t>S</a:t>
            </a:r>
            <a:r>
              <a:rPr lang="en-US" sz="2400" spc="-10" dirty="0">
                <a:latin typeface="Calibri"/>
                <a:cs typeface="Calibri"/>
              </a:rPr>
              <a:t>h</a:t>
            </a:r>
            <a:r>
              <a:rPr lang="en-US" sz="2400" dirty="0">
                <a:latin typeface="Calibri"/>
                <a:cs typeface="Calibri"/>
              </a:rPr>
              <a:t>i</a:t>
            </a:r>
            <a:r>
              <a:rPr lang="en-US" sz="2400" spc="5" dirty="0">
                <a:latin typeface="Calibri"/>
                <a:cs typeface="Calibri"/>
              </a:rPr>
              <a:t>f</a:t>
            </a:r>
            <a:r>
              <a:rPr lang="en-US" sz="2400" spc="-10" dirty="0">
                <a:latin typeface="Calibri"/>
                <a:cs typeface="Calibri"/>
              </a:rPr>
              <a:t>t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</a:t>
            </a:r>
            <a:r>
              <a:rPr lang="en-US" sz="2400" spc="-25" dirty="0">
                <a:latin typeface="Calibri"/>
                <a:cs typeface="Calibri"/>
              </a:rPr>
              <a:t>p</a:t>
            </a:r>
            <a:r>
              <a:rPr lang="en-US" sz="2400" spc="-10" dirty="0">
                <a:latin typeface="Calibri"/>
                <a:cs typeface="Calibri"/>
              </a:rPr>
              <a:t>e</a:t>
            </a:r>
            <a:r>
              <a:rPr lang="en-US" sz="2400" spc="-80" dirty="0">
                <a:latin typeface="Calibri"/>
                <a:cs typeface="Calibri"/>
              </a:rPr>
              <a:t>r</a:t>
            </a:r>
            <a:r>
              <a:rPr lang="en-US" sz="2400" spc="-30" dirty="0">
                <a:latin typeface="Calibri"/>
                <a:cs typeface="Calibri"/>
              </a:rPr>
              <a:t>a</a:t>
            </a:r>
            <a:r>
              <a:rPr lang="en-US" sz="2400" spc="-25" dirty="0">
                <a:latin typeface="Calibri"/>
                <a:cs typeface="Calibri"/>
              </a:rPr>
              <a:t>t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spc="-10" dirty="0">
                <a:latin typeface="Calibri"/>
                <a:cs typeface="Calibri"/>
              </a:rPr>
              <a:t>r</a:t>
            </a:r>
            <a:endParaRPr lang="en-US"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Calibri"/>
                <a:cs typeface="Calibri"/>
              </a:rPr>
              <a:t>S</a:t>
            </a:r>
            <a:r>
              <a:rPr lang="en-US" sz="2400" spc="-25" dirty="0">
                <a:latin typeface="Calibri"/>
                <a:cs typeface="Calibri"/>
              </a:rPr>
              <a:t>t</a:t>
            </a:r>
            <a:r>
              <a:rPr lang="en-US" sz="2400" spc="-10" dirty="0">
                <a:latin typeface="Calibri"/>
                <a:cs typeface="Calibri"/>
              </a:rPr>
              <a:t>ead</a:t>
            </a:r>
            <a:r>
              <a:rPr lang="en-US" sz="2400" dirty="0">
                <a:latin typeface="Calibri"/>
                <a:cs typeface="Calibri"/>
              </a:rPr>
              <a:t>y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s</a:t>
            </a:r>
            <a:r>
              <a:rPr lang="en-US" sz="2400" spc="-45" dirty="0">
                <a:latin typeface="Calibri"/>
                <a:cs typeface="Calibri"/>
              </a:rPr>
              <a:t>t</a:t>
            </a:r>
            <a:r>
              <a:rPr lang="en-US" sz="2400" spc="-30" dirty="0">
                <a:latin typeface="Calibri"/>
                <a:cs typeface="Calibri"/>
              </a:rPr>
              <a:t>a</a:t>
            </a:r>
            <a:r>
              <a:rPr lang="en-US" sz="2400" spc="-25" dirty="0">
                <a:latin typeface="Calibri"/>
                <a:cs typeface="Calibri"/>
              </a:rPr>
              <a:t>t</a:t>
            </a:r>
            <a:r>
              <a:rPr lang="en-US" sz="2400" spc="-15" dirty="0">
                <a:latin typeface="Calibri"/>
                <a:cs typeface="Calibri"/>
              </a:rPr>
              <a:t>e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G</a:t>
            </a:r>
            <a:r>
              <a:rPr lang="en-US" sz="2400" spc="-10" dirty="0">
                <a:latin typeface="Calibri"/>
                <a:cs typeface="Calibri"/>
              </a:rPr>
              <a:t>a</a:t>
            </a:r>
            <a:r>
              <a:rPr lang="en-US" sz="2400" dirty="0">
                <a:latin typeface="Calibri"/>
                <a:cs typeface="Calibri"/>
              </a:rPr>
              <a:t>in</a:t>
            </a: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80" dirty="0">
                <a:latin typeface="Calibri"/>
                <a:cs typeface="Calibri"/>
              </a:rPr>
              <a:t>P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dirty="0">
                <a:latin typeface="Calibri"/>
                <a:cs typeface="Calibri"/>
              </a:rPr>
              <a:t>l</a:t>
            </a:r>
            <a:r>
              <a:rPr lang="en-US" sz="2400" spc="-10" dirty="0">
                <a:latin typeface="Calibri"/>
                <a:cs typeface="Calibri"/>
              </a:rPr>
              <a:t>e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an</a:t>
            </a:r>
            <a:r>
              <a:rPr lang="en-US" sz="2400" dirty="0">
                <a:latin typeface="Calibri"/>
                <a:cs typeface="Calibri"/>
              </a:rPr>
              <a:t>d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Calibri"/>
                <a:cs typeface="Calibri"/>
              </a:rPr>
              <a:t>S</a:t>
            </a:r>
            <a:r>
              <a:rPr lang="en-US" sz="2400" spc="-45" dirty="0">
                <a:latin typeface="Calibri"/>
                <a:cs typeface="Calibri"/>
              </a:rPr>
              <a:t>t</a:t>
            </a:r>
            <a:r>
              <a:rPr lang="en-US" sz="2400" spc="-10" dirty="0">
                <a:latin typeface="Calibri"/>
                <a:cs typeface="Calibri"/>
              </a:rPr>
              <a:t>ab</a:t>
            </a:r>
            <a:r>
              <a:rPr lang="en-US" sz="2400" dirty="0">
                <a:latin typeface="Calibri"/>
                <a:cs typeface="Calibri"/>
              </a:rPr>
              <a:t>ili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lang="en-US" sz="2400" spc="-15" dirty="0">
                <a:latin typeface="Calibri"/>
                <a:cs typeface="Calibri"/>
              </a:rPr>
              <a:t>y</a:t>
            </a:r>
            <a:endParaRPr lang="en-US"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Clr>
                <a:srgbClr val="ADB3B8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</a:t>
            </a:r>
            <a:r>
              <a:rPr lang="en-US" sz="2400" dirty="0">
                <a:latin typeface="Calibri"/>
                <a:cs typeface="Calibri"/>
              </a:rPr>
              <a:t>l</a:t>
            </a:r>
            <a:r>
              <a:rPr lang="en-US" sz="2400" spc="5" dirty="0">
                <a:latin typeface="Calibri"/>
                <a:cs typeface="Calibri"/>
              </a:rPr>
              <a:t>o</a:t>
            </a:r>
            <a:r>
              <a:rPr lang="en-US" sz="2400" spc="-15" dirty="0">
                <a:latin typeface="Calibri"/>
                <a:cs typeface="Calibri"/>
              </a:rPr>
              <a:t>ck</a:t>
            </a:r>
            <a:r>
              <a:rPr lang="en-US" sz="2400" spc="-7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Calibri"/>
                <a:cs typeface="Calibri"/>
              </a:rPr>
              <a:t>Di</a:t>
            </a:r>
            <a:r>
              <a:rPr lang="en-US" sz="2400" spc="-1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g</a:t>
            </a:r>
            <a:r>
              <a:rPr lang="en-US" sz="2400" spc="-80" dirty="0">
                <a:latin typeface="Calibri"/>
                <a:cs typeface="Calibri"/>
              </a:rPr>
              <a:t>r</a:t>
            </a:r>
            <a:r>
              <a:rPr lang="en-US" sz="2400" spc="-1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ms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5220</Words>
  <Application>Microsoft Office PowerPoint</Application>
  <PresentationFormat>On-screen Show (4:3)</PresentationFormat>
  <Paragraphs>1184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5" baseType="lpstr">
      <vt:lpstr>Arial</vt:lpstr>
      <vt:lpstr>Calibri</vt:lpstr>
      <vt:lpstr>Calibri Light</vt:lpstr>
      <vt:lpstr>MT Extra</vt:lpstr>
      <vt:lpstr>Nunito Sans</vt:lpstr>
      <vt:lpstr>Symbol</vt:lpstr>
      <vt:lpstr>Times New Roman</vt:lpstr>
      <vt:lpstr>Office Theme</vt:lpstr>
      <vt:lpstr>PowerPoint Presentation</vt:lpstr>
      <vt:lpstr>Syllabus</vt:lpstr>
      <vt:lpstr>ENGR406 (506) Intelligent System Control</vt:lpstr>
      <vt:lpstr>PowerPoint Presentation</vt:lpstr>
      <vt:lpstr>Cause and Effect</vt:lpstr>
      <vt:lpstr>Single-Input, Single-Output</vt:lpstr>
      <vt:lpstr>Illustrative Model</vt:lpstr>
      <vt:lpstr>Numerical Example</vt:lpstr>
      <vt:lpstr>PowerPoint Presentation</vt:lpstr>
      <vt:lpstr>The Scientific Method</vt:lpstr>
      <vt:lpstr>PowerPoint Presentation</vt:lpstr>
      <vt:lpstr>PowerPoint Presentation</vt:lpstr>
      <vt:lpstr>Ventilation Chamber</vt:lpstr>
      <vt:lpstr>Main Airflow Patterns</vt:lpstr>
      <vt:lpstr>PowerPoint Presentation</vt:lpstr>
      <vt:lpstr>PowerPoint Presentation</vt:lpstr>
      <vt:lpstr>Ventilation Rate Control for Different Operating Points</vt:lpstr>
      <vt:lpstr>PowerPoint Presentation</vt:lpstr>
      <vt:lpstr>PowerPoint Presentation</vt:lpstr>
      <vt:lpstr>PowerPoint Presentation</vt:lpstr>
      <vt:lpstr>PowerPoint Presentation</vt:lpstr>
      <vt:lpstr>Open–Loop Experiment</vt:lpstr>
      <vt:lpstr>PowerPoint Presentation</vt:lpstr>
      <vt:lpstr>Mechanistic Models</vt:lpstr>
      <vt:lpstr>Data–Based Models</vt:lpstr>
      <vt:lpstr>PowerPoint Presentation</vt:lpstr>
      <vt:lpstr>Derwent River Model</vt:lpstr>
      <vt:lpstr>Dynamic Model</vt:lpstr>
      <vt:lpstr>Exercise</vt:lpstr>
      <vt:lpstr>DBM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Model</vt:lpstr>
      <vt:lpstr>PowerPoint Presentation</vt:lpstr>
      <vt:lpstr>First Order, Discrete-Time Difference Equation</vt:lpstr>
      <vt:lpstr>PowerPoint Presentation</vt:lpstr>
      <vt:lpstr>Reservoir Model</vt:lpstr>
      <vt:lpstr>Reservoir Model Step Response (Table)</vt:lpstr>
      <vt:lpstr>PowerPoint Presentation</vt:lpstr>
      <vt:lpstr>Axial Fan Block Diagram</vt:lpstr>
      <vt:lpstr>PowerPoint Presentation</vt:lpstr>
      <vt:lpstr>Axial Fan Model</vt:lpstr>
      <vt:lpstr>PowerPoint Presentation</vt:lpstr>
      <vt:lpstr>PowerPoint Presentation</vt:lpstr>
      <vt:lpstr>PowerPoint Presentation</vt:lpstr>
      <vt:lpstr>Backward Shift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for a Wind Turbine</vt:lpstr>
      <vt:lpstr>Open-Loop Simulation Data</vt:lpstr>
      <vt:lpstr>Third Order Model</vt:lpstr>
      <vt:lpstr>Time Delays</vt:lpstr>
      <vt:lpstr>PowerPoint Presentation</vt:lpstr>
      <vt:lpstr>PowerPoint Presentation</vt:lpstr>
      <vt:lpstr>Unity Time Delay Version</vt:lpstr>
      <vt:lpstr>PowerPoint Presentation</vt:lpstr>
      <vt:lpstr>Steady State Gain</vt:lpstr>
      <vt:lpstr>PowerPoint Presentation</vt:lpstr>
      <vt:lpstr>Steady State Gain (Axial Fan)</vt:lpstr>
      <vt:lpstr>Step Response (Axial Fan)</vt:lpstr>
      <vt:lpstr>PowerPoint Presentation</vt:lpstr>
      <vt:lpstr>Wind Turbine Model</vt:lpstr>
      <vt:lpstr>PowerPoint Presentation</vt:lpstr>
      <vt:lpstr>PowerPoint Presentation</vt:lpstr>
      <vt:lpstr>PowerPoint Presentation</vt:lpstr>
      <vt:lpstr>Time Constant</vt:lpstr>
      <vt:lpstr>Time Constant for Reservoir Model</vt:lpstr>
      <vt:lpstr>PowerPoint Presentation</vt:lpstr>
      <vt:lpstr>PowerPoint Presentation</vt:lpstr>
      <vt:lpstr>Stable System</vt:lpstr>
      <vt:lpstr>Unstable System</vt:lpstr>
      <vt:lpstr>PowerPoint Presentation</vt:lpstr>
      <vt:lpstr>PowerPoint Presentation</vt:lpstr>
      <vt:lpstr>PowerPoint Presentation</vt:lpstr>
      <vt:lpstr>Fan Model Pole and Stability</vt:lpstr>
      <vt:lpstr>Poles and Stability</vt:lpstr>
      <vt:lpstr>Comments</vt:lpstr>
      <vt:lpstr>Wind Turbine Model</vt:lpstr>
      <vt:lpstr>PowerPoint Presentation</vt:lpstr>
      <vt:lpstr>Illustrative Model Responses</vt:lpstr>
      <vt:lpstr>PowerPoint Presentation</vt:lpstr>
      <vt:lpstr>Block Diagram Analysis</vt:lpstr>
      <vt:lpstr>PowerPoint Presentation</vt:lpstr>
      <vt:lpstr>Series Rule</vt:lpstr>
      <vt:lpstr>PowerPoint Presentation</vt:lpstr>
      <vt:lpstr>Negative Feedback Rule</vt:lpstr>
      <vt:lpstr>PowerPoint Presentation</vt:lpstr>
      <vt:lpstr>PowerPoint Presentation</vt:lpstr>
      <vt:lpstr>PowerPoint Presentation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Abrar, Muhammad</cp:lastModifiedBy>
  <cp:revision>12</cp:revision>
  <dcterms:created xsi:type="dcterms:W3CDTF">2022-07-22T04:04:24Z</dcterms:created>
  <dcterms:modified xsi:type="dcterms:W3CDTF">2022-10-03T14:44:16Z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2022-07-22T00:00:00Z</vt:filetime>
  </property>
  <property fmtid="{D5CDD505-2E9C-101B-9397-08002B2CF9AE}" pid="3" name="LastSaved">
    <vt:filetime>2022-07-22T00:00:00Z</vt:filetime>
  </property>
</Properties>
</file>