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58" r:id="rId4"/>
    <p:sldId id="259" r:id="rId5"/>
    <p:sldId id="260" r:id="rId6"/>
    <p:sldId id="326" r:id="rId7"/>
    <p:sldId id="327" r:id="rId8"/>
    <p:sldId id="328" r:id="rId9"/>
    <p:sldId id="329" r:id="rId10"/>
    <p:sldId id="330" r:id="rId11"/>
    <p:sldId id="331" r:id="rId12"/>
    <p:sldId id="332" r:id="rId13"/>
    <p:sldId id="333" r:id="rId14"/>
    <p:sldId id="261" r:id="rId15"/>
    <p:sldId id="334" r:id="rId16"/>
    <p:sldId id="335" r:id="rId17"/>
    <p:sldId id="336" r:id="rId18"/>
    <p:sldId id="325" r:id="rId19"/>
    <p:sldId id="267" r:id="rId20"/>
    <p:sldId id="268" r:id="rId21"/>
    <p:sldId id="272" r:id="rId22"/>
    <p:sldId id="273" r:id="rId23"/>
    <p:sldId id="274" r:id="rId24"/>
    <p:sldId id="275" r:id="rId25"/>
    <p:sldId id="324" r:id="rId26"/>
    <p:sldId id="277" r:id="rId27"/>
    <p:sldId id="278" r:id="rId28"/>
    <p:sldId id="279" r:id="rId29"/>
    <p:sldId id="280" r:id="rId30"/>
    <p:sldId id="281" r:id="rId31"/>
    <p:sldId id="282" r:id="rId32"/>
    <p:sldId id="283" r:id="rId33"/>
    <p:sldId id="288" r:id="rId34"/>
    <p:sldId id="289" r:id="rId35"/>
    <p:sldId id="298" r:id="rId36"/>
    <p:sldId id="300" r:id="rId37"/>
    <p:sldId id="309" r:id="rId38"/>
    <p:sldId id="316" r:id="rId39"/>
    <p:sldId id="317" r:id="rId40"/>
    <p:sldId id="318" r:id="rId41"/>
    <p:sldId id="319" r:id="rId42"/>
    <p:sldId id="320" r:id="rId43"/>
    <p:sldId id="321" r:id="rId44"/>
    <p:sldId id="322" r:id="rId45"/>
    <p:sldId id="323" r:id="rId46"/>
  </p:sldIdLst>
  <p:sldSz cx="9144000" cy="6858000" type="screen4x3"/>
  <p:notesSz cx="9144000" cy="6858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190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1536540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1605">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1605">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3975" y="96528"/>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17" name="bk object 17"/>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18" name="bk object 18"/>
          <p:cNvSpPr/>
          <p:nvPr/>
        </p:nvSpPr>
        <p:spPr>
          <a:xfrm>
            <a:off x="6271259" y="763837"/>
            <a:ext cx="2103493" cy="66119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7" name="Holder 7"/>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1605">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5" name="Holder 5"/>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1605">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3975" y="96528"/>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17" name="bk object 17"/>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18" name="bk object 18"/>
          <p:cNvSpPr/>
          <p:nvPr/>
        </p:nvSpPr>
        <p:spPr>
          <a:xfrm>
            <a:off x="6271259" y="763837"/>
            <a:ext cx="2103493" cy="66119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4" name="Holder 4"/>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1605">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3975" y="96528"/>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2" name="Holder 2"/>
          <p:cNvSpPr>
            <a:spLocks noGrp="1"/>
          </p:cNvSpPr>
          <p:nvPr>
            <p:ph type="title"/>
          </p:nvPr>
        </p:nvSpPr>
        <p:spPr>
          <a:xfrm>
            <a:off x="619331" y="656610"/>
            <a:ext cx="7905337" cy="975360"/>
          </a:xfrm>
          <a:prstGeom prst="rect">
            <a:avLst/>
          </a:prstGeom>
        </p:spPr>
        <p:txBody>
          <a:bodyPr wrap="square" lIns="0" tIns="0" rIns="0" bIns="0">
            <a:spAutoFit/>
          </a:bodyPr>
          <a:lstStyle>
            <a:lvl1pPr>
              <a:defRPr sz="3400" b="0" i="0">
                <a:solidFill>
                  <a:srgbClr val="B5121B"/>
                </a:solidFill>
                <a:latin typeface="Calibri"/>
                <a:cs typeface="Calibri"/>
              </a:defRPr>
            </a:lvl1pPr>
          </a:lstStyle>
          <a:p>
            <a:endParaRPr/>
          </a:p>
        </p:txBody>
      </p:sp>
      <p:sp>
        <p:nvSpPr>
          <p:cNvPr id="3" name="Holder 3"/>
          <p:cNvSpPr>
            <a:spLocks noGrp="1"/>
          </p:cNvSpPr>
          <p:nvPr>
            <p:ph type="body" idx="1"/>
          </p:nvPr>
        </p:nvSpPr>
        <p:spPr>
          <a:xfrm>
            <a:off x="687567" y="2095544"/>
            <a:ext cx="7768865" cy="3482340"/>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a:xfrm>
            <a:off x="8342484" y="6190289"/>
            <a:ext cx="283209" cy="254635"/>
          </a:xfrm>
          <a:prstGeom prst="rect">
            <a:avLst/>
          </a:prstGeom>
        </p:spPr>
        <p:txBody>
          <a:bodyPr wrap="square" lIns="0" tIns="0" rIns="0" bIns="0">
            <a:spAutoFit/>
          </a:bodyPr>
          <a:lstStyle>
            <a:lvl1pPr>
              <a:defRPr sz="1800" b="0" i="0">
                <a:solidFill>
                  <a:srgbClr val="403F42"/>
                </a:solidFill>
                <a:latin typeface="Calibri"/>
                <a:cs typeface="Calibri"/>
              </a:defRPr>
            </a:lvl1pPr>
          </a:lstStyle>
          <a:p>
            <a:pPr marL="141605">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4234" y="3780800"/>
            <a:ext cx="1592580" cy="0"/>
          </a:xfrm>
          <a:custGeom>
            <a:avLst/>
            <a:gdLst/>
            <a:ahLst/>
            <a:cxnLst/>
            <a:rect l="l" t="t" r="r" b="b"/>
            <a:pathLst>
              <a:path w="1592580">
                <a:moveTo>
                  <a:pt x="0" y="0"/>
                </a:moveTo>
                <a:lnTo>
                  <a:pt x="1592317" y="0"/>
                </a:lnTo>
              </a:path>
            </a:pathLst>
          </a:custGeom>
          <a:ln w="17779">
            <a:solidFill>
              <a:srgbClr val="A5ACB0"/>
            </a:solidFill>
          </a:ln>
        </p:spPr>
        <p:txBody>
          <a:bodyPr wrap="square" lIns="0" tIns="0" rIns="0" bIns="0" rtlCol="0"/>
          <a:lstStyle/>
          <a:p>
            <a:endParaRPr/>
          </a:p>
        </p:txBody>
      </p:sp>
      <p:sp>
        <p:nvSpPr>
          <p:cNvPr id="3" name="object 3"/>
          <p:cNvSpPr/>
          <p:nvPr/>
        </p:nvSpPr>
        <p:spPr>
          <a:xfrm>
            <a:off x="5806439" y="764242"/>
            <a:ext cx="2568823" cy="80812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64540" y="2377588"/>
            <a:ext cx="6028055" cy="1243930"/>
          </a:xfrm>
          <a:prstGeom prst="rect">
            <a:avLst/>
          </a:prstGeom>
        </p:spPr>
        <p:txBody>
          <a:bodyPr vert="horz" wrap="square" lIns="0" tIns="0" rIns="0" bIns="0" rtlCol="0">
            <a:spAutoFit/>
          </a:bodyPr>
          <a:lstStyle/>
          <a:p>
            <a:pPr marL="12700">
              <a:lnSpc>
                <a:spcPts val="5350"/>
              </a:lnSpc>
            </a:pPr>
            <a:r>
              <a:rPr lang="en-US" sz="4500" dirty="0">
                <a:solidFill>
                  <a:srgbClr val="B5121B"/>
                </a:solidFill>
                <a:latin typeface="Calibri"/>
                <a:cs typeface="Calibri"/>
              </a:rPr>
              <a:t>CN</a:t>
            </a:r>
            <a:r>
              <a:rPr sz="4500" dirty="0">
                <a:solidFill>
                  <a:srgbClr val="B5121B"/>
                </a:solidFill>
                <a:latin typeface="Calibri"/>
                <a:cs typeface="Calibri"/>
              </a:rPr>
              <a:t>E</a:t>
            </a:r>
            <a:r>
              <a:rPr sz="4500" spc="-35" dirty="0">
                <a:solidFill>
                  <a:srgbClr val="B5121B"/>
                </a:solidFill>
                <a:latin typeface="Calibri"/>
                <a:cs typeface="Calibri"/>
              </a:rPr>
              <a:t>N</a:t>
            </a:r>
            <a:r>
              <a:rPr sz="4500" spc="-30" dirty="0">
                <a:solidFill>
                  <a:srgbClr val="B5121B"/>
                </a:solidFill>
                <a:latin typeface="Calibri"/>
                <a:cs typeface="Calibri"/>
              </a:rPr>
              <a:t>GR</a:t>
            </a:r>
            <a:r>
              <a:rPr sz="4500" spc="-25" dirty="0">
                <a:solidFill>
                  <a:srgbClr val="B5121B"/>
                </a:solidFill>
                <a:latin typeface="Calibri"/>
                <a:cs typeface="Calibri"/>
              </a:rPr>
              <a:t>506</a:t>
            </a:r>
            <a:endParaRPr sz="4500" dirty="0">
              <a:latin typeface="Calibri"/>
              <a:cs typeface="Calibri"/>
            </a:endParaRPr>
          </a:p>
          <a:p>
            <a:pPr marL="12700">
              <a:lnSpc>
                <a:spcPts val="4270"/>
              </a:lnSpc>
            </a:pPr>
            <a:r>
              <a:rPr sz="3600" spc="-25" dirty="0">
                <a:solidFill>
                  <a:srgbClr val="B5121B"/>
                </a:solidFill>
                <a:latin typeface="Calibri"/>
                <a:cs typeface="Calibri"/>
              </a:rPr>
              <a:t>6</a:t>
            </a:r>
            <a:r>
              <a:rPr sz="3600" spc="-15" dirty="0">
                <a:solidFill>
                  <a:srgbClr val="B5121B"/>
                </a:solidFill>
                <a:latin typeface="Calibri"/>
                <a:cs typeface="Calibri"/>
              </a:rPr>
              <a:t>.</a:t>
            </a:r>
            <a:r>
              <a:rPr sz="3600" dirty="0">
                <a:solidFill>
                  <a:srgbClr val="B5121B"/>
                </a:solidFill>
                <a:latin typeface="Calibri"/>
                <a:cs typeface="Calibri"/>
              </a:rPr>
              <a:t>1</a:t>
            </a:r>
            <a:r>
              <a:rPr sz="3600" spc="-70" dirty="0">
                <a:solidFill>
                  <a:srgbClr val="B5121B"/>
                </a:solidFill>
                <a:latin typeface="Times New Roman"/>
                <a:cs typeface="Times New Roman"/>
              </a:rPr>
              <a:t> </a:t>
            </a:r>
            <a:r>
              <a:rPr sz="3600" spc="-5" dirty="0">
                <a:solidFill>
                  <a:srgbClr val="B5121B"/>
                </a:solidFill>
                <a:latin typeface="Calibri"/>
                <a:cs typeface="Calibri"/>
              </a:rPr>
              <a:t>O</a:t>
            </a:r>
            <a:r>
              <a:rPr sz="3600" spc="-15" dirty="0">
                <a:solidFill>
                  <a:srgbClr val="B5121B"/>
                </a:solidFill>
                <a:latin typeface="Calibri"/>
                <a:cs typeface="Calibri"/>
              </a:rPr>
              <a:t>p</a:t>
            </a:r>
            <a:r>
              <a:rPr sz="3600" spc="-10" dirty="0">
                <a:solidFill>
                  <a:srgbClr val="B5121B"/>
                </a:solidFill>
                <a:latin typeface="Calibri"/>
                <a:cs typeface="Calibri"/>
              </a:rPr>
              <a:t>ti</a:t>
            </a:r>
            <a:r>
              <a:rPr sz="3600" spc="-30" dirty="0">
                <a:solidFill>
                  <a:srgbClr val="B5121B"/>
                </a:solidFill>
                <a:latin typeface="Calibri"/>
                <a:cs typeface="Calibri"/>
              </a:rPr>
              <a:t>m</a:t>
            </a:r>
            <a:r>
              <a:rPr sz="3600" spc="-5" dirty="0">
                <a:solidFill>
                  <a:srgbClr val="B5121B"/>
                </a:solidFill>
                <a:latin typeface="Calibri"/>
                <a:cs typeface="Calibri"/>
              </a:rPr>
              <a:t>a</a:t>
            </a:r>
            <a:r>
              <a:rPr sz="3600" dirty="0">
                <a:solidFill>
                  <a:srgbClr val="B5121B"/>
                </a:solidFill>
                <a:latin typeface="Calibri"/>
                <a:cs typeface="Calibri"/>
              </a:rPr>
              <a:t>l</a:t>
            </a:r>
            <a:r>
              <a:rPr sz="3600" spc="-90" dirty="0">
                <a:solidFill>
                  <a:srgbClr val="B5121B"/>
                </a:solidFill>
                <a:latin typeface="Times New Roman"/>
                <a:cs typeface="Times New Roman"/>
              </a:rPr>
              <a:t> </a:t>
            </a:r>
            <a:r>
              <a:rPr sz="3600" dirty="0">
                <a:solidFill>
                  <a:srgbClr val="B5121B"/>
                </a:solidFill>
                <a:latin typeface="Calibri"/>
                <a:cs typeface="Calibri"/>
              </a:rPr>
              <a:t>&amp;</a:t>
            </a:r>
            <a:r>
              <a:rPr sz="3600" spc="-100" dirty="0">
                <a:solidFill>
                  <a:srgbClr val="B5121B"/>
                </a:solidFill>
                <a:latin typeface="Times New Roman"/>
                <a:cs typeface="Times New Roman"/>
              </a:rPr>
              <a:t> </a:t>
            </a:r>
            <a:r>
              <a:rPr sz="3600" spc="-20" dirty="0">
                <a:solidFill>
                  <a:srgbClr val="B5121B"/>
                </a:solidFill>
                <a:latin typeface="Calibri"/>
                <a:cs typeface="Calibri"/>
              </a:rPr>
              <a:t>P</a:t>
            </a:r>
            <a:r>
              <a:rPr sz="3600" spc="-50" dirty="0">
                <a:solidFill>
                  <a:srgbClr val="B5121B"/>
                </a:solidFill>
                <a:latin typeface="Calibri"/>
                <a:cs typeface="Calibri"/>
              </a:rPr>
              <a:t>r</a:t>
            </a:r>
            <a:r>
              <a:rPr sz="3600" spc="-15" dirty="0">
                <a:solidFill>
                  <a:srgbClr val="B5121B"/>
                </a:solidFill>
                <a:latin typeface="Calibri"/>
                <a:cs typeface="Calibri"/>
              </a:rPr>
              <a:t>e</a:t>
            </a:r>
            <a:r>
              <a:rPr sz="3600" spc="5" dirty="0">
                <a:solidFill>
                  <a:srgbClr val="B5121B"/>
                </a:solidFill>
                <a:latin typeface="Calibri"/>
                <a:cs typeface="Calibri"/>
              </a:rPr>
              <a:t>d</a:t>
            </a:r>
            <a:r>
              <a:rPr sz="3600" spc="-10" dirty="0">
                <a:solidFill>
                  <a:srgbClr val="B5121B"/>
                </a:solidFill>
                <a:latin typeface="Calibri"/>
                <a:cs typeface="Calibri"/>
              </a:rPr>
              <a:t>i</a:t>
            </a:r>
            <a:r>
              <a:rPr sz="3600" spc="-25" dirty="0">
                <a:solidFill>
                  <a:srgbClr val="B5121B"/>
                </a:solidFill>
                <a:latin typeface="Calibri"/>
                <a:cs typeface="Calibri"/>
              </a:rPr>
              <a:t>c</a:t>
            </a:r>
            <a:r>
              <a:rPr sz="3600" spc="-10" dirty="0">
                <a:solidFill>
                  <a:srgbClr val="B5121B"/>
                </a:solidFill>
                <a:latin typeface="Calibri"/>
                <a:cs typeface="Calibri"/>
              </a:rPr>
              <a:t>ti</a:t>
            </a:r>
            <a:r>
              <a:rPr sz="3600" spc="-70" dirty="0">
                <a:solidFill>
                  <a:srgbClr val="B5121B"/>
                </a:solidFill>
                <a:latin typeface="Calibri"/>
                <a:cs typeface="Calibri"/>
              </a:rPr>
              <a:t>v</a:t>
            </a:r>
            <a:r>
              <a:rPr sz="3600" spc="-20" dirty="0">
                <a:solidFill>
                  <a:srgbClr val="B5121B"/>
                </a:solidFill>
                <a:latin typeface="Calibri"/>
                <a:cs typeface="Calibri"/>
              </a:rPr>
              <a:t>e</a:t>
            </a:r>
            <a:r>
              <a:rPr sz="3600" spc="-110" dirty="0">
                <a:solidFill>
                  <a:srgbClr val="B5121B"/>
                </a:solidFill>
                <a:latin typeface="Times New Roman"/>
                <a:cs typeface="Times New Roman"/>
              </a:rPr>
              <a:t> </a:t>
            </a:r>
            <a:r>
              <a:rPr sz="3600" dirty="0">
                <a:solidFill>
                  <a:srgbClr val="B5121B"/>
                </a:solidFill>
                <a:latin typeface="Calibri"/>
                <a:cs typeface="Calibri"/>
              </a:rPr>
              <a:t>Co</a:t>
            </a:r>
            <a:r>
              <a:rPr sz="3600" spc="-35" dirty="0">
                <a:solidFill>
                  <a:srgbClr val="B5121B"/>
                </a:solidFill>
                <a:latin typeface="Calibri"/>
                <a:cs typeface="Calibri"/>
              </a:rPr>
              <a:t>n</a:t>
            </a:r>
            <a:r>
              <a:rPr sz="3600" spc="-25" dirty="0">
                <a:solidFill>
                  <a:srgbClr val="B5121B"/>
                </a:solidFill>
                <a:latin typeface="Calibri"/>
                <a:cs typeface="Calibri"/>
              </a:rPr>
              <a:t>t</a:t>
            </a:r>
            <a:r>
              <a:rPr sz="3600" spc="-75" dirty="0">
                <a:solidFill>
                  <a:srgbClr val="B5121B"/>
                </a:solidFill>
                <a:latin typeface="Calibri"/>
                <a:cs typeface="Calibri"/>
              </a:rPr>
              <a:t>r</a:t>
            </a:r>
            <a:r>
              <a:rPr sz="3600" dirty="0">
                <a:solidFill>
                  <a:srgbClr val="B5121B"/>
                </a:solidFill>
                <a:latin typeface="Calibri"/>
                <a:cs typeface="Calibri"/>
              </a:rPr>
              <a:t>ol</a:t>
            </a:r>
            <a:endParaRPr sz="36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45" dirty="0">
                <a:latin typeface="Calibri"/>
                <a:cs typeface="Calibri"/>
              </a:rPr>
              <a:t>S</a:t>
            </a:r>
            <a:r>
              <a:rPr spc="-20" dirty="0">
                <a:latin typeface="Calibri"/>
                <a:cs typeface="Calibri"/>
              </a:rPr>
              <a:t>y</a:t>
            </a:r>
            <a:r>
              <a:rPr spc="-5" dirty="0">
                <a:latin typeface="Calibri"/>
                <a:cs typeface="Calibri"/>
              </a:rPr>
              <a:t>ll</a:t>
            </a:r>
            <a:r>
              <a:rPr spc="-10" dirty="0">
                <a:latin typeface="Calibri"/>
                <a:cs typeface="Calibri"/>
              </a:rPr>
              <a:t>abus</a:t>
            </a:r>
          </a:p>
        </p:txBody>
      </p:sp>
      <p:sp>
        <p:nvSpPr>
          <p:cNvPr id="5" name="object 5"/>
          <p:cNvSpPr/>
          <p:nvPr/>
        </p:nvSpPr>
        <p:spPr>
          <a:xfrm>
            <a:off x="3381999" y="2721589"/>
            <a:ext cx="2484120" cy="2700020"/>
          </a:xfrm>
          <a:custGeom>
            <a:avLst/>
            <a:gdLst/>
            <a:ahLst/>
            <a:cxnLst/>
            <a:rect l="l" t="t" r="r" b="b"/>
            <a:pathLst>
              <a:path w="2484120" h="2700020">
                <a:moveTo>
                  <a:pt x="0" y="414040"/>
                </a:moveTo>
                <a:lnTo>
                  <a:pt x="5419" y="346882"/>
                </a:lnTo>
                <a:lnTo>
                  <a:pt x="21108" y="283174"/>
                </a:lnTo>
                <a:lnTo>
                  <a:pt x="46215" y="223768"/>
                </a:lnTo>
                <a:lnTo>
                  <a:pt x="79887" y="169516"/>
                </a:lnTo>
                <a:lnTo>
                  <a:pt x="121272" y="121272"/>
                </a:lnTo>
                <a:lnTo>
                  <a:pt x="169516" y="79887"/>
                </a:lnTo>
                <a:lnTo>
                  <a:pt x="223768" y="46215"/>
                </a:lnTo>
                <a:lnTo>
                  <a:pt x="283174" y="21108"/>
                </a:lnTo>
                <a:lnTo>
                  <a:pt x="346882" y="5419"/>
                </a:lnTo>
                <a:lnTo>
                  <a:pt x="414040" y="0"/>
                </a:lnTo>
                <a:lnTo>
                  <a:pt x="2070110" y="0"/>
                </a:lnTo>
                <a:lnTo>
                  <a:pt x="2137267" y="5419"/>
                </a:lnTo>
                <a:lnTo>
                  <a:pt x="2200972" y="21108"/>
                </a:lnTo>
                <a:lnTo>
                  <a:pt x="2260375" y="46215"/>
                </a:lnTo>
                <a:lnTo>
                  <a:pt x="2314623" y="79887"/>
                </a:lnTo>
                <a:lnTo>
                  <a:pt x="2362862" y="121272"/>
                </a:lnTo>
                <a:lnTo>
                  <a:pt x="2404242" y="169516"/>
                </a:lnTo>
                <a:lnTo>
                  <a:pt x="2437910" y="223768"/>
                </a:lnTo>
                <a:lnTo>
                  <a:pt x="2463014" y="283174"/>
                </a:lnTo>
                <a:lnTo>
                  <a:pt x="2478701" y="346882"/>
                </a:lnTo>
                <a:lnTo>
                  <a:pt x="2484119" y="414040"/>
                </a:lnTo>
                <a:lnTo>
                  <a:pt x="2484119" y="2286012"/>
                </a:lnTo>
                <a:lnTo>
                  <a:pt x="2478701" y="2353169"/>
                </a:lnTo>
                <a:lnTo>
                  <a:pt x="2463014" y="2416875"/>
                </a:lnTo>
                <a:lnTo>
                  <a:pt x="2437910" y="2476279"/>
                </a:lnTo>
                <a:lnTo>
                  <a:pt x="2404242" y="2530527"/>
                </a:lnTo>
                <a:lnTo>
                  <a:pt x="2362862" y="2578767"/>
                </a:lnTo>
                <a:lnTo>
                  <a:pt x="2314623" y="2620148"/>
                </a:lnTo>
                <a:lnTo>
                  <a:pt x="2260375" y="2653817"/>
                </a:lnTo>
                <a:lnTo>
                  <a:pt x="2200972" y="2678921"/>
                </a:lnTo>
                <a:lnTo>
                  <a:pt x="2137267" y="2694609"/>
                </a:lnTo>
                <a:lnTo>
                  <a:pt x="2070110" y="2700028"/>
                </a:lnTo>
                <a:lnTo>
                  <a:pt x="414040" y="2700028"/>
                </a:lnTo>
                <a:lnTo>
                  <a:pt x="346882" y="2694609"/>
                </a:lnTo>
                <a:lnTo>
                  <a:pt x="283174" y="2678921"/>
                </a:lnTo>
                <a:lnTo>
                  <a:pt x="223768" y="2653817"/>
                </a:lnTo>
                <a:lnTo>
                  <a:pt x="169516" y="2620148"/>
                </a:lnTo>
                <a:lnTo>
                  <a:pt x="121272" y="2578767"/>
                </a:lnTo>
                <a:lnTo>
                  <a:pt x="79887" y="2530527"/>
                </a:lnTo>
                <a:lnTo>
                  <a:pt x="46215" y="2476279"/>
                </a:lnTo>
                <a:lnTo>
                  <a:pt x="21108" y="2416875"/>
                </a:lnTo>
                <a:lnTo>
                  <a:pt x="5419" y="2353169"/>
                </a:lnTo>
                <a:lnTo>
                  <a:pt x="0" y="2286012"/>
                </a:lnTo>
                <a:lnTo>
                  <a:pt x="0" y="414040"/>
                </a:lnTo>
                <a:close/>
              </a:path>
            </a:pathLst>
          </a:custGeom>
          <a:ln w="12700">
            <a:solidFill>
              <a:srgbClr val="C00000"/>
            </a:solidFill>
          </a:ln>
        </p:spPr>
        <p:txBody>
          <a:bodyPr wrap="square" lIns="0" tIns="0" rIns="0" bIns="0" rtlCol="0"/>
          <a:lstStyle/>
          <a:p>
            <a:endParaRPr/>
          </a:p>
        </p:txBody>
      </p:sp>
      <p:sp>
        <p:nvSpPr>
          <p:cNvPr id="6" name="object 6"/>
          <p:cNvSpPr/>
          <p:nvPr/>
        </p:nvSpPr>
        <p:spPr>
          <a:xfrm>
            <a:off x="2275844" y="1838959"/>
            <a:ext cx="1236975" cy="1506221"/>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2252983" y="2981959"/>
            <a:ext cx="1236975" cy="1506221"/>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2675079" y="2179964"/>
            <a:ext cx="395605" cy="1854200"/>
          </a:xfrm>
          <a:prstGeom prst="rect">
            <a:avLst/>
          </a:prstGeom>
        </p:spPr>
        <p:txBody>
          <a:bodyPr vert="horz" wrap="square" lIns="0" tIns="0" rIns="0" bIns="0" rtlCol="0">
            <a:spAutoFit/>
          </a:bodyPr>
          <a:lstStyle/>
          <a:p>
            <a:pPr marL="34290">
              <a:lnSpc>
                <a:spcPct val="100000"/>
              </a:lnSpc>
            </a:pPr>
            <a:r>
              <a:rPr sz="5400" spc="-30" dirty="0">
                <a:solidFill>
                  <a:srgbClr val="C00000"/>
                </a:solidFill>
                <a:latin typeface="Calibri"/>
                <a:cs typeface="Calibri"/>
              </a:rPr>
              <a:t>1</a:t>
            </a:r>
            <a:endParaRPr sz="5400">
              <a:latin typeface="Calibri"/>
              <a:cs typeface="Calibri"/>
            </a:endParaRPr>
          </a:p>
          <a:p>
            <a:pPr marL="12700">
              <a:lnSpc>
                <a:spcPct val="100000"/>
              </a:lnSpc>
              <a:spcBef>
                <a:spcPts val="2520"/>
              </a:spcBef>
            </a:pPr>
            <a:r>
              <a:rPr sz="5400" spc="-30" dirty="0">
                <a:solidFill>
                  <a:srgbClr val="C00000"/>
                </a:solidFill>
                <a:latin typeface="Calibri"/>
                <a:cs typeface="Calibri"/>
              </a:rPr>
              <a:t>2</a:t>
            </a:r>
            <a:endParaRPr sz="5400">
              <a:latin typeface="Calibri"/>
              <a:cs typeface="Calibri"/>
            </a:endParaRPr>
          </a:p>
        </p:txBody>
      </p:sp>
      <p:sp>
        <p:nvSpPr>
          <p:cNvPr id="9" name="object 9"/>
          <p:cNvSpPr txBox="1"/>
          <p:nvPr/>
        </p:nvSpPr>
        <p:spPr>
          <a:xfrm>
            <a:off x="615735" y="2182796"/>
            <a:ext cx="2050414" cy="802640"/>
          </a:xfrm>
          <a:prstGeom prst="rect">
            <a:avLst/>
          </a:prstGeom>
        </p:spPr>
        <p:txBody>
          <a:bodyPr vert="horz" wrap="square" lIns="0" tIns="0" rIns="0" bIns="0" rtlCol="0">
            <a:spAutoFit/>
          </a:bodyPr>
          <a:lstStyle/>
          <a:p>
            <a:pPr marL="12700" marR="5080">
              <a:lnSpc>
                <a:spcPct val="100000"/>
              </a:lnSpc>
            </a:pPr>
            <a:r>
              <a:rPr sz="1800" b="1" spc="5" dirty="0">
                <a:latin typeface="Calibri"/>
                <a:cs typeface="Calibri"/>
              </a:rPr>
              <a:t>C</a:t>
            </a:r>
            <a:r>
              <a:rPr sz="1800" b="1" spc="-20" dirty="0">
                <a:latin typeface="Calibri"/>
                <a:cs typeface="Calibri"/>
              </a:rPr>
              <a:t>on</a:t>
            </a:r>
            <a:r>
              <a:rPr sz="1800" b="1" spc="5" dirty="0">
                <a:latin typeface="Calibri"/>
                <a:cs typeface="Calibri"/>
              </a:rPr>
              <a:t>c</a:t>
            </a:r>
            <a:r>
              <a:rPr sz="1800" b="1" spc="-10" dirty="0">
                <a:latin typeface="Calibri"/>
                <a:cs typeface="Calibri"/>
              </a:rPr>
              <a:t>ept</a:t>
            </a:r>
            <a:r>
              <a:rPr sz="1800" b="1" spc="-60" dirty="0">
                <a:latin typeface="Times New Roman"/>
                <a:cs typeface="Times New Roman"/>
              </a:rPr>
              <a:t> </a:t>
            </a:r>
            <a:r>
              <a:rPr sz="1800" b="1" spc="-20" dirty="0">
                <a:latin typeface="Calibri"/>
                <a:cs typeface="Calibri"/>
              </a:rPr>
              <a:t>o</a:t>
            </a:r>
            <a:r>
              <a:rPr sz="1800" b="1" dirty="0">
                <a:latin typeface="Calibri"/>
                <a:cs typeface="Calibri"/>
              </a:rPr>
              <a:t>f</a:t>
            </a:r>
            <a:r>
              <a:rPr sz="1800" b="1" spc="-40" dirty="0">
                <a:latin typeface="Times New Roman"/>
                <a:cs typeface="Times New Roman"/>
              </a:rPr>
              <a:t> </a:t>
            </a:r>
            <a:r>
              <a:rPr sz="1800" b="1" spc="-40" dirty="0">
                <a:latin typeface="Calibri"/>
                <a:cs typeface="Calibri"/>
              </a:rPr>
              <a:t>F</a:t>
            </a:r>
            <a:r>
              <a:rPr sz="1800" b="1" spc="-10" dirty="0">
                <a:latin typeface="Calibri"/>
                <a:cs typeface="Calibri"/>
              </a:rPr>
              <a:t>eed</a:t>
            </a:r>
            <a:r>
              <a:rPr sz="1800" b="1" spc="-20" dirty="0">
                <a:latin typeface="Calibri"/>
                <a:cs typeface="Calibri"/>
              </a:rPr>
              <a:t>ba</a:t>
            </a:r>
            <a:r>
              <a:rPr sz="1800" b="1" spc="5" dirty="0">
                <a:latin typeface="Calibri"/>
                <a:cs typeface="Calibri"/>
              </a:rPr>
              <a:t>c</a:t>
            </a:r>
            <a:r>
              <a:rPr sz="1800" b="1" spc="-15" dirty="0">
                <a:latin typeface="Calibri"/>
                <a:cs typeface="Calibri"/>
              </a:rPr>
              <a:t>k</a:t>
            </a:r>
            <a:r>
              <a:rPr sz="1800" b="1" spc="-5" dirty="0">
                <a:latin typeface="Calibri"/>
                <a:cs typeface="Calibri"/>
              </a:rPr>
              <a:t>,</a:t>
            </a:r>
            <a:r>
              <a:rPr sz="1800" b="1" spc="-5" dirty="0">
                <a:latin typeface="Times New Roman"/>
                <a:cs typeface="Times New Roman"/>
              </a:rPr>
              <a:t> </a:t>
            </a:r>
            <a:r>
              <a:rPr sz="1800" b="1" spc="-155" dirty="0">
                <a:latin typeface="Calibri"/>
                <a:cs typeface="Calibri"/>
              </a:rPr>
              <a:t>T</a:t>
            </a:r>
            <a:r>
              <a:rPr sz="1800" b="1" spc="-10" dirty="0">
                <a:latin typeface="Calibri"/>
                <a:cs typeface="Calibri"/>
              </a:rPr>
              <a:t>e</a:t>
            </a:r>
            <a:r>
              <a:rPr sz="1800" b="1" dirty="0">
                <a:latin typeface="Calibri"/>
                <a:cs typeface="Calibri"/>
              </a:rPr>
              <a:t>r</a:t>
            </a:r>
            <a:r>
              <a:rPr sz="1800" b="1" spc="-5" dirty="0">
                <a:latin typeface="Calibri"/>
                <a:cs typeface="Calibri"/>
              </a:rPr>
              <a:t>m</a:t>
            </a:r>
            <a:r>
              <a:rPr sz="1800" b="1" spc="-10" dirty="0">
                <a:latin typeface="Calibri"/>
                <a:cs typeface="Calibri"/>
              </a:rPr>
              <a:t>i</a:t>
            </a:r>
            <a:r>
              <a:rPr sz="1800" b="1" spc="-20" dirty="0">
                <a:latin typeface="Calibri"/>
                <a:cs typeface="Calibri"/>
              </a:rPr>
              <a:t>no</a:t>
            </a:r>
            <a:r>
              <a:rPr sz="1800" b="1" spc="-10" dirty="0">
                <a:latin typeface="Calibri"/>
                <a:cs typeface="Calibri"/>
              </a:rPr>
              <a:t>l</a:t>
            </a:r>
            <a:r>
              <a:rPr sz="1800" b="1" spc="-20" dirty="0">
                <a:latin typeface="Calibri"/>
                <a:cs typeface="Calibri"/>
              </a:rPr>
              <a:t>o</a:t>
            </a:r>
            <a:r>
              <a:rPr sz="1800" b="1" spc="5" dirty="0">
                <a:latin typeface="Calibri"/>
                <a:cs typeface="Calibri"/>
              </a:rPr>
              <a:t>g</a:t>
            </a:r>
            <a:r>
              <a:rPr sz="1800" b="1" spc="-10" dirty="0">
                <a:latin typeface="Calibri"/>
                <a:cs typeface="Calibri"/>
              </a:rPr>
              <a:t>y</a:t>
            </a:r>
            <a:r>
              <a:rPr sz="1800" b="1" spc="-65" dirty="0">
                <a:latin typeface="Times New Roman"/>
                <a:cs typeface="Times New Roman"/>
              </a:rPr>
              <a:t> </a:t>
            </a:r>
            <a:r>
              <a:rPr sz="1800" b="1" spc="-20" dirty="0">
                <a:latin typeface="Calibri"/>
                <a:cs typeface="Calibri"/>
              </a:rPr>
              <a:t>an</a:t>
            </a:r>
            <a:r>
              <a:rPr sz="1800" b="1" spc="-10" dirty="0">
                <a:latin typeface="Calibri"/>
                <a:cs typeface="Calibri"/>
              </a:rPr>
              <a:t>d</a:t>
            </a:r>
            <a:r>
              <a:rPr sz="1800" b="1" spc="-5" dirty="0">
                <a:latin typeface="Times New Roman"/>
                <a:cs typeface="Times New Roman"/>
              </a:rPr>
              <a:t> </a:t>
            </a:r>
            <a:r>
              <a:rPr sz="1800" b="1" dirty="0">
                <a:latin typeface="Calibri"/>
                <a:cs typeface="Calibri"/>
              </a:rPr>
              <a:t>O</a:t>
            </a:r>
            <a:r>
              <a:rPr sz="1800" b="1" spc="-20" dirty="0">
                <a:latin typeface="Calibri"/>
                <a:cs typeface="Calibri"/>
              </a:rPr>
              <a:t>b</a:t>
            </a:r>
            <a:r>
              <a:rPr sz="1800" b="1" spc="-5" dirty="0">
                <a:latin typeface="Calibri"/>
                <a:cs typeface="Calibri"/>
              </a:rPr>
              <a:t>j</a:t>
            </a:r>
            <a:r>
              <a:rPr sz="1800" b="1" spc="-10" dirty="0">
                <a:latin typeface="Calibri"/>
                <a:cs typeface="Calibri"/>
              </a:rPr>
              <a:t>e</a:t>
            </a:r>
            <a:r>
              <a:rPr sz="1800" b="1" spc="5" dirty="0">
                <a:latin typeface="Calibri"/>
                <a:cs typeface="Calibri"/>
              </a:rPr>
              <a:t>c</a:t>
            </a:r>
            <a:r>
              <a:rPr sz="1800" b="1" spc="-15" dirty="0">
                <a:latin typeface="Calibri"/>
                <a:cs typeface="Calibri"/>
              </a:rPr>
              <a:t>tiv</a:t>
            </a:r>
            <a:r>
              <a:rPr sz="1800" b="1" spc="-10" dirty="0">
                <a:latin typeface="Calibri"/>
                <a:cs typeface="Calibri"/>
              </a:rPr>
              <a:t>es</a:t>
            </a:r>
            <a:r>
              <a:rPr sz="1800" b="1" spc="-70" dirty="0">
                <a:latin typeface="Times New Roman"/>
                <a:cs typeface="Times New Roman"/>
              </a:rPr>
              <a:t> </a:t>
            </a:r>
            <a:r>
              <a:rPr sz="1800" b="1" spc="-20" dirty="0">
                <a:latin typeface="Calibri"/>
                <a:cs typeface="Calibri"/>
              </a:rPr>
              <a:t>o</a:t>
            </a:r>
            <a:r>
              <a:rPr sz="1800" b="1" dirty="0">
                <a:latin typeface="Calibri"/>
                <a:cs typeface="Calibri"/>
              </a:rPr>
              <a:t>f</a:t>
            </a:r>
            <a:r>
              <a:rPr sz="1800" b="1" spc="-20"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10" name="object 10"/>
          <p:cNvSpPr txBox="1"/>
          <p:nvPr/>
        </p:nvSpPr>
        <p:spPr>
          <a:xfrm>
            <a:off x="471717" y="3502746"/>
            <a:ext cx="2091055" cy="528320"/>
          </a:xfrm>
          <a:prstGeom prst="rect">
            <a:avLst/>
          </a:prstGeom>
        </p:spPr>
        <p:txBody>
          <a:bodyPr vert="horz" wrap="square" lIns="0" tIns="0" rIns="0" bIns="0" rtlCol="0">
            <a:spAutoFit/>
          </a:bodyPr>
          <a:lstStyle/>
          <a:p>
            <a:pPr marL="12700" marR="5080">
              <a:lnSpc>
                <a:spcPct val="100000"/>
              </a:lnSpc>
            </a:pPr>
            <a:r>
              <a:rPr sz="1800" b="1" spc="-95" dirty="0">
                <a:latin typeface="Calibri"/>
                <a:cs typeface="Calibri"/>
              </a:rPr>
              <a:t>T</a:t>
            </a:r>
            <a:r>
              <a:rPr sz="1800" b="1" spc="-40" dirty="0">
                <a:latin typeface="Calibri"/>
                <a:cs typeface="Calibri"/>
              </a:rPr>
              <a:t>r</a:t>
            </a:r>
            <a:r>
              <a:rPr sz="1800" b="1" spc="-20" dirty="0">
                <a:latin typeface="Calibri"/>
                <a:cs typeface="Calibri"/>
              </a:rPr>
              <a:t>an</a:t>
            </a:r>
            <a:r>
              <a:rPr sz="1800" b="1" spc="-30" dirty="0">
                <a:latin typeface="Calibri"/>
                <a:cs typeface="Calibri"/>
              </a:rPr>
              <a:t>s</a:t>
            </a:r>
            <a:r>
              <a:rPr sz="1800" b="1" spc="-50" dirty="0">
                <a:latin typeface="Calibri"/>
                <a:cs typeface="Calibri"/>
              </a:rPr>
              <a:t>f</a:t>
            </a:r>
            <a:r>
              <a:rPr sz="1800" b="1" spc="-10" dirty="0">
                <a:latin typeface="Calibri"/>
                <a:cs typeface="Calibri"/>
              </a:rPr>
              <a:t>e</a:t>
            </a:r>
            <a:r>
              <a:rPr sz="1800" b="1" dirty="0">
                <a:latin typeface="Calibri"/>
                <a:cs typeface="Calibri"/>
              </a:rPr>
              <a:t>r</a:t>
            </a:r>
            <a:r>
              <a:rPr sz="1800" b="1" spc="-15" dirty="0">
                <a:latin typeface="Times New Roman"/>
                <a:cs typeface="Times New Roman"/>
              </a:rPr>
              <a:t> </a:t>
            </a:r>
            <a:r>
              <a:rPr sz="1800" b="1" spc="-20" dirty="0">
                <a:latin typeface="Calibri"/>
                <a:cs typeface="Calibri"/>
              </a:rPr>
              <a:t>Fun</a:t>
            </a:r>
            <a:r>
              <a:rPr sz="1800" b="1" spc="5" dirty="0">
                <a:latin typeface="Calibri"/>
                <a:cs typeface="Calibri"/>
              </a:rPr>
              <a:t>c</a:t>
            </a:r>
            <a:r>
              <a:rPr sz="1800" b="1" spc="-15" dirty="0">
                <a:latin typeface="Calibri"/>
                <a:cs typeface="Calibri"/>
              </a:rPr>
              <a:t>ti</a:t>
            </a:r>
            <a:r>
              <a:rPr sz="1800" b="1" spc="-20" dirty="0">
                <a:latin typeface="Calibri"/>
                <a:cs typeface="Calibri"/>
              </a:rPr>
              <a:t>on</a:t>
            </a:r>
            <a:r>
              <a:rPr sz="1800" b="1" spc="-10" dirty="0">
                <a:latin typeface="Calibri"/>
                <a:cs typeface="Calibri"/>
              </a:rPr>
              <a:t>s</a:t>
            </a:r>
            <a:r>
              <a:rPr sz="1800" b="1" spc="-5" dirty="0">
                <a:latin typeface="Times New Roman"/>
                <a:cs typeface="Times New Roman"/>
              </a:rPr>
              <a:t> </a:t>
            </a:r>
            <a:r>
              <a:rPr sz="1800" b="1" spc="-20" dirty="0">
                <a:latin typeface="Calibri"/>
                <a:cs typeface="Calibri"/>
              </a:rPr>
              <a:t>r</a:t>
            </a:r>
            <a:r>
              <a:rPr sz="1800" b="1" spc="-10" dirty="0">
                <a:latin typeface="Calibri"/>
                <a:cs typeface="Calibri"/>
              </a:rPr>
              <a:t>ep</a:t>
            </a:r>
            <a:r>
              <a:rPr sz="1800" b="1" spc="-20" dirty="0">
                <a:latin typeface="Calibri"/>
                <a:cs typeface="Calibri"/>
              </a:rPr>
              <a:t>r</a:t>
            </a:r>
            <a:r>
              <a:rPr sz="1800" b="1" spc="-10" dirty="0">
                <a:latin typeface="Calibri"/>
                <a:cs typeface="Calibri"/>
              </a:rPr>
              <a:t>e</a:t>
            </a:r>
            <a:r>
              <a:rPr sz="1800" b="1" dirty="0">
                <a:latin typeface="Calibri"/>
                <a:cs typeface="Calibri"/>
              </a:rPr>
              <a:t>s</a:t>
            </a:r>
            <a:r>
              <a:rPr sz="1800" b="1" spc="-10" dirty="0">
                <a:latin typeface="Calibri"/>
                <a:cs typeface="Calibri"/>
              </a:rPr>
              <a:t>e</a:t>
            </a:r>
            <a:r>
              <a:rPr sz="1800" b="1" spc="-30" dirty="0">
                <a:latin typeface="Calibri"/>
                <a:cs typeface="Calibri"/>
              </a:rPr>
              <a:t>n</a:t>
            </a:r>
            <a:r>
              <a:rPr sz="1800" b="1" spc="-35" dirty="0">
                <a:latin typeface="Calibri"/>
                <a:cs typeface="Calibri"/>
              </a:rPr>
              <a:t>t</a:t>
            </a:r>
            <a:r>
              <a:rPr sz="1800" b="1" spc="-10" dirty="0">
                <a:latin typeface="Calibri"/>
                <a:cs typeface="Calibri"/>
              </a:rPr>
              <a:t>e</a:t>
            </a:r>
            <a:r>
              <a:rPr sz="1800" b="1" dirty="0">
                <a:latin typeface="Calibri"/>
                <a:cs typeface="Calibri"/>
              </a:rPr>
              <a:t>d</a:t>
            </a:r>
            <a:r>
              <a:rPr sz="1800" b="1" spc="-40" dirty="0">
                <a:latin typeface="Times New Roman"/>
                <a:cs typeface="Times New Roman"/>
              </a:rPr>
              <a:t> </a:t>
            </a:r>
            <a:r>
              <a:rPr sz="1800" b="1" spc="-20" dirty="0">
                <a:latin typeface="Calibri"/>
                <a:cs typeface="Calibri"/>
              </a:rPr>
              <a:t>u</a:t>
            </a:r>
            <a:r>
              <a:rPr sz="1800" b="1" spc="-10" dirty="0">
                <a:latin typeface="Calibri"/>
                <a:cs typeface="Calibri"/>
              </a:rPr>
              <a:t>si</a:t>
            </a:r>
            <a:r>
              <a:rPr sz="1800" b="1" spc="-20" dirty="0">
                <a:latin typeface="Calibri"/>
                <a:cs typeface="Calibri"/>
              </a:rPr>
              <a:t>n</a:t>
            </a:r>
            <a:r>
              <a:rPr sz="1800" b="1" dirty="0">
                <a:latin typeface="Calibri"/>
                <a:cs typeface="Calibri"/>
              </a:rPr>
              <a:t>g</a:t>
            </a:r>
            <a:r>
              <a:rPr sz="1800" b="1" spc="-45" dirty="0">
                <a:latin typeface="Times New Roman"/>
                <a:cs typeface="Times New Roman"/>
              </a:rPr>
              <a:t> </a:t>
            </a:r>
            <a:r>
              <a:rPr sz="1800" b="1" spc="-15" dirty="0">
                <a:latin typeface="Calibri"/>
                <a:cs typeface="Calibri"/>
              </a:rPr>
              <a:t>t</a:t>
            </a:r>
            <a:r>
              <a:rPr sz="1800" b="1" spc="-20" dirty="0">
                <a:latin typeface="Calibri"/>
                <a:cs typeface="Calibri"/>
              </a:rPr>
              <a:t>h</a:t>
            </a:r>
            <a:r>
              <a:rPr sz="1800" b="1" dirty="0">
                <a:latin typeface="Calibri"/>
                <a:cs typeface="Calibri"/>
              </a:rPr>
              <a:t>e</a:t>
            </a:r>
            <a:endParaRPr sz="1800">
              <a:latin typeface="Calibri"/>
              <a:cs typeface="Calibri"/>
            </a:endParaRPr>
          </a:p>
        </p:txBody>
      </p:sp>
      <p:sp>
        <p:nvSpPr>
          <p:cNvPr id="11" name="object 11"/>
          <p:cNvSpPr txBox="1"/>
          <p:nvPr/>
        </p:nvSpPr>
        <p:spPr>
          <a:xfrm>
            <a:off x="471717" y="4051386"/>
            <a:ext cx="2318385" cy="254000"/>
          </a:xfrm>
          <a:prstGeom prst="rect">
            <a:avLst/>
          </a:prstGeom>
        </p:spPr>
        <p:txBody>
          <a:bodyPr vert="horz" wrap="square" lIns="0" tIns="0" rIns="0" bIns="0" rtlCol="0">
            <a:spAutoFit/>
          </a:bodyPr>
          <a:lstStyle/>
          <a:p>
            <a:pPr marL="12700">
              <a:lnSpc>
                <a:spcPct val="100000"/>
              </a:lnSpc>
            </a:pPr>
            <a:r>
              <a:rPr sz="1800" b="1" spc="-20" dirty="0">
                <a:latin typeface="Calibri"/>
                <a:cs typeface="Calibri"/>
              </a:rPr>
              <a:t>Ba</a:t>
            </a:r>
            <a:r>
              <a:rPr sz="1800" b="1" spc="-5" dirty="0">
                <a:latin typeface="Calibri"/>
                <a:cs typeface="Calibri"/>
              </a:rPr>
              <a:t>c</a:t>
            </a:r>
            <a:r>
              <a:rPr sz="1800" b="1" spc="-15" dirty="0">
                <a:latin typeface="Calibri"/>
                <a:cs typeface="Calibri"/>
              </a:rPr>
              <a:t>k</a:t>
            </a:r>
            <a:r>
              <a:rPr sz="1800" b="1" spc="-25" dirty="0">
                <a:latin typeface="Calibri"/>
                <a:cs typeface="Calibri"/>
              </a:rPr>
              <a:t>w</a:t>
            </a:r>
            <a:r>
              <a:rPr sz="1800" b="1" spc="-10" dirty="0">
                <a:latin typeface="Calibri"/>
                <a:cs typeface="Calibri"/>
              </a:rPr>
              <a:t>a</a:t>
            </a:r>
            <a:r>
              <a:rPr sz="1800" b="1" spc="-20" dirty="0">
                <a:latin typeface="Calibri"/>
                <a:cs typeface="Calibri"/>
              </a:rPr>
              <a:t>r</a:t>
            </a:r>
            <a:r>
              <a:rPr sz="1800" b="1" spc="-10" dirty="0">
                <a:latin typeface="Calibri"/>
                <a:cs typeface="Calibri"/>
              </a:rPr>
              <a:t>d</a:t>
            </a:r>
            <a:r>
              <a:rPr sz="1800" b="1" spc="-40" dirty="0">
                <a:latin typeface="Times New Roman"/>
                <a:cs typeface="Times New Roman"/>
              </a:rPr>
              <a:t> </a:t>
            </a:r>
            <a:r>
              <a:rPr sz="1800" b="1" spc="-5" dirty="0">
                <a:latin typeface="Calibri"/>
                <a:cs typeface="Calibri"/>
              </a:rPr>
              <a:t>S</a:t>
            </a:r>
            <a:r>
              <a:rPr sz="1800" b="1" spc="-20" dirty="0">
                <a:latin typeface="Calibri"/>
                <a:cs typeface="Calibri"/>
              </a:rPr>
              <a:t>h</a:t>
            </a:r>
            <a:r>
              <a:rPr sz="1800" b="1" spc="-10" dirty="0">
                <a:latin typeface="Calibri"/>
                <a:cs typeface="Calibri"/>
              </a:rPr>
              <a:t>if</a:t>
            </a:r>
            <a:r>
              <a:rPr sz="1800" b="1" dirty="0">
                <a:latin typeface="Calibri"/>
                <a:cs typeface="Calibri"/>
              </a:rPr>
              <a:t>t</a:t>
            </a:r>
            <a:r>
              <a:rPr sz="1800" b="1" spc="-15" dirty="0">
                <a:latin typeface="Times New Roman"/>
                <a:cs typeface="Times New Roman"/>
              </a:rPr>
              <a:t> </a:t>
            </a:r>
            <a:r>
              <a:rPr sz="1800" b="1" spc="-20" dirty="0">
                <a:latin typeface="Calibri"/>
                <a:cs typeface="Calibri"/>
              </a:rPr>
              <a:t>op</a:t>
            </a:r>
            <a:r>
              <a:rPr sz="1800" b="1" spc="-10" dirty="0">
                <a:latin typeface="Calibri"/>
                <a:cs typeface="Calibri"/>
              </a:rPr>
              <a:t>e</a:t>
            </a:r>
            <a:r>
              <a:rPr sz="1800" b="1" spc="-40" dirty="0">
                <a:latin typeface="Calibri"/>
                <a:cs typeface="Calibri"/>
              </a:rPr>
              <a:t>ra</a:t>
            </a:r>
            <a:r>
              <a:rPr sz="1800" b="1" spc="-35" dirty="0">
                <a:latin typeface="Calibri"/>
                <a:cs typeface="Calibri"/>
              </a:rPr>
              <a:t>t</a:t>
            </a:r>
            <a:r>
              <a:rPr sz="1800" b="1" spc="-10" dirty="0">
                <a:latin typeface="Calibri"/>
                <a:cs typeface="Calibri"/>
              </a:rPr>
              <a:t>or</a:t>
            </a:r>
            <a:endParaRPr sz="1800">
              <a:latin typeface="Calibri"/>
              <a:cs typeface="Calibri"/>
            </a:endParaRPr>
          </a:p>
        </p:txBody>
      </p:sp>
      <p:sp>
        <p:nvSpPr>
          <p:cNvPr id="12" name="object 12"/>
          <p:cNvSpPr/>
          <p:nvPr/>
        </p:nvSpPr>
        <p:spPr>
          <a:xfrm>
            <a:off x="4729489" y="1249689"/>
            <a:ext cx="1236975" cy="1506221"/>
          </a:xfrm>
          <a:prstGeom prst="rect">
            <a:avLst/>
          </a:prstGeom>
          <a:blipFill>
            <a:blip r:embed="rId6" cstate="print"/>
            <a:stretch>
              <a:fillRect/>
            </a:stretch>
          </a:blipFill>
        </p:spPr>
        <p:txBody>
          <a:bodyPr wrap="square" lIns="0" tIns="0" rIns="0" bIns="0" rtlCol="0"/>
          <a:lstStyle/>
          <a:p>
            <a:endParaRPr/>
          </a:p>
        </p:txBody>
      </p:sp>
      <p:sp>
        <p:nvSpPr>
          <p:cNvPr id="13" name="object 13"/>
          <p:cNvSpPr txBox="1"/>
          <p:nvPr/>
        </p:nvSpPr>
        <p:spPr>
          <a:xfrm>
            <a:off x="5151886" y="1589819"/>
            <a:ext cx="373380" cy="711200"/>
          </a:xfrm>
          <a:prstGeom prst="rect">
            <a:avLst/>
          </a:prstGeom>
        </p:spPr>
        <p:txBody>
          <a:bodyPr vert="horz" wrap="square" lIns="0" tIns="0" rIns="0" bIns="0" rtlCol="0">
            <a:spAutoFit/>
          </a:bodyPr>
          <a:lstStyle/>
          <a:p>
            <a:pPr marL="12700">
              <a:lnSpc>
                <a:spcPct val="100000"/>
              </a:lnSpc>
            </a:pPr>
            <a:r>
              <a:rPr sz="5400" spc="-30" dirty="0">
                <a:solidFill>
                  <a:srgbClr val="C00000"/>
                </a:solidFill>
                <a:latin typeface="Calibri"/>
                <a:cs typeface="Calibri"/>
              </a:rPr>
              <a:t>3</a:t>
            </a:r>
            <a:endParaRPr sz="5400">
              <a:latin typeface="Calibri"/>
              <a:cs typeface="Calibri"/>
            </a:endParaRPr>
          </a:p>
        </p:txBody>
      </p:sp>
      <p:sp>
        <p:nvSpPr>
          <p:cNvPr id="14" name="object 14"/>
          <p:cNvSpPr txBox="1"/>
          <p:nvPr/>
        </p:nvSpPr>
        <p:spPr>
          <a:xfrm>
            <a:off x="4257145" y="1766578"/>
            <a:ext cx="704215" cy="254000"/>
          </a:xfrm>
          <a:prstGeom prst="rect">
            <a:avLst/>
          </a:prstGeom>
        </p:spPr>
        <p:txBody>
          <a:bodyPr vert="horz" wrap="square" lIns="0" tIns="0" rIns="0" bIns="0" rtlCol="0">
            <a:spAutoFit/>
          </a:bodyPr>
          <a:lstStyle/>
          <a:p>
            <a:pPr marL="12700">
              <a:lnSpc>
                <a:spcPct val="100000"/>
              </a:lnSpc>
            </a:pPr>
            <a:r>
              <a:rPr sz="1800" b="1" spc="-25" dirty="0">
                <a:latin typeface="Calibri"/>
                <a:cs typeface="Calibri"/>
              </a:rPr>
              <a:t>Sy</a:t>
            </a:r>
            <a:r>
              <a:rPr sz="1800" b="1" spc="-30" dirty="0">
                <a:latin typeface="Calibri"/>
                <a:cs typeface="Calibri"/>
              </a:rPr>
              <a:t>s</a:t>
            </a:r>
            <a:r>
              <a:rPr sz="1800" b="1" spc="-35" dirty="0">
                <a:latin typeface="Calibri"/>
                <a:cs typeface="Calibri"/>
              </a:rPr>
              <a:t>t</a:t>
            </a:r>
            <a:r>
              <a:rPr sz="1800" b="1" spc="-10" dirty="0">
                <a:latin typeface="Calibri"/>
                <a:cs typeface="Calibri"/>
              </a:rPr>
              <a:t>e</a:t>
            </a:r>
            <a:r>
              <a:rPr sz="1800" b="1" dirty="0">
                <a:latin typeface="Calibri"/>
                <a:cs typeface="Calibri"/>
              </a:rPr>
              <a:t>m</a:t>
            </a:r>
            <a:endParaRPr sz="1800">
              <a:latin typeface="Calibri"/>
              <a:cs typeface="Calibri"/>
            </a:endParaRPr>
          </a:p>
        </p:txBody>
      </p:sp>
      <p:sp>
        <p:nvSpPr>
          <p:cNvPr id="15" name="object 15"/>
          <p:cNvSpPr txBox="1"/>
          <p:nvPr/>
        </p:nvSpPr>
        <p:spPr>
          <a:xfrm>
            <a:off x="3964988" y="2040898"/>
            <a:ext cx="1286510"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I</a:t>
            </a:r>
            <a:r>
              <a:rPr sz="1800" b="1" spc="-20" dirty="0">
                <a:latin typeface="Calibri"/>
                <a:cs typeface="Calibri"/>
              </a:rPr>
              <a:t>d</a:t>
            </a:r>
            <a:r>
              <a:rPr sz="1800" b="1" spc="-10" dirty="0">
                <a:latin typeface="Calibri"/>
                <a:cs typeface="Calibri"/>
              </a:rPr>
              <a:t>e</a:t>
            </a:r>
            <a:r>
              <a:rPr sz="1800" b="1" spc="-40" dirty="0">
                <a:latin typeface="Calibri"/>
                <a:cs typeface="Calibri"/>
              </a:rPr>
              <a:t>n</a:t>
            </a:r>
            <a:r>
              <a:rPr sz="1800" b="1" spc="-15" dirty="0">
                <a:latin typeface="Calibri"/>
                <a:cs typeface="Calibri"/>
              </a:rPr>
              <a:t>ti</a:t>
            </a:r>
            <a:r>
              <a:rPr sz="1800" b="1" spc="-10" dirty="0">
                <a:latin typeface="Calibri"/>
                <a:cs typeface="Calibri"/>
              </a:rPr>
              <a:t>fi</a:t>
            </a:r>
            <a:r>
              <a:rPr sz="1800" b="1" spc="-15" dirty="0">
                <a:latin typeface="Calibri"/>
                <a:cs typeface="Calibri"/>
              </a:rPr>
              <a:t>c</a:t>
            </a:r>
            <a:r>
              <a:rPr sz="1800" b="1" spc="-40" dirty="0">
                <a:latin typeface="Calibri"/>
                <a:cs typeface="Calibri"/>
              </a:rPr>
              <a:t>a</a:t>
            </a:r>
            <a:r>
              <a:rPr sz="1800" b="1" spc="-15" dirty="0">
                <a:latin typeface="Calibri"/>
                <a:cs typeface="Calibri"/>
              </a:rPr>
              <a:t>ti</a:t>
            </a:r>
            <a:r>
              <a:rPr sz="1800" b="1" spc="-20" dirty="0">
                <a:latin typeface="Calibri"/>
                <a:cs typeface="Calibri"/>
              </a:rPr>
              <a:t>o</a:t>
            </a:r>
            <a:r>
              <a:rPr sz="1800" b="1" spc="-10" dirty="0">
                <a:latin typeface="Calibri"/>
                <a:cs typeface="Calibri"/>
              </a:rPr>
              <a:t>n</a:t>
            </a:r>
            <a:endParaRPr sz="1800">
              <a:latin typeface="Calibri"/>
              <a:cs typeface="Calibri"/>
            </a:endParaRPr>
          </a:p>
        </p:txBody>
      </p:sp>
      <p:sp>
        <p:nvSpPr>
          <p:cNvPr id="16" name="object 16"/>
          <p:cNvSpPr/>
          <p:nvPr/>
        </p:nvSpPr>
        <p:spPr>
          <a:xfrm>
            <a:off x="2311399" y="4638044"/>
            <a:ext cx="1236978" cy="1506211"/>
          </a:xfrm>
          <a:prstGeom prst="rect">
            <a:avLst/>
          </a:prstGeom>
          <a:blipFill>
            <a:blip r:embed="rId7" cstate="print"/>
            <a:stretch>
              <a:fillRect/>
            </a:stretch>
          </a:blipFill>
        </p:spPr>
        <p:txBody>
          <a:bodyPr wrap="square" lIns="0" tIns="0" rIns="0" bIns="0" rtlCol="0"/>
          <a:lstStyle/>
          <a:p>
            <a:endParaRPr/>
          </a:p>
        </p:txBody>
      </p:sp>
      <p:sp>
        <p:nvSpPr>
          <p:cNvPr id="17" name="object 17"/>
          <p:cNvSpPr txBox="1"/>
          <p:nvPr/>
        </p:nvSpPr>
        <p:spPr>
          <a:xfrm>
            <a:off x="471717" y="4978754"/>
            <a:ext cx="2634615" cy="869950"/>
          </a:xfrm>
          <a:prstGeom prst="rect">
            <a:avLst/>
          </a:prstGeom>
        </p:spPr>
        <p:txBody>
          <a:bodyPr vert="horz" wrap="square" lIns="0" tIns="0" rIns="0" bIns="0" rtlCol="0">
            <a:spAutoFit/>
          </a:bodyPr>
          <a:lstStyle/>
          <a:p>
            <a:pPr marL="12700">
              <a:lnSpc>
                <a:spcPts val="2550"/>
              </a:lnSpc>
              <a:tabLst>
                <a:tab pos="2273935" algn="l"/>
              </a:tabLst>
            </a:pPr>
            <a:r>
              <a:rPr sz="1800" b="1" spc="-20" dirty="0">
                <a:latin typeface="Calibri"/>
                <a:cs typeface="Calibri"/>
              </a:rPr>
              <a:t>po</a:t>
            </a:r>
            <a:r>
              <a:rPr sz="1800" b="1" spc="-10" dirty="0">
                <a:latin typeface="Calibri"/>
                <a:cs typeface="Calibri"/>
              </a:rPr>
              <a:t>l</a:t>
            </a:r>
            <a:r>
              <a:rPr sz="1800" b="1" dirty="0">
                <a:latin typeface="Calibri"/>
                <a:cs typeface="Calibri"/>
              </a:rPr>
              <a:t>e</a:t>
            </a:r>
            <a:r>
              <a:rPr sz="1800" b="1" spc="-40" dirty="0">
                <a:latin typeface="Times New Roman"/>
                <a:cs typeface="Times New Roman"/>
              </a:rPr>
              <a:t> </a:t>
            </a:r>
            <a:r>
              <a:rPr sz="1800" b="1" spc="-20" dirty="0">
                <a:latin typeface="Calibri"/>
                <a:cs typeface="Calibri"/>
              </a:rPr>
              <a:t>a</a:t>
            </a:r>
            <a:r>
              <a:rPr sz="1800" b="1" spc="-10" dirty="0">
                <a:latin typeface="Calibri"/>
                <a:cs typeface="Calibri"/>
              </a:rPr>
              <a:t>ssi</a:t>
            </a:r>
            <a:r>
              <a:rPr sz="1800" b="1" spc="5" dirty="0">
                <a:latin typeface="Calibri"/>
                <a:cs typeface="Calibri"/>
              </a:rPr>
              <a:t>g</a:t>
            </a:r>
            <a:r>
              <a:rPr sz="1800" b="1" spc="-20" dirty="0">
                <a:latin typeface="Calibri"/>
                <a:cs typeface="Calibri"/>
              </a:rPr>
              <a:t>n</a:t>
            </a:r>
            <a:r>
              <a:rPr sz="1800" b="1" spc="-5" dirty="0">
                <a:latin typeface="Calibri"/>
                <a:cs typeface="Calibri"/>
              </a:rPr>
              <a:t>m</a:t>
            </a:r>
            <a:r>
              <a:rPr sz="1800" b="1" spc="-10" dirty="0">
                <a:latin typeface="Calibri"/>
                <a:cs typeface="Calibri"/>
              </a:rPr>
              <a:t>e</a:t>
            </a:r>
            <a:r>
              <a:rPr sz="1800" b="1" spc="-30" dirty="0">
                <a:latin typeface="Calibri"/>
                <a:cs typeface="Calibri"/>
              </a:rPr>
              <a:t>n</a:t>
            </a:r>
            <a:r>
              <a:rPr sz="1800" b="1" spc="-10" dirty="0">
                <a:latin typeface="Calibri"/>
                <a:cs typeface="Calibri"/>
              </a:rPr>
              <a:t>t</a:t>
            </a:r>
            <a:r>
              <a:rPr sz="1800" b="1" spc="-60" dirty="0">
                <a:latin typeface="Times New Roman"/>
                <a:cs typeface="Times New Roman"/>
              </a:rPr>
              <a:t> </a:t>
            </a:r>
            <a:r>
              <a:rPr sz="1800" b="1" spc="-20" dirty="0">
                <a:latin typeface="Calibri"/>
                <a:cs typeface="Calibri"/>
              </a:rPr>
              <a:t>an</a:t>
            </a:r>
            <a:r>
              <a:rPr sz="1800" b="1" spc="-10" dirty="0">
                <a:latin typeface="Calibri"/>
                <a:cs typeface="Calibri"/>
              </a:rPr>
              <a:t>d</a:t>
            </a:r>
            <a:r>
              <a:rPr sz="1800" b="1" dirty="0">
                <a:latin typeface="Times New Roman"/>
                <a:cs typeface="Times New Roman"/>
              </a:rPr>
              <a:t>	</a:t>
            </a:r>
            <a:r>
              <a:rPr sz="5400" spc="-30" dirty="0">
                <a:solidFill>
                  <a:srgbClr val="C00000"/>
                </a:solidFill>
                <a:latin typeface="Calibri"/>
                <a:cs typeface="Calibri"/>
              </a:rPr>
              <a:t>4</a:t>
            </a:r>
            <a:endParaRPr sz="5400">
              <a:latin typeface="Calibri"/>
              <a:cs typeface="Calibri"/>
            </a:endParaRPr>
          </a:p>
          <a:p>
            <a:pPr marL="12700">
              <a:lnSpc>
                <a:spcPts val="1035"/>
              </a:lnSpc>
            </a:pPr>
            <a:r>
              <a:rPr sz="1800" b="1" spc="-20" dirty="0">
                <a:latin typeface="Calibri"/>
                <a:cs typeface="Calibri"/>
              </a:rPr>
              <a:t>B</a:t>
            </a:r>
            <a:r>
              <a:rPr sz="1800" b="1" spc="-10" dirty="0">
                <a:latin typeface="Calibri"/>
                <a:cs typeface="Calibri"/>
              </a:rPr>
              <a:t>lo</a:t>
            </a:r>
            <a:r>
              <a:rPr sz="1800" b="1" spc="5" dirty="0">
                <a:latin typeface="Calibri"/>
                <a:cs typeface="Calibri"/>
              </a:rPr>
              <a:t>c</a:t>
            </a:r>
            <a:r>
              <a:rPr sz="1800" b="1" spc="-10" dirty="0">
                <a:latin typeface="Calibri"/>
                <a:cs typeface="Calibri"/>
              </a:rPr>
              <a:t>k</a:t>
            </a:r>
            <a:r>
              <a:rPr sz="1800" b="1" spc="-35" dirty="0">
                <a:latin typeface="Times New Roman"/>
                <a:cs typeface="Times New Roman"/>
              </a:rPr>
              <a:t> </a:t>
            </a:r>
            <a:r>
              <a:rPr sz="1800" b="1" spc="-20" dirty="0">
                <a:latin typeface="Calibri"/>
                <a:cs typeface="Calibri"/>
              </a:rPr>
              <a:t>d</a:t>
            </a:r>
            <a:r>
              <a:rPr sz="1800" b="1" spc="-10" dirty="0">
                <a:latin typeface="Calibri"/>
                <a:cs typeface="Calibri"/>
              </a:rPr>
              <a:t>i</a:t>
            </a:r>
            <a:r>
              <a:rPr sz="1800" b="1" spc="-20" dirty="0">
                <a:latin typeface="Calibri"/>
                <a:cs typeface="Calibri"/>
              </a:rPr>
              <a:t>a</a:t>
            </a:r>
            <a:r>
              <a:rPr sz="1800" b="1" spc="-5" dirty="0">
                <a:latin typeface="Calibri"/>
                <a:cs typeface="Calibri"/>
              </a:rPr>
              <a:t>g</a:t>
            </a:r>
            <a:r>
              <a:rPr sz="1800" b="1" spc="-40" dirty="0">
                <a:latin typeface="Calibri"/>
                <a:cs typeface="Calibri"/>
              </a:rPr>
              <a:t>r</a:t>
            </a:r>
            <a:r>
              <a:rPr sz="1800" b="1" spc="-10" dirty="0">
                <a:latin typeface="Calibri"/>
                <a:cs typeface="Calibri"/>
              </a:rPr>
              <a:t>a</a:t>
            </a:r>
            <a:r>
              <a:rPr sz="1800" b="1" dirty="0">
                <a:latin typeface="Calibri"/>
                <a:cs typeface="Calibri"/>
              </a:rPr>
              <a:t>m</a:t>
            </a:r>
            <a:r>
              <a:rPr sz="1800" b="1" spc="-35" dirty="0">
                <a:latin typeface="Times New Roman"/>
                <a:cs typeface="Times New Roman"/>
              </a:rPr>
              <a:t> </a:t>
            </a:r>
            <a:r>
              <a:rPr sz="1800" b="1" spc="-20" dirty="0">
                <a:latin typeface="Calibri"/>
                <a:cs typeface="Calibri"/>
              </a:rPr>
              <a:t>ana</a:t>
            </a:r>
            <a:r>
              <a:rPr sz="1800" b="1" spc="-10" dirty="0">
                <a:latin typeface="Calibri"/>
                <a:cs typeface="Calibri"/>
              </a:rPr>
              <a:t>l</a:t>
            </a:r>
            <a:r>
              <a:rPr sz="1800" b="1" spc="-25" dirty="0">
                <a:latin typeface="Calibri"/>
                <a:cs typeface="Calibri"/>
              </a:rPr>
              <a:t>y</a:t>
            </a:r>
            <a:r>
              <a:rPr sz="1800" b="1" spc="-10" dirty="0">
                <a:latin typeface="Calibri"/>
                <a:cs typeface="Calibri"/>
              </a:rPr>
              <a:t>sis,</a:t>
            </a:r>
            <a:endParaRPr sz="1800">
              <a:latin typeface="Calibri"/>
              <a:cs typeface="Calibri"/>
            </a:endParaRPr>
          </a:p>
          <a:p>
            <a:pPr>
              <a:lnSpc>
                <a:spcPct val="100000"/>
              </a:lnSpc>
              <a:spcBef>
                <a:spcPts val="32"/>
              </a:spcBef>
            </a:pPr>
            <a:endParaRPr sz="1850">
              <a:latin typeface="Times New Roman"/>
              <a:cs typeface="Times New Roman"/>
            </a:endParaRPr>
          </a:p>
          <a:p>
            <a:pPr marL="12700">
              <a:lnSpc>
                <a:spcPct val="100000"/>
              </a:lnSpc>
            </a:pPr>
            <a:r>
              <a:rPr sz="1800" b="1" spc="-20" dirty="0">
                <a:latin typeface="Calibri"/>
                <a:cs typeface="Calibri"/>
              </a:rPr>
              <a:t>d</a:t>
            </a:r>
            <a:r>
              <a:rPr sz="1800" b="1" spc="-10" dirty="0">
                <a:latin typeface="Calibri"/>
                <a:cs typeface="Calibri"/>
              </a:rPr>
              <a:t>is</a:t>
            </a:r>
            <a:r>
              <a:rPr sz="1800" b="1" spc="5" dirty="0">
                <a:latin typeface="Calibri"/>
                <a:cs typeface="Calibri"/>
              </a:rPr>
              <a:t>c</a:t>
            </a:r>
            <a:r>
              <a:rPr sz="1800" b="1" spc="-20" dirty="0">
                <a:latin typeface="Calibri"/>
                <a:cs typeface="Calibri"/>
              </a:rPr>
              <a:t>r</a:t>
            </a:r>
            <a:r>
              <a:rPr sz="1800" b="1" spc="-30" dirty="0">
                <a:latin typeface="Calibri"/>
                <a:cs typeface="Calibri"/>
              </a:rPr>
              <a:t>et</a:t>
            </a:r>
            <a:r>
              <a:rPr sz="1800" b="1" spc="-5" dirty="0">
                <a:latin typeface="Calibri"/>
                <a:cs typeface="Calibri"/>
              </a:rPr>
              <a:t>e</a:t>
            </a:r>
            <a:r>
              <a:rPr sz="1800" b="1" spc="5" dirty="0">
                <a:latin typeface="Calibri"/>
                <a:cs typeface="Calibri"/>
              </a:rPr>
              <a:t>-</a:t>
            </a:r>
            <a:r>
              <a:rPr sz="1800" b="1" spc="-15" dirty="0">
                <a:latin typeface="Calibri"/>
                <a:cs typeface="Calibri"/>
              </a:rPr>
              <a:t>t</a:t>
            </a:r>
            <a:r>
              <a:rPr sz="1800" b="1" spc="-5" dirty="0">
                <a:latin typeface="Calibri"/>
                <a:cs typeface="Calibri"/>
              </a:rPr>
              <a:t>im</a:t>
            </a:r>
            <a:r>
              <a:rPr sz="1800" b="1" dirty="0">
                <a:latin typeface="Calibri"/>
                <a:cs typeface="Calibri"/>
              </a:rPr>
              <a:t>e</a:t>
            </a:r>
            <a:r>
              <a:rPr sz="1800" b="1" spc="-60" dirty="0">
                <a:latin typeface="Times New Roman"/>
                <a:cs typeface="Times New Roman"/>
              </a:rPr>
              <a:t> </a:t>
            </a:r>
            <a:r>
              <a:rPr sz="1800" b="1" dirty="0">
                <a:latin typeface="Calibri"/>
                <a:cs typeface="Calibri"/>
              </a:rPr>
              <a:t>P</a:t>
            </a:r>
            <a:r>
              <a:rPr sz="1800" b="1" spc="-5" dirty="0">
                <a:latin typeface="Calibri"/>
                <a:cs typeface="Calibri"/>
              </a:rPr>
              <a:t>I</a:t>
            </a:r>
            <a:r>
              <a:rPr sz="1800" b="1" spc="-5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18" name="object 18"/>
          <p:cNvSpPr/>
          <p:nvPr/>
        </p:nvSpPr>
        <p:spPr>
          <a:xfrm>
            <a:off x="4833610" y="3157218"/>
            <a:ext cx="1236978" cy="1506221"/>
          </a:xfrm>
          <a:prstGeom prst="rect">
            <a:avLst/>
          </a:prstGeom>
          <a:blipFill>
            <a:blip r:embed="rId8" cstate="print"/>
            <a:stretch>
              <a:fillRect/>
            </a:stretch>
          </a:blipFill>
        </p:spPr>
        <p:txBody>
          <a:bodyPr wrap="square" lIns="0" tIns="0" rIns="0" bIns="0" rtlCol="0"/>
          <a:lstStyle/>
          <a:p>
            <a:endParaRPr/>
          </a:p>
        </p:txBody>
      </p:sp>
      <p:sp>
        <p:nvSpPr>
          <p:cNvPr id="19" name="object 19"/>
          <p:cNvSpPr txBox="1"/>
          <p:nvPr/>
        </p:nvSpPr>
        <p:spPr>
          <a:xfrm>
            <a:off x="5255162" y="3497933"/>
            <a:ext cx="373380" cy="711200"/>
          </a:xfrm>
          <a:prstGeom prst="rect">
            <a:avLst/>
          </a:prstGeom>
        </p:spPr>
        <p:txBody>
          <a:bodyPr vert="horz" wrap="square" lIns="0" tIns="0" rIns="0" bIns="0" rtlCol="0">
            <a:spAutoFit/>
          </a:bodyPr>
          <a:lstStyle/>
          <a:p>
            <a:pPr marL="12700">
              <a:lnSpc>
                <a:spcPct val="100000"/>
              </a:lnSpc>
            </a:pPr>
            <a:r>
              <a:rPr sz="5400" spc="-30" dirty="0">
                <a:solidFill>
                  <a:srgbClr val="C00000"/>
                </a:solidFill>
                <a:latin typeface="Calibri"/>
                <a:cs typeface="Calibri"/>
              </a:rPr>
              <a:t>5</a:t>
            </a:r>
            <a:endParaRPr sz="5400">
              <a:latin typeface="Calibri"/>
              <a:cs typeface="Calibri"/>
            </a:endParaRPr>
          </a:p>
        </p:txBody>
      </p:sp>
      <p:sp>
        <p:nvSpPr>
          <p:cNvPr id="20" name="object 20"/>
          <p:cNvSpPr txBox="1"/>
          <p:nvPr/>
        </p:nvSpPr>
        <p:spPr>
          <a:xfrm>
            <a:off x="3789903" y="3023663"/>
            <a:ext cx="1737995" cy="528320"/>
          </a:xfrm>
          <a:prstGeom prst="rect">
            <a:avLst/>
          </a:prstGeom>
        </p:spPr>
        <p:txBody>
          <a:bodyPr vert="horz" wrap="square" lIns="0" tIns="0" rIns="0" bIns="0" rtlCol="0">
            <a:spAutoFit/>
          </a:bodyPr>
          <a:lstStyle/>
          <a:p>
            <a:pPr marL="12700" marR="5080" indent="141605">
              <a:lnSpc>
                <a:spcPct val="100000"/>
              </a:lnSpc>
            </a:pPr>
            <a:r>
              <a:rPr sz="1800" b="1" spc="-5" dirty="0">
                <a:latin typeface="Calibri"/>
                <a:cs typeface="Calibri"/>
              </a:rPr>
              <a:t>I</a:t>
            </a:r>
            <a:r>
              <a:rPr sz="1800" b="1" spc="-40" dirty="0">
                <a:latin typeface="Calibri"/>
                <a:cs typeface="Calibri"/>
              </a:rPr>
              <a:t>n</a:t>
            </a:r>
            <a:r>
              <a:rPr sz="1800" b="1" spc="-15" dirty="0">
                <a:latin typeface="Calibri"/>
                <a:cs typeface="Calibri"/>
              </a:rPr>
              <a:t>t</a:t>
            </a:r>
            <a:r>
              <a:rPr sz="1800" b="1" spc="-20" dirty="0">
                <a:latin typeface="Calibri"/>
                <a:cs typeface="Calibri"/>
              </a:rPr>
              <a:t>rodu</a:t>
            </a:r>
            <a:r>
              <a:rPr sz="1800" b="1" spc="-5" dirty="0">
                <a:latin typeface="Calibri"/>
                <a:cs typeface="Calibri"/>
              </a:rPr>
              <a:t>c</a:t>
            </a:r>
            <a:r>
              <a:rPr sz="1800" b="1" spc="-15" dirty="0">
                <a:latin typeface="Calibri"/>
                <a:cs typeface="Calibri"/>
              </a:rPr>
              <a:t>ti</a:t>
            </a:r>
            <a:r>
              <a:rPr sz="1800" b="1" spc="-20" dirty="0">
                <a:latin typeface="Calibri"/>
                <a:cs typeface="Calibri"/>
              </a:rPr>
              <a:t>o</a:t>
            </a:r>
            <a:r>
              <a:rPr sz="1800" b="1" spc="-10" dirty="0">
                <a:latin typeface="Calibri"/>
                <a:cs typeface="Calibri"/>
              </a:rPr>
              <a:t>n</a:t>
            </a:r>
            <a:r>
              <a:rPr sz="1800" b="1" spc="-40" dirty="0">
                <a:latin typeface="Times New Roman"/>
                <a:cs typeface="Times New Roman"/>
              </a:rPr>
              <a:t> </a:t>
            </a:r>
            <a:r>
              <a:rPr sz="1800" b="1" spc="-35" dirty="0">
                <a:latin typeface="Calibri"/>
                <a:cs typeface="Calibri"/>
              </a:rPr>
              <a:t>t</a:t>
            </a:r>
            <a:r>
              <a:rPr sz="1800" b="1" spc="-10" dirty="0">
                <a:latin typeface="Calibri"/>
                <a:cs typeface="Calibri"/>
              </a:rPr>
              <a:t>o</a:t>
            </a:r>
            <a:r>
              <a:rPr sz="1800" b="1" spc="-5" dirty="0">
                <a:latin typeface="Times New Roman"/>
                <a:cs typeface="Times New Roman"/>
              </a:rPr>
              <a:t> </a:t>
            </a:r>
            <a:r>
              <a:rPr sz="1800" b="1" spc="-5" dirty="0">
                <a:latin typeface="Calibri"/>
                <a:cs typeface="Calibri"/>
              </a:rPr>
              <a:t>“</a:t>
            </a:r>
            <a:r>
              <a:rPr sz="1800" b="1" spc="5" dirty="0">
                <a:latin typeface="Calibri"/>
                <a:cs typeface="Calibri"/>
              </a:rPr>
              <a:t>M</a:t>
            </a:r>
            <a:r>
              <a:rPr sz="1800" b="1" spc="-20" dirty="0">
                <a:latin typeface="Calibri"/>
                <a:cs typeface="Calibri"/>
              </a:rPr>
              <a:t>o</a:t>
            </a:r>
            <a:r>
              <a:rPr sz="1800" b="1" spc="-10" dirty="0">
                <a:latin typeface="Calibri"/>
                <a:cs typeface="Calibri"/>
              </a:rPr>
              <a:t>de</a:t>
            </a:r>
            <a:r>
              <a:rPr sz="1800" b="1" dirty="0">
                <a:latin typeface="Calibri"/>
                <a:cs typeface="Calibri"/>
              </a:rPr>
              <a:t>r</a:t>
            </a:r>
            <a:r>
              <a:rPr sz="1800" b="1" spc="-10" dirty="0">
                <a:latin typeface="Calibri"/>
                <a:cs typeface="Calibri"/>
              </a:rPr>
              <a:t>n</a:t>
            </a:r>
            <a:r>
              <a:rPr sz="1800" b="1" spc="-40"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10" dirty="0">
                <a:latin typeface="Calibri"/>
                <a:cs typeface="Calibri"/>
              </a:rPr>
              <a:t>l</a:t>
            </a:r>
            <a:r>
              <a:rPr sz="1800" b="1" dirty="0">
                <a:latin typeface="Calibri"/>
                <a:cs typeface="Calibri"/>
              </a:rPr>
              <a:t>”</a:t>
            </a:r>
            <a:endParaRPr sz="1800">
              <a:latin typeface="Calibri"/>
              <a:cs typeface="Calibri"/>
            </a:endParaRPr>
          </a:p>
        </p:txBody>
      </p:sp>
      <p:sp>
        <p:nvSpPr>
          <p:cNvPr id="21" name="object 21"/>
          <p:cNvSpPr txBox="1"/>
          <p:nvPr/>
        </p:nvSpPr>
        <p:spPr>
          <a:xfrm>
            <a:off x="4315684" y="3572304"/>
            <a:ext cx="687705"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T</a:t>
            </a:r>
            <a:r>
              <a:rPr sz="1800" b="1" spc="-20" dirty="0">
                <a:latin typeface="Calibri"/>
                <a:cs typeface="Calibri"/>
              </a:rPr>
              <a:t>h</a:t>
            </a:r>
            <a:r>
              <a:rPr sz="1800" b="1" spc="-10" dirty="0">
                <a:latin typeface="Calibri"/>
                <a:cs typeface="Calibri"/>
              </a:rPr>
              <a:t>eo</a:t>
            </a:r>
            <a:r>
              <a:rPr sz="1800" b="1" dirty="0">
                <a:latin typeface="Calibri"/>
                <a:cs typeface="Calibri"/>
              </a:rPr>
              <a:t>r</a:t>
            </a:r>
            <a:r>
              <a:rPr sz="1800" b="1" spc="-10" dirty="0">
                <a:latin typeface="Calibri"/>
                <a:cs typeface="Calibri"/>
              </a:rPr>
              <a:t>y</a:t>
            </a:r>
            <a:endParaRPr sz="1800">
              <a:latin typeface="Calibri"/>
              <a:cs typeface="Calibri"/>
            </a:endParaRPr>
          </a:p>
        </p:txBody>
      </p:sp>
      <p:sp>
        <p:nvSpPr>
          <p:cNvPr id="22" name="object 22"/>
          <p:cNvSpPr txBox="1"/>
          <p:nvPr/>
        </p:nvSpPr>
        <p:spPr>
          <a:xfrm>
            <a:off x="3998156" y="4018991"/>
            <a:ext cx="1324610"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S</a:t>
            </a:r>
            <a:r>
              <a:rPr sz="1800" b="1" spc="-35" dirty="0">
                <a:latin typeface="Calibri"/>
                <a:cs typeface="Calibri"/>
              </a:rPr>
              <a:t>t</a:t>
            </a:r>
            <a:r>
              <a:rPr sz="1800" b="1" spc="-40" dirty="0">
                <a:latin typeface="Calibri"/>
                <a:cs typeface="Calibri"/>
              </a:rPr>
              <a:t>a</a:t>
            </a:r>
            <a:r>
              <a:rPr sz="1800" b="1" spc="-35" dirty="0">
                <a:latin typeface="Calibri"/>
                <a:cs typeface="Calibri"/>
              </a:rPr>
              <a:t>t</a:t>
            </a:r>
            <a:r>
              <a:rPr sz="1800" b="1" dirty="0">
                <a:latin typeface="Calibri"/>
                <a:cs typeface="Calibri"/>
              </a:rPr>
              <a:t>e</a:t>
            </a:r>
            <a:r>
              <a:rPr sz="1800" b="1" spc="-40" dirty="0">
                <a:latin typeface="Times New Roman"/>
                <a:cs typeface="Times New Roman"/>
              </a:rPr>
              <a:t> </a:t>
            </a:r>
            <a:r>
              <a:rPr sz="1800" b="1" spc="-15" dirty="0">
                <a:latin typeface="Calibri"/>
                <a:cs typeface="Calibri"/>
              </a:rPr>
              <a:t>v</a:t>
            </a:r>
            <a:r>
              <a:rPr sz="1800" b="1" spc="-20" dirty="0">
                <a:latin typeface="Calibri"/>
                <a:cs typeface="Calibri"/>
              </a:rPr>
              <a:t>a</a:t>
            </a:r>
            <a:r>
              <a:rPr sz="1800" b="1" dirty="0">
                <a:latin typeface="Calibri"/>
                <a:cs typeface="Calibri"/>
              </a:rPr>
              <a:t>r</a:t>
            </a:r>
            <a:r>
              <a:rPr sz="1800" b="1" spc="-10" dirty="0">
                <a:latin typeface="Calibri"/>
                <a:cs typeface="Calibri"/>
              </a:rPr>
              <a:t>i</a:t>
            </a:r>
            <a:r>
              <a:rPr sz="1800" b="1" spc="-20" dirty="0">
                <a:latin typeface="Calibri"/>
                <a:cs typeface="Calibri"/>
              </a:rPr>
              <a:t>ab</a:t>
            </a:r>
            <a:r>
              <a:rPr sz="1800" b="1" spc="-10" dirty="0">
                <a:latin typeface="Calibri"/>
                <a:cs typeface="Calibri"/>
              </a:rPr>
              <a:t>l</a:t>
            </a:r>
            <a:r>
              <a:rPr sz="1800" b="1" dirty="0">
                <a:latin typeface="Calibri"/>
                <a:cs typeface="Calibri"/>
              </a:rPr>
              <a:t>e</a:t>
            </a:r>
            <a:endParaRPr sz="1800">
              <a:latin typeface="Calibri"/>
              <a:cs typeface="Calibri"/>
            </a:endParaRPr>
          </a:p>
        </p:txBody>
      </p:sp>
      <p:sp>
        <p:nvSpPr>
          <p:cNvPr id="23" name="object 23"/>
          <p:cNvSpPr txBox="1"/>
          <p:nvPr/>
        </p:nvSpPr>
        <p:spPr>
          <a:xfrm>
            <a:off x="3782139" y="4293311"/>
            <a:ext cx="1753870" cy="802640"/>
          </a:xfrm>
          <a:prstGeom prst="rect">
            <a:avLst/>
          </a:prstGeom>
        </p:spPr>
        <p:txBody>
          <a:bodyPr vert="horz" wrap="square" lIns="0" tIns="0" rIns="0" bIns="0" rtlCol="0">
            <a:spAutoFit/>
          </a:bodyPr>
          <a:lstStyle/>
          <a:p>
            <a:pPr marL="12700" marR="5080" indent="-1905" algn="ctr">
              <a:lnSpc>
                <a:spcPct val="100000"/>
              </a:lnSpc>
            </a:pPr>
            <a:r>
              <a:rPr sz="1800" b="1" spc="-50" dirty="0">
                <a:latin typeface="Calibri"/>
                <a:cs typeface="Calibri"/>
              </a:rPr>
              <a:t>f</a:t>
            </a:r>
            <a:r>
              <a:rPr sz="1800" b="1" spc="-10" dirty="0">
                <a:latin typeface="Calibri"/>
                <a:cs typeface="Calibri"/>
              </a:rPr>
              <a:t>eed</a:t>
            </a:r>
            <a:r>
              <a:rPr sz="1800" b="1" spc="-20" dirty="0">
                <a:latin typeface="Calibri"/>
                <a:cs typeface="Calibri"/>
              </a:rPr>
              <a:t>ba</a:t>
            </a:r>
            <a:r>
              <a:rPr sz="1800" b="1" spc="5" dirty="0">
                <a:latin typeface="Calibri"/>
                <a:cs typeface="Calibri"/>
              </a:rPr>
              <a:t>c</a:t>
            </a:r>
            <a:r>
              <a:rPr sz="1800" b="1" spc="-10" dirty="0">
                <a:latin typeface="Calibri"/>
                <a:cs typeface="Calibri"/>
              </a:rPr>
              <a:t>k</a:t>
            </a:r>
            <a:r>
              <a:rPr sz="1800" b="1" spc="-15" dirty="0">
                <a:latin typeface="Times New Roman"/>
                <a:cs typeface="Times New Roman"/>
              </a:rPr>
              <a:t> </a:t>
            </a:r>
            <a:r>
              <a:rPr sz="1800" b="1" spc="-20" dirty="0">
                <a:latin typeface="Calibri"/>
                <a:cs typeface="Calibri"/>
              </a:rPr>
              <a:t>u</a:t>
            </a:r>
            <a:r>
              <a:rPr sz="1800" b="1" spc="-10" dirty="0">
                <a:latin typeface="Calibri"/>
                <a:cs typeface="Calibri"/>
              </a:rPr>
              <a:t>si</a:t>
            </a:r>
            <a:r>
              <a:rPr sz="1800" b="1" spc="-20" dirty="0">
                <a:latin typeface="Calibri"/>
                <a:cs typeface="Calibri"/>
              </a:rPr>
              <a:t>n</a:t>
            </a:r>
            <a:r>
              <a:rPr sz="1800" b="1" dirty="0">
                <a:latin typeface="Calibri"/>
                <a:cs typeface="Calibri"/>
              </a:rPr>
              <a:t>g</a:t>
            </a:r>
            <a:r>
              <a:rPr sz="1800" b="1" dirty="0">
                <a:latin typeface="Times New Roman"/>
                <a:cs typeface="Times New Roman"/>
              </a:rPr>
              <a:t> </a:t>
            </a:r>
            <a:r>
              <a:rPr sz="1800" b="1" spc="-20" dirty="0">
                <a:solidFill>
                  <a:srgbClr val="C00000"/>
                </a:solidFill>
                <a:latin typeface="Calibri"/>
                <a:cs typeface="Calibri"/>
              </a:rPr>
              <a:t>non</a:t>
            </a:r>
            <a:r>
              <a:rPr sz="1800" b="1" spc="5" dirty="0">
                <a:solidFill>
                  <a:srgbClr val="C00000"/>
                </a:solidFill>
                <a:latin typeface="Calibri"/>
                <a:cs typeface="Calibri"/>
              </a:rPr>
              <a:t>-</a:t>
            </a:r>
            <a:r>
              <a:rPr sz="1800" b="1" spc="-15" dirty="0">
                <a:solidFill>
                  <a:srgbClr val="C00000"/>
                </a:solidFill>
                <a:latin typeface="Calibri"/>
                <a:cs typeface="Calibri"/>
              </a:rPr>
              <a:t>minim</a:t>
            </a:r>
            <a:r>
              <a:rPr sz="1800" b="1" spc="-25" dirty="0">
                <a:solidFill>
                  <a:srgbClr val="C00000"/>
                </a:solidFill>
                <a:latin typeface="Calibri"/>
                <a:cs typeface="Calibri"/>
              </a:rPr>
              <a:t>a</a:t>
            </a:r>
            <a:r>
              <a:rPr sz="1800" b="1" spc="-5" dirty="0">
                <a:solidFill>
                  <a:srgbClr val="C00000"/>
                </a:solidFill>
                <a:latin typeface="Calibri"/>
                <a:cs typeface="Calibri"/>
              </a:rPr>
              <a:t>l</a:t>
            </a:r>
            <a:r>
              <a:rPr sz="1800" b="1" spc="-35" dirty="0">
                <a:solidFill>
                  <a:srgbClr val="C00000"/>
                </a:solidFill>
                <a:latin typeface="Times New Roman"/>
                <a:cs typeface="Times New Roman"/>
              </a:rPr>
              <a:t> </a:t>
            </a:r>
            <a:r>
              <a:rPr sz="1800" b="1" spc="-30" dirty="0">
                <a:latin typeface="Calibri"/>
                <a:cs typeface="Calibri"/>
              </a:rPr>
              <a:t>s</a:t>
            </a:r>
            <a:r>
              <a:rPr sz="1800" b="1" spc="-35" dirty="0">
                <a:latin typeface="Calibri"/>
                <a:cs typeface="Calibri"/>
              </a:rPr>
              <a:t>t</a:t>
            </a:r>
            <a:r>
              <a:rPr sz="1800" b="1" spc="-40" dirty="0">
                <a:latin typeface="Calibri"/>
                <a:cs typeface="Calibri"/>
              </a:rPr>
              <a:t>a</a:t>
            </a:r>
            <a:r>
              <a:rPr sz="1800" b="1" spc="-35" dirty="0">
                <a:latin typeface="Calibri"/>
                <a:cs typeface="Calibri"/>
              </a:rPr>
              <a:t>t</a:t>
            </a:r>
            <a:r>
              <a:rPr sz="1800" b="1" dirty="0">
                <a:latin typeface="Calibri"/>
                <a:cs typeface="Calibri"/>
              </a:rPr>
              <a:t>e</a:t>
            </a:r>
            <a:r>
              <a:rPr sz="1800" b="1" dirty="0">
                <a:latin typeface="Times New Roman"/>
                <a:cs typeface="Times New Roman"/>
              </a:rPr>
              <a:t> </a:t>
            </a:r>
            <a:r>
              <a:rPr sz="1800" b="1" spc="-10" dirty="0">
                <a:latin typeface="Calibri"/>
                <a:cs typeface="Calibri"/>
              </a:rPr>
              <a:t>s</a:t>
            </a:r>
            <a:r>
              <a:rPr sz="1800" b="1" spc="-20" dirty="0">
                <a:latin typeface="Calibri"/>
                <a:cs typeface="Calibri"/>
              </a:rPr>
              <a:t>pa</a:t>
            </a:r>
            <a:r>
              <a:rPr sz="1800" b="1" spc="5" dirty="0">
                <a:latin typeface="Calibri"/>
                <a:cs typeface="Calibri"/>
              </a:rPr>
              <a:t>c</a:t>
            </a:r>
            <a:r>
              <a:rPr sz="1800" b="1" dirty="0">
                <a:latin typeface="Calibri"/>
                <a:cs typeface="Calibri"/>
              </a:rPr>
              <a:t>e</a:t>
            </a:r>
            <a:r>
              <a:rPr sz="1800" b="1" spc="-60" dirty="0">
                <a:latin typeface="Times New Roman"/>
                <a:cs typeface="Times New Roman"/>
              </a:rPr>
              <a:t> </a:t>
            </a:r>
            <a:r>
              <a:rPr sz="1800" b="1" spc="-5" dirty="0">
                <a:latin typeface="Calibri"/>
                <a:cs typeface="Calibri"/>
              </a:rPr>
              <a:t>m</a:t>
            </a:r>
            <a:r>
              <a:rPr sz="1800" b="1" spc="-20" dirty="0">
                <a:latin typeface="Calibri"/>
                <a:cs typeface="Calibri"/>
              </a:rPr>
              <a:t>od</a:t>
            </a:r>
            <a:r>
              <a:rPr sz="1800" b="1" spc="-10" dirty="0">
                <a:latin typeface="Calibri"/>
                <a:cs typeface="Calibri"/>
              </a:rPr>
              <a:t>e</a:t>
            </a:r>
            <a:r>
              <a:rPr sz="1800" b="1" spc="-5" dirty="0">
                <a:latin typeface="Calibri"/>
                <a:cs typeface="Calibri"/>
              </a:rPr>
              <a:t>l</a:t>
            </a:r>
            <a:r>
              <a:rPr sz="1800" b="1" spc="-10" dirty="0">
                <a:latin typeface="Calibri"/>
                <a:cs typeface="Calibri"/>
              </a:rPr>
              <a:t>s</a:t>
            </a:r>
            <a:endParaRPr sz="1800">
              <a:latin typeface="Calibri"/>
              <a:cs typeface="Calibri"/>
            </a:endParaRPr>
          </a:p>
        </p:txBody>
      </p:sp>
      <p:sp>
        <p:nvSpPr>
          <p:cNvPr id="24" name="object 24"/>
          <p:cNvSpPr txBox="1"/>
          <p:nvPr/>
        </p:nvSpPr>
        <p:spPr>
          <a:xfrm>
            <a:off x="4098966" y="5579414"/>
            <a:ext cx="1157605" cy="254000"/>
          </a:xfrm>
          <a:prstGeom prst="rect">
            <a:avLst/>
          </a:prstGeom>
        </p:spPr>
        <p:txBody>
          <a:bodyPr vert="horz" wrap="square" lIns="0" tIns="0" rIns="0" bIns="0" rtlCol="0">
            <a:spAutoFit/>
          </a:bodyPr>
          <a:lstStyle/>
          <a:p>
            <a:pPr marL="12700">
              <a:lnSpc>
                <a:spcPct val="100000"/>
              </a:lnSpc>
            </a:pPr>
            <a:r>
              <a:rPr sz="1800" b="1" spc="-15" dirty="0">
                <a:solidFill>
                  <a:srgbClr val="C00000"/>
                </a:solidFill>
                <a:latin typeface="Calibri"/>
                <a:cs typeface="Calibri"/>
              </a:rPr>
              <a:t>C</a:t>
            </a:r>
            <a:r>
              <a:rPr sz="1800" b="1" dirty="0">
                <a:solidFill>
                  <a:srgbClr val="C00000"/>
                </a:solidFill>
                <a:latin typeface="Calibri"/>
                <a:cs typeface="Calibri"/>
              </a:rPr>
              <a:t>O</a:t>
            </a:r>
            <a:r>
              <a:rPr sz="1800" b="1" spc="-10" dirty="0">
                <a:solidFill>
                  <a:srgbClr val="C00000"/>
                </a:solidFill>
                <a:latin typeface="Calibri"/>
                <a:cs typeface="Calibri"/>
              </a:rPr>
              <a:t>RE</a:t>
            </a:r>
            <a:r>
              <a:rPr sz="1800" b="1" spc="-70" dirty="0">
                <a:solidFill>
                  <a:srgbClr val="C00000"/>
                </a:solidFill>
                <a:latin typeface="Times New Roman"/>
                <a:cs typeface="Times New Roman"/>
              </a:rPr>
              <a:t> </a:t>
            </a:r>
            <a:r>
              <a:rPr sz="1800" b="1" spc="-35" dirty="0">
                <a:solidFill>
                  <a:srgbClr val="C00000"/>
                </a:solidFill>
                <a:latin typeface="Calibri"/>
                <a:cs typeface="Calibri"/>
              </a:rPr>
              <a:t>T</a:t>
            </a:r>
            <a:r>
              <a:rPr sz="1800" b="1" dirty="0">
                <a:solidFill>
                  <a:srgbClr val="C00000"/>
                </a:solidFill>
                <a:latin typeface="Calibri"/>
                <a:cs typeface="Calibri"/>
              </a:rPr>
              <a:t>O</a:t>
            </a:r>
            <a:r>
              <a:rPr sz="1800" b="1" spc="-10" dirty="0">
                <a:solidFill>
                  <a:srgbClr val="C00000"/>
                </a:solidFill>
                <a:latin typeface="Calibri"/>
                <a:cs typeface="Calibri"/>
              </a:rPr>
              <a:t>PI</a:t>
            </a:r>
            <a:r>
              <a:rPr sz="1800" b="1" dirty="0">
                <a:solidFill>
                  <a:srgbClr val="C00000"/>
                </a:solidFill>
                <a:latin typeface="Calibri"/>
                <a:cs typeface="Calibri"/>
              </a:rPr>
              <a:t>C</a:t>
            </a:r>
            <a:endParaRPr sz="1800">
              <a:latin typeface="Calibri"/>
              <a:cs typeface="Calibri"/>
            </a:endParaRPr>
          </a:p>
        </p:txBody>
      </p:sp>
      <p:sp>
        <p:nvSpPr>
          <p:cNvPr id="25" name="object 25"/>
          <p:cNvSpPr/>
          <p:nvPr/>
        </p:nvSpPr>
        <p:spPr>
          <a:xfrm>
            <a:off x="7912089" y="2997199"/>
            <a:ext cx="1231903" cy="1506221"/>
          </a:xfrm>
          <a:prstGeom prst="rect">
            <a:avLst/>
          </a:prstGeom>
          <a:blipFill>
            <a:blip r:embed="rId9" cstate="print"/>
            <a:stretch>
              <a:fillRect/>
            </a:stretch>
          </a:blipFill>
        </p:spPr>
        <p:txBody>
          <a:bodyPr wrap="square" lIns="0" tIns="0" rIns="0" bIns="0" rtlCol="0"/>
          <a:lstStyle/>
          <a:p>
            <a:endParaRPr/>
          </a:p>
        </p:txBody>
      </p:sp>
      <p:sp>
        <p:nvSpPr>
          <p:cNvPr id="26" name="object 26"/>
          <p:cNvSpPr txBox="1"/>
          <p:nvPr/>
        </p:nvSpPr>
        <p:spPr>
          <a:xfrm>
            <a:off x="8333175" y="3337849"/>
            <a:ext cx="373380" cy="711200"/>
          </a:xfrm>
          <a:prstGeom prst="rect">
            <a:avLst/>
          </a:prstGeom>
        </p:spPr>
        <p:txBody>
          <a:bodyPr vert="horz" wrap="square" lIns="0" tIns="0" rIns="0" bIns="0" rtlCol="0">
            <a:spAutoFit/>
          </a:bodyPr>
          <a:lstStyle/>
          <a:p>
            <a:pPr marL="12700">
              <a:lnSpc>
                <a:spcPct val="100000"/>
              </a:lnSpc>
            </a:pPr>
            <a:r>
              <a:rPr sz="5400" spc="-30" dirty="0">
                <a:solidFill>
                  <a:srgbClr val="C00000"/>
                </a:solidFill>
                <a:latin typeface="Calibri"/>
                <a:cs typeface="Calibri"/>
              </a:rPr>
              <a:t>6</a:t>
            </a:r>
            <a:endParaRPr sz="5400">
              <a:latin typeface="Calibri"/>
              <a:cs typeface="Calibri"/>
            </a:endParaRPr>
          </a:p>
        </p:txBody>
      </p:sp>
      <p:sp>
        <p:nvSpPr>
          <p:cNvPr id="27" name="object 27"/>
          <p:cNvSpPr txBox="1"/>
          <p:nvPr/>
        </p:nvSpPr>
        <p:spPr>
          <a:xfrm>
            <a:off x="6268369" y="2362818"/>
            <a:ext cx="1517015" cy="254000"/>
          </a:xfrm>
          <a:prstGeom prst="rect">
            <a:avLst/>
          </a:prstGeom>
        </p:spPr>
        <p:txBody>
          <a:bodyPr vert="horz" wrap="square" lIns="0" tIns="0" rIns="0" bIns="0" rtlCol="0">
            <a:spAutoFit/>
          </a:bodyPr>
          <a:lstStyle/>
          <a:p>
            <a:pPr marL="12700">
              <a:lnSpc>
                <a:spcPct val="100000"/>
              </a:lnSpc>
            </a:pPr>
            <a:r>
              <a:rPr sz="1800" b="1" dirty="0">
                <a:latin typeface="Calibri"/>
                <a:cs typeface="Calibri"/>
              </a:rPr>
              <a:t>O</a:t>
            </a:r>
            <a:r>
              <a:rPr sz="1800" b="1" spc="-20" dirty="0">
                <a:latin typeface="Calibri"/>
                <a:cs typeface="Calibri"/>
              </a:rPr>
              <a:t>p</a:t>
            </a:r>
            <a:r>
              <a:rPr sz="1800" b="1" spc="-15" dirty="0">
                <a:latin typeface="Calibri"/>
                <a:cs typeface="Calibri"/>
              </a:rPr>
              <a:t>tim</a:t>
            </a:r>
            <a:r>
              <a:rPr sz="1800" b="1" spc="-25" dirty="0">
                <a:latin typeface="Calibri"/>
                <a:cs typeface="Calibri"/>
              </a:rPr>
              <a:t>a</a:t>
            </a:r>
            <a:r>
              <a:rPr sz="1800" b="1" spc="-5" dirty="0">
                <a:latin typeface="Calibri"/>
                <a:cs typeface="Calibri"/>
              </a:rPr>
              <a:t>l</a:t>
            </a:r>
            <a:r>
              <a:rPr sz="1800" b="1" spc="-3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28" name="object 28"/>
          <p:cNvSpPr txBox="1"/>
          <p:nvPr/>
        </p:nvSpPr>
        <p:spPr>
          <a:xfrm>
            <a:off x="6154295" y="5675235"/>
            <a:ext cx="2567940"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M</a:t>
            </a:r>
            <a:r>
              <a:rPr sz="1800" b="1" spc="-20" dirty="0">
                <a:latin typeface="Calibri"/>
                <a:cs typeface="Calibri"/>
              </a:rPr>
              <a:t>u</a:t>
            </a:r>
            <a:r>
              <a:rPr sz="1800" b="1" spc="-10" dirty="0">
                <a:latin typeface="Calibri"/>
                <a:cs typeface="Calibri"/>
              </a:rPr>
              <a:t>lti</a:t>
            </a:r>
            <a:r>
              <a:rPr sz="1800" b="1" spc="-15" dirty="0">
                <a:latin typeface="Calibri"/>
                <a:cs typeface="Calibri"/>
              </a:rPr>
              <a:t>v</a:t>
            </a:r>
            <a:r>
              <a:rPr sz="1800" b="1" spc="-20" dirty="0">
                <a:latin typeface="Calibri"/>
                <a:cs typeface="Calibri"/>
              </a:rPr>
              <a:t>a</a:t>
            </a:r>
            <a:r>
              <a:rPr sz="1800" b="1" dirty="0">
                <a:latin typeface="Calibri"/>
                <a:cs typeface="Calibri"/>
              </a:rPr>
              <a:t>r</a:t>
            </a:r>
            <a:r>
              <a:rPr sz="1800" b="1" spc="-10" dirty="0">
                <a:latin typeface="Calibri"/>
                <a:cs typeface="Calibri"/>
              </a:rPr>
              <a:t>i</a:t>
            </a:r>
            <a:r>
              <a:rPr sz="1800" b="1" spc="-20" dirty="0">
                <a:latin typeface="Calibri"/>
                <a:cs typeface="Calibri"/>
              </a:rPr>
              <a:t>ab</a:t>
            </a:r>
            <a:r>
              <a:rPr sz="1800" b="1" spc="-10" dirty="0">
                <a:latin typeface="Calibri"/>
                <a:cs typeface="Calibri"/>
              </a:rPr>
              <a:t>l</a:t>
            </a:r>
            <a:r>
              <a:rPr sz="1800" b="1" dirty="0">
                <a:latin typeface="Calibri"/>
                <a:cs typeface="Calibri"/>
              </a:rPr>
              <a:t>e</a:t>
            </a:r>
            <a:r>
              <a:rPr sz="1800" b="1" spc="-60" dirty="0">
                <a:latin typeface="Times New Roman"/>
                <a:cs typeface="Times New Roman"/>
              </a:rPr>
              <a:t> </a:t>
            </a:r>
            <a:r>
              <a:rPr sz="1800" b="1" spc="-15" dirty="0">
                <a:latin typeface="Calibri"/>
                <a:cs typeface="Calibri"/>
              </a:rPr>
              <a:t>&amp;</a:t>
            </a:r>
            <a:r>
              <a:rPr sz="1800" b="1" spc="-40" dirty="0">
                <a:latin typeface="Times New Roman"/>
                <a:cs typeface="Times New Roman"/>
              </a:rPr>
              <a:t> </a:t>
            </a:r>
            <a:r>
              <a:rPr sz="1800" b="1" spc="-20" dirty="0">
                <a:latin typeface="Calibri"/>
                <a:cs typeface="Calibri"/>
              </a:rPr>
              <a:t>Non</a:t>
            </a:r>
            <a:r>
              <a:rPr sz="1800" b="1" spc="5" dirty="0">
                <a:latin typeface="Calibri"/>
                <a:cs typeface="Calibri"/>
              </a:rPr>
              <a:t>-</a:t>
            </a:r>
            <a:r>
              <a:rPr sz="1800" b="1" spc="-10" dirty="0">
                <a:latin typeface="Calibri"/>
                <a:cs typeface="Calibri"/>
              </a:rPr>
              <a:t>li</a:t>
            </a:r>
            <a:r>
              <a:rPr sz="1800" b="1" spc="-20" dirty="0">
                <a:latin typeface="Calibri"/>
                <a:cs typeface="Calibri"/>
              </a:rPr>
              <a:t>n</a:t>
            </a:r>
            <a:r>
              <a:rPr sz="1800" b="1" spc="-10" dirty="0">
                <a:latin typeface="Calibri"/>
                <a:cs typeface="Calibri"/>
              </a:rPr>
              <a:t>ea</a:t>
            </a:r>
            <a:r>
              <a:rPr sz="1800" b="1" dirty="0">
                <a:latin typeface="Calibri"/>
                <a:cs typeface="Calibri"/>
              </a:rPr>
              <a:t>r</a:t>
            </a:r>
            <a:endParaRPr sz="1800">
              <a:latin typeface="Calibri"/>
              <a:cs typeface="Calibri"/>
            </a:endParaRPr>
          </a:p>
        </p:txBody>
      </p:sp>
      <p:sp>
        <p:nvSpPr>
          <p:cNvPr id="29" name="object 29"/>
          <p:cNvSpPr txBox="1"/>
          <p:nvPr/>
        </p:nvSpPr>
        <p:spPr>
          <a:xfrm>
            <a:off x="6520065" y="3154918"/>
            <a:ext cx="1410335" cy="254000"/>
          </a:xfrm>
          <a:prstGeom prst="rect">
            <a:avLst/>
          </a:prstGeom>
        </p:spPr>
        <p:txBody>
          <a:bodyPr vert="horz" wrap="square" lIns="0" tIns="0" rIns="0" bIns="0" rtlCol="0">
            <a:spAutoFit/>
          </a:bodyPr>
          <a:lstStyle/>
          <a:p>
            <a:pPr marL="12700">
              <a:lnSpc>
                <a:spcPct val="100000"/>
              </a:lnSpc>
            </a:pPr>
            <a:r>
              <a:rPr sz="1800" b="1" spc="-50" dirty="0">
                <a:latin typeface="Calibri"/>
                <a:cs typeface="Calibri"/>
              </a:rPr>
              <a:t>R</a:t>
            </a:r>
            <a:r>
              <a:rPr sz="1800" b="1" spc="-20" dirty="0">
                <a:latin typeface="Calibri"/>
                <a:cs typeface="Calibri"/>
              </a:rPr>
              <a:t>obu</a:t>
            </a:r>
            <a:r>
              <a:rPr sz="1800" b="1" spc="-30" dirty="0">
                <a:latin typeface="Calibri"/>
                <a:cs typeface="Calibri"/>
              </a:rPr>
              <a:t>s</a:t>
            </a:r>
            <a:r>
              <a:rPr sz="1800" b="1" spc="-10" dirty="0">
                <a:latin typeface="Calibri"/>
                <a:cs typeface="Calibri"/>
              </a:rPr>
              <a:t>t</a:t>
            </a:r>
            <a:r>
              <a:rPr sz="1800" b="1" spc="-3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30" name="object 30"/>
          <p:cNvSpPr txBox="1"/>
          <p:nvPr/>
        </p:nvSpPr>
        <p:spPr>
          <a:xfrm>
            <a:off x="6421076" y="4892508"/>
            <a:ext cx="2027555" cy="254000"/>
          </a:xfrm>
          <a:prstGeom prst="rect">
            <a:avLst/>
          </a:prstGeom>
        </p:spPr>
        <p:txBody>
          <a:bodyPr vert="horz" wrap="square" lIns="0" tIns="0" rIns="0" bIns="0" rtlCol="0">
            <a:spAutoFit/>
          </a:bodyPr>
          <a:lstStyle/>
          <a:p>
            <a:pPr marL="12700">
              <a:lnSpc>
                <a:spcPct val="100000"/>
              </a:lnSpc>
            </a:pPr>
            <a:r>
              <a:rPr sz="1800" b="1" spc="-40" dirty="0">
                <a:latin typeface="Calibri"/>
                <a:cs typeface="Calibri"/>
              </a:rPr>
              <a:t>F</a:t>
            </a:r>
            <a:r>
              <a:rPr sz="1800" b="1" spc="-10" dirty="0">
                <a:latin typeface="Calibri"/>
                <a:cs typeface="Calibri"/>
              </a:rPr>
              <a:t>eed</a:t>
            </a:r>
            <a:r>
              <a:rPr sz="1800" b="1" spc="5" dirty="0">
                <a:latin typeface="Calibri"/>
                <a:cs typeface="Calibri"/>
              </a:rPr>
              <a:t>-</a:t>
            </a:r>
            <a:r>
              <a:rPr sz="1800" b="1" spc="-30" dirty="0">
                <a:latin typeface="Calibri"/>
                <a:cs typeface="Calibri"/>
              </a:rPr>
              <a:t>f</a:t>
            </a:r>
            <a:r>
              <a:rPr sz="1800" b="1" spc="-20" dirty="0">
                <a:latin typeface="Calibri"/>
                <a:cs typeface="Calibri"/>
              </a:rPr>
              <a:t>o</a:t>
            </a:r>
            <a:r>
              <a:rPr sz="1800" b="1" spc="20" dirty="0">
                <a:latin typeface="Calibri"/>
                <a:cs typeface="Calibri"/>
              </a:rPr>
              <a:t>r</a:t>
            </a:r>
            <a:r>
              <a:rPr sz="1800" b="1" spc="-25" dirty="0">
                <a:latin typeface="Calibri"/>
                <a:cs typeface="Calibri"/>
              </a:rPr>
              <a:t>w</a:t>
            </a:r>
            <a:r>
              <a:rPr sz="1800" b="1" spc="-20" dirty="0">
                <a:latin typeface="Calibri"/>
                <a:cs typeface="Calibri"/>
              </a:rPr>
              <a:t>ar</a:t>
            </a:r>
            <a:r>
              <a:rPr sz="1800" b="1" spc="-10" dirty="0">
                <a:latin typeface="Calibri"/>
                <a:cs typeface="Calibri"/>
              </a:rPr>
              <a:t>d</a:t>
            </a:r>
            <a:r>
              <a:rPr sz="1800" b="1" spc="-60"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31" name="object 31"/>
          <p:cNvSpPr txBox="1"/>
          <p:nvPr/>
        </p:nvSpPr>
        <p:spPr>
          <a:xfrm>
            <a:off x="6617220" y="3965771"/>
            <a:ext cx="1707514"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S</a:t>
            </a:r>
            <a:r>
              <a:rPr sz="1800" b="1" spc="-35" dirty="0">
                <a:latin typeface="Calibri"/>
                <a:cs typeface="Calibri"/>
              </a:rPr>
              <a:t>t</a:t>
            </a:r>
            <a:r>
              <a:rPr sz="1800" b="1" spc="-20" dirty="0">
                <a:latin typeface="Calibri"/>
                <a:cs typeface="Calibri"/>
              </a:rPr>
              <a:t>o</a:t>
            </a:r>
            <a:r>
              <a:rPr sz="1800" b="1" spc="5" dirty="0">
                <a:latin typeface="Calibri"/>
                <a:cs typeface="Calibri"/>
              </a:rPr>
              <a:t>c</a:t>
            </a:r>
            <a:r>
              <a:rPr sz="1800" b="1" spc="-20" dirty="0">
                <a:latin typeface="Calibri"/>
                <a:cs typeface="Calibri"/>
              </a:rPr>
              <a:t>ha</a:t>
            </a:r>
            <a:r>
              <a:rPr sz="1800" b="1" spc="-30" dirty="0">
                <a:latin typeface="Calibri"/>
                <a:cs typeface="Calibri"/>
              </a:rPr>
              <a:t>s</a:t>
            </a:r>
            <a:r>
              <a:rPr sz="1800" b="1" spc="-15" dirty="0">
                <a:latin typeface="Calibri"/>
                <a:cs typeface="Calibri"/>
              </a:rPr>
              <a:t>ti</a:t>
            </a:r>
            <a:r>
              <a:rPr sz="1800" b="1" dirty="0">
                <a:latin typeface="Calibri"/>
                <a:cs typeface="Calibri"/>
              </a:rPr>
              <a:t>c</a:t>
            </a:r>
            <a:r>
              <a:rPr sz="1800" b="1" spc="-4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32" name="object 32"/>
          <p:cNvSpPr/>
          <p:nvPr/>
        </p:nvSpPr>
        <p:spPr>
          <a:xfrm>
            <a:off x="5829300" y="2678856"/>
            <a:ext cx="401320" cy="209550"/>
          </a:xfrm>
          <a:custGeom>
            <a:avLst/>
            <a:gdLst/>
            <a:ahLst/>
            <a:cxnLst/>
            <a:rect l="l" t="t" r="r" b="b"/>
            <a:pathLst>
              <a:path w="401320" h="209550">
                <a:moveTo>
                  <a:pt x="0" y="209184"/>
                </a:moveTo>
                <a:lnTo>
                  <a:pt x="400751" y="0"/>
                </a:lnTo>
              </a:path>
            </a:pathLst>
          </a:custGeom>
          <a:ln w="20320">
            <a:solidFill>
              <a:srgbClr val="C00000"/>
            </a:solidFill>
          </a:ln>
        </p:spPr>
        <p:txBody>
          <a:bodyPr wrap="square" lIns="0" tIns="0" rIns="0" bIns="0" rtlCol="0"/>
          <a:lstStyle/>
          <a:p>
            <a:endParaRPr/>
          </a:p>
        </p:txBody>
      </p:sp>
      <p:sp>
        <p:nvSpPr>
          <p:cNvPr id="33" name="object 33"/>
          <p:cNvSpPr/>
          <p:nvPr/>
        </p:nvSpPr>
        <p:spPr>
          <a:xfrm>
            <a:off x="6141933" y="2674711"/>
            <a:ext cx="88265" cy="79375"/>
          </a:xfrm>
          <a:custGeom>
            <a:avLst/>
            <a:gdLst/>
            <a:ahLst/>
            <a:cxnLst/>
            <a:rect l="l" t="t" r="r" b="b"/>
            <a:pathLst>
              <a:path w="88264" h="79375">
                <a:moveTo>
                  <a:pt x="41147" y="78821"/>
                </a:moveTo>
                <a:lnTo>
                  <a:pt x="88117" y="4145"/>
                </a:lnTo>
                <a:lnTo>
                  <a:pt x="0" y="0"/>
                </a:lnTo>
              </a:path>
            </a:pathLst>
          </a:custGeom>
          <a:ln w="20320">
            <a:solidFill>
              <a:srgbClr val="C00000"/>
            </a:solidFill>
          </a:ln>
        </p:spPr>
        <p:txBody>
          <a:bodyPr wrap="square" lIns="0" tIns="0" rIns="0" bIns="0" rtlCol="0"/>
          <a:lstStyle/>
          <a:p>
            <a:endParaRPr/>
          </a:p>
        </p:txBody>
      </p:sp>
      <p:sp>
        <p:nvSpPr>
          <p:cNvPr id="34" name="object 34"/>
          <p:cNvSpPr/>
          <p:nvPr/>
        </p:nvSpPr>
        <p:spPr>
          <a:xfrm>
            <a:off x="5882639" y="3321893"/>
            <a:ext cx="441325" cy="104775"/>
          </a:xfrm>
          <a:custGeom>
            <a:avLst/>
            <a:gdLst/>
            <a:ahLst/>
            <a:cxnLst/>
            <a:rect l="l" t="t" r="r" b="b"/>
            <a:pathLst>
              <a:path w="441325" h="104775">
                <a:moveTo>
                  <a:pt x="0" y="104607"/>
                </a:moveTo>
                <a:lnTo>
                  <a:pt x="440984" y="0"/>
                </a:lnTo>
              </a:path>
            </a:pathLst>
          </a:custGeom>
          <a:ln w="20320">
            <a:solidFill>
              <a:srgbClr val="C00000"/>
            </a:solidFill>
          </a:ln>
        </p:spPr>
        <p:txBody>
          <a:bodyPr wrap="square" lIns="0" tIns="0" rIns="0" bIns="0" rtlCol="0"/>
          <a:lstStyle/>
          <a:p>
            <a:endParaRPr/>
          </a:p>
        </p:txBody>
      </p:sp>
      <p:sp>
        <p:nvSpPr>
          <p:cNvPr id="35" name="object 35"/>
          <p:cNvSpPr/>
          <p:nvPr/>
        </p:nvSpPr>
        <p:spPr>
          <a:xfrm>
            <a:off x="6239225" y="3296229"/>
            <a:ext cx="84455" cy="86995"/>
          </a:xfrm>
          <a:custGeom>
            <a:avLst/>
            <a:gdLst/>
            <a:ahLst/>
            <a:cxnLst/>
            <a:rect l="l" t="t" r="r" b="b"/>
            <a:pathLst>
              <a:path w="84454" h="86995">
                <a:moveTo>
                  <a:pt x="20543" y="86502"/>
                </a:moveTo>
                <a:lnTo>
                  <a:pt x="84399" y="25664"/>
                </a:lnTo>
                <a:lnTo>
                  <a:pt x="0" y="0"/>
                </a:lnTo>
              </a:path>
            </a:pathLst>
          </a:custGeom>
          <a:ln w="20320">
            <a:solidFill>
              <a:srgbClr val="C00000"/>
            </a:solidFill>
          </a:ln>
        </p:spPr>
        <p:txBody>
          <a:bodyPr wrap="square" lIns="0" tIns="0" rIns="0" bIns="0" rtlCol="0"/>
          <a:lstStyle/>
          <a:p>
            <a:endParaRPr/>
          </a:p>
        </p:txBody>
      </p:sp>
      <p:sp>
        <p:nvSpPr>
          <p:cNvPr id="36" name="object 36"/>
          <p:cNvSpPr/>
          <p:nvPr/>
        </p:nvSpPr>
        <p:spPr>
          <a:xfrm>
            <a:off x="5869929" y="4109097"/>
            <a:ext cx="551180" cy="52705"/>
          </a:xfrm>
          <a:custGeom>
            <a:avLst/>
            <a:gdLst/>
            <a:ahLst/>
            <a:cxnLst/>
            <a:rect l="l" t="t" r="r" b="b"/>
            <a:pathLst>
              <a:path w="551179" h="52704">
                <a:moveTo>
                  <a:pt x="0" y="52709"/>
                </a:moveTo>
                <a:lnTo>
                  <a:pt x="550621" y="0"/>
                </a:lnTo>
              </a:path>
            </a:pathLst>
          </a:custGeom>
          <a:ln w="20320">
            <a:solidFill>
              <a:srgbClr val="C00000"/>
            </a:solidFill>
          </a:ln>
        </p:spPr>
        <p:txBody>
          <a:bodyPr wrap="square" lIns="0" tIns="0" rIns="0" bIns="0" rtlCol="0"/>
          <a:lstStyle/>
          <a:p>
            <a:endParaRPr/>
          </a:p>
        </p:txBody>
      </p:sp>
      <p:sp>
        <p:nvSpPr>
          <p:cNvPr id="37" name="object 37"/>
          <p:cNvSpPr/>
          <p:nvPr/>
        </p:nvSpPr>
        <p:spPr>
          <a:xfrm>
            <a:off x="6340449" y="4072115"/>
            <a:ext cx="80645" cy="88900"/>
          </a:xfrm>
          <a:custGeom>
            <a:avLst/>
            <a:gdLst/>
            <a:ahLst/>
            <a:cxnLst/>
            <a:rect l="l" t="t" r="r" b="b"/>
            <a:pathLst>
              <a:path w="80645" h="88900">
                <a:moveTo>
                  <a:pt x="8473" y="88498"/>
                </a:moveTo>
                <a:lnTo>
                  <a:pt x="80070" y="36981"/>
                </a:lnTo>
                <a:lnTo>
                  <a:pt x="0" y="0"/>
                </a:lnTo>
              </a:path>
            </a:pathLst>
          </a:custGeom>
          <a:ln w="20320">
            <a:solidFill>
              <a:srgbClr val="C00000"/>
            </a:solidFill>
          </a:ln>
        </p:spPr>
        <p:txBody>
          <a:bodyPr wrap="square" lIns="0" tIns="0" rIns="0" bIns="0" rtlCol="0"/>
          <a:lstStyle/>
          <a:p>
            <a:endParaRPr/>
          </a:p>
        </p:txBody>
      </p:sp>
      <p:sp>
        <p:nvSpPr>
          <p:cNvPr id="38" name="object 38"/>
          <p:cNvSpPr/>
          <p:nvPr/>
        </p:nvSpPr>
        <p:spPr>
          <a:xfrm>
            <a:off x="5877549" y="4610100"/>
            <a:ext cx="445770" cy="177800"/>
          </a:xfrm>
          <a:custGeom>
            <a:avLst/>
            <a:gdLst/>
            <a:ahLst/>
            <a:cxnLst/>
            <a:rect l="l" t="t" r="r" b="b"/>
            <a:pathLst>
              <a:path w="445770" h="177800">
                <a:moveTo>
                  <a:pt x="0" y="0"/>
                </a:moveTo>
                <a:lnTo>
                  <a:pt x="445526" y="177225"/>
                </a:lnTo>
              </a:path>
            </a:pathLst>
          </a:custGeom>
          <a:ln w="20320">
            <a:solidFill>
              <a:srgbClr val="C00000"/>
            </a:solidFill>
          </a:ln>
        </p:spPr>
        <p:txBody>
          <a:bodyPr wrap="square" lIns="0" tIns="0" rIns="0" bIns="0" rtlCol="0"/>
          <a:lstStyle/>
          <a:p>
            <a:endParaRPr/>
          </a:p>
        </p:txBody>
      </p:sp>
      <p:sp>
        <p:nvSpPr>
          <p:cNvPr id="39" name="object 39"/>
          <p:cNvSpPr/>
          <p:nvPr/>
        </p:nvSpPr>
        <p:spPr>
          <a:xfrm>
            <a:off x="6235842" y="4717853"/>
            <a:ext cx="87630" cy="83185"/>
          </a:xfrm>
          <a:custGeom>
            <a:avLst/>
            <a:gdLst/>
            <a:ahLst/>
            <a:cxnLst/>
            <a:rect l="l" t="t" r="r" b="b"/>
            <a:pathLst>
              <a:path w="87629" h="83185">
                <a:moveTo>
                  <a:pt x="32857" y="0"/>
                </a:moveTo>
                <a:lnTo>
                  <a:pt x="87233" y="69473"/>
                </a:lnTo>
                <a:lnTo>
                  <a:pt x="0" y="82603"/>
                </a:lnTo>
              </a:path>
            </a:pathLst>
          </a:custGeom>
          <a:ln w="20320">
            <a:solidFill>
              <a:srgbClr val="C00000"/>
            </a:solidFill>
          </a:ln>
        </p:spPr>
        <p:txBody>
          <a:bodyPr wrap="square" lIns="0" tIns="0" rIns="0" bIns="0" rtlCol="0"/>
          <a:lstStyle/>
          <a:p>
            <a:endParaRPr/>
          </a:p>
        </p:txBody>
      </p:sp>
      <p:sp>
        <p:nvSpPr>
          <p:cNvPr id="40" name="object 40"/>
          <p:cNvSpPr/>
          <p:nvPr/>
        </p:nvSpPr>
        <p:spPr>
          <a:xfrm>
            <a:off x="5656569" y="5384804"/>
            <a:ext cx="408940" cy="365125"/>
          </a:xfrm>
          <a:custGeom>
            <a:avLst/>
            <a:gdLst/>
            <a:ahLst/>
            <a:cxnLst/>
            <a:rect l="l" t="t" r="r" b="b"/>
            <a:pathLst>
              <a:path w="408939" h="365125">
                <a:moveTo>
                  <a:pt x="0" y="0"/>
                </a:moveTo>
                <a:lnTo>
                  <a:pt x="408919" y="364723"/>
                </a:lnTo>
              </a:path>
            </a:pathLst>
          </a:custGeom>
          <a:ln w="20320">
            <a:solidFill>
              <a:srgbClr val="C00000"/>
            </a:solidFill>
          </a:ln>
        </p:spPr>
        <p:txBody>
          <a:bodyPr wrap="square" lIns="0" tIns="0" rIns="0" bIns="0" rtlCol="0"/>
          <a:lstStyle/>
          <a:p>
            <a:endParaRPr/>
          </a:p>
        </p:txBody>
      </p:sp>
      <p:sp>
        <p:nvSpPr>
          <p:cNvPr id="41" name="object 41"/>
          <p:cNvSpPr/>
          <p:nvPr/>
        </p:nvSpPr>
        <p:spPr>
          <a:xfrm>
            <a:off x="5979017" y="5665625"/>
            <a:ext cx="86995" cy="84455"/>
          </a:xfrm>
          <a:custGeom>
            <a:avLst/>
            <a:gdLst/>
            <a:ahLst/>
            <a:cxnLst/>
            <a:rect l="l" t="t" r="r" b="b"/>
            <a:pathLst>
              <a:path w="86995" h="84454">
                <a:moveTo>
                  <a:pt x="59192" y="0"/>
                </a:moveTo>
                <a:lnTo>
                  <a:pt x="86471" y="83902"/>
                </a:lnTo>
                <a:lnTo>
                  <a:pt x="0" y="66351"/>
                </a:lnTo>
              </a:path>
            </a:pathLst>
          </a:custGeom>
          <a:ln w="20320">
            <a:solidFill>
              <a:srgbClr val="C00000"/>
            </a:solidFill>
          </a:ln>
        </p:spPr>
        <p:txBody>
          <a:bodyPr wrap="square" lIns="0" tIns="0" rIns="0" bIns="0" rtlCol="0"/>
          <a:lstStyle/>
          <a:p>
            <a:endParaRPr/>
          </a:p>
        </p:txBody>
      </p:sp>
      <p:sp>
        <p:nvSpPr>
          <p:cNvPr id="42" name="object 42"/>
          <p:cNvSpPr/>
          <p:nvPr/>
        </p:nvSpPr>
        <p:spPr>
          <a:xfrm>
            <a:off x="2603504" y="3035289"/>
            <a:ext cx="760095" cy="274955"/>
          </a:xfrm>
          <a:custGeom>
            <a:avLst/>
            <a:gdLst/>
            <a:ahLst/>
            <a:cxnLst/>
            <a:rect l="l" t="t" r="r" b="b"/>
            <a:pathLst>
              <a:path w="760095" h="274954">
                <a:moveTo>
                  <a:pt x="0" y="0"/>
                </a:moveTo>
                <a:lnTo>
                  <a:pt x="759720" y="274746"/>
                </a:lnTo>
              </a:path>
            </a:pathLst>
          </a:custGeom>
          <a:ln w="20320">
            <a:solidFill>
              <a:srgbClr val="C00000"/>
            </a:solidFill>
          </a:ln>
        </p:spPr>
        <p:txBody>
          <a:bodyPr wrap="square" lIns="0" tIns="0" rIns="0" bIns="0" rtlCol="0"/>
          <a:lstStyle/>
          <a:p>
            <a:endParaRPr/>
          </a:p>
        </p:txBody>
      </p:sp>
      <p:sp>
        <p:nvSpPr>
          <p:cNvPr id="43" name="object 43"/>
          <p:cNvSpPr/>
          <p:nvPr/>
        </p:nvSpPr>
        <p:spPr>
          <a:xfrm>
            <a:off x="3276447" y="3242310"/>
            <a:ext cx="86995" cy="83820"/>
          </a:xfrm>
          <a:custGeom>
            <a:avLst/>
            <a:gdLst/>
            <a:ahLst/>
            <a:cxnLst/>
            <a:rect l="l" t="t" r="r" b="b"/>
            <a:pathLst>
              <a:path w="86995" h="83820">
                <a:moveTo>
                  <a:pt x="30236" y="0"/>
                </a:moveTo>
                <a:lnTo>
                  <a:pt x="86776" y="67726"/>
                </a:lnTo>
                <a:lnTo>
                  <a:pt x="0" y="83606"/>
                </a:lnTo>
              </a:path>
            </a:pathLst>
          </a:custGeom>
          <a:ln w="20320">
            <a:solidFill>
              <a:srgbClr val="C00000"/>
            </a:solidFill>
          </a:ln>
        </p:spPr>
        <p:txBody>
          <a:bodyPr wrap="square" lIns="0" tIns="0" rIns="0" bIns="0" rtlCol="0"/>
          <a:lstStyle/>
          <a:p>
            <a:endParaRPr/>
          </a:p>
        </p:txBody>
      </p:sp>
      <p:sp>
        <p:nvSpPr>
          <p:cNvPr id="44" name="object 44"/>
          <p:cNvSpPr/>
          <p:nvPr/>
        </p:nvSpPr>
        <p:spPr>
          <a:xfrm>
            <a:off x="2603504" y="3964935"/>
            <a:ext cx="758825" cy="0"/>
          </a:xfrm>
          <a:custGeom>
            <a:avLst/>
            <a:gdLst/>
            <a:ahLst/>
            <a:cxnLst/>
            <a:rect l="l" t="t" r="r" b="b"/>
            <a:pathLst>
              <a:path w="758825">
                <a:moveTo>
                  <a:pt x="0" y="0"/>
                </a:moveTo>
                <a:lnTo>
                  <a:pt x="758500" y="0"/>
                </a:lnTo>
              </a:path>
            </a:pathLst>
          </a:custGeom>
          <a:ln w="20320">
            <a:solidFill>
              <a:srgbClr val="C00000"/>
            </a:solidFill>
          </a:ln>
        </p:spPr>
        <p:txBody>
          <a:bodyPr wrap="square" lIns="0" tIns="0" rIns="0" bIns="0" rtlCol="0"/>
          <a:lstStyle/>
          <a:p>
            <a:endParaRPr/>
          </a:p>
        </p:txBody>
      </p:sp>
      <p:sp>
        <p:nvSpPr>
          <p:cNvPr id="45" name="object 45"/>
          <p:cNvSpPr/>
          <p:nvPr/>
        </p:nvSpPr>
        <p:spPr>
          <a:xfrm>
            <a:off x="3285804" y="3920490"/>
            <a:ext cx="76200" cy="88900"/>
          </a:xfrm>
          <a:custGeom>
            <a:avLst/>
            <a:gdLst/>
            <a:ahLst/>
            <a:cxnLst/>
            <a:rect l="l" t="t" r="r" b="b"/>
            <a:pathLst>
              <a:path w="76200" h="88900">
                <a:moveTo>
                  <a:pt x="0" y="88904"/>
                </a:moveTo>
                <a:lnTo>
                  <a:pt x="76199" y="44458"/>
                </a:lnTo>
                <a:lnTo>
                  <a:pt x="0" y="0"/>
                </a:lnTo>
              </a:path>
            </a:pathLst>
          </a:custGeom>
          <a:ln w="20320">
            <a:solidFill>
              <a:srgbClr val="C00000"/>
            </a:solidFill>
          </a:ln>
        </p:spPr>
        <p:txBody>
          <a:bodyPr wrap="square" lIns="0" tIns="0" rIns="0" bIns="0" rtlCol="0"/>
          <a:lstStyle/>
          <a:p>
            <a:endParaRPr/>
          </a:p>
        </p:txBody>
      </p:sp>
      <p:sp>
        <p:nvSpPr>
          <p:cNvPr id="46" name="object 46"/>
          <p:cNvSpPr/>
          <p:nvPr/>
        </p:nvSpPr>
        <p:spPr>
          <a:xfrm>
            <a:off x="2687323" y="4760046"/>
            <a:ext cx="648335" cy="172720"/>
          </a:xfrm>
          <a:custGeom>
            <a:avLst/>
            <a:gdLst/>
            <a:ahLst/>
            <a:cxnLst/>
            <a:rect l="l" t="t" r="r" b="b"/>
            <a:pathLst>
              <a:path w="648335" h="172720">
                <a:moveTo>
                  <a:pt x="0" y="172486"/>
                </a:moveTo>
                <a:lnTo>
                  <a:pt x="648285" y="0"/>
                </a:lnTo>
              </a:path>
            </a:pathLst>
          </a:custGeom>
          <a:ln w="20320">
            <a:solidFill>
              <a:srgbClr val="C00000"/>
            </a:solidFill>
          </a:ln>
        </p:spPr>
        <p:txBody>
          <a:bodyPr wrap="square" lIns="0" tIns="0" rIns="0" bIns="0" rtlCol="0"/>
          <a:lstStyle/>
          <a:p>
            <a:endParaRPr/>
          </a:p>
        </p:txBody>
      </p:sp>
      <p:sp>
        <p:nvSpPr>
          <p:cNvPr id="47" name="object 47"/>
          <p:cNvSpPr/>
          <p:nvPr/>
        </p:nvSpPr>
        <p:spPr>
          <a:xfrm>
            <a:off x="3250539" y="4736686"/>
            <a:ext cx="85090" cy="86360"/>
          </a:xfrm>
          <a:custGeom>
            <a:avLst/>
            <a:gdLst/>
            <a:ahLst/>
            <a:cxnLst/>
            <a:rect l="l" t="t" r="r" b="b"/>
            <a:pathLst>
              <a:path w="85089" h="86360">
                <a:moveTo>
                  <a:pt x="22859" y="85917"/>
                </a:moveTo>
                <a:lnTo>
                  <a:pt x="85069" y="23372"/>
                </a:lnTo>
                <a:lnTo>
                  <a:pt x="0" y="0"/>
                </a:lnTo>
              </a:path>
            </a:pathLst>
          </a:custGeom>
          <a:ln w="20320">
            <a:solidFill>
              <a:srgbClr val="C00000"/>
            </a:solidFill>
          </a:ln>
        </p:spPr>
        <p:txBody>
          <a:bodyPr wrap="square" lIns="0" tIns="0" rIns="0" bIns="0" rtlCol="0"/>
          <a:lstStyle/>
          <a:p>
            <a:endParaRPr/>
          </a:p>
        </p:txBody>
      </p:sp>
      <p:sp>
        <p:nvSpPr>
          <p:cNvPr id="48" name="object 48"/>
          <p:cNvSpPr/>
          <p:nvPr/>
        </p:nvSpPr>
        <p:spPr>
          <a:xfrm>
            <a:off x="3628400" y="1606539"/>
            <a:ext cx="1897380" cy="840740"/>
          </a:xfrm>
          <a:custGeom>
            <a:avLst/>
            <a:gdLst/>
            <a:ahLst/>
            <a:cxnLst/>
            <a:rect l="l" t="t" r="r" b="b"/>
            <a:pathLst>
              <a:path w="1897379" h="840739">
                <a:moveTo>
                  <a:pt x="0" y="140147"/>
                </a:moveTo>
                <a:lnTo>
                  <a:pt x="6613" y="97465"/>
                </a:lnTo>
                <a:lnTo>
                  <a:pt x="25089" y="60089"/>
                </a:lnTo>
                <a:lnTo>
                  <a:pt x="53377" y="30067"/>
                </a:lnTo>
                <a:lnTo>
                  <a:pt x="89428" y="9448"/>
                </a:lnTo>
                <a:lnTo>
                  <a:pt x="131192" y="279"/>
                </a:lnTo>
                <a:lnTo>
                  <a:pt x="1757232" y="0"/>
                </a:lnTo>
                <a:lnTo>
                  <a:pt x="1771916" y="760"/>
                </a:lnTo>
                <a:lnTo>
                  <a:pt x="1813045" y="11553"/>
                </a:lnTo>
                <a:lnTo>
                  <a:pt x="1848195" y="33525"/>
                </a:lnTo>
                <a:lnTo>
                  <a:pt x="1875315" y="64628"/>
                </a:lnTo>
                <a:lnTo>
                  <a:pt x="1892353" y="102814"/>
                </a:lnTo>
                <a:lnTo>
                  <a:pt x="1897379" y="700643"/>
                </a:lnTo>
                <a:lnTo>
                  <a:pt x="1896619" y="715324"/>
                </a:lnTo>
                <a:lnTo>
                  <a:pt x="1885816" y="756444"/>
                </a:lnTo>
                <a:lnTo>
                  <a:pt x="1863830" y="791584"/>
                </a:lnTo>
                <a:lnTo>
                  <a:pt x="1832712" y="818691"/>
                </a:lnTo>
                <a:lnTo>
                  <a:pt x="1794516" y="835716"/>
                </a:lnTo>
                <a:lnTo>
                  <a:pt x="140116" y="840729"/>
                </a:lnTo>
                <a:lnTo>
                  <a:pt x="125428" y="839969"/>
                </a:lnTo>
                <a:lnTo>
                  <a:pt x="84292" y="829169"/>
                </a:lnTo>
                <a:lnTo>
                  <a:pt x="49142" y="807189"/>
                </a:lnTo>
                <a:lnTo>
                  <a:pt x="22031" y="776079"/>
                </a:lnTo>
                <a:lnTo>
                  <a:pt x="5008" y="737892"/>
                </a:lnTo>
                <a:lnTo>
                  <a:pt x="0" y="140147"/>
                </a:lnTo>
                <a:close/>
              </a:path>
            </a:pathLst>
          </a:custGeom>
          <a:ln w="12700">
            <a:solidFill>
              <a:srgbClr val="C00000"/>
            </a:solidFill>
          </a:ln>
        </p:spPr>
        <p:txBody>
          <a:bodyPr wrap="square" lIns="0" tIns="0" rIns="0" bIns="0" rtlCol="0"/>
          <a:lstStyle/>
          <a:p>
            <a:endParaRPr/>
          </a:p>
        </p:txBody>
      </p:sp>
      <p:sp>
        <p:nvSpPr>
          <p:cNvPr id="49" name="object 49"/>
          <p:cNvSpPr/>
          <p:nvPr/>
        </p:nvSpPr>
        <p:spPr>
          <a:xfrm>
            <a:off x="4624059" y="2335530"/>
            <a:ext cx="0" cy="551180"/>
          </a:xfrm>
          <a:custGeom>
            <a:avLst/>
            <a:gdLst/>
            <a:ahLst/>
            <a:cxnLst/>
            <a:rect l="l" t="t" r="r" b="b"/>
            <a:pathLst>
              <a:path h="551180">
                <a:moveTo>
                  <a:pt x="0" y="0"/>
                </a:moveTo>
                <a:lnTo>
                  <a:pt x="0" y="550743"/>
                </a:lnTo>
              </a:path>
            </a:pathLst>
          </a:custGeom>
          <a:ln w="63499">
            <a:solidFill>
              <a:srgbClr val="C00000"/>
            </a:solidFill>
          </a:ln>
        </p:spPr>
        <p:txBody>
          <a:bodyPr wrap="square" lIns="0" tIns="0" rIns="0" bIns="0" rtlCol="0"/>
          <a:lstStyle/>
          <a:p>
            <a:endParaRPr/>
          </a:p>
        </p:txBody>
      </p:sp>
      <p:sp>
        <p:nvSpPr>
          <p:cNvPr id="50" name="object 50"/>
          <p:cNvSpPr/>
          <p:nvPr/>
        </p:nvSpPr>
        <p:spPr>
          <a:xfrm>
            <a:off x="4512960" y="2695742"/>
            <a:ext cx="222250" cy="191135"/>
          </a:xfrm>
          <a:custGeom>
            <a:avLst/>
            <a:gdLst/>
            <a:ahLst/>
            <a:cxnLst/>
            <a:rect l="l" t="t" r="r" b="b"/>
            <a:pathLst>
              <a:path w="222250" h="191135">
                <a:moveTo>
                  <a:pt x="222260" y="30"/>
                </a:moveTo>
                <a:lnTo>
                  <a:pt x="111099" y="190530"/>
                </a:lnTo>
                <a:lnTo>
                  <a:pt x="0" y="0"/>
                </a:lnTo>
              </a:path>
            </a:pathLst>
          </a:custGeom>
          <a:ln w="63499">
            <a:solidFill>
              <a:srgbClr val="C00000"/>
            </a:solidFill>
          </a:ln>
        </p:spPr>
        <p:txBody>
          <a:bodyPr wrap="square" lIns="0" tIns="0" rIns="0" bIns="0" rtlCol="0"/>
          <a:lstStyle/>
          <a:p>
            <a:endParaRPr/>
          </a:p>
        </p:txBody>
      </p:sp>
      <p:sp>
        <p:nvSpPr>
          <p:cNvPr id="51" name="object 51"/>
          <p:cNvSpPr/>
          <p:nvPr/>
        </p:nvSpPr>
        <p:spPr>
          <a:xfrm>
            <a:off x="5754380" y="2086630"/>
            <a:ext cx="3091180" cy="4056379"/>
          </a:xfrm>
          <a:custGeom>
            <a:avLst/>
            <a:gdLst/>
            <a:ahLst/>
            <a:cxnLst/>
            <a:rect l="l" t="t" r="r" b="b"/>
            <a:pathLst>
              <a:path w="3091179" h="4056379">
                <a:moveTo>
                  <a:pt x="0" y="515172"/>
                </a:moveTo>
                <a:lnTo>
                  <a:pt x="1707" y="472919"/>
                </a:lnTo>
                <a:lnTo>
                  <a:pt x="6743" y="431607"/>
                </a:lnTo>
                <a:lnTo>
                  <a:pt x="14973" y="391368"/>
                </a:lnTo>
                <a:lnTo>
                  <a:pt x="26266" y="352335"/>
                </a:lnTo>
                <a:lnTo>
                  <a:pt x="40488" y="314640"/>
                </a:lnTo>
                <a:lnTo>
                  <a:pt x="57507" y="278417"/>
                </a:lnTo>
                <a:lnTo>
                  <a:pt x="77191" y="243797"/>
                </a:lnTo>
                <a:lnTo>
                  <a:pt x="99406" y="210914"/>
                </a:lnTo>
                <a:lnTo>
                  <a:pt x="124021" y="179900"/>
                </a:lnTo>
                <a:lnTo>
                  <a:pt x="150902" y="150887"/>
                </a:lnTo>
                <a:lnTo>
                  <a:pt x="179917" y="124008"/>
                </a:lnTo>
                <a:lnTo>
                  <a:pt x="210934" y="99396"/>
                </a:lnTo>
                <a:lnTo>
                  <a:pt x="243819" y="77182"/>
                </a:lnTo>
                <a:lnTo>
                  <a:pt x="278441" y="57501"/>
                </a:lnTo>
                <a:lnTo>
                  <a:pt x="314666" y="40483"/>
                </a:lnTo>
                <a:lnTo>
                  <a:pt x="352362" y="26263"/>
                </a:lnTo>
                <a:lnTo>
                  <a:pt x="391396" y="14971"/>
                </a:lnTo>
                <a:lnTo>
                  <a:pt x="431636" y="6742"/>
                </a:lnTo>
                <a:lnTo>
                  <a:pt x="472949" y="1707"/>
                </a:lnTo>
                <a:lnTo>
                  <a:pt x="515203" y="0"/>
                </a:lnTo>
                <a:lnTo>
                  <a:pt x="2575956" y="0"/>
                </a:lnTo>
                <a:lnTo>
                  <a:pt x="2618209" y="1707"/>
                </a:lnTo>
                <a:lnTo>
                  <a:pt x="2659522" y="6742"/>
                </a:lnTo>
                <a:lnTo>
                  <a:pt x="2699762" y="14971"/>
                </a:lnTo>
                <a:lnTo>
                  <a:pt x="2738797" y="26263"/>
                </a:lnTo>
                <a:lnTo>
                  <a:pt x="2776493" y="40483"/>
                </a:lnTo>
                <a:lnTo>
                  <a:pt x="2812718" y="57501"/>
                </a:lnTo>
                <a:lnTo>
                  <a:pt x="2847339" y="77182"/>
                </a:lnTo>
                <a:lnTo>
                  <a:pt x="2880225" y="99396"/>
                </a:lnTo>
                <a:lnTo>
                  <a:pt x="2911241" y="124008"/>
                </a:lnTo>
                <a:lnTo>
                  <a:pt x="2940256" y="150887"/>
                </a:lnTo>
                <a:lnTo>
                  <a:pt x="2967138" y="179900"/>
                </a:lnTo>
                <a:lnTo>
                  <a:pt x="2991752" y="210914"/>
                </a:lnTo>
                <a:lnTo>
                  <a:pt x="3013968" y="243797"/>
                </a:lnTo>
                <a:lnTo>
                  <a:pt x="3033651" y="278417"/>
                </a:lnTo>
                <a:lnTo>
                  <a:pt x="3050671" y="314640"/>
                </a:lnTo>
                <a:lnTo>
                  <a:pt x="3064893" y="352335"/>
                </a:lnTo>
                <a:lnTo>
                  <a:pt x="3076185" y="391368"/>
                </a:lnTo>
                <a:lnTo>
                  <a:pt x="3084416" y="431607"/>
                </a:lnTo>
                <a:lnTo>
                  <a:pt x="3089451" y="472919"/>
                </a:lnTo>
                <a:lnTo>
                  <a:pt x="3091159" y="515172"/>
                </a:lnTo>
                <a:lnTo>
                  <a:pt x="3091159" y="3541144"/>
                </a:lnTo>
                <a:lnTo>
                  <a:pt x="3089451" y="3583400"/>
                </a:lnTo>
                <a:lnTo>
                  <a:pt x="3084416" y="3624715"/>
                </a:lnTo>
                <a:lnTo>
                  <a:pt x="3076185" y="3664957"/>
                </a:lnTo>
                <a:lnTo>
                  <a:pt x="3064893" y="3703993"/>
                </a:lnTo>
                <a:lnTo>
                  <a:pt x="3050671" y="3741690"/>
                </a:lnTo>
                <a:lnTo>
                  <a:pt x="3033651" y="3777917"/>
                </a:lnTo>
                <a:lnTo>
                  <a:pt x="3013968" y="3812539"/>
                </a:lnTo>
                <a:lnTo>
                  <a:pt x="2991752" y="3845425"/>
                </a:lnTo>
                <a:lnTo>
                  <a:pt x="2967138" y="3876443"/>
                </a:lnTo>
                <a:lnTo>
                  <a:pt x="2940256" y="3905459"/>
                </a:lnTo>
                <a:lnTo>
                  <a:pt x="2911241" y="3932340"/>
                </a:lnTo>
                <a:lnTo>
                  <a:pt x="2880225" y="3956955"/>
                </a:lnTo>
                <a:lnTo>
                  <a:pt x="2847339" y="3979171"/>
                </a:lnTo>
                <a:lnTo>
                  <a:pt x="2812718" y="3998855"/>
                </a:lnTo>
                <a:lnTo>
                  <a:pt x="2776493" y="4015875"/>
                </a:lnTo>
                <a:lnTo>
                  <a:pt x="2738797" y="4030097"/>
                </a:lnTo>
                <a:lnTo>
                  <a:pt x="2699762" y="4041389"/>
                </a:lnTo>
                <a:lnTo>
                  <a:pt x="2659522" y="4049620"/>
                </a:lnTo>
                <a:lnTo>
                  <a:pt x="2618209" y="4054655"/>
                </a:lnTo>
                <a:lnTo>
                  <a:pt x="2575956" y="4056363"/>
                </a:lnTo>
                <a:lnTo>
                  <a:pt x="515203" y="4056363"/>
                </a:lnTo>
                <a:lnTo>
                  <a:pt x="472949" y="4054655"/>
                </a:lnTo>
                <a:lnTo>
                  <a:pt x="431636" y="4049620"/>
                </a:lnTo>
                <a:lnTo>
                  <a:pt x="391396" y="4041389"/>
                </a:lnTo>
                <a:lnTo>
                  <a:pt x="352362" y="4030097"/>
                </a:lnTo>
                <a:lnTo>
                  <a:pt x="314666" y="4015875"/>
                </a:lnTo>
                <a:lnTo>
                  <a:pt x="278441" y="3998855"/>
                </a:lnTo>
                <a:lnTo>
                  <a:pt x="243819" y="3979171"/>
                </a:lnTo>
                <a:lnTo>
                  <a:pt x="210934" y="3956955"/>
                </a:lnTo>
                <a:lnTo>
                  <a:pt x="179917" y="3932340"/>
                </a:lnTo>
                <a:lnTo>
                  <a:pt x="150902" y="3905459"/>
                </a:lnTo>
                <a:lnTo>
                  <a:pt x="124021" y="3876443"/>
                </a:lnTo>
                <a:lnTo>
                  <a:pt x="99406" y="3845425"/>
                </a:lnTo>
                <a:lnTo>
                  <a:pt x="77191" y="3812539"/>
                </a:lnTo>
                <a:lnTo>
                  <a:pt x="57507" y="3777917"/>
                </a:lnTo>
                <a:lnTo>
                  <a:pt x="40488" y="3741690"/>
                </a:lnTo>
                <a:lnTo>
                  <a:pt x="26266" y="3703993"/>
                </a:lnTo>
                <a:lnTo>
                  <a:pt x="14973" y="3664957"/>
                </a:lnTo>
                <a:lnTo>
                  <a:pt x="6743" y="3624715"/>
                </a:lnTo>
                <a:lnTo>
                  <a:pt x="1707" y="3583400"/>
                </a:lnTo>
                <a:lnTo>
                  <a:pt x="0" y="3541144"/>
                </a:lnTo>
                <a:lnTo>
                  <a:pt x="0" y="515172"/>
                </a:lnTo>
                <a:close/>
              </a:path>
            </a:pathLst>
          </a:custGeom>
          <a:ln w="63499">
            <a:solidFill>
              <a:srgbClr val="44536A"/>
            </a:solidFill>
          </a:ln>
        </p:spPr>
        <p:txBody>
          <a:bodyPr wrap="square" lIns="0" tIns="0" rIns="0" bIns="0" rtlCol="0"/>
          <a:lstStyle/>
          <a:p>
            <a:endParaRPr/>
          </a:p>
        </p:txBody>
      </p:sp>
      <p:sp>
        <p:nvSpPr>
          <p:cNvPr id="52" name="object 52"/>
          <p:cNvSpPr txBox="1">
            <a:spLocks noGrp="1"/>
          </p:cNvSpPr>
          <p:nvPr>
            <p:ph type="sldNum" sz="quarter" idx="7"/>
          </p:nvPr>
        </p:nvSpPr>
        <p:spPr>
          <a:prstGeom prst="rect">
            <a:avLst/>
          </a:prstGeom>
        </p:spPr>
        <p:txBody>
          <a:bodyPr vert="horz" wrap="square" lIns="0" tIns="0" rIns="0" bIns="0" rtlCol="0">
            <a:spAutoFit/>
          </a:bodyPr>
          <a:lstStyle/>
          <a:p>
            <a:pPr marL="141605">
              <a:lnSpc>
                <a:spcPct val="100000"/>
              </a:lnSpc>
            </a:pPr>
            <a:fld id="{81D60167-4931-47E6-BA6A-407CBD079E47}" type="slidenum">
              <a:rPr spc="-10" dirty="0">
                <a:latin typeface="Calibri"/>
                <a:cs typeface="Calibri"/>
              </a:rPr>
              <a:t>2</a:t>
            </a:fld>
            <a:endParaRPr spc="-1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71996" rIns="0" bIns="0" rtlCol="0">
            <a:spAutoFit/>
          </a:bodyPr>
          <a:lstStyle/>
          <a:p>
            <a:pPr marL="80645">
              <a:lnSpc>
                <a:spcPts val="3840"/>
              </a:lnSpc>
            </a:pPr>
            <a:r>
              <a:rPr dirty="0">
                <a:latin typeface="Calibri"/>
                <a:cs typeface="Calibri"/>
              </a:rPr>
              <a:t>E</a:t>
            </a:r>
            <a:r>
              <a:rPr spc="-20" dirty="0">
                <a:latin typeface="Calibri"/>
                <a:cs typeface="Calibri"/>
              </a:rPr>
              <a:t>N</a:t>
            </a:r>
            <a:r>
              <a:rPr spc="-30" dirty="0">
                <a:latin typeface="Calibri"/>
                <a:cs typeface="Calibri"/>
              </a:rPr>
              <a:t>GR</a:t>
            </a:r>
            <a:r>
              <a:rPr spc="-25" dirty="0">
                <a:latin typeface="Calibri"/>
                <a:cs typeface="Calibri"/>
              </a:rPr>
              <a:t>40</a:t>
            </a:r>
            <a:r>
              <a:rPr spc="-20" dirty="0">
                <a:latin typeface="Calibri"/>
                <a:cs typeface="Calibri"/>
              </a:rPr>
              <a:t>6</a:t>
            </a:r>
            <a:r>
              <a:rPr spc="-55" dirty="0">
                <a:latin typeface="Times New Roman"/>
                <a:cs typeface="Times New Roman"/>
              </a:rPr>
              <a:t> </a:t>
            </a:r>
            <a:r>
              <a:rPr spc="5" dirty="0">
                <a:latin typeface="Calibri"/>
                <a:cs typeface="Calibri"/>
              </a:rPr>
              <a:t>(</a:t>
            </a:r>
            <a:r>
              <a:rPr spc="-25" dirty="0">
                <a:latin typeface="Calibri"/>
                <a:cs typeface="Calibri"/>
              </a:rPr>
              <a:t>506)</a:t>
            </a:r>
          </a:p>
          <a:p>
            <a:pPr marL="80645">
              <a:lnSpc>
                <a:spcPts val="3840"/>
              </a:lnSpc>
            </a:pPr>
            <a:r>
              <a:rPr spc="-10" dirty="0">
                <a:latin typeface="Calibri"/>
                <a:cs typeface="Calibri"/>
              </a:rPr>
              <a:t>I</a:t>
            </a:r>
            <a:r>
              <a:rPr spc="-50" dirty="0">
                <a:latin typeface="Calibri"/>
                <a:cs typeface="Calibri"/>
              </a:rPr>
              <a:t>n</a:t>
            </a:r>
            <a:r>
              <a:rPr spc="-55" dirty="0">
                <a:latin typeface="Calibri"/>
                <a:cs typeface="Calibri"/>
              </a:rPr>
              <a:t>t</a:t>
            </a:r>
            <a:r>
              <a:rPr spc="5" dirty="0">
                <a:latin typeface="Calibri"/>
                <a:cs typeface="Calibri"/>
              </a:rPr>
              <a:t>e</a:t>
            </a:r>
            <a:r>
              <a:rPr dirty="0">
                <a:latin typeface="Calibri"/>
                <a:cs typeface="Calibri"/>
              </a:rPr>
              <a:t>l</a:t>
            </a:r>
            <a:r>
              <a:rPr spc="-5" dirty="0">
                <a:latin typeface="Calibri"/>
                <a:cs typeface="Calibri"/>
              </a:rPr>
              <a:t>li</a:t>
            </a:r>
            <a:r>
              <a:rPr spc="-45" dirty="0">
                <a:latin typeface="Calibri"/>
                <a:cs typeface="Calibri"/>
              </a:rPr>
              <a:t>g</a:t>
            </a:r>
            <a:r>
              <a:rPr spc="-15" dirty="0">
                <a:latin typeface="Calibri"/>
                <a:cs typeface="Calibri"/>
              </a:rPr>
              <a:t>e</a:t>
            </a:r>
            <a:r>
              <a:rPr spc="-70" dirty="0">
                <a:latin typeface="Calibri"/>
                <a:cs typeface="Calibri"/>
              </a:rPr>
              <a:t>n</a:t>
            </a:r>
            <a:r>
              <a:rPr spc="-15" dirty="0">
                <a:latin typeface="Calibri"/>
                <a:cs typeface="Calibri"/>
              </a:rPr>
              <a:t>t</a:t>
            </a:r>
            <a:r>
              <a:rPr spc="-110" dirty="0">
                <a:latin typeface="Times New Roman"/>
                <a:cs typeface="Times New Roman"/>
              </a:rPr>
              <a:t> </a:t>
            </a:r>
            <a:r>
              <a:rPr spc="-45" dirty="0">
                <a:latin typeface="Calibri"/>
                <a:cs typeface="Calibri"/>
              </a:rPr>
              <a:t>S</a:t>
            </a:r>
            <a:r>
              <a:rPr spc="-60" dirty="0">
                <a:latin typeface="Calibri"/>
                <a:cs typeface="Calibri"/>
              </a:rPr>
              <a:t>y</a:t>
            </a:r>
            <a:r>
              <a:rPr spc="-50" dirty="0">
                <a:latin typeface="Calibri"/>
                <a:cs typeface="Calibri"/>
              </a:rPr>
              <a:t>s</a:t>
            </a:r>
            <a:r>
              <a:rPr spc="-55" dirty="0">
                <a:latin typeface="Calibri"/>
                <a:cs typeface="Calibri"/>
              </a:rPr>
              <a:t>t</a:t>
            </a:r>
            <a:r>
              <a:rPr spc="-15" dirty="0">
                <a:latin typeface="Calibri"/>
                <a:cs typeface="Calibri"/>
              </a:rPr>
              <a:t>e</a:t>
            </a:r>
            <a:r>
              <a:rPr spc="-30" dirty="0">
                <a:latin typeface="Calibri"/>
                <a:cs typeface="Calibri"/>
              </a:rPr>
              <a:t>m</a:t>
            </a:r>
            <a:r>
              <a:rPr spc="-90" dirty="0">
                <a:latin typeface="Times New Roman"/>
                <a:cs typeface="Times New Roman"/>
              </a:rPr>
              <a:t> </a:t>
            </a:r>
            <a:r>
              <a:rPr spc="5" dirty="0">
                <a:latin typeface="Calibri"/>
                <a:cs typeface="Calibri"/>
              </a:rPr>
              <a:t>Co</a:t>
            </a:r>
            <a:r>
              <a:rPr spc="-50" dirty="0">
                <a:latin typeface="Calibri"/>
                <a:cs typeface="Calibri"/>
              </a:rPr>
              <a:t>n</a:t>
            </a:r>
            <a:r>
              <a:rPr spc="-15" dirty="0">
                <a:latin typeface="Calibri"/>
                <a:cs typeface="Calibri"/>
              </a:rPr>
              <a:t>t</a:t>
            </a:r>
            <a:r>
              <a:rPr spc="-85" dirty="0">
                <a:latin typeface="Calibri"/>
                <a:cs typeface="Calibri"/>
              </a:rPr>
              <a:t>r</a:t>
            </a:r>
            <a:r>
              <a:rPr spc="5" dirty="0">
                <a:latin typeface="Calibri"/>
                <a:cs typeface="Calibri"/>
              </a:rPr>
              <a:t>ol</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41605">
              <a:lnSpc>
                <a:spcPct val="100000"/>
              </a:lnSpc>
            </a:pPr>
            <a:fld id="{81D60167-4931-47E6-BA6A-407CBD079E47}" type="slidenum">
              <a:rPr spc="-10" dirty="0">
                <a:latin typeface="Calibri"/>
                <a:cs typeface="Calibri"/>
              </a:rPr>
              <a:t>3</a:t>
            </a:fld>
            <a:endParaRPr spc="-10" dirty="0">
              <a:latin typeface="Calibri"/>
              <a:cs typeface="Calibri"/>
            </a:endParaRPr>
          </a:p>
        </p:txBody>
      </p:sp>
      <p:sp>
        <p:nvSpPr>
          <p:cNvPr id="5" name="object 5"/>
          <p:cNvSpPr txBox="1"/>
          <p:nvPr/>
        </p:nvSpPr>
        <p:spPr>
          <a:xfrm>
            <a:off x="707390" y="2290022"/>
            <a:ext cx="6938009" cy="3283585"/>
          </a:xfrm>
          <a:prstGeom prst="rect">
            <a:avLst/>
          </a:prstGeom>
        </p:spPr>
        <p:txBody>
          <a:bodyPr vert="horz" wrap="square" lIns="0" tIns="0" rIns="0" bIns="0" rtlCol="0">
            <a:spAutoFit/>
          </a:bodyPr>
          <a:lstStyle/>
          <a:p>
            <a:pPr marL="12700">
              <a:lnSpc>
                <a:spcPct val="100000"/>
              </a:lnSpc>
            </a:pPr>
            <a:r>
              <a:rPr sz="2800" spc="5" dirty="0">
                <a:solidFill>
                  <a:srgbClr val="B5121B"/>
                </a:solidFill>
                <a:latin typeface="Calibri"/>
                <a:cs typeface="Calibri"/>
              </a:rPr>
              <a:t>C</a:t>
            </a:r>
            <a:r>
              <a:rPr sz="2800" dirty="0">
                <a:solidFill>
                  <a:srgbClr val="B5121B"/>
                </a:solidFill>
                <a:latin typeface="Calibri"/>
                <a:cs typeface="Calibri"/>
              </a:rPr>
              <a:t>o</a:t>
            </a:r>
            <a:r>
              <a:rPr sz="2800" spc="-15" dirty="0">
                <a:solidFill>
                  <a:srgbClr val="B5121B"/>
                </a:solidFill>
                <a:latin typeface="Calibri"/>
                <a:cs typeface="Calibri"/>
              </a:rPr>
              <a:t>n</a:t>
            </a:r>
            <a:r>
              <a:rPr sz="2800" spc="-40" dirty="0">
                <a:solidFill>
                  <a:srgbClr val="B5121B"/>
                </a:solidFill>
                <a:latin typeface="Calibri"/>
                <a:cs typeface="Calibri"/>
              </a:rPr>
              <a:t>t</a:t>
            </a:r>
            <a:r>
              <a:rPr sz="2800" spc="-10" dirty="0">
                <a:solidFill>
                  <a:srgbClr val="B5121B"/>
                </a:solidFill>
                <a:latin typeface="Calibri"/>
                <a:cs typeface="Calibri"/>
              </a:rPr>
              <a:t>e</a:t>
            </a:r>
            <a:r>
              <a:rPr sz="2800" spc="-15" dirty="0">
                <a:solidFill>
                  <a:srgbClr val="B5121B"/>
                </a:solidFill>
                <a:latin typeface="Calibri"/>
                <a:cs typeface="Calibri"/>
              </a:rPr>
              <a:t>n</a:t>
            </a:r>
            <a:r>
              <a:rPr sz="2800" dirty="0">
                <a:solidFill>
                  <a:srgbClr val="B5121B"/>
                </a:solidFill>
                <a:latin typeface="Calibri"/>
                <a:cs typeface="Calibri"/>
              </a:rPr>
              <a:t>ts</a:t>
            </a:r>
            <a:endParaRPr sz="2800">
              <a:latin typeface="Calibri"/>
              <a:cs typeface="Calibri"/>
            </a:endParaRPr>
          </a:p>
          <a:p>
            <a:pPr marL="241300" indent="-228600">
              <a:lnSpc>
                <a:spcPct val="100000"/>
              </a:lnSpc>
              <a:spcBef>
                <a:spcPts val="700"/>
              </a:spcBef>
              <a:buClr>
                <a:srgbClr val="ADB3B8"/>
              </a:buClr>
              <a:buFont typeface="Arial"/>
              <a:buChar char="•"/>
              <a:tabLst>
                <a:tab pos="241300" algn="l"/>
              </a:tabLst>
            </a:pPr>
            <a:r>
              <a:rPr sz="2600" spc="-80" dirty="0">
                <a:latin typeface="Calibri"/>
                <a:cs typeface="Calibri"/>
              </a:rPr>
              <a:t>P</a:t>
            </a:r>
            <a:r>
              <a:rPr sz="2600" spc="-25" dirty="0">
                <a:latin typeface="Calibri"/>
                <a:cs typeface="Calibri"/>
              </a:rPr>
              <a:t>ar</a:t>
            </a:r>
            <a:r>
              <a:rPr sz="2600" spc="-10" dirty="0">
                <a:latin typeface="Calibri"/>
                <a:cs typeface="Calibri"/>
              </a:rPr>
              <a:t>t</a:t>
            </a:r>
            <a:r>
              <a:rPr sz="2600" spc="-45" dirty="0">
                <a:latin typeface="Times New Roman"/>
                <a:cs typeface="Times New Roman"/>
              </a:rPr>
              <a:t> </a:t>
            </a:r>
            <a:r>
              <a:rPr sz="2600" spc="-15" dirty="0">
                <a:latin typeface="Calibri"/>
                <a:cs typeface="Calibri"/>
              </a:rPr>
              <a:t>1</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250" dirty="0">
                <a:latin typeface="Calibri"/>
                <a:cs typeface="Calibri"/>
              </a:rPr>
              <a:t>T</a:t>
            </a:r>
            <a:r>
              <a:rPr sz="2600" spc="-10" dirty="0">
                <a:latin typeface="Calibri"/>
                <a:cs typeface="Calibri"/>
              </a:rPr>
              <a:t>e</a:t>
            </a:r>
            <a:r>
              <a:rPr sz="2600" spc="-20" dirty="0">
                <a:latin typeface="Calibri"/>
                <a:cs typeface="Calibri"/>
              </a:rPr>
              <a:t>r</a:t>
            </a:r>
            <a:r>
              <a:rPr sz="2600" spc="-25" dirty="0">
                <a:latin typeface="Calibri"/>
                <a:cs typeface="Calibri"/>
              </a:rPr>
              <a:t>m</a:t>
            </a:r>
            <a:r>
              <a:rPr sz="2600" dirty="0">
                <a:latin typeface="Calibri"/>
                <a:cs typeface="Calibri"/>
              </a:rPr>
              <a:t>i</a:t>
            </a:r>
            <a:r>
              <a:rPr sz="2600" spc="-10" dirty="0">
                <a:latin typeface="Calibri"/>
                <a:cs typeface="Calibri"/>
              </a:rPr>
              <a:t>n</a:t>
            </a:r>
            <a:r>
              <a:rPr sz="2600" spc="5" dirty="0">
                <a:latin typeface="Calibri"/>
                <a:cs typeface="Calibri"/>
              </a:rPr>
              <a:t>o</a:t>
            </a:r>
            <a:r>
              <a:rPr sz="2600" dirty="0">
                <a:latin typeface="Calibri"/>
                <a:cs typeface="Calibri"/>
              </a:rPr>
              <a:t>l</a:t>
            </a:r>
            <a:r>
              <a:rPr sz="2600" spc="5" dirty="0">
                <a:latin typeface="Calibri"/>
                <a:cs typeface="Calibri"/>
              </a:rPr>
              <a:t>o</a:t>
            </a:r>
            <a:r>
              <a:rPr sz="2600" spc="-20" dirty="0">
                <a:latin typeface="Calibri"/>
                <a:cs typeface="Calibri"/>
              </a:rPr>
              <a:t>g</a:t>
            </a:r>
            <a:r>
              <a:rPr sz="2600" spc="-15" dirty="0">
                <a:latin typeface="Calibri"/>
                <a:cs typeface="Calibri"/>
              </a:rPr>
              <a:t>y</a:t>
            </a:r>
            <a:r>
              <a:rPr sz="2600" spc="-70" dirty="0">
                <a:latin typeface="Times New Roman"/>
                <a:cs typeface="Times New Roman"/>
              </a:rPr>
              <a:t> </a:t>
            </a:r>
            <a:r>
              <a:rPr sz="2600" spc="-10" dirty="0">
                <a:latin typeface="Calibri"/>
                <a:cs typeface="Calibri"/>
              </a:rPr>
              <a:t>an</a:t>
            </a:r>
            <a:r>
              <a:rPr sz="2600" dirty="0">
                <a:latin typeface="Calibri"/>
                <a:cs typeface="Calibri"/>
              </a:rPr>
              <a:t>d</a:t>
            </a:r>
            <a:r>
              <a:rPr sz="2600" spc="-60" dirty="0">
                <a:latin typeface="Times New Roman"/>
                <a:cs typeface="Times New Roman"/>
              </a:rPr>
              <a:t> </a:t>
            </a:r>
            <a:r>
              <a:rPr sz="2600" spc="-5" dirty="0">
                <a:latin typeface="Calibri"/>
                <a:cs typeface="Calibri"/>
              </a:rPr>
              <a:t>O</a:t>
            </a:r>
            <a:r>
              <a:rPr sz="2600" spc="-10" dirty="0">
                <a:latin typeface="Calibri"/>
                <a:cs typeface="Calibri"/>
              </a:rPr>
              <a:t>b</a:t>
            </a:r>
            <a:r>
              <a:rPr sz="2600" spc="-5" dirty="0">
                <a:latin typeface="Calibri"/>
                <a:cs typeface="Calibri"/>
              </a:rPr>
              <a:t>j</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30" dirty="0">
                <a:latin typeface="Calibri"/>
                <a:cs typeface="Calibri"/>
              </a:rPr>
              <a:t>v</a:t>
            </a:r>
            <a:r>
              <a:rPr sz="2600" spc="-10" dirty="0">
                <a:latin typeface="Calibri"/>
                <a:cs typeface="Calibri"/>
              </a:rPr>
              <a:t>e</a:t>
            </a:r>
            <a:r>
              <a:rPr sz="2600" dirty="0">
                <a:latin typeface="Calibri"/>
                <a:cs typeface="Calibri"/>
              </a:rPr>
              <a:t>s</a:t>
            </a:r>
            <a:r>
              <a:rPr sz="2600" spc="-90" dirty="0">
                <a:latin typeface="Times New Roman"/>
                <a:cs typeface="Times New Roman"/>
              </a:rPr>
              <a:t> </a:t>
            </a:r>
            <a:r>
              <a:rPr sz="2600" spc="5" dirty="0">
                <a:latin typeface="Calibri"/>
                <a:cs typeface="Calibri"/>
              </a:rPr>
              <a:t>o</a:t>
            </a:r>
            <a:r>
              <a:rPr sz="2600" dirty="0">
                <a:latin typeface="Calibri"/>
                <a:cs typeface="Calibri"/>
              </a:rPr>
              <a:t>f</a:t>
            </a:r>
            <a:r>
              <a:rPr sz="2600" spc="-85"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endParaRPr sz="2600">
              <a:latin typeface="Calibri"/>
              <a:cs typeface="Calibri"/>
            </a:endParaRPr>
          </a:p>
          <a:p>
            <a:pPr marL="241300" indent="-228600">
              <a:lnSpc>
                <a:spcPct val="100000"/>
              </a:lnSpc>
              <a:spcBef>
                <a:spcPts val="700"/>
              </a:spcBef>
              <a:buClr>
                <a:srgbClr val="ADB3B8"/>
              </a:buClr>
              <a:buFont typeface="Arial"/>
              <a:buChar char="•"/>
              <a:tabLst>
                <a:tab pos="241300" algn="l"/>
              </a:tabLst>
            </a:pPr>
            <a:r>
              <a:rPr sz="2600" spc="-80" dirty="0">
                <a:latin typeface="Calibri"/>
                <a:cs typeface="Calibri"/>
              </a:rPr>
              <a:t>P</a:t>
            </a:r>
            <a:r>
              <a:rPr sz="2600" spc="-25" dirty="0">
                <a:latin typeface="Calibri"/>
                <a:cs typeface="Calibri"/>
              </a:rPr>
              <a:t>ar</a:t>
            </a:r>
            <a:r>
              <a:rPr sz="2600" spc="-10" dirty="0">
                <a:latin typeface="Calibri"/>
                <a:cs typeface="Calibri"/>
              </a:rPr>
              <a:t>t</a:t>
            </a:r>
            <a:r>
              <a:rPr sz="2600" spc="-45" dirty="0">
                <a:latin typeface="Times New Roman"/>
                <a:cs typeface="Times New Roman"/>
              </a:rPr>
              <a:t> </a:t>
            </a:r>
            <a:r>
              <a:rPr sz="2600" spc="-15" dirty="0">
                <a:latin typeface="Calibri"/>
                <a:cs typeface="Calibri"/>
              </a:rPr>
              <a:t>2</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D</a:t>
            </a:r>
            <a:r>
              <a:rPr sz="2600" dirty="0">
                <a:latin typeface="Calibri"/>
                <a:cs typeface="Calibri"/>
              </a:rPr>
              <a:t>is</a:t>
            </a:r>
            <a:r>
              <a:rPr sz="2600" spc="-15" dirty="0">
                <a:latin typeface="Calibri"/>
                <a:cs typeface="Calibri"/>
              </a:rPr>
              <a:t>c</a:t>
            </a:r>
            <a:r>
              <a:rPr sz="2600" spc="-60" dirty="0">
                <a:latin typeface="Calibri"/>
                <a:cs typeface="Calibri"/>
              </a:rPr>
              <a:t>r</a:t>
            </a:r>
            <a:r>
              <a:rPr sz="2600" spc="-30" dirty="0">
                <a:latin typeface="Calibri"/>
                <a:cs typeface="Calibri"/>
              </a:rPr>
              <a:t>e</a:t>
            </a:r>
            <a:r>
              <a:rPr sz="2600" spc="-25" dirty="0">
                <a:latin typeface="Calibri"/>
                <a:cs typeface="Calibri"/>
              </a:rPr>
              <a:t>t</a:t>
            </a:r>
            <a:r>
              <a:rPr sz="2600" spc="-10" dirty="0">
                <a:latin typeface="Calibri"/>
                <a:cs typeface="Calibri"/>
              </a:rPr>
              <a:t>e</a:t>
            </a:r>
            <a:r>
              <a:rPr sz="2600" spc="5" dirty="0">
                <a:latin typeface="Calibri"/>
                <a:cs typeface="Calibri"/>
              </a:rPr>
              <a:t>–</a:t>
            </a:r>
            <a:r>
              <a:rPr sz="2600" spc="-10" dirty="0">
                <a:latin typeface="Calibri"/>
                <a:cs typeface="Calibri"/>
              </a:rPr>
              <a:t>T</a:t>
            </a:r>
            <a:r>
              <a:rPr sz="2600" dirty="0">
                <a:latin typeface="Calibri"/>
                <a:cs typeface="Calibri"/>
              </a:rPr>
              <a:t>i</a:t>
            </a:r>
            <a:r>
              <a:rPr sz="2600" spc="-20" dirty="0">
                <a:latin typeface="Calibri"/>
                <a:cs typeface="Calibri"/>
              </a:rPr>
              <a:t>me</a:t>
            </a:r>
            <a:r>
              <a:rPr sz="2600" spc="-105" dirty="0">
                <a:latin typeface="Times New Roman"/>
                <a:cs typeface="Times New Roman"/>
              </a:rPr>
              <a:t> </a:t>
            </a:r>
            <a:r>
              <a:rPr sz="2600" spc="-170" dirty="0">
                <a:latin typeface="Calibri"/>
                <a:cs typeface="Calibri"/>
              </a:rPr>
              <a:t>T</a:t>
            </a:r>
            <a:r>
              <a:rPr sz="2600" spc="-80" dirty="0">
                <a:latin typeface="Calibri"/>
                <a:cs typeface="Calibri"/>
              </a:rPr>
              <a:t>r</a:t>
            </a:r>
            <a:r>
              <a:rPr sz="2600" spc="-10" dirty="0">
                <a:latin typeface="Calibri"/>
                <a:cs typeface="Calibri"/>
              </a:rPr>
              <a:t>an</a:t>
            </a:r>
            <a:r>
              <a:rPr sz="2600" spc="-20" dirty="0">
                <a:latin typeface="Calibri"/>
                <a:cs typeface="Calibri"/>
              </a:rPr>
              <a:t>s</a:t>
            </a:r>
            <a:r>
              <a:rPr sz="2600" spc="-55" dirty="0">
                <a:latin typeface="Calibri"/>
                <a:cs typeface="Calibri"/>
              </a:rPr>
              <a:t>f</a:t>
            </a:r>
            <a:r>
              <a:rPr sz="2600" spc="-10" dirty="0">
                <a:latin typeface="Calibri"/>
                <a:cs typeface="Calibri"/>
              </a:rPr>
              <a:t>er</a:t>
            </a:r>
            <a:r>
              <a:rPr sz="2600" spc="-60" dirty="0">
                <a:latin typeface="Times New Roman"/>
                <a:cs typeface="Times New Roman"/>
              </a:rPr>
              <a:t> </a:t>
            </a:r>
            <a:r>
              <a:rPr sz="2600" spc="5" dirty="0">
                <a:latin typeface="Calibri"/>
                <a:cs typeface="Calibri"/>
              </a:rPr>
              <a:t>F</a:t>
            </a:r>
            <a:r>
              <a:rPr sz="2600" spc="-10" dirty="0">
                <a:latin typeface="Calibri"/>
                <a:cs typeface="Calibri"/>
              </a:rPr>
              <a:t>un</a:t>
            </a:r>
            <a:r>
              <a:rPr sz="2600"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30" dirty="0">
                <a:latin typeface="Calibri"/>
                <a:cs typeface="Calibri"/>
              </a:rPr>
              <a:t>M</a:t>
            </a:r>
            <a:r>
              <a:rPr sz="2600" spc="5" dirty="0">
                <a:latin typeface="Calibri"/>
                <a:cs typeface="Calibri"/>
              </a:rPr>
              <a:t>o</a:t>
            </a:r>
            <a:r>
              <a:rPr sz="2600" spc="-25" dirty="0">
                <a:latin typeface="Calibri"/>
                <a:cs typeface="Calibri"/>
              </a:rPr>
              <a:t>d</a:t>
            </a:r>
            <a:r>
              <a:rPr sz="2600" spc="-10" dirty="0">
                <a:latin typeface="Calibri"/>
                <a:cs typeface="Calibri"/>
              </a:rPr>
              <a:t>e</a:t>
            </a:r>
            <a:r>
              <a:rPr sz="2600" dirty="0">
                <a:latin typeface="Calibri"/>
                <a:cs typeface="Calibri"/>
              </a:rPr>
              <a:t>ls</a:t>
            </a:r>
            <a:endParaRPr sz="2600">
              <a:latin typeface="Calibri"/>
              <a:cs typeface="Calibri"/>
            </a:endParaRPr>
          </a:p>
          <a:p>
            <a:pPr marL="241300" indent="-228600">
              <a:lnSpc>
                <a:spcPct val="100000"/>
              </a:lnSpc>
              <a:spcBef>
                <a:spcPts val="680"/>
              </a:spcBef>
              <a:buClr>
                <a:srgbClr val="ADB3B8"/>
              </a:buClr>
              <a:buFont typeface="Arial"/>
              <a:buChar char="•"/>
              <a:tabLst>
                <a:tab pos="241300" algn="l"/>
              </a:tabLst>
            </a:pPr>
            <a:r>
              <a:rPr sz="2600" spc="-80" dirty="0">
                <a:latin typeface="Calibri"/>
                <a:cs typeface="Calibri"/>
              </a:rPr>
              <a:t>P</a:t>
            </a:r>
            <a:r>
              <a:rPr sz="2600" spc="-25" dirty="0">
                <a:latin typeface="Calibri"/>
                <a:cs typeface="Calibri"/>
              </a:rPr>
              <a:t>ar</a:t>
            </a:r>
            <a:r>
              <a:rPr sz="2600" spc="-10" dirty="0">
                <a:latin typeface="Calibri"/>
                <a:cs typeface="Calibri"/>
              </a:rPr>
              <a:t>t</a:t>
            </a:r>
            <a:r>
              <a:rPr sz="2600" spc="-45" dirty="0">
                <a:latin typeface="Times New Roman"/>
                <a:cs typeface="Times New Roman"/>
              </a:rPr>
              <a:t> </a:t>
            </a:r>
            <a:r>
              <a:rPr sz="2600" spc="-15" dirty="0">
                <a:latin typeface="Calibri"/>
                <a:cs typeface="Calibri"/>
              </a:rPr>
              <a:t>3</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35" dirty="0">
                <a:latin typeface="Calibri"/>
                <a:cs typeface="Calibri"/>
              </a:rPr>
              <a:t>Sy</a:t>
            </a:r>
            <a:r>
              <a:rPr sz="2600" spc="-20" dirty="0">
                <a:latin typeface="Calibri"/>
                <a:cs typeface="Calibri"/>
              </a:rPr>
              <a:t>s</a:t>
            </a:r>
            <a:r>
              <a:rPr sz="2600" spc="-25" dirty="0">
                <a:latin typeface="Calibri"/>
                <a:cs typeface="Calibri"/>
              </a:rPr>
              <a:t>t</a:t>
            </a:r>
            <a:r>
              <a:rPr sz="2600" spc="-10" dirty="0">
                <a:latin typeface="Calibri"/>
                <a:cs typeface="Calibri"/>
              </a:rPr>
              <a:t>e</a:t>
            </a:r>
            <a:r>
              <a:rPr sz="2600" spc="-25" dirty="0">
                <a:latin typeface="Calibri"/>
                <a:cs typeface="Calibri"/>
              </a:rPr>
              <a:t>m</a:t>
            </a:r>
            <a:r>
              <a:rPr sz="2600" spc="-110" dirty="0">
                <a:latin typeface="Times New Roman"/>
                <a:cs typeface="Times New Roman"/>
              </a:rPr>
              <a:t> </a:t>
            </a:r>
            <a:r>
              <a:rPr sz="2600" spc="-5" dirty="0">
                <a:latin typeface="Calibri"/>
                <a:cs typeface="Calibri"/>
              </a:rPr>
              <a:t>I</a:t>
            </a:r>
            <a:r>
              <a:rPr sz="2600" spc="-10" dirty="0">
                <a:latin typeface="Calibri"/>
                <a:cs typeface="Calibri"/>
              </a:rPr>
              <a:t>de</a:t>
            </a:r>
            <a:r>
              <a:rPr sz="2600" spc="-30" dirty="0">
                <a:latin typeface="Calibri"/>
                <a:cs typeface="Calibri"/>
              </a:rPr>
              <a:t>n</a:t>
            </a:r>
            <a:r>
              <a:rPr sz="2600" spc="-5" dirty="0">
                <a:latin typeface="Calibri"/>
                <a:cs typeface="Calibri"/>
              </a:rPr>
              <a:t>t</a:t>
            </a:r>
            <a:r>
              <a:rPr sz="2600" dirty="0">
                <a:latin typeface="Calibri"/>
                <a:cs typeface="Calibri"/>
              </a:rPr>
              <a:t>i</a:t>
            </a:r>
            <a:r>
              <a:rPr sz="2600" spc="5" dirty="0">
                <a:latin typeface="Calibri"/>
                <a:cs typeface="Calibri"/>
              </a:rPr>
              <a:t>f</a:t>
            </a:r>
            <a:r>
              <a:rPr sz="2600" dirty="0">
                <a:latin typeface="Calibri"/>
                <a:cs typeface="Calibri"/>
              </a:rPr>
              <a:t>i</a:t>
            </a:r>
            <a:r>
              <a:rPr sz="2600" spc="-35" dirty="0">
                <a:latin typeface="Calibri"/>
                <a:cs typeface="Calibri"/>
              </a:rPr>
              <a:t>c</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endParaRPr sz="2600">
              <a:latin typeface="Calibri"/>
              <a:cs typeface="Calibri"/>
            </a:endParaRPr>
          </a:p>
          <a:p>
            <a:pPr marL="241300" indent="-228600">
              <a:lnSpc>
                <a:spcPct val="100000"/>
              </a:lnSpc>
              <a:spcBef>
                <a:spcPts val="700"/>
              </a:spcBef>
              <a:buClr>
                <a:srgbClr val="ADB3B8"/>
              </a:buClr>
              <a:buFont typeface="Arial"/>
              <a:buChar char="•"/>
              <a:tabLst>
                <a:tab pos="241300" algn="l"/>
              </a:tabLst>
            </a:pPr>
            <a:r>
              <a:rPr sz="2600" spc="-80" dirty="0">
                <a:latin typeface="Calibri"/>
                <a:cs typeface="Calibri"/>
              </a:rPr>
              <a:t>P</a:t>
            </a:r>
            <a:r>
              <a:rPr sz="2600" spc="-25" dirty="0">
                <a:latin typeface="Calibri"/>
                <a:cs typeface="Calibri"/>
              </a:rPr>
              <a:t>ar</a:t>
            </a:r>
            <a:r>
              <a:rPr sz="2600" spc="-10" dirty="0">
                <a:latin typeface="Calibri"/>
                <a:cs typeface="Calibri"/>
              </a:rPr>
              <a:t>t</a:t>
            </a:r>
            <a:r>
              <a:rPr sz="2600" spc="-45" dirty="0">
                <a:latin typeface="Times New Roman"/>
                <a:cs typeface="Times New Roman"/>
              </a:rPr>
              <a:t> </a:t>
            </a:r>
            <a:r>
              <a:rPr sz="2600" spc="-15" dirty="0">
                <a:latin typeface="Calibri"/>
                <a:cs typeface="Calibri"/>
              </a:rPr>
              <a:t>4</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D</a:t>
            </a:r>
            <a:r>
              <a:rPr sz="2600" dirty="0">
                <a:latin typeface="Calibri"/>
                <a:cs typeface="Calibri"/>
              </a:rPr>
              <a:t>is</a:t>
            </a:r>
            <a:r>
              <a:rPr sz="2600" spc="-15" dirty="0">
                <a:latin typeface="Calibri"/>
                <a:cs typeface="Calibri"/>
              </a:rPr>
              <a:t>c</a:t>
            </a:r>
            <a:r>
              <a:rPr sz="2600" spc="-60" dirty="0">
                <a:latin typeface="Calibri"/>
                <a:cs typeface="Calibri"/>
              </a:rPr>
              <a:t>r</a:t>
            </a:r>
            <a:r>
              <a:rPr sz="2600" spc="-30" dirty="0">
                <a:latin typeface="Calibri"/>
                <a:cs typeface="Calibri"/>
              </a:rPr>
              <a:t>e</a:t>
            </a:r>
            <a:r>
              <a:rPr sz="2600" spc="-25" dirty="0">
                <a:latin typeface="Calibri"/>
                <a:cs typeface="Calibri"/>
              </a:rPr>
              <a:t>t</a:t>
            </a:r>
            <a:r>
              <a:rPr sz="2600" spc="-10" dirty="0">
                <a:latin typeface="Calibri"/>
                <a:cs typeface="Calibri"/>
              </a:rPr>
              <a:t>e</a:t>
            </a:r>
            <a:r>
              <a:rPr sz="2600" spc="5" dirty="0">
                <a:latin typeface="Calibri"/>
                <a:cs typeface="Calibri"/>
              </a:rPr>
              <a:t>–</a:t>
            </a:r>
            <a:r>
              <a:rPr sz="2600" spc="-10" dirty="0">
                <a:latin typeface="Calibri"/>
                <a:cs typeface="Calibri"/>
              </a:rPr>
              <a:t>T</a:t>
            </a:r>
            <a:r>
              <a:rPr sz="2600" dirty="0">
                <a:latin typeface="Calibri"/>
                <a:cs typeface="Calibri"/>
              </a:rPr>
              <a:t>i</a:t>
            </a:r>
            <a:r>
              <a:rPr sz="2600" spc="-20" dirty="0">
                <a:latin typeface="Calibri"/>
                <a:cs typeface="Calibri"/>
              </a:rPr>
              <a:t>me</a:t>
            </a:r>
            <a:r>
              <a:rPr sz="2600" spc="-105"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50"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80" dirty="0">
                <a:latin typeface="Calibri"/>
                <a:cs typeface="Calibri"/>
              </a:rPr>
              <a:t>P</a:t>
            </a:r>
            <a:r>
              <a:rPr sz="2600" spc="5" dirty="0">
                <a:latin typeface="Calibri"/>
                <a:cs typeface="Calibri"/>
              </a:rPr>
              <a:t>o</a:t>
            </a:r>
            <a:r>
              <a:rPr sz="2600" dirty="0">
                <a:latin typeface="Calibri"/>
                <a:cs typeface="Calibri"/>
              </a:rPr>
              <a:t>l</a:t>
            </a:r>
            <a:r>
              <a:rPr sz="2600" spc="-15" dirty="0">
                <a:latin typeface="Calibri"/>
                <a:cs typeface="Calibri"/>
              </a:rPr>
              <a:t>e</a:t>
            </a:r>
            <a:r>
              <a:rPr sz="2600" spc="-65" dirty="0">
                <a:latin typeface="Times New Roman"/>
                <a:cs typeface="Times New Roman"/>
              </a:rPr>
              <a:t> </a:t>
            </a:r>
            <a:r>
              <a:rPr sz="2600" spc="-20" dirty="0">
                <a:latin typeface="Calibri"/>
                <a:cs typeface="Calibri"/>
              </a:rPr>
              <a:t>A</a:t>
            </a:r>
            <a:r>
              <a:rPr sz="2600" dirty="0">
                <a:latin typeface="Calibri"/>
                <a:cs typeface="Calibri"/>
              </a:rPr>
              <a:t>ssi</a:t>
            </a:r>
            <a:r>
              <a:rPr sz="2600" spc="-20" dirty="0">
                <a:latin typeface="Calibri"/>
                <a:cs typeface="Calibri"/>
              </a:rPr>
              <a:t>g</a:t>
            </a:r>
            <a:r>
              <a:rPr sz="2600" spc="-10" dirty="0">
                <a:latin typeface="Calibri"/>
                <a:cs typeface="Calibri"/>
              </a:rPr>
              <a:t>n</a:t>
            </a:r>
            <a:r>
              <a:rPr sz="2600" spc="-25" dirty="0">
                <a:latin typeface="Calibri"/>
                <a:cs typeface="Calibri"/>
              </a:rPr>
              <a:t>m</a:t>
            </a:r>
            <a:r>
              <a:rPr sz="2600" spc="-10" dirty="0">
                <a:latin typeface="Calibri"/>
                <a:cs typeface="Calibri"/>
              </a:rPr>
              <a:t>e</a:t>
            </a:r>
            <a:r>
              <a:rPr sz="2600" spc="-30" dirty="0">
                <a:latin typeface="Calibri"/>
                <a:cs typeface="Calibri"/>
              </a:rPr>
              <a:t>n</a:t>
            </a:r>
            <a:r>
              <a:rPr sz="2600" spc="-10" dirty="0">
                <a:latin typeface="Calibri"/>
                <a:cs typeface="Calibri"/>
              </a:rPr>
              <a:t>t</a:t>
            </a:r>
            <a:endParaRPr sz="2600">
              <a:latin typeface="Calibri"/>
              <a:cs typeface="Calibri"/>
            </a:endParaRPr>
          </a:p>
          <a:p>
            <a:pPr marL="241300" indent="-228600">
              <a:lnSpc>
                <a:spcPct val="100000"/>
              </a:lnSpc>
              <a:spcBef>
                <a:spcPts val="680"/>
              </a:spcBef>
              <a:buClr>
                <a:srgbClr val="ADB3B8"/>
              </a:buClr>
              <a:buFont typeface="Arial"/>
              <a:buChar char="•"/>
              <a:tabLst>
                <a:tab pos="241300" algn="l"/>
              </a:tabLst>
            </a:pPr>
            <a:r>
              <a:rPr sz="2600" spc="-80" dirty="0">
                <a:latin typeface="Calibri"/>
                <a:cs typeface="Calibri"/>
              </a:rPr>
              <a:t>P</a:t>
            </a:r>
            <a:r>
              <a:rPr sz="2600" spc="-25" dirty="0">
                <a:latin typeface="Calibri"/>
                <a:cs typeface="Calibri"/>
              </a:rPr>
              <a:t>ar</a:t>
            </a:r>
            <a:r>
              <a:rPr sz="2600" spc="-10" dirty="0">
                <a:latin typeface="Calibri"/>
                <a:cs typeface="Calibri"/>
              </a:rPr>
              <a:t>t</a:t>
            </a:r>
            <a:r>
              <a:rPr sz="2600" spc="-45" dirty="0">
                <a:latin typeface="Times New Roman"/>
                <a:cs typeface="Times New Roman"/>
              </a:rPr>
              <a:t> </a:t>
            </a:r>
            <a:r>
              <a:rPr sz="2600" spc="-15" dirty="0">
                <a:latin typeface="Calibri"/>
                <a:cs typeface="Calibri"/>
              </a:rPr>
              <a:t>5</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S</a:t>
            </a:r>
            <a:r>
              <a:rPr sz="2600" spc="-45" dirty="0">
                <a:latin typeface="Calibri"/>
                <a:cs typeface="Calibri"/>
              </a:rPr>
              <a:t>t</a:t>
            </a:r>
            <a:r>
              <a:rPr sz="2600" spc="-30" dirty="0">
                <a:latin typeface="Calibri"/>
                <a:cs typeface="Calibri"/>
              </a:rPr>
              <a:t>a</a:t>
            </a:r>
            <a:r>
              <a:rPr sz="2600" spc="-25" dirty="0">
                <a:latin typeface="Calibri"/>
                <a:cs typeface="Calibri"/>
              </a:rPr>
              <a:t>t</a:t>
            </a:r>
            <a:r>
              <a:rPr sz="2600" spc="-15" dirty="0">
                <a:latin typeface="Calibri"/>
                <a:cs typeface="Calibri"/>
              </a:rPr>
              <a:t>e</a:t>
            </a:r>
            <a:r>
              <a:rPr sz="2600" spc="-85" dirty="0">
                <a:latin typeface="Times New Roman"/>
                <a:cs typeface="Times New Roman"/>
              </a:rPr>
              <a:t> </a:t>
            </a:r>
            <a:r>
              <a:rPr sz="2600" spc="-140" dirty="0">
                <a:latin typeface="Calibri"/>
                <a:cs typeface="Calibri"/>
              </a:rPr>
              <a:t>V</a:t>
            </a:r>
            <a:r>
              <a:rPr sz="2600" spc="-25" dirty="0">
                <a:latin typeface="Calibri"/>
                <a:cs typeface="Calibri"/>
              </a:rPr>
              <a:t>ar</a:t>
            </a:r>
            <a:r>
              <a:rPr sz="2600" dirty="0">
                <a:latin typeface="Calibri"/>
                <a:cs typeface="Calibri"/>
              </a:rPr>
              <a:t>i</a:t>
            </a:r>
            <a:r>
              <a:rPr sz="2600" spc="-10" dirty="0">
                <a:latin typeface="Calibri"/>
                <a:cs typeface="Calibri"/>
              </a:rPr>
              <a:t>ab</a:t>
            </a:r>
            <a:r>
              <a:rPr sz="2600" dirty="0">
                <a:latin typeface="Calibri"/>
                <a:cs typeface="Calibri"/>
              </a:rPr>
              <a:t>l</a:t>
            </a:r>
            <a:r>
              <a:rPr sz="2600" spc="-15" dirty="0">
                <a:latin typeface="Calibri"/>
                <a:cs typeface="Calibri"/>
              </a:rPr>
              <a:t>e</a:t>
            </a:r>
            <a:r>
              <a:rPr sz="2600" spc="-45" dirty="0">
                <a:latin typeface="Times New Roman"/>
                <a:cs typeface="Times New Roman"/>
              </a:rPr>
              <a:t> </a:t>
            </a:r>
            <a:r>
              <a:rPr sz="2600" spc="-35" dirty="0">
                <a:latin typeface="Calibri"/>
                <a:cs typeface="Calibri"/>
              </a:rPr>
              <a:t>F</a:t>
            </a:r>
            <a:r>
              <a:rPr sz="2600" spc="-10" dirty="0">
                <a:latin typeface="Calibri"/>
                <a:cs typeface="Calibri"/>
              </a:rPr>
              <a:t>eedba</a:t>
            </a:r>
            <a:r>
              <a:rPr sz="2600" dirty="0">
                <a:latin typeface="Calibri"/>
                <a:cs typeface="Calibri"/>
              </a:rPr>
              <a:t>c</a:t>
            </a:r>
            <a:r>
              <a:rPr sz="2600" spc="-15" dirty="0">
                <a:latin typeface="Calibri"/>
                <a:cs typeface="Calibri"/>
              </a:rPr>
              <a:t>k</a:t>
            </a:r>
            <a:endParaRPr sz="2600">
              <a:latin typeface="Calibri"/>
              <a:cs typeface="Calibri"/>
            </a:endParaRPr>
          </a:p>
          <a:p>
            <a:pPr marL="241300" indent="-228600">
              <a:lnSpc>
                <a:spcPct val="100000"/>
              </a:lnSpc>
              <a:spcBef>
                <a:spcPts val="680"/>
              </a:spcBef>
              <a:buClr>
                <a:srgbClr val="ADB3B8"/>
              </a:buClr>
              <a:buFont typeface="Arial"/>
              <a:buChar char="•"/>
              <a:tabLst>
                <a:tab pos="241300" algn="l"/>
              </a:tabLst>
            </a:pPr>
            <a:r>
              <a:rPr sz="2600" spc="-80" dirty="0">
                <a:latin typeface="Calibri"/>
                <a:cs typeface="Calibri"/>
              </a:rPr>
              <a:t>P</a:t>
            </a:r>
            <a:r>
              <a:rPr sz="2600" spc="-25" dirty="0">
                <a:latin typeface="Calibri"/>
                <a:cs typeface="Calibri"/>
              </a:rPr>
              <a:t>ar</a:t>
            </a:r>
            <a:r>
              <a:rPr sz="2600" spc="-10" dirty="0">
                <a:latin typeface="Calibri"/>
                <a:cs typeface="Calibri"/>
              </a:rPr>
              <a:t>t</a:t>
            </a:r>
            <a:r>
              <a:rPr sz="2600" spc="-45" dirty="0">
                <a:latin typeface="Times New Roman"/>
                <a:cs typeface="Times New Roman"/>
              </a:rPr>
              <a:t> </a:t>
            </a:r>
            <a:r>
              <a:rPr sz="2600" spc="-15" dirty="0">
                <a:latin typeface="Calibri"/>
                <a:cs typeface="Calibri"/>
              </a:rPr>
              <a:t>6</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u="heavy" spc="-5" dirty="0">
                <a:latin typeface="Calibri"/>
                <a:cs typeface="Calibri"/>
              </a:rPr>
              <a:t>Addit</a:t>
            </a:r>
            <a:r>
              <a:rPr sz="2600" u="heavy" dirty="0">
                <a:latin typeface="Calibri"/>
                <a:cs typeface="Calibri"/>
              </a:rPr>
              <a:t>i</a:t>
            </a:r>
            <a:r>
              <a:rPr sz="2600" u="heavy" spc="5" dirty="0">
                <a:latin typeface="Calibri"/>
                <a:cs typeface="Calibri"/>
              </a:rPr>
              <a:t>o</a:t>
            </a:r>
            <a:r>
              <a:rPr sz="2600" u="heavy" spc="-10" dirty="0">
                <a:latin typeface="Calibri"/>
                <a:cs typeface="Calibri"/>
              </a:rPr>
              <a:t>nal</a:t>
            </a:r>
            <a:r>
              <a:rPr sz="2600" u="heavy" dirty="0">
                <a:latin typeface="Calibri"/>
                <a:cs typeface="Calibri"/>
              </a:rPr>
              <a:t> </a:t>
            </a:r>
            <a:r>
              <a:rPr sz="2600" u="heavy" spc="-250" dirty="0">
                <a:latin typeface="Calibri"/>
                <a:cs typeface="Calibri"/>
              </a:rPr>
              <a:t>T</a:t>
            </a:r>
            <a:r>
              <a:rPr sz="2600" u="heavy" spc="5" dirty="0">
                <a:latin typeface="Calibri"/>
                <a:cs typeface="Calibri"/>
              </a:rPr>
              <a:t>o</a:t>
            </a:r>
            <a:r>
              <a:rPr sz="2600" u="heavy" spc="-10" dirty="0">
                <a:latin typeface="Calibri"/>
                <a:cs typeface="Calibri"/>
              </a:rPr>
              <a:t>p</a:t>
            </a:r>
            <a:r>
              <a:rPr sz="2600" u="heavy" dirty="0">
                <a:latin typeface="Calibri"/>
                <a:cs typeface="Calibri"/>
              </a:rPr>
              <a:t>i</a:t>
            </a:r>
            <a:r>
              <a:rPr sz="2600" u="heavy" spc="-15" dirty="0">
                <a:latin typeface="Calibri"/>
                <a:cs typeface="Calibri"/>
              </a:rPr>
              <a:t>c</a:t>
            </a:r>
            <a:r>
              <a:rPr sz="2600" u="heavy" dirty="0">
                <a:latin typeface="Calibri"/>
                <a:cs typeface="Calibri"/>
              </a:rPr>
              <a:t>s</a:t>
            </a:r>
            <a:r>
              <a:rPr sz="2600" u="heavy" spc="15" dirty="0">
                <a:latin typeface="Calibri"/>
                <a:cs typeface="Calibri"/>
              </a:rPr>
              <a:t> </a:t>
            </a:r>
            <a:r>
              <a:rPr sz="2600" u="heavy" dirty="0">
                <a:latin typeface="Calibri"/>
                <a:cs typeface="Calibri"/>
              </a:rPr>
              <a:t>&amp;</a:t>
            </a:r>
            <a:r>
              <a:rPr sz="2600" u="heavy" spc="-5" dirty="0">
                <a:latin typeface="Calibri"/>
                <a:cs typeface="Calibri"/>
              </a:rPr>
              <a:t> </a:t>
            </a:r>
            <a:r>
              <a:rPr sz="2600" u="heavy" spc="-10" dirty="0">
                <a:latin typeface="Calibri"/>
                <a:cs typeface="Calibri"/>
              </a:rPr>
              <a:t>Ca</a:t>
            </a:r>
            <a:r>
              <a:rPr sz="2600" u="heavy" dirty="0">
                <a:latin typeface="Calibri"/>
                <a:cs typeface="Calibri"/>
              </a:rPr>
              <a:t>s</a:t>
            </a:r>
            <a:r>
              <a:rPr sz="2600" u="heavy" spc="-15" dirty="0">
                <a:latin typeface="Calibri"/>
                <a:cs typeface="Calibri"/>
              </a:rPr>
              <a:t>e</a:t>
            </a:r>
            <a:r>
              <a:rPr sz="2600" u="heavy" spc="-5" dirty="0">
                <a:latin typeface="Calibri"/>
                <a:cs typeface="Calibri"/>
              </a:rPr>
              <a:t> </a:t>
            </a:r>
            <a:r>
              <a:rPr sz="2600" u="heavy" spc="5" dirty="0">
                <a:latin typeface="Calibri"/>
                <a:cs typeface="Calibri"/>
              </a:rPr>
              <a:t>S</a:t>
            </a:r>
            <a:r>
              <a:rPr sz="2600" u="heavy" spc="-5" dirty="0">
                <a:latin typeface="Calibri"/>
                <a:cs typeface="Calibri"/>
              </a:rPr>
              <a:t>t</a:t>
            </a:r>
            <a:r>
              <a:rPr sz="2600" u="heavy" spc="-10" dirty="0">
                <a:latin typeface="Calibri"/>
                <a:cs typeface="Calibri"/>
              </a:rPr>
              <a:t>ud</a:t>
            </a:r>
            <a:r>
              <a:rPr sz="2600" u="heavy" dirty="0">
                <a:latin typeface="Calibri"/>
                <a:cs typeface="Calibri"/>
              </a:rPr>
              <a:t>i</a:t>
            </a:r>
            <a:r>
              <a:rPr sz="2600" u="heavy" spc="-10" dirty="0">
                <a:latin typeface="Calibri"/>
                <a:cs typeface="Calibri"/>
              </a:rPr>
              <a:t>e</a:t>
            </a:r>
            <a:r>
              <a:rPr sz="2600" u="heavy" dirty="0">
                <a:latin typeface="Calibri"/>
                <a:cs typeface="Calibri"/>
              </a:rPr>
              <a:t>s</a:t>
            </a:r>
            <a:endParaRPr sz="26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87567" y="728606"/>
            <a:ext cx="4833620" cy="915035"/>
          </a:xfrm>
          <a:prstGeom prst="rect">
            <a:avLst/>
          </a:prstGeom>
        </p:spPr>
        <p:txBody>
          <a:bodyPr vert="horz" wrap="square" lIns="0" tIns="0" rIns="0" bIns="0" rtlCol="0">
            <a:spAutoFit/>
          </a:bodyPr>
          <a:lstStyle/>
          <a:p>
            <a:pPr marL="12700" marR="5080" indent="-635">
              <a:lnSpc>
                <a:spcPts val="3600"/>
              </a:lnSpc>
            </a:pPr>
            <a:r>
              <a:rPr sz="3400" spc="-100" dirty="0">
                <a:solidFill>
                  <a:srgbClr val="B5121B"/>
                </a:solidFill>
                <a:latin typeface="Calibri"/>
                <a:cs typeface="Calibri"/>
              </a:rPr>
              <a:t>P</a:t>
            </a:r>
            <a:r>
              <a:rPr sz="3400" spc="-10" dirty="0">
                <a:solidFill>
                  <a:srgbClr val="B5121B"/>
                </a:solidFill>
                <a:latin typeface="Calibri"/>
                <a:cs typeface="Calibri"/>
              </a:rPr>
              <a:t>a</a:t>
            </a:r>
            <a:r>
              <a:rPr sz="3400" spc="-25" dirty="0">
                <a:solidFill>
                  <a:srgbClr val="B5121B"/>
                </a:solidFill>
                <a:latin typeface="Calibri"/>
                <a:cs typeface="Calibri"/>
              </a:rPr>
              <a:t>r</a:t>
            </a:r>
            <a:r>
              <a:rPr sz="3400" spc="-15" dirty="0">
                <a:solidFill>
                  <a:srgbClr val="B5121B"/>
                </a:solidFill>
                <a:latin typeface="Calibri"/>
                <a:cs typeface="Calibri"/>
              </a:rPr>
              <a:t>t</a:t>
            </a:r>
            <a:r>
              <a:rPr sz="3400" spc="-75" dirty="0">
                <a:solidFill>
                  <a:srgbClr val="B5121B"/>
                </a:solidFill>
                <a:latin typeface="Times New Roman"/>
                <a:cs typeface="Times New Roman"/>
              </a:rPr>
              <a:t> </a:t>
            </a:r>
            <a:r>
              <a:rPr sz="3400" spc="-20" dirty="0">
                <a:solidFill>
                  <a:srgbClr val="B5121B"/>
                </a:solidFill>
                <a:latin typeface="Calibri"/>
                <a:cs typeface="Calibri"/>
              </a:rPr>
              <a:t>6</a:t>
            </a:r>
            <a:r>
              <a:rPr sz="3400" spc="-95" dirty="0">
                <a:solidFill>
                  <a:srgbClr val="B5121B"/>
                </a:solidFill>
                <a:latin typeface="Times New Roman"/>
                <a:cs typeface="Times New Roman"/>
              </a:rPr>
              <a:t> </a:t>
            </a:r>
            <a:r>
              <a:rPr sz="3400" dirty="0">
                <a:solidFill>
                  <a:srgbClr val="B5121B"/>
                </a:solidFill>
                <a:latin typeface="Calibri"/>
                <a:cs typeface="Calibri"/>
              </a:rPr>
              <a:t>–</a:t>
            </a:r>
            <a:r>
              <a:rPr sz="3400" spc="-85" dirty="0">
                <a:solidFill>
                  <a:srgbClr val="B5121B"/>
                </a:solidFill>
                <a:latin typeface="Times New Roman"/>
                <a:cs typeface="Times New Roman"/>
              </a:rPr>
              <a:t> </a:t>
            </a:r>
            <a:r>
              <a:rPr sz="3400" spc="-30" dirty="0">
                <a:solidFill>
                  <a:srgbClr val="B5121B"/>
                </a:solidFill>
                <a:latin typeface="Calibri"/>
                <a:cs typeface="Calibri"/>
              </a:rPr>
              <a:t>A</a:t>
            </a:r>
            <a:r>
              <a:rPr sz="3400" spc="-10" dirty="0">
                <a:solidFill>
                  <a:srgbClr val="B5121B"/>
                </a:solidFill>
                <a:latin typeface="Calibri"/>
                <a:cs typeface="Calibri"/>
              </a:rPr>
              <a:t>dd</a:t>
            </a:r>
            <a:r>
              <a:rPr sz="3400" spc="-5" dirty="0">
                <a:solidFill>
                  <a:srgbClr val="B5121B"/>
                </a:solidFill>
                <a:latin typeface="Calibri"/>
                <a:cs typeface="Calibri"/>
              </a:rPr>
              <a:t>i</a:t>
            </a:r>
            <a:r>
              <a:rPr sz="3400" spc="-15" dirty="0">
                <a:solidFill>
                  <a:srgbClr val="B5121B"/>
                </a:solidFill>
                <a:latin typeface="Calibri"/>
                <a:cs typeface="Calibri"/>
              </a:rPr>
              <a:t>t</a:t>
            </a:r>
            <a:r>
              <a:rPr sz="3400" spc="-5" dirty="0">
                <a:solidFill>
                  <a:srgbClr val="B5121B"/>
                </a:solidFill>
                <a:latin typeface="Calibri"/>
                <a:cs typeface="Calibri"/>
              </a:rPr>
              <a:t>i</a:t>
            </a:r>
            <a:r>
              <a:rPr sz="3400" spc="5" dirty="0">
                <a:solidFill>
                  <a:srgbClr val="B5121B"/>
                </a:solidFill>
                <a:latin typeface="Calibri"/>
                <a:cs typeface="Calibri"/>
              </a:rPr>
              <a:t>o</a:t>
            </a:r>
            <a:r>
              <a:rPr sz="3400" spc="-10" dirty="0">
                <a:solidFill>
                  <a:srgbClr val="B5121B"/>
                </a:solidFill>
                <a:latin typeface="Calibri"/>
                <a:cs typeface="Calibri"/>
              </a:rPr>
              <a:t>na</a:t>
            </a:r>
            <a:r>
              <a:rPr sz="3400" dirty="0">
                <a:solidFill>
                  <a:srgbClr val="B5121B"/>
                </a:solidFill>
                <a:latin typeface="Calibri"/>
                <a:cs typeface="Calibri"/>
              </a:rPr>
              <a:t>l</a:t>
            </a:r>
            <a:r>
              <a:rPr sz="3400" spc="-90" dirty="0">
                <a:solidFill>
                  <a:srgbClr val="B5121B"/>
                </a:solidFill>
                <a:latin typeface="Times New Roman"/>
                <a:cs typeface="Times New Roman"/>
              </a:rPr>
              <a:t> </a:t>
            </a:r>
            <a:r>
              <a:rPr sz="3400" spc="-300" dirty="0">
                <a:solidFill>
                  <a:srgbClr val="B5121B"/>
                </a:solidFill>
                <a:latin typeface="Calibri"/>
                <a:cs typeface="Calibri"/>
              </a:rPr>
              <a:t>T</a:t>
            </a:r>
            <a:r>
              <a:rPr sz="3400" spc="5" dirty="0">
                <a:solidFill>
                  <a:srgbClr val="B5121B"/>
                </a:solidFill>
                <a:latin typeface="Calibri"/>
                <a:cs typeface="Calibri"/>
              </a:rPr>
              <a:t>o</a:t>
            </a:r>
            <a:r>
              <a:rPr sz="3400" spc="-10" dirty="0">
                <a:solidFill>
                  <a:srgbClr val="B5121B"/>
                </a:solidFill>
                <a:latin typeface="Calibri"/>
                <a:cs typeface="Calibri"/>
              </a:rPr>
              <a:t>p</a:t>
            </a:r>
            <a:r>
              <a:rPr sz="3400" spc="-5" dirty="0">
                <a:solidFill>
                  <a:srgbClr val="B5121B"/>
                </a:solidFill>
                <a:latin typeface="Calibri"/>
                <a:cs typeface="Calibri"/>
              </a:rPr>
              <a:t>i</a:t>
            </a:r>
            <a:r>
              <a:rPr sz="3400" spc="-15" dirty="0">
                <a:solidFill>
                  <a:srgbClr val="B5121B"/>
                </a:solidFill>
                <a:latin typeface="Calibri"/>
                <a:cs typeface="Calibri"/>
              </a:rPr>
              <a:t>c</a:t>
            </a:r>
            <a:r>
              <a:rPr sz="3400" dirty="0">
                <a:solidFill>
                  <a:srgbClr val="B5121B"/>
                </a:solidFill>
                <a:latin typeface="Calibri"/>
                <a:cs typeface="Calibri"/>
              </a:rPr>
              <a:t>s</a:t>
            </a:r>
            <a:r>
              <a:rPr sz="3400" spc="-100" dirty="0">
                <a:solidFill>
                  <a:srgbClr val="B5121B"/>
                </a:solidFill>
                <a:latin typeface="Times New Roman"/>
                <a:cs typeface="Times New Roman"/>
              </a:rPr>
              <a:t> </a:t>
            </a:r>
            <a:r>
              <a:rPr sz="3400" dirty="0">
                <a:solidFill>
                  <a:srgbClr val="B5121B"/>
                </a:solidFill>
                <a:latin typeface="Calibri"/>
                <a:cs typeface="Calibri"/>
              </a:rPr>
              <a:t>&amp;</a:t>
            </a:r>
            <a:r>
              <a:rPr sz="3400" dirty="0">
                <a:solidFill>
                  <a:srgbClr val="B5121B"/>
                </a:solidFill>
                <a:latin typeface="Times New Roman"/>
                <a:cs typeface="Times New Roman"/>
              </a:rPr>
              <a:t> </a:t>
            </a:r>
            <a:r>
              <a:rPr sz="3400" spc="5" dirty="0">
                <a:solidFill>
                  <a:srgbClr val="B5121B"/>
                </a:solidFill>
                <a:latin typeface="Calibri"/>
                <a:cs typeface="Calibri"/>
              </a:rPr>
              <a:t>C</a:t>
            </a:r>
            <a:r>
              <a:rPr sz="3400" spc="-10" dirty="0">
                <a:solidFill>
                  <a:srgbClr val="B5121B"/>
                </a:solidFill>
                <a:latin typeface="Calibri"/>
                <a:cs typeface="Calibri"/>
              </a:rPr>
              <a:t>as</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5" dirty="0">
                <a:solidFill>
                  <a:srgbClr val="B5121B"/>
                </a:solidFill>
                <a:latin typeface="Calibri"/>
                <a:cs typeface="Calibri"/>
              </a:rPr>
              <a:t>S</a:t>
            </a:r>
            <a:r>
              <a:rPr sz="3400" spc="-15" dirty="0">
                <a:solidFill>
                  <a:srgbClr val="B5121B"/>
                </a:solidFill>
                <a:latin typeface="Calibri"/>
                <a:cs typeface="Calibri"/>
              </a:rPr>
              <a:t>t</a:t>
            </a:r>
            <a:r>
              <a:rPr sz="3400" spc="-10" dirty="0">
                <a:solidFill>
                  <a:srgbClr val="B5121B"/>
                </a:solidFill>
                <a:latin typeface="Calibri"/>
                <a:cs typeface="Calibri"/>
              </a:rPr>
              <a:t>ud</a:t>
            </a:r>
            <a:r>
              <a:rPr sz="3400" spc="-5" dirty="0">
                <a:solidFill>
                  <a:srgbClr val="B5121B"/>
                </a:solidFill>
                <a:latin typeface="Calibri"/>
                <a:cs typeface="Calibri"/>
              </a:rPr>
              <a:t>i</a:t>
            </a:r>
            <a:r>
              <a:rPr sz="3400" spc="-15" dirty="0">
                <a:solidFill>
                  <a:srgbClr val="B5121B"/>
                </a:solidFill>
                <a:latin typeface="Calibri"/>
                <a:cs typeface="Calibri"/>
              </a:rPr>
              <a:t>e</a:t>
            </a:r>
            <a:r>
              <a:rPr sz="3400" dirty="0">
                <a:solidFill>
                  <a:srgbClr val="B5121B"/>
                </a:solidFill>
                <a:latin typeface="Calibri"/>
                <a:cs typeface="Calibri"/>
              </a:rPr>
              <a:t>s</a:t>
            </a:r>
            <a:endParaRPr sz="34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41605">
              <a:lnSpc>
                <a:spcPct val="100000"/>
              </a:lnSpc>
            </a:pPr>
            <a:fld id="{81D60167-4931-47E6-BA6A-407CBD079E47}" type="slidenum">
              <a:rPr spc="-10" dirty="0">
                <a:latin typeface="Calibri"/>
                <a:cs typeface="Calibri"/>
              </a:rPr>
              <a:t>4</a:t>
            </a:fld>
            <a:endParaRPr spc="-10" dirty="0">
              <a:latin typeface="Calibri"/>
              <a:cs typeface="Calibri"/>
            </a:endParaRPr>
          </a:p>
        </p:txBody>
      </p:sp>
      <p:sp>
        <p:nvSpPr>
          <p:cNvPr id="5" name="object 5"/>
          <p:cNvSpPr txBox="1"/>
          <p:nvPr/>
        </p:nvSpPr>
        <p:spPr>
          <a:xfrm>
            <a:off x="707390" y="2257014"/>
            <a:ext cx="7606030" cy="2841804"/>
          </a:xfrm>
          <a:prstGeom prst="rect">
            <a:avLst/>
          </a:prstGeom>
        </p:spPr>
        <p:txBody>
          <a:bodyPr vert="horz" wrap="square" lIns="0" tIns="0" rIns="0" bIns="0" rtlCol="0">
            <a:spAutoFit/>
          </a:bodyPr>
          <a:lstStyle/>
          <a:p>
            <a:pPr marL="12700" algn="just">
              <a:lnSpc>
                <a:spcPct val="100000"/>
              </a:lnSpc>
            </a:pPr>
            <a:r>
              <a:rPr sz="2800" spc="5" dirty="0">
                <a:solidFill>
                  <a:srgbClr val="B5121B"/>
                </a:solidFill>
                <a:latin typeface="Calibri"/>
                <a:cs typeface="Calibri"/>
              </a:rPr>
              <a:t>C</a:t>
            </a:r>
            <a:r>
              <a:rPr sz="2800" dirty="0">
                <a:solidFill>
                  <a:srgbClr val="B5121B"/>
                </a:solidFill>
                <a:latin typeface="Calibri"/>
                <a:cs typeface="Calibri"/>
              </a:rPr>
              <a:t>o</a:t>
            </a:r>
            <a:r>
              <a:rPr sz="2800" spc="-15" dirty="0">
                <a:solidFill>
                  <a:srgbClr val="B5121B"/>
                </a:solidFill>
                <a:latin typeface="Calibri"/>
                <a:cs typeface="Calibri"/>
              </a:rPr>
              <a:t>n</a:t>
            </a:r>
            <a:r>
              <a:rPr sz="2800" spc="-40" dirty="0">
                <a:solidFill>
                  <a:srgbClr val="B5121B"/>
                </a:solidFill>
                <a:latin typeface="Calibri"/>
                <a:cs typeface="Calibri"/>
              </a:rPr>
              <a:t>t</a:t>
            </a:r>
            <a:r>
              <a:rPr sz="2800" spc="-10" dirty="0">
                <a:solidFill>
                  <a:srgbClr val="B5121B"/>
                </a:solidFill>
                <a:latin typeface="Calibri"/>
                <a:cs typeface="Calibri"/>
              </a:rPr>
              <a:t>e</a:t>
            </a:r>
            <a:r>
              <a:rPr sz="2800" spc="-15" dirty="0">
                <a:solidFill>
                  <a:srgbClr val="B5121B"/>
                </a:solidFill>
                <a:latin typeface="Calibri"/>
                <a:cs typeface="Calibri"/>
              </a:rPr>
              <a:t>n</a:t>
            </a:r>
            <a:r>
              <a:rPr sz="2800" dirty="0">
                <a:solidFill>
                  <a:srgbClr val="B5121B"/>
                </a:solidFill>
                <a:latin typeface="Calibri"/>
                <a:cs typeface="Calibri"/>
              </a:rPr>
              <a:t>ts</a:t>
            </a:r>
            <a:endParaRPr sz="2800" dirty="0">
              <a:latin typeface="Calibri"/>
              <a:cs typeface="Calibri"/>
            </a:endParaRP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1</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u="heavy" spc="-5" dirty="0">
                <a:latin typeface="Calibri"/>
                <a:cs typeface="Calibri"/>
              </a:rPr>
              <a:t>O</a:t>
            </a:r>
            <a:r>
              <a:rPr sz="2600" u="heavy" spc="-30" dirty="0">
                <a:latin typeface="Calibri"/>
                <a:cs typeface="Calibri"/>
              </a:rPr>
              <a:t>p</a:t>
            </a:r>
            <a:r>
              <a:rPr sz="2600" u="heavy" spc="-5" dirty="0">
                <a:latin typeface="Calibri"/>
                <a:cs typeface="Calibri"/>
              </a:rPr>
              <a:t>t</a:t>
            </a:r>
            <a:r>
              <a:rPr sz="2600" u="heavy" dirty="0">
                <a:latin typeface="Calibri"/>
                <a:cs typeface="Calibri"/>
              </a:rPr>
              <a:t>i</a:t>
            </a:r>
            <a:r>
              <a:rPr sz="2600" u="heavy" spc="-25" dirty="0">
                <a:latin typeface="Calibri"/>
                <a:cs typeface="Calibri"/>
              </a:rPr>
              <a:t>ma</a:t>
            </a:r>
            <a:r>
              <a:rPr sz="2600" u="heavy" dirty="0">
                <a:latin typeface="Calibri"/>
                <a:cs typeface="Calibri"/>
              </a:rPr>
              <a:t>l</a:t>
            </a:r>
            <a:r>
              <a:rPr sz="2600" u="heavy" spc="15" dirty="0">
                <a:latin typeface="Calibri"/>
                <a:cs typeface="Calibri"/>
              </a:rPr>
              <a:t> </a:t>
            </a:r>
            <a:r>
              <a:rPr sz="2600" u="heavy" dirty="0">
                <a:latin typeface="Calibri"/>
                <a:cs typeface="Calibri"/>
              </a:rPr>
              <a:t>&amp;</a:t>
            </a:r>
            <a:r>
              <a:rPr sz="2600" u="heavy" spc="-5" dirty="0">
                <a:latin typeface="Calibri"/>
                <a:cs typeface="Calibri"/>
              </a:rPr>
              <a:t> </a:t>
            </a:r>
            <a:r>
              <a:rPr sz="2600" u="heavy" spc="-20" dirty="0">
                <a:latin typeface="Calibri"/>
                <a:cs typeface="Calibri"/>
              </a:rPr>
              <a:t>P</a:t>
            </a:r>
            <a:r>
              <a:rPr sz="2600" u="heavy" spc="-60" dirty="0">
                <a:latin typeface="Calibri"/>
                <a:cs typeface="Calibri"/>
              </a:rPr>
              <a:t>r</a:t>
            </a:r>
            <a:r>
              <a:rPr sz="2600" u="heavy" spc="-10" dirty="0">
                <a:latin typeface="Calibri"/>
                <a:cs typeface="Calibri"/>
              </a:rPr>
              <a:t>ed</a:t>
            </a:r>
            <a:r>
              <a:rPr sz="2600" u="heavy" dirty="0">
                <a:latin typeface="Calibri"/>
                <a:cs typeface="Calibri"/>
              </a:rPr>
              <a:t>i</a:t>
            </a:r>
            <a:r>
              <a:rPr sz="2600" u="heavy" spc="-15" dirty="0">
                <a:latin typeface="Calibri"/>
                <a:cs typeface="Calibri"/>
              </a:rPr>
              <a:t>c</a:t>
            </a:r>
            <a:r>
              <a:rPr sz="2600" u="heavy" spc="-5" dirty="0">
                <a:latin typeface="Calibri"/>
                <a:cs typeface="Calibri"/>
              </a:rPr>
              <a:t>t</a:t>
            </a:r>
            <a:r>
              <a:rPr sz="2600" u="heavy" dirty="0">
                <a:latin typeface="Calibri"/>
                <a:cs typeface="Calibri"/>
              </a:rPr>
              <a:t>i</a:t>
            </a:r>
            <a:r>
              <a:rPr sz="2600" u="heavy" spc="-30" dirty="0">
                <a:latin typeface="Calibri"/>
                <a:cs typeface="Calibri"/>
              </a:rPr>
              <a:t>v</a:t>
            </a:r>
            <a:r>
              <a:rPr sz="2600" u="heavy" spc="-15" dirty="0">
                <a:latin typeface="Calibri"/>
                <a:cs typeface="Calibri"/>
              </a:rPr>
              <a:t>e</a:t>
            </a:r>
            <a:r>
              <a:rPr sz="2600" u="heavy" spc="-25" dirty="0">
                <a:latin typeface="Calibri"/>
                <a:cs typeface="Calibri"/>
              </a:rPr>
              <a:t> </a:t>
            </a:r>
            <a:r>
              <a:rPr sz="2600" u="heavy" spc="-10" dirty="0">
                <a:latin typeface="Calibri"/>
                <a:cs typeface="Calibri"/>
              </a:rPr>
              <a:t>C</a:t>
            </a:r>
            <a:r>
              <a:rPr sz="2600" u="heavy" spc="5" dirty="0">
                <a:latin typeface="Calibri"/>
                <a:cs typeface="Calibri"/>
              </a:rPr>
              <a:t>o</a:t>
            </a:r>
            <a:r>
              <a:rPr sz="2600" u="heavy" spc="-30" dirty="0">
                <a:latin typeface="Calibri"/>
                <a:cs typeface="Calibri"/>
              </a:rPr>
              <a:t>n</a:t>
            </a:r>
            <a:r>
              <a:rPr sz="2600" u="heavy" spc="-5" dirty="0">
                <a:latin typeface="Calibri"/>
                <a:cs typeface="Calibri"/>
              </a:rPr>
              <a:t>t</a:t>
            </a:r>
            <a:r>
              <a:rPr sz="2600" u="heavy" spc="-60" dirty="0">
                <a:latin typeface="Calibri"/>
                <a:cs typeface="Calibri"/>
              </a:rPr>
              <a:t>r</a:t>
            </a:r>
            <a:r>
              <a:rPr sz="2600" u="heavy" spc="5" dirty="0">
                <a:latin typeface="Calibri"/>
                <a:cs typeface="Calibri"/>
              </a:rPr>
              <a:t>o</a:t>
            </a:r>
            <a:r>
              <a:rPr sz="2600" u="heavy" dirty="0">
                <a:latin typeface="Calibri"/>
                <a:cs typeface="Calibri"/>
              </a:rPr>
              <a:t>l</a:t>
            </a:r>
            <a:endParaRPr sz="2600" dirty="0">
              <a:latin typeface="Calibri"/>
              <a:cs typeface="Calibri"/>
            </a:endParaRP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2</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30" dirty="0">
                <a:latin typeface="Calibri"/>
                <a:cs typeface="Calibri"/>
              </a:rPr>
              <a:t>M</a:t>
            </a:r>
            <a:r>
              <a:rPr sz="2600" spc="-10" dirty="0">
                <a:latin typeface="Calibri"/>
                <a:cs typeface="Calibri"/>
              </a:rPr>
              <a:t>u</a:t>
            </a:r>
            <a:r>
              <a:rPr sz="2600" dirty="0">
                <a:latin typeface="Calibri"/>
                <a:cs typeface="Calibri"/>
              </a:rPr>
              <a:t>l</a:t>
            </a:r>
            <a:r>
              <a:rPr sz="2600" spc="-5" dirty="0">
                <a:latin typeface="Calibri"/>
                <a:cs typeface="Calibri"/>
              </a:rPr>
              <a:t>t</a:t>
            </a:r>
            <a:r>
              <a:rPr sz="2600" dirty="0">
                <a:latin typeface="Calibri"/>
                <a:cs typeface="Calibri"/>
              </a:rPr>
              <a:t>i</a:t>
            </a:r>
            <a:r>
              <a:rPr sz="2600" spc="-50" dirty="0">
                <a:latin typeface="Calibri"/>
                <a:cs typeface="Calibri"/>
              </a:rPr>
              <a:t>v</a:t>
            </a:r>
            <a:r>
              <a:rPr sz="2600" spc="-25" dirty="0">
                <a:latin typeface="Calibri"/>
                <a:cs typeface="Calibri"/>
              </a:rPr>
              <a:t>ar</a:t>
            </a:r>
            <a:r>
              <a:rPr sz="2600" dirty="0">
                <a:latin typeface="Calibri"/>
                <a:cs typeface="Calibri"/>
              </a:rPr>
              <a:t>i</a:t>
            </a:r>
            <a:r>
              <a:rPr sz="2600" spc="-10" dirty="0">
                <a:latin typeface="Calibri"/>
                <a:cs typeface="Calibri"/>
              </a:rPr>
              <a:t>ab</a:t>
            </a:r>
            <a:r>
              <a:rPr sz="2600" dirty="0">
                <a:latin typeface="Calibri"/>
                <a:cs typeface="Calibri"/>
              </a:rPr>
              <a:t>l</a:t>
            </a:r>
            <a:r>
              <a:rPr sz="2600" spc="-15" dirty="0">
                <a:latin typeface="Calibri"/>
                <a:cs typeface="Calibri"/>
              </a:rPr>
              <a:t>e</a:t>
            </a:r>
            <a:r>
              <a:rPr sz="2600" spc="-45"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3</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10" dirty="0">
                <a:latin typeface="Calibri"/>
                <a:cs typeface="Calibri"/>
              </a:rPr>
              <a:t>I</a:t>
            </a:r>
            <a:r>
              <a:rPr sz="2600" dirty="0">
                <a:latin typeface="Calibri"/>
                <a:cs typeface="Calibri"/>
              </a:rPr>
              <a:t>m</a:t>
            </a:r>
            <a:r>
              <a:rPr sz="2600" spc="-10" dirty="0">
                <a:latin typeface="Calibri"/>
                <a:cs typeface="Calibri"/>
              </a:rPr>
              <a:t>p</a:t>
            </a:r>
            <a:r>
              <a:rPr sz="2600" dirty="0">
                <a:latin typeface="Calibri"/>
                <a:cs typeface="Calibri"/>
              </a:rPr>
              <a:t>l</a:t>
            </a:r>
            <a:r>
              <a:rPr sz="2600" spc="-10" dirty="0">
                <a:latin typeface="Calibri"/>
                <a:cs typeface="Calibri"/>
              </a:rPr>
              <a:t>e</a:t>
            </a:r>
            <a:r>
              <a:rPr sz="2600" spc="-25" dirty="0">
                <a:latin typeface="Calibri"/>
                <a:cs typeface="Calibri"/>
              </a:rPr>
              <a:t>m</a:t>
            </a:r>
            <a:r>
              <a:rPr sz="2600" spc="-10" dirty="0">
                <a:latin typeface="Calibri"/>
                <a:cs typeface="Calibri"/>
              </a:rPr>
              <a:t>e</a:t>
            </a:r>
            <a:r>
              <a:rPr sz="2600" spc="-30" dirty="0">
                <a:latin typeface="Calibri"/>
                <a:cs typeface="Calibri"/>
              </a:rPr>
              <a:t>n</a:t>
            </a:r>
            <a:r>
              <a:rPr sz="2600" spc="-45" dirty="0">
                <a:latin typeface="Calibri"/>
                <a:cs typeface="Calibri"/>
              </a:rPr>
              <a:t>t</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20" dirty="0">
                <a:latin typeface="Times New Roman"/>
                <a:cs typeface="Times New Roman"/>
              </a:rPr>
              <a:t> </a:t>
            </a:r>
            <a:r>
              <a:rPr sz="2600" spc="-35" dirty="0">
                <a:latin typeface="Calibri"/>
                <a:cs typeface="Calibri"/>
              </a:rPr>
              <a:t>F</a:t>
            </a:r>
            <a:r>
              <a:rPr sz="2600" spc="5" dirty="0">
                <a:latin typeface="Calibri"/>
                <a:cs typeface="Calibri"/>
              </a:rPr>
              <a:t>o</a:t>
            </a:r>
            <a:r>
              <a:rPr sz="2600" spc="-20" dirty="0">
                <a:latin typeface="Calibri"/>
                <a:cs typeface="Calibri"/>
              </a:rPr>
              <a:t>rms</a:t>
            </a:r>
            <a:endParaRPr sz="2600" dirty="0">
              <a:latin typeface="Calibri"/>
              <a:cs typeface="Calibri"/>
            </a:endParaRPr>
          </a:p>
          <a:p>
            <a:pPr marL="241300" indent="-228600" algn="just">
              <a:lnSpc>
                <a:spcPct val="100000"/>
              </a:lnSpc>
              <a:spcBef>
                <a:spcPts val="36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4</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Ada</a:t>
            </a:r>
            <a:r>
              <a:rPr sz="2600" spc="-30" dirty="0">
                <a:latin typeface="Calibri"/>
                <a:cs typeface="Calibri"/>
              </a:rPr>
              <a:t>p</a:t>
            </a:r>
            <a:r>
              <a:rPr sz="2600" spc="-5" dirty="0">
                <a:latin typeface="Calibri"/>
                <a:cs typeface="Calibri"/>
              </a:rPr>
              <a:t>t</a:t>
            </a:r>
            <a:r>
              <a:rPr sz="2600" dirty="0">
                <a:latin typeface="Calibri"/>
                <a:cs typeface="Calibri"/>
              </a:rPr>
              <a:t>i</a:t>
            </a:r>
            <a:r>
              <a:rPr sz="2600" spc="-30" dirty="0">
                <a:latin typeface="Calibri"/>
                <a:cs typeface="Calibri"/>
              </a:rPr>
              <a:t>v</a:t>
            </a:r>
            <a:r>
              <a:rPr sz="2600" spc="-15" dirty="0">
                <a:latin typeface="Calibri"/>
                <a:cs typeface="Calibri"/>
              </a:rPr>
              <a:t>e</a:t>
            </a:r>
            <a:r>
              <a:rPr sz="2600" spc="-65"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20" dirty="0">
                <a:latin typeface="Calibri"/>
                <a:cs typeface="Calibri"/>
              </a:rPr>
              <a:t>N</a:t>
            </a:r>
            <a:r>
              <a:rPr sz="2600" spc="5" dirty="0">
                <a:latin typeface="Calibri"/>
                <a:cs typeface="Calibri"/>
              </a:rPr>
              <a:t>o</a:t>
            </a:r>
            <a:r>
              <a:rPr sz="2600" spc="-10" dirty="0">
                <a:latin typeface="Calibri"/>
                <a:cs typeface="Calibri"/>
              </a:rPr>
              <a:t>n</a:t>
            </a:r>
            <a:r>
              <a:rPr sz="2600" dirty="0">
                <a:latin typeface="Calibri"/>
                <a:cs typeface="Calibri"/>
              </a:rPr>
              <a:t>li</a:t>
            </a:r>
            <a:r>
              <a:rPr sz="2600" spc="-25" dirty="0">
                <a:latin typeface="Calibri"/>
                <a:cs typeface="Calibri"/>
              </a:rPr>
              <a:t>n</a:t>
            </a:r>
            <a:r>
              <a:rPr sz="2600" spc="-10" dirty="0">
                <a:latin typeface="Calibri"/>
                <a:cs typeface="Calibri"/>
              </a:rPr>
              <a:t>e</a:t>
            </a:r>
            <a:r>
              <a:rPr sz="2600" spc="-25" dirty="0">
                <a:latin typeface="Calibri"/>
                <a:cs typeface="Calibri"/>
              </a:rPr>
              <a:t>a</a:t>
            </a:r>
            <a:r>
              <a:rPr sz="2600" spc="-10" dirty="0">
                <a:latin typeface="Calibri"/>
                <a:cs typeface="Calibri"/>
              </a:rPr>
              <a:t>r</a:t>
            </a:r>
            <a:r>
              <a:rPr sz="2600" spc="-80"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p>
          <a:p>
            <a:pPr>
              <a:lnSpc>
                <a:spcPct val="100000"/>
              </a:lnSpc>
              <a:spcBef>
                <a:spcPts val="52"/>
              </a:spcBef>
            </a:pPr>
            <a:endParaRPr sz="385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5" dirty="0">
                <a:latin typeface="Calibri"/>
                <a:cs typeface="Calibri"/>
              </a:rPr>
              <a:t>O</a:t>
            </a:r>
            <a:r>
              <a:rPr spc="-30" dirty="0">
                <a:latin typeface="Calibri"/>
                <a:cs typeface="Calibri"/>
              </a:rPr>
              <a:t>p</a:t>
            </a:r>
            <a:r>
              <a:rPr dirty="0">
                <a:latin typeface="Calibri"/>
                <a:cs typeface="Calibri"/>
              </a:rPr>
              <a:t>tim</a:t>
            </a:r>
            <a:r>
              <a:rPr spc="-10" dirty="0">
                <a:latin typeface="Calibri"/>
                <a:cs typeface="Calibri"/>
              </a:rPr>
              <a:t>a</a:t>
            </a:r>
            <a:r>
              <a:rPr dirty="0">
                <a:latin typeface="Calibri"/>
                <a:cs typeface="Calibri"/>
              </a:rPr>
              <a:t>l</a:t>
            </a:r>
            <a:r>
              <a:rPr spc="-90" dirty="0">
                <a:latin typeface="Times New Roman"/>
                <a:cs typeface="Times New Roman"/>
              </a:rPr>
              <a:t> </a:t>
            </a:r>
            <a:r>
              <a:rPr spc="5" dirty="0">
                <a:latin typeface="Calibri"/>
                <a:cs typeface="Calibri"/>
              </a:rPr>
              <a:t>Co</a:t>
            </a:r>
            <a:r>
              <a:rPr spc="-50" dirty="0">
                <a:latin typeface="Calibri"/>
                <a:cs typeface="Calibri"/>
              </a:rPr>
              <a:t>n</a:t>
            </a:r>
            <a:r>
              <a:rPr spc="-15" dirty="0">
                <a:latin typeface="Calibri"/>
                <a:cs typeface="Calibri"/>
              </a:rPr>
              <a:t>t</a:t>
            </a:r>
            <a:r>
              <a:rPr spc="-80" dirty="0">
                <a:latin typeface="Calibri"/>
                <a:cs typeface="Calibri"/>
              </a:rPr>
              <a:t>r</a:t>
            </a:r>
            <a:r>
              <a:rPr spc="5" dirty="0">
                <a:latin typeface="Calibri"/>
                <a:cs typeface="Calibri"/>
              </a:rPr>
              <a:t>o</a:t>
            </a:r>
            <a:r>
              <a:rPr dirty="0">
                <a:latin typeface="Calibri"/>
                <a:cs typeface="Calibri"/>
              </a:rPr>
              <a:t>l</a:t>
            </a:r>
          </a:p>
        </p:txBody>
      </p:sp>
      <p:sp>
        <p:nvSpPr>
          <p:cNvPr id="5" name="object 5"/>
          <p:cNvSpPr/>
          <p:nvPr/>
        </p:nvSpPr>
        <p:spPr>
          <a:xfrm>
            <a:off x="601980" y="3035311"/>
            <a:ext cx="4478030" cy="3469629"/>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5442915" y="5498869"/>
            <a:ext cx="2718435" cy="960119"/>
          </a:xfrm>
          <a:prstGeom prst="rect">
            <a:avLst/>
          </a:prstGeom>
        </p:spPr>
        <p:txBody>
          <a:bodyPr vert="horz" wrap="square" lIns="0" tIns="0" rIns="0" bIns="0" rtlCol="0">
            <a:spAutoFit/>
          </a:bodyPr>
          <a:lstStyle/>
          <a:p>
            <a:pPr marL="12700" marR="5080">
              <a:lnSpc>
                <a:spcPct val="100000"/>
              </a:lnSpc>
            </a:pPr>
            <a:r>
              <a:rPr sz="1600" spc="-25" dirty="0">
                <a:latin typeface="Calibri"/>
                <a:cs typeface="Calibri"/>
              </a:rPr>
              <a:t>h</a:t>
            </a:r>
            <a:r>
              <a:rPr sz="1600" spc="-30" dirty="0">
                <a:latin typeface="Calibri"/>
                <a:cs typeface="Calibri"/>
              </a:rPr>
              <a:t>t</a:t>
            </a:r>
            <a:r>
              <a:rPr sz="1600" spc="-10" dirty="0">
                <a:latin typeface="Calibri"/>
                <a:cs typeface="Calibri"/>
              </a:rPr>
              <a:t>t</a:t>
            </a:r>
            <a:r>
              <a:rPr sz="1600" spc="-5" dirty="0">
                <a:latin typeface="Calibri"/>
                <a:cs typeface="Calibri"/>
              </a:rPr>
              <a:t>p</a:t>
            </a:r>
            <a:r>
              <a:rPr sz="1600" spc="-10" dirty="0">
                <a:latin typeface="Calibri"/>
                <a:cs typeface="Calibri"/>
              </a:rPr>
              <a:t>s</a:t>
            </a:r>
            <a:r>
              <a:rPr sz="1600" spc="-15" dirty="0">
                <a:latin typeface="Calibri"/>
                <a:cs typeface="Calibri"/>
              </a:rPr>
              <a:t>:</a:t>
            </a:r>
            <a:r>
              <a:rPr sz="1600" dirty="0">
                <a:latin typeface="Calibri"/>
                <a:cs typeface="Calibri"/>
              </a:rPr>
              <a:t>//</a:t>
            </a:r>
            <a:r>
              <a:rPr sz="1600" spc="-5" dirty="0">
                <a:latin typeface="Calibri"/>
                <a:cs typeface="Calibri"/>
              </a:rPr>
              <a:t>b</a:t>
            </a:r>
            <a:r>
              <a:rPr sz="1600" spc="-10" dirty="0">
                <a:latin typeface="Calibri"/>
                <a:cs typeface="Calibri"/>
              </a:rPr>
              <a:t>l</a:t>
            </a:r>
            <a:r>
              <a:rPr sz="1600" spc="-5" dirty="0">
                <a:latin typeface="Calibri"/>
                <a:cs typeface="Calibri"/>
              </a:rPr>
              <a:t>og</a:t>
            </a:r>
            <a:r>
              <a:rPr sz="1600" spc="15" dirty="0">
                <a:latin typeface="Calibri"/>
                <a:cs typeface="Calibri"/>
              </a:rPr>
              <a:t>.</a:t>
            </a:r>
            <a:r>
              <a:rPr sz="1600" spc="-25" dirty="0">
                <a:latin typeface="Calibri"/>
                <a:cs typeface="Calibri"/>
              </a:rPr>
              <a:t>g</a:t>
            </a:r>
            <a:r>
              <a:rPr sz="1600" spc="-5" dirty="0">
                <a:latin typeface="Calibri"/>
                <a:cs typeface="Calibri"/>
              </a:rPr>
              <a:t>ood</a:t>
            </a:r>
            <a:r>
              <a:rPr sz="1600" spc="-10" dirty="0">
                <a:latin typeface="Calibri"/>
                <a:cs typeface="Calibri"/>
              </a:rPr>
              <a:t>a</a:t>
            </a:r>
            <a:r>
              <a:rPr sz="1600" spc="-5" dirty="0">
                <a:latin typeface="Calibri"/>
                <a:cs typeface="Calibri"/>
              </a:rPr>
              <a:t>ud</a:t>
            </a:r>
            <a:r>
              <a:rPr sz="1600" spc="-10" dirty="0">
                <a:latin typeface="Calibri"/>
                <a:cs typeface="Calibri"/>
              </a:rPr>
              <a:t>ie</a:t>
            </a:r>
            <a:r>
              <a:rPr sz="1600" spc="-5" dirty="0">
                <a:latin typeface="Calibri"/>
                <a:cs typeface="Calibri"/>
              </a:rPr>
              <a:t>n</a:t>
            </a:r>
            <a:r>
              <a:rPr sz="1600" dirty="0">
                <a:latin typeface="Calibri"/>
                <a:cs typeface="Calibri"/>
              </a:rPr>
              <a:t>c</a:t>
            </a:r>
            <a:r>
              <a:rPr sz="1600" spc="-10" dirty="0">
                <a:latin typeface="Calibri"/>
                <a:cs typeface="Calibri"/>
              </a:rPr>
              <a:t>e</a:t>
            </a:r>
            <a:r>
              <a:rPr sz="1600" spc="-5" dirty="0">
                <a:latin typeface="Calibri"/>
                <a:cs typeface="Calibri"/>
              </a:rPr>
              <a:t>.</a:t>
            </a:r>
            <a:r>
              <a:rPr sz="1600" spc="-30" dirty="0">
                <a:latin typeface="Calibri"/>
                <a:cs typeface="Calibri"/>
              </a:rPr>
              <a:t>c</a:t>
            </a:r>
            <a:r>
              <a:rPr sz="1600" spc="-5" dirty="0">
                <a:latin typeface="Calibri"/>
                <a:cs typeface="Calibri"/>
              </a:rPr>
              <a:t>o</a:t>
            </a:r>
            <a:r>
              <a:rPr sz="1600" spc="-15" dirty="0">
                <a:latin typeface="Calibri"/>
                <a:cs typeface="Calibri"/>
              </a:rPr>
              <a:t>m</a:t>
            </a:r>
            <a:r>
              <a:rPr sz="1600" dirty="0">
                <a:latin typeface="Calibri"/>
                <a:cs typeface="Calibri"/>
              </a:rPr>
              <a:t>/</a:t>
            </a:r>
            <a:r>
              <a:rPr sz="1600" dirty="0">
                <a:latin typeface="Times New Roman"/>
                <a:cs typeface="Times New Roman"/>
              </a:rPr>
              <a:t> </a:t>
            </a:r>
            <a:r>
              <a:rPr sz="1600" spc="-5" dirty="0">
                <a:latin typeface="Calibri"/>
                <a:cs typeface="Calibri"/>
              </a:rPr>
              <a:t>g</a:t>
            </a:r>
            <a:r>
              <a:rPr sz="1600" spc="-50" dirty="0">
                <a:latin typeface="Calibri"/>
                <a:cs typeface="Calibri"/>
              </a:rPr>
              <a:t>r</a:t>
            </a:r>
            <a:r>
              <a:rPr sz="1600" spc="-10" dirty="0">
                <a:latin typeface="Calibri"/>
                <a:cs typeface="Calibri"/>
              </a:rPr>
              <a:t>a</a:t>
            </a:r>
            <a:r>
              <a:rPr sz="1600" spc="-5" dirty="0">
                <a:latin typeface="Calibri"/>
                <a:cs typeface="Calibri"/>
              </a:rPr>
              <a:t>d</a:t>
            </a:r>
            <a:r>
              <a:rPr sz="1600" spc="-10" dirty="0">
                <a:latin typeface="Calibri"/>
                <a:cs typeface="Calibri"/>
              </a:rPr>
              <a:t>i</a:t>
            </a:r>
            <a:r>
              <a:rPr sz="1600" dirty="0">
                <a:latin typeface="Calibri"/>
                <a:cs typeface="Calibri"/>
              </a:rPr>
              <a:t>e</a:t>
            </a:r>
            <a:r>
              <a:rPr sz="1600" spc="-25" dirty="0">
                <a:latin typeface="Calibri"/>
                <a:cs typeface="Calibri"/>
              </a:rPr>
              <a:t>n</a:t>
            </a:r>
            <a:r>
              <a:rPr sz="1600" spc="-10" dirty="0">
                <a:latin typeface="Calibri"/>
                <a:cs typeface="Calibri"/>
              </a:rPr>
              <a:t>t</a:t>
            </a:r>
            <a:r>
              <a:rPr sz="1600" spc="5" dirty="0">
                <a:latin typeface="Calibri"/>
                <a:cs typeface="Calibri"/>
              </a:rPr>
              <a:t>-</a:t>
            </a:r>
            <a:r>
              <a:rPr sz="1600" spc="-5" dirty="0">
                <a:latin typeface="Calibri"/>
                <a:cs typeface="Calibri"/>
              </a:rPr>
              <a:t>d</a:t>
            </a:r>
            <a:r>
              <a:rPr sz="1600" spc="-10" dirty="0">
                <a:latin typeface="Calibri"/>
                <a:cs typeface="Calibri"/>
              </a:rPr>
              <a:t>e</a:t>
            </a:r>
            <a:r>
              <a:rPr sz="1600" spc="-20" dirty="0">
                <a:latin typeface="Calibri"/>
                <a:cs typeface="Calibri"/>
              </a:rPr>
              <a:t>s</a:t>
            </a:r>
            <a:r>
              <a:rPr sz="1600" spc="-10" dirty="0">
                <a:latin typeface="Calibri"/>
                <a:cs typeface="Calibri"/>
              </a:rPr>
              <a:t>ce</a:t>
            </a:r>
            <a:r>
              <a:rPr sz="1600" spc="-35" dirty="0">
                <a:latin typeface="Calibri"/>
                <a:cs typeface="Calibri"/>
              </a:rPr>
              <a:t>n</a:t>
            </a:r>
            <a:r>
              <a:rPr sz="1600" spc="-10" dirty="0">
                <a:latin typeface="Calibri"/>
                <a:cs typeface="Calibri"/>
              </a:rPr>
              <a:t>t</a:t>
            </a:r>
            <a:r>
              <a:rPr sz="1600" spc="10" dirty="0">
                <a:latin typeface="Calibri"/>
                <a:cs typeface="Calibri"/>
              </a:rPr>
              <a:t>-</a:t>
            </a:r>
            <a:r>
              <a:rPr sz="1600" spc="-50" dirty="0">
                <a:latin typeface="Calibri"/>
                <a:cs typeface="Calibri"/>
              </a:rPr>
              <a:t>f</a:t>
            </a:r>
            <a:r>
              <a:rPr sz="1600" spc="-5" dirty="0">
                <a:latin typeface="Calibri"/>
                <a:cs typeface="Calibri"/>
              </a:rPr>
              <a:t>o</a:t>
            </a:r>
            <a:r>
              <a:rPr sz="1600" spc="-10" dirty="0">
                <a:latin typeface="Calibri"/>
                <a:cs typeface="Calibri"/>
              </a:rPr>
              <a:t>r</a:t>
            </a:r>
            <a:r>
              <a:rPr sz="1600" spc="5" dirty="0">
                <a:latin typeface="Calibri"/>
                <a:cs typeface="Calibri"/>
              </a:rPr>
              <a:t>-</a:t>
            </a:r>
            <a:r>
              <a:rPr sz="1600" spc="-10" dirty="0">
                <a:latin typeface="Calibri"/>
                <a:cs typeface="Calibri"/>
              </a:rPr>
              <a:t>li</a:t>
            </a:r>
            <a:r>
              <a:rPr sz="1600" spc="-5" dirty="0">
                <a:latin typeface="Calibri"/>
                <a:cs typeface="Calibri"/>
              </a:rPr>
              <a:t>n</a:t>
            </a:r>
            <a:r>
              <a:rPr sz="1600" spc="-10" dirty="0">
                <a:latin typeface="Calibri"/>
                <a:cs typeface="Calibri"/>
              </a:rPr>
              <a:t>e</a:t>
            </a:r>
            <a:r>
              <a:rPr sz="1600" spc="-20" dirty="0">
                <a:latin typeface="Calibri"/>
                <a:cs typeface="Calibri"/>
              </a:rPr>
              <a:t>a</a:t>
            </a:r>
            <a:r>
              <a:rPr sz="1600" spc="-10" dirty="0">
                <a:latin typeface="Calibri"/>
                <a:cs typeface="Calibri"/>
              </a:rPr>
              <a:t>r</a:t>
            </a:r>
            <a:r>
              <a:rPr sz="1600" dirty="0">
                <a:latin typeface="Calibri"/>
                <a:cs typeface="Calibri"/>
              </a:rPr>
              <a:t>-</a:t>
            </a:r>
            <a:r>
              <a:rPr sz="1600" dirty="0">
                <a:latin typeface="Times New Roman"/>
                <a:cs typeface="Times New Roman"/>
              </a:rPr>
              <a:t> </a:t>
            </a:r>
            <a:r>
              <a:rPr sz="1600" spc="-30" dirty="0">
                <a:latin typeface="Calibri"/>
                <a:cs typeface="Calibri"/>
              </a:rPr>
              <a:t>r</a:t>
            </a:r>
            <a:r>
              <a:rPr sz="1600" spc="-10" dirty="0">
                <a:latin typeface="Calibri"/>
                <a:cs typeface="Calibri"/>
              </a:rPr>
              <a:t>e</a:t>
            </a:r>
            <a:r>
              <a:rPr sz="1600" spc="-5" dirty="0">
                <a:latin typeface="Calibri"/>
                <a:cs typeface="Calibri"/>
              </a:rPr>
              <a:t>g</a:t>
            </a:r>
            <a:r>
              <a:rPr sz="1600" spc="-30" dirty="0">
                <a:latin typeface="Calibri"/>
                <a:cs typeface="Calibri"/>
              </a:rPr>
              <a:t>r</a:t>
            </a:r>
            <a:r>
              <a:rPr sz="1600" spc="-10" dirty="0">
                <a:latin typeface="Calibri"/>
                <a:cs typeface="Calibri"/>
              </a:rPr>
              <a:t>essi</a:t>
            </a:r>
            <a:r>
              <a:rPr sz="1600" spc="-5" dirty="0">
                <a:latin typeface="Calibri"/>
                <a:cs typeface="Calibri"/>
              </a:rPr>
              <a:t>o</a:t>
            </a:r>
            <a:r>
              <a:rPr sz="1600" dirty="0">
                <a:latin typeface="Calibri"/>
                <a:cs typeface="Calibri"/>
              </a:rPr>
              <a:t>n</a:t>
            </a:r>
            <a:r>
              <a:rPr sz="1600" spc="5" dirty="0">
                <a:latin typeface="Calibri"/>
                <a:cs typeface="Calibri"/>
              </a:rPr>
              <a:t>-</a:t>
            </a:r>
            <a:r>
              <a:rPr sz="1600" spc="-30" dirty="0">
                <a:latin typeface="Calibri"/>
                <a:cs typeface="Calibri"/>
              </a:rPr>
              <a:t>e</a:t>
            </a:r>
            <a:r>
              <a:rPr sz="1600" spc="5" dirty="0">
                <a:latin typeface="Calibri"/>
                <a:cs typeface="Calibri"/>
              </a:rPr>
              <a:t>x</a:t>
            </a:r>
            <a:r>
              <a:rPr sz="1600" spc="-5" dirty="0">
                <a:latin typeface="Calibri"/>
                <a:cs typeface="Calibri"/>
              </a:rPr>
              <a:t>p</a:t>
            </a:r>
            <a:r>
              <a:rPr sz="1600" spc="-10" dirty="0">
                <a:latin typeface="Calibri"/>
                <a:cs typeface="Calibri"/>
              </a:rPr>
              <a:t>lai</a:t>
            </a:r>
            <a:r>
              <a:rPr sz="1600" dirty="0">
                <a:latin typeface="Calibri"/>
                <a:cs typeface="Calibri"/>
              </a:rPr>
              <a:t>n</a:t>
            </a:r>
            <a:r>
              <a:rPr sz="1600" spc="-10" dirty="0">
                <a:latin typeface="Calibri"/>
                <a:cs typeface="Calibri"/>
              </a:rPr>
              <a:t>e</a:t>
            </a:r>
            <a:r>
              <a:rPr sz="1600" spc="-5" dirty="0">
                <a:latin typeface="Calibri"/>
                <a:cs typeface="Calibri"/>
              </a:rPr>
              <a:t>d</a:t>
            </a:r>
            <a:r>
              <a:rPr sz="1600" dirty="0">
                <a:latin typeface="Calibri"/>
                <a:cs typeface="Calibri"/>
              </a:rPr>
              <a:t>-</a:t>
            </a:r>
            <a:r>
              <a:rPr sz="1600" dirty="0">
                <a:latin typeface="Times New Roman"/>
                <a:cs typeface="Times New Roman"/>
              </a:rPr>
              <a:t> </a:t>
            </a:r>
            <a:r>
              <a:rPr sz="1600" spc="-5" dirty="0">
                <a:latin typeface="Calibri"/>
                <a:cs typeface="Calibri"/>
              </a:rPr>
              <a:t>7</a:t>
            </a:r>
            <a:r>
              <a:rPr sz="1600" spc="-10" dirty="0">
                <a:latin typeface="Calibri"/>
                <a:cs typeface="Calibri"/>
              </a:rPr>
              <a:t>c</a:t>
            </a:r>
            <a:r>
              <a:rPr sz="1600" spc="-5" dirty="0">
                <a:latin typeface="Calibri"/>
                <a:cs typeface="Calibri"/>
              </a:rPr>
              <a:t>60b</a:t>
            </a:r>
            <a:r>
              <a:rPr sz="1600" spc="-10" dirty="0">
                <a:latin typeface="Calibri"/>
                <a:cs typeface="Calibri"/>
              </a:rPr>
              <a:t>c</a:t>
            </a:r>
            <a:r>
              <a:rPr sz="1600" spc="-5" dirty="0">
                <a:latin typeface="Calibri"/>
                <a:cs typeface="Calibri"/>
              </a:rPr>
              <a:t>414bd</a:t>
            </a:r>
            <a:r>
              <a:rPr sz="1600" dirty="0">
                <a:latin typeface="Calibri"/>
                <a:cs typeface="Calibri"/>
              </a:rPr>
              <a:t>d</a:t>
            </a:r>
            <a:endParaRPr sz="1600">
              <a:latin typeface="Calibri"/>
              <a:cs typeface="Calibri"/>
            </a:endParaRPr>
          </a:p>
        </p:txBody>
      </p:sp>
      <p:sp>
        <p:nvSpPr>
          <p:cNvPr id="7" name="object 7"/>
          <p:cNvSpPr txBox="1"/>
          <p:nvPr/>
        </p:nvSpPr>
        <p:spPr>
          <a:xfrm>
            <a:off x="535940" y="2131549"/>
            <a:ext cx="8042275" cy="734060"/>
          </a:xfrm>
          <a:prstGeom prst="rect">
            <a:avLst/>
          </a:prstGeom>
        </p:spPr>
        <p:txBody>
          <a:bodyPr vert="horz" wrap="square" lIns="0" tIns="0" rIns="0" bIns="0" rtlCol="0">
            <a:spAutoFit/>
          </a:bodyPr>
          <a:lstStyle/>
          <a:p>
            <a:pPr marL="241300" marR="5080" indent="-228600">
              <a:lnSpc>
                <a:spcPts val="2820"/>
              </a:lnSpc>
              <a:buClr>
                <a:srgbClr val="ADB3B8"/>
              </a:buClr>
              <a:buFont typeface="Arial"/>
              <a:buChar char="•"/>
              <a:tabLst>
                <a:tab pos="241300" algn="l"/>
              </a:tabLst>
            </a:pP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a:t>
            </a:r>
            <a:r>
              <a:rPr sz="2600" spc="-25" dirty="0">
                <a:latin typeface="Calibri"/>
                <a:cs typeface="Calibri"/>
              </a:rPr>
              <a:t>ma</a:t>
            </a:r>
            <a:r>
              <a:rPr sz="2600" dirty="0">
                <a:latin typeface="Calibri"/>
                <a:cs typeface="Calibri"/>
              </a:rPr>
              <a:t>l</a:t>
            </a:r>
            <a:r>
              <a:rPr sz="2600" spc="-5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ll</a:t>
            </a:r>
            <a:r>
              <a:rPr sz="2600" spc="-10" dirty="0">
                <a:latin typeface="Calibri"/>
                <a:cs typeface="Calibri"/>
              </a:rPr>
              <a:t>e</a:t>
            </a:r>
            <a:r>
              <a:rPr sz="2600" spc="-60" dirty="0">
                <a:latin typeface="Calibri"/>
                <a:cs typeface="Calibri"/>
              </a:rPr>
              <a:t>r</a:t>
            </a:r>
            <a:r>
              <a:rPr sz="2600" dirty="0">
                <a:latin typeface="Calibri"/>
                <a:cs typeface="Calibri"/>
              </a:rPr>
              <a:t>s</a:t>
            </a:r>
            <a:r>
              <a:rPr sz="2600" spc="-70" dirty="0">
                <a:latin typeface="Times New Roman"/>
                <a:cs typeface="Times New Roman"/>
              </a:rPr>
              <a:t> </a:t>
            </a:r>
            <a:r>
              <a:rPr sz="2600" dirty="0">
                <a:latin typeface="Calibri"/>
                <a:cs typeface="Calibri"/>
              </a:rPr>
              <a:t>sim</a:t>
            </a:r>
            <a:r>
              <a:rPr sz="2600" spc="-10" dirty="0">
                <a:latin typeface="Calibri"/>
                <a:cs typeface="Calibri"/>
              </a:rPr>
              <a:t>u</a:t>
            </a:r>
            <a:r>
              <a:rPr sz="2600" dirty="0">
                <a:latin typeface="Calibri"/>
                <a:cs typeface="Calibri"/>
              </a:rPr>
              <a:t>l</a:t>
            </a:r>
            <a:r>
              <a:rPr sz="2600" spc="-45" dirty="0">
                <a:latin typeface="Calibri"/>
                <a:cs typeface="Calibri"/>
              </a:rPr>
              <a:t>t</a:t>
            </a:r>
            <a:r>
              <a:rPr sz="2600" spc="-10" dirty="0">
                <a:latin typeface="Calibri"/>
                <a:cs typeface="Calibri"/>
              </a:rPr>
              <a:t>ane</a:t>
            </a:r>
            <a:r>
              <a:rPr sz="2600" spc="5" dirty="0">
                <a:latin typeface="Calibri"/>
                <a:cs typeface="Calibri"/>
              </a:rPr>
              <a:t>o</a:t>
            </a:r>
            <a:r>
              <a:rPr sz="2600" spc="-10" dirty="0">
                <a:latin typeface="Calibri"/>
                <a:cs typeface="Calibri"/>
              </a:rPr>
              <a:t>u</a:t>
            </a:r>
            <a:r>
              <a:rPr sz="2600" dirty="0">
                <a:latin typeface="Calibri"/>
                <a:cs typeface="Calibri"/>
              </a:rPr>
              <a:t>sl</a:t>
            </a:r>
            <a:r>
              <a:rPr sz="2600" spc="-15" dirty="0">
                <a:latin typeface="Calibri"/>
                <a:cs typeface="Calibri"/>
              </a:rPr>
              <a:t>y</a:t>
            </a:r>
            <a:r>
              <a:rPr sz="2600" spc="-90" dirty="0">
                <a:latin typeface="Times New Roman"/>
                <a:cs typeface="Times New Roman"/>
              </a:rPr>
              <a:t> </a:t>
            </a:r>
            <a:r>
              <a:rPr sz="2600" spc="-10" dirty="0">
                <a:latin typeface="Calibri"/>
                <a:cs typeface="Calibri"/>
              </a:rPr>
              <a:t>en</a:t>
            </a:r>
            <a:r>
              <a:rPr sz="2600" dirty="0">
                <a:latin typeface="Calibri"/>
                <a:cs typeface="Calibri"/>
              </a:rPr>
              <a:t>s</a:t>
            </a:r>
            <a:r>
              <a:rPr sz="2600" spc="-10" dirty="0">
                <a:latin typeface="Calibri"/>
                <a:cs typeface="Calibri"/>
              </a:rPr>
              <a:t>u</a:t>
            </a:r>
            <a:r>
              <a:rPr sz="2600" spc="-60" dirty="0">
                <a:latin typeface="Calibri"/>
                <a:cs typeface="Calibri"/>
              </a:rPr>
              <a:t>r</a:t>
            </a:r>
            <a:r>
              <a:rPr sz="2600" spc="-15" dirty="0">
                <a:latin typeface="Calibri"/>
                <a:cs typeface="Calibri"/>
              </a:rPr>
              <a:t>e</a:t>
            </a:r>
            <a:r>
              <a:rPr sz="2600" spc="-65" dirty="0">
                <a:latin typeface="Times New Roman"/>
                <a:cs typeface="Times New Roman"/>
              </a:rPr>
              <a:t> </a:t>
            </a:r>
            <a:r>
              <a:rPr sz="2600" spc="-5" dirty="0">
                <a:latin typeface="Calibri"/>
                <a:cs typeface="Calibri"/>
              </a:rPr>
              <a:t>t</a:t>
            </a:r>
            <a:r>
              <a:rPr sz="2600" spc="-10" dirty="0">
                <a:latin typeface="Calibri"/>
                <a:cs typeface="Calibri"/>
              </a:rPr>
              <a:t>h</a:t>
            </a:r>
            <a:r>
              <a:rPr sz="2600" spc="-15" dirty="0">
                <a:latin typeface="Calibri"/>
                <a:cs typeface="Calibri"/>
              </a:rPr>
              <a:t>e</a:t>
            </a:r>
            <a:r>
              <a:rPr sz="2600" spc="-85" dirty="0">
                <a:latin typeface="Times New Roman"/>
                <a:cs typeface="Times New Roman"/>
              </a:rPr>
              <a:t> </a:t>
            </a:r>
            <a:r>
              <a:rPr sz="2600" spc="-35" dirty="0">
                <a:latin typeface="Calibri"/>
                <a:cs typeface="Calibri"/>
              </a:rPr>
              <a:t>c</a:t>
            </a:r>
            <a:r>
              <a:rPr sz="2600" spc="5" dirty="0">
                <a:latin typeface="Calibri"/>
                <a:cs typeface="Calibri"/>
              </a:rPr>
              <a:t>o</a:t>
            </a:r>
            <a:r>
              <a:rPr sz="2600" dirty="0">
                <a:latin typeface="Calibri"/>
                <a:cs typeface="Calibri"/>
              </a:rPr>
              <a:t>m</a:t>
            </a:r>
            <a:r>
              <a:rPr sz="2600" spc="-10" dirty="0">
                <a:latin typeface="Calibri"/>
                <a:cs typeface="Calibri"/>
              </a:rPr>
              <a:t>p</a:t>
            </a:r>
            <a:r>
              <a:rPr sz="2600" dirty="0">
                <a:latin typeface="Calibri"/>
                <a:cs typeface="Calibri"/>
              </a:rPr>
              <a:t>l</a:t>
            </a:r>
            <a:r>
              <a:rPr sz="2600" spc="-30" dirty="0">
                <a:latin typeface="Calibri"/>
                <a:cs typeface="Calibri"/>
              </a:rPr>
              <a:t>e</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dirty="0">
                <a:latin typeface="Times New Roman"/>
                <a:cs typeface="Times New Roman"/>
              </a:rPr>
              <a:t> </a:t>
            </a:r>
            <a:r>
              <a:rPr sz="2600" spc="5" dirty="0">
                <a:latin typeface="Calibri"/>
                <a:cs typeface="Calibri"/>
              </a:rPr>
              <a:t>o</a:t>
            </a:r>
            <a:r>
              <a:rPr sz="2600" dirty="0">
                <a:latin typeface="Calibri"/>
                <a:cs typeface="Calibri"/>
              </a:rPr>
              <a:t>f</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40" dirty="0">
                <a:latin typeface="Calibri"/>
                <a:cs typeface="Calibri"/>
              </a:rPr>
              <a:t>s</a:t>
            </a:r>
            <a:r>
              <a:rPr sz="2600" spc="-35" dirty="0">
                <a:latin typeface="Calibri"/>
                <a:cs typeface="Calibri"/>
              </a:rPr>
              <a:t>y</a:t>
            </a:r>
            <a:r>
              <a:rPr sz="2600" spc="-20" dirty="0">
                <a:latin typeface="Calibri"/>
                <a:cs typeface="Calibri"/>
              </a:rPr>
              <a:t>s</a:t>
            </a:r>
            <a:r>
              <a:rPr sz="2600" spc="-25" dirty="0">
                <a:latin typeface="Calibri"/>
                <a:cs typeface="Calibri"/>
              </a:rPr>
              <a:t>t</a:t>
            </a:r>
            <a:r>
              <a:rPr sz="2600" spc="-10" dirty="0">
                <a:latin typeface="Calibri"/>
                <a:cs typeface="Calibri"/>
              </a:rPr>
              <a:t>e</a:t>
            </a:r>
            <a:r>
              <a:rPr sz="2600" spc="-25" dirty="0">
                <a:latin typeface="Calibri"/>
                <a:cs typeface="Calibri"/>
              </a:rPr>
              <a:t>m</a:t>
            </a:r>
            <a:r>
              <a:rPr sz="2600" spc="-130" dirty="0">
                <a:latin typeface="Times New Roman"/>
                <a:cs typeface="Times New Roman"/>
              </a:rPr>
              <a:t> </a:t>
            </a:r>
            <a:r>
              <a:rPr sz="2600" spc="5" dirty="0">
                <a:latin typeface="Calibri"/>
                <a:cs typeface="Calibri"/>
              </a:rPr>
              <a:t>o</a:t>
            </a:r>
            <a:r>
              <a:rPr sz="2600" spc="-10" dirty="0">
                <a:latin typeface="Calibri"/>
                <a:cs typeface="Calibri"/>
              </a:rPr>
              <a:t>b</a:t>
            </a:r>
            <a:r>
              <a:rPr sz="2600" spc="-5" dirty="0">
                <a:latin typeface="Calibri"/>
                <a:cs typeface="Calibri"/>
              </a:rPr>
              <a:t>j</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30" dirty="0">
                <a:latin typeface="Calibri"/>
                <a:cs typeface="Calibri"/>
              </a:rPr>
              <a:t>v</a:t>
            </a:r>
            <a:r>
              <a:rPr sz="2600" spc="-10" dirty="0">
                <a:latin typeface="Calibri"/>
                <a:cs typeface="Calibri"/>
              </a:rPr>
              <a:t>e</a:t>
            </a:r>
            <a:r>
              <a:rPr sz="2600" dirty="0">
                <a:latin typeface="Calibri"/>
                <a:cs typeface="Calibri"/>
              </a:rPr>
              <a:t>s</a:t>
            </a:r>
            <a:r>
              <a:rPr sz="2600" spc="-110" dirty="0">
                <a:latin typeface="Times New Roman"/>
                <a:cs typeface="Times New Roman"/>
              </a:rPr>
              <a:t> </a:t>
            </a:r>
            <a:r>
              <a:rPr sz="2600" spc="-10" dirty="0">
                <a:latin typeface="Calibri"/>
                <a:cs typeface="Calibri"/>
              </a:rPr>
              <a:t>an</a:t>
            </a:r>
            <a:r>
              <a:rPr sz="2600" dirty="0">
                <a:latin typeface="Calibri"/>
                <a:cs typeface="Calibri"/>
              </a:rPr>
              <a:t>d</a:t>
            </a:r>
            <a:r>
              <a:rPr sz="2600" spc="-6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dirty="0">
                <a:latin typeface="Calibri"/>
                <a:cs typeface="Calibri"/>
              </a:rPr>
              <a:t>i</a:t>
            </a:r>
            <a:r>
              <a:rPr sz="2600" spc="-10" dirty="0">
                <a:latin typeface="Calibri"/>
                <a:cs typeface="Calibri"/>
              </a:rPr>
              <a:t>n</a:t>
            </a:r>
            <a:r>
              <a:rPr sz="2600" dirty="0">
                <a:latin typeface="Calibri"/>
                <a:cs typeface="Calibri"/>
              </a:rPr>
              <a:t>i</a:t>
            </a:r>
            <a:r>
              <a:rPr sz="2600" spc="-25" dirty="0">
                <a:latin typeface="Calibri"/>
                <a:cs typeface="Calibri"/>
              </a:rPr>
              <a:t>m</a:t>
            </a:r>
            <a:r>
              <a:rPr sz="2600" dirty="0">
                <a:latin typeface="Calibri"/>
                <a:cs typeface="Calibri"/>
              </a:rPr>
              <a:t>i</a:t>
            </a:r>
            <a:r>
              <a:rPr sz="2600" spc="-50" dirty="0">
                <a:latin typeface="Calibri"/>
                <a:cs typeface="Calibri"/>
              </a:rPr>
              <a:t>z</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5" dirty="0">
                <a:latin typeface="Calibri"/>
                <a:cs typeface="Calibri"/>
              </a:rPr>
              <a:t>o</a:t>
            </a:r>
            <a:r>
              <a:rPr sz="2600" dirty="0">
                <a:latin typeface="Calibri"/>
                <a:cs typeface="Calibri"/>
              </a:rPr>
              <a:t>f</a:t>
            </a:r>
            <a:r>
              <a:rPr sz="2600" spc="-85" dirty="0">
                <a:latin typeface="Times New Roman"/>
                <a:cs typeface="Times New Roman"/>
              </a:rPr>
              <a:t> </a:t>
            </a:r>
            <a:r>
              <a:rPr sz="2600" dirty="0">
                <a:latin typeface="Calibri"/>
                <a:cs typeface="Calibri"/>
              </a:rPr>
              <a:t>a</a:t>
            </a:r>
          </a:p>
        </p:txBody>
      </p:sp>
      <p:sp>
        <p:nvSpPr>
          <p:cNvPr id="8" name="object 8"/>
          <p:cNvSpPr txBox="1"/>
          <p:nvPr/>
        </p:nvSpPr>
        <p:spPr>
          <a:xfrm>
            <a:off x="764540" y="2865351"/>
            <a:ext cx="5972810" cy="355600"/>
          </a:xfrm>
          <a:prstGeom prst="rect">
            <a:avLst/>
          </a:prstGeom>
        </p:spPr>
        <p:txBody>
          <a:bodyPr vert="horz" wrap="square" lIns="0" tIns="0" rIns="0" bIns="0" rtlCol="0">
            <a:spAutoFit/>
          </a:bodyPr>
          <a:lstStyle/>
          <a:p>
            <a:pPr marL="12700">
              <a:lnSpc>
                <a:spcPct val="100000"/>
              </a:lnSpc>
            </a:pPr>
            <a:r>
              <a:rPr sz="2600" spc="-25" dirty="0">
                <a:latin typeface="Calibri"/>
                <a:cs typeface="Calibri"/>
              </a:rPr>
              <a:t>p</a:t>
            </a:r>
            <a:r>
              <a:rPr sz="2600" spc="-10" dirty="0">
                <a:latin typeface="Calibri"/>
                <a:cs typeface="Calibri"/>
              </a:rPr>
              <a:t>e</a:t>
            </a:r>
            <a:r>
              <a:rPr sz="2600" spc="-20" dirty="0">
                <a:latin typeface="Calibri"/>
                <a:cs typeface="Calibri"/>
              </a:rPr>
              <a:t>r</a:t>
            </a:r>
            <a:r>
              <a:rPr sz="2600" spc="-55" dirty="0">
                <a:latin typeface="Calibri"/>
                <a:cs typeface="Calibri"/>
              </a:rPr>
              <a:t>f</a:t>
            </a:r>
            <a:r>
              <a:rPr sz="2600" spc="5" dirty="0">
                <a:latin typeface="Calibri"/>
                <a:cs typeface="Calibri"/>
              </a:rPr>
              <a:t>o</a:t>
            </a:r>
            <a:r>
              <a:rPr sz="2600" spc="-20" dirty="0">
                <a:latin typeface="Calibri"/>
                <a:cs typeface="Calibri"/>
              </a:rPr>
              <a:t>r</a:t>
            </a:r>
            <a:r>
              <a:rPr sz="2600" spc="-25" dirty="0">
                <a:latin typeface="Calibri"/>
                <a:cs typeface="Calibri"/>
              </a:rPr>
              <a:t>m</a:t>
            </a:r>
            <a:r>
              <a:rPr sz="2600" spc="-10" dirty="0">
                <a:latin typeface="Calibri"/>
                <a:cs typeface="Calibri"/>
              </a:rPr>
              <a:t>an</a:t>
            </a:r>
            <a:r>
              <a:rPr sz="2600" spc="-5" dirty="0">
                <a:latin typeface="Calibri"/>
                <a:cs typeface="Calibri"/>
              </a:rPr>
              <a:t>c</a:t>
            </a:r>
            <a:r>
              <a:rPr sz="2600" spc="-15" dirty="0">
                <a:latin typeface="Calibri"/>
                <a:cs typeface="Calibri"/>
              </a:rPr>
              <a:t>e</a:t>
            </a:r>
            <a:r>
              <a:rPr sz="2600" spc="-65" dirty="0">
                <a:latin typeface="Times New Roman"/>
                <a:cs typeface="Times New Roman"/>
              </a:rPr>
              <a:t> </a:t>
            </a:r>
            <a:r>
              <a:rPr sz="2600" dirty="0">
                <a:latin typeface="Calibri"/>
                <a:cs typeface="Calibri"/>
              </a:rPr>
              <a:t>i</a:t>
            </a:r>
            <a:r>
              <a:rPr sz="2600" spc="-10" dirty="0">
                <a:latin typeface="Calibri"/>
                <a:cs typeface="Calibri"/>
              </a:rPr>
              <a:t>nd</a:t>
            </a:r>
            <a:r>
              <a:rPr sz="2600" spc="-35" dirty="0">
                <a:latin typeface="Calibri"/>
                <a:cs typeface="Calibri"/>
              </a:rPr>
              <a:t>e</a:t>
            </a:r>
            <a:r>
              <a:rPr sz="2600" dirty="0">
                <a:latin typeface="Calibri"/>
                <a:cs typeface="Calibri"/>
              </a:rPr>
              <a:t>x</a:t>
            </a:r>
            <a:r>
              <a:rPr sz="2600" spc="-60" dirty="0">
                <a:latin typeface="Times New Roman"/>
                <a:cs typeface="Times New Roman"/>
              </a:rPr>
              <a:t> </a:t>
            </a:r>
            <a:r>
              <a:rPr sz="2600" spc="-10" dirty="0">
                <a:latin typeface="Calibri"/>
                <a:cs typeface="Calibri"/>
              </a:rPr>
              <a:t>(</a:t>
            </a:r>
            <a:r>
              <a:rPr sz="2600" spc="-15" dirty="0">
                <a:latin typeface="Calibri"/>
                <a:cs typeface="Calibri"/>
              </a:rPr>
              <a:t>c</a:t>
            </a:r>
            <a:r>
              <a:rPr sz="2600" spc="-175" dirty="0">
                <a:latin typeface="Calibri"/>
                <a:cs typeface="Calibri"/>
              </a:rPr>
              <a:t>f</a:t>
            </a:r>
            <a:r>
              <a:rPr sz="2600" dirty="0">
                <a:latin typeface="Calibri"/>
                <a:cs typeface="Calibri"/>
              </a:rPr>
              <a:t>.</a:t>
            </a:r>
            <a:r>
              <a:rPr sz="2600" spc="-70" dirty="0">
                <a:latin typeface="Times New Roman"/>
                <a:cs typeface="Times New Roman"/>
              </a:rPr>
              <a:t> </a:t>
            </a:r>
            <a:r>
              <a:rPr sz="2600" spc="-80" dirty="0">
                <a:latin typeface="Calibri"/>
                <a:cs typeface="Calibri"/>
              </a:rPr>
              <a:t>P</a:t>
            </a:r>
            <a:r>
              <a:rPr sz="2600" spc="-25" dirty="0">
                <a:latin typeface="Calibri"/>
                <a:cs typeface="Calibri"/>
              </a:rPr>
              <a:t>ar</a:t>
            </a:r>
            <a:r>
              <a:rPr sz="2600" spc="-10" dirty="0">
                <a:latin typeface="Calibri"/>
                <a:cs typeface="Calibri"/>
              </a:rPr>
              <a:t>t</a:t>
            </a:r>
            <a:r>
              <a:rPr sz="2600" spc="-25" dirty="0">
                <a:latin typeface="Times New Roman"/>
                <a:cs typeface="Times New Roman"/>
              </a:rPr>
              <a:t> </a:t>
            </a:r>
            <a:r>
              <a:rPr sz="2600" spc="-15" dirty="0">
                <a:latin typeface="Calibri"/>
                <a:cs typeface="Calibri"/>
              </a:rPr>
              <a:t>3</a:t>
            </a:r>
            <a:r>
              <a:rPr sz="2600" spc="-70" dirty="0">
                <a:latin typeface="Times New Roman"/>
                <a:cs typeface="Times New Roman"/>
              </a:rPr>
              <a:t> </a:t>
            </a:r>
            <a:r>
              <a:rPr sz="2600" spc="5" dirty="0">
                <a:latin typeface="Calibri"/>
                <a:cs typeface="Calibri"/>
              </a:rPr>
              <a:t>o</a:t>
            </a:r>
            <a:r>
              <a:rPr sz="2600" dirty="0">
                <a:latin typeface="Calibri"/>
                <a:cs typeface="Calibri"/>
              </a:rPr>
              <a:t>f</a:t>
            </a:r>
            <a:r>
              <a:rPr sz="2600" spc="-8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spc="5" dirty="0">
                <a:latin typeface="Calibri"/>
                <a:cs typeface="Calibri"/>
              </a:rPr>
              <a:t>o</a:t>
            </a:r>
            <a:r>
              <a:rPr sz="2600" spc="-10" dirty="0">
                <a:latin typeface="Calibri"/>
                <a:cs typeface="Calibri"/>
              </a:rPr>
              <a:t>du</a:t>
            </a:r>
            <a:r>
              <a:rPr sz="2600" dirty="0">
                <a:latin typeface="Calibri"/>
                <a:cs typeface="Calibri"/>
              </a:rPr>
              <a:t>l</a:t>
            </a:r>
            <a:r>
              <a:rPr sz="2600" spc="-10" dirty="0">
                <a:latin typeface="Calibri"/>
                <a:cs typeface="Calibri"/>
              </a:rPr>
              <a:t>e</a:t>
            </a:r>
            <a:r>
              <a:rPr sz="2600" dirty="0">
                <a:latin typeface="Calibri"/>
                <a:cs typeface="Calibri"/>
              </a:rPr>
              <a:t>)</a:t>
            </a:r>
          </a:p>
        </p:txBody>
      </p:sp>
      <p:sp>
        <p:nvSpPr>
          <p:cNvPr id="9" name="object 9"/>
          <p:cNvSpPr txBox="1"/>
          <p:nvPr/>
        </p:nvSpPr>
        <p:spPr>
          <a:xfrm>
            <a:off x="7252226" y="2632469"/>
            <a:ext cx="721995" cy="1599565"/>
          </a:xfrm>
          <a:prstGeom prst="rect">
            <a:avLst/>
          </a:prstGeom>
        </p:spPr>
        <p:txBody>
          <a:bodyPr vert="horz" wrap="square" lIns="0" tIns="0" rIns="0" bIns="0" rtlCol="0">
            <a:spAutoFit/>
          </a:bodyPr>
          <a:lstStyle/>
          <a:p>
            <a:pPr marL="12700">
              <a:lnSpc>
                <a:spcPct val="100000"/>
              </a:lnSpc>
            </a:pPr>
            <a:r>
              <a:rPr sz="12400" i="1" spc="-55" dirty="0">
                <a:latin typeface="Times New Roman"/>
                <a:cs typeface="Times New Roman"/>
              </a:rPr>
              <a:t>J</a:t>
            </a:r>
            <a:endParaRPr sz="12400">
              <a:latin typeface="Times New Roman"/>
              <a:cs typeface="Times New Roman"/>
            </a:endParaRPr>
          </a:p>
        </p:txBody>
      </p:sp>
      <p:sp>
        <p:nvSpPr>
          <p:cNvPr id="10" name="object 10"/>
          <p:cNvSpPr txBox="1"/>
          <p:nvPr/>
        </p:nvSpPr>
        <p:spPr>
          <a:xfrm>
            <a:off x="8471529" y="6190289"/>
            <a:ext cx="141605" cy="254000"/>
          </a:xfrm>
          <a:prstGeom prst="rect">
            <a:avLst/>
          </a:prstGeom>
        </p:spPr>
        <p:txBody>
          <a:bodyPr vert="horz" wrap="square" lIns="0" tIns="0" rIns="0" bIns="0" rtlCol="0">
            <a:spAutoFit/>
          </a:bodyPr>
          <a:lstStyle/>
          <a:p>
            <a:pPr marL="12700">
              <a:lnSpc>
                <a:spcPct val="100000"/>
              </a:lnSpc>
            </a:pPr>
            <a:r>
              <a:rPr sz="1800" spc="-10" dirty="0">
                <a:solidFill>
                  <a:srgbClr val="403F42"/>
                </a:solidFill>
                <a:latin typeface="Calibri"/>
                <a:cs typeface="Calibri"/>
              </a:rPr>
              <a:t>5</a:t>
            </a:r>
            <a:endParaRPr sz="1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82B0B-85AA-66D5-BF01-11A657F3834C}"/>
              </a:ext>
            </a:extLst>
          </p:cNvPr>
          <p:cNvSpPr>
            <a:spLocks noGrp="1"/>
          </p:cNvSpPr>
          <p:nvPr>
            <p:ph type="title"/>
          </p:nvPr>
        </p:nvSpPr>
        <p:spPr>
          <a:xfrm>
            <a:off x="619331" y="656610"/>
            <a:ext cx="7905337" cy="523220"/>
          </a:xfrm>
        </p:spPr>
        <p:txBody>
          <a:bodyPr/>
          <a:lstStyle/>
          <a:p>
            <a:r>
              <a:rPr lang="en-US" b="1" dirty="0"/>
              <a:t>Optimal controllers</a:t>
            </a:r>
          </a:p>
        </p:txBody>
      </p:sp>
      <p:sp>
        <p:nvSpPr>
          <p:cNvPr id="3" name="Text Placeholder 2">
            <a:extLst>
              <a:ext uri="{FF2B5EF4-FFF2-40B4-BE49-F238E27FC236}">
                <a16:creationId xmlns:a16="http://schemas.microsoft.com/office/drawing/2014/main" id="{C427C733-4DFA-CA8E-7A04-33F26EA229B2}"/>
              </a:ext>
            </a:extLst>
          </p:cNvPr>
          <p:cNvSpPr>
            <a:spLocks noGrp="1"/>
          </p:cNvSpPr>
          <p:nvPr>
            <p:ph type="body" idx="1"/>
          </p:nvPr>
        </p:nvSpPr>
        <p:spPr>
          <a:xfrm>
            <a:off x="687567" y="2095544"/>
            <a:ext cx="7768865" cy="3200876"/>
          </a:xfrm>
        </p:spPr>
        <p:txBody>
          <a:bodyPr/>
          <a:lstStyle/>
          <a:p>
            <a:r>
              <a:rPr lang="en-US" dirty="0"/>
              <a:t>Optimal controllers are designed to control dynamic systems in a way that minimizes (or maximizes) a specified performance criterion, often related to energy, error, or cost. </a:t>
            </a:r>
          </a:p>
          <a:p>
            <a:endParaRPr lang="en-US" dirty="0"/>
          </a:p>
          <a:p>
            <a:r>
              <a:rPr lang="en-US" dirty="0"/>
              <a:t>The goal is to find the best possible control inputs that will steer the system from its initial state to a desired final state, adhering to any given constraints.</a:t>
            </a:r>
          </a:p>
        </p:txBody>
      </p:sp>
    </p:spTree>
    <p:extLst>
      <p:ext uri="{BB962C8B-B14F-4D97-AF65-F5344CB8AC3E}">
        <p14:creationId xmlns:p14="http://schemas.microsoft.com/office/powerpoint/2010/main" val="3832423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0BDC6-2574-AF16-642A-7F4D749EF05E}"/>
              </a:ext>
            </a:extLst>
          </p:cNvPr>
          <p:cNvSpPr>
            <a:spLocks noGrp="1"/>
          </p:cNvSpPr>
          <p:nvPr>
            <p:ph type="title"/>
          </p:nvPr>
        </p:nvSpPr>
        <p:spPr>
          <a:xfrm>
            <a:off x="304800" y="2362200"/>
            <a:ext cx="7905337" cy="1231106"/>
          </a:xfrm>
        </p:spPr>
        <p:txBody>
          <a:bodyPr/>
          <a:lstStyle/>
          <a:p>
            <a:pPr algn="ctr"/>
            <a:r>
              <a:rPr lang="en-US" sz="4000" b="1" dirty="0"/>
              <a:t>Key highlights of </a:t>
            </a:r>
            <a:br>
              <a:rPr lang="en-US" sz="4000" b="1" dirty="0"/>
            </a:br>
            <a:r>
              <a:rPr lang="en-US" sz="4000" b="1" dirty="0"/>
              <a:t>optimal controllers</a:t>
            </a:r>
          </a:p>
        </p:txBody>
      </p:sp>
    </p:spTree>
    <p:extLst>
      <p:ext uri="{BB962C8B-B14F-4D97-AF65-F5344CB8AC3E}">
        <p14:creationId xmlns:p14="http://schemas.microsoft.com/office/powerpoint/2010/main" val="2293079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EBB6D-74BC-EC6C-B44F-805E4AEB69ED}"/>
              </a:ext>
            </a:extLst>
          </p:cNvPr>
          <p:cNvSpPr>
            <a:spLocks noGrp="1"/>
          </p:cNvSpPr>
          <p:nvPr>
            <p:ph type="title"/>
          </p:nvPr>
        </p:nvSpPr>
        <p:spPr>
          <a:xfrm>
            <a:off x="619331" y="656610"/>
            <a:ext cx="7905337" cy="523220"/>
          </a:xfrm>
        </p:spPr>
        <p:txBody>
          <a:bodyPr/>
          <a:lstStyle/>
          <a:p>
            <a:r>
              <a:rPr lang="en-US" b="1" dirty="0"/>
              <a:t>Cost Function Minimization</a:t>
            </a:r>
            <a:r>
              <a:rPr lang="en-US" dirty="0"/>
              <a:t>:</a:t>
            </a:r>
          </a:p>
        </p:txBody>
      </p:sp>
      <p:sp>
        <p:nvSpPr>
          <p:cNvPr id="3" name="Text Placeholder 2">
            <a:extLst>
              <a:ext uri="{FF2B5EF4-FFF2-40B4-BE49-F238E27FC236}">
                <a16:creationId xmlns:a16="http://schemas.microsoft.com/office/drawing/2014/main" id="{8B101577-A5EA-A0B0-A159-0D921590B947}"/>
              </a:ext>
            </a:extLst>
          </p:cNvPr>
          <p:cNvSpPr>
            <a:spLocks noGrp="1"/>
          </p:cNvSpPr>
          <p:nvPr>
            <p:ph type="body" idx="1"/>
          </p:nvPr>
        </p:nvSpPr>
        <p:spPr>
          <a:xfrm>
            <a:off x="687567" y="2095544"/>
            <a:ext cx="7768865" cy="2400657"/>
          </a:xfrm>
        </p:spPr>
        <p:txBody>
          <a:bodyPr/>
          <a:lstStyle/>
          <a:p>
            <a:r>
              <a:rPr lang="en-US" dirty="0"/>
              <a:t>Optimal control theory focuses on defining a cost function (or objective function), which quantifies the performance of the system. This could include terms related to control effort, state deviations, or time. The controller is designed to minimize this cost over the system's operation time.</a:t>
            </a:r>
          </a:p>
        </p:txBody>
      </p:sp>
    </p:spTree>
    <p:extLst>
      <p:ext uri="{BB962C8B-B14F-4D97-AF65-F5344CB8AC3E}">
        <p14:creationId xmlns:p14="http://schemas.microsoft.com/office/powerpoint/2010/main" val="3544987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53F2-72AA-3330-B043-749973D03F23}"/>
              </a:ext>
            </a:extLst>
          </p:cNvPr>
          <p:cNvSpPr>
            <a:spLocks noGrp="1"/>
          </p:cNvSpPr>
          <p:nvPr>
            <p:ph type="title"/>
          </p:nvPr>
        </p:nvSpPr>
        <p:spPr>
          <a:xfrm>
            <a:off x="619331" y="656610"/>
            <a:ext cx="7905337" cy="523220"/>
          </a:xfrm>
        </p:spPr>
        <p:txBody>
          <a:bodyPr/>
          <a:lstStyle/>
          <a:p>
            <a:r>
              <a:rPr lang="en-US" b="1" dirty="0"/>
              <a:t>Types of Optimal Controllers</a:t>
            </a:r>
            <a:r>
              <a:rPr lang="en-US" dirty="0"/>
              <a:t>:</a:t>
            </a:r>
          </a:p>
        </p:txBody>
      </p:sp>
      <p:sp>
        <p:nvSpPr>
          <p:cNvPr id="3" name="Text Placeholder 2">
            <a:extLst>
              <a:ext uri="{FF2B5EF4-FFF2-40B4-BE49-F238E27FC236}">
                <a16:creationId xmlns:a16="http://schemas.microsoft.com/office/drawing/2014/main" id="{665190D0-3DD7-93DE-274E-2A5FF5A19042}"/>
              </a:ext>
            </a:extLst>
          </p:cNvPr>
          <p:cNvSpPr>
            <a:spLocks noGrp="1"/>
          </p:cNvSpPr>
          <p:nvPr>
            <p:ph type="body" idx="1"/>
          </p:nvPr>
        </p:nvSpPr>
        <p:spPr>
          <a:xfrm>
            <a:off x="651988" y="1447800"/>
            <a:ext cx="7768865" cy="1538883"/>
          </a:xfrm>
        </p:spPr>
        <p:txBody>
          <a:bodyPr/>
          <a:lstStyle/>
          <a:p>
            <a:r>
              <a:rPr lang="en-US" sz="2000" b="1" kern="100" dirty="0">
                <a:effectLst/>
                <a:latin typeface="Aptos" panose="020B0004020202020204" pitchFamily="34" charset="0"/>
                <a:ea typeface="Aptos" panose="020B0004020202020204" pitchFamily="34" charset="0"/>
                <a:cs typeface="Arial" panose="020B0604020202020204" pitchFamily="34" charset="0"/>
              </a:rPr>
              <a:t>Linear Quadratic Regulator (LQR)</a:t>
            </a:r>
            <a:r>
              <a:rPr lang="en-US" sz="2000" kern="100" dirty="0">
                <a:effectLst/>
                <a:latin typeface="Aptos" panose="020B0004020202020204" pitchFamily="34" charset="0"/>
                <a:ea typeface="Aptos" panose="020B0004020202020204" pitchFamily="34" charset="0"/>
                <a:cs typeface="Arial" panose="020B0604020202020204" pitchFamily="34" charset="0"/>
              </a:rPr>
              <a:t>: Common for linear systems, LQR minimizes a quadratic cost function involving the states and control inputs. It’s widely used due to its simplicity and effectiveness in balancing performance with control effort.</a:t>
            </a:r>
          </a:p>
          <a:p>
            <a:endParaRPr lang="en-US" sz="2000" dirty="0"/>
          </a:p>
        </p:txBody>
      </p:sp>
      <p:sp>
        <p:nvSpPr>
          <p:cNvPr id="6" name="TextBox 5">
            <a:extLst>
              <a:ext uri="{FF2B5EF4-FFF2-40B4-BE49-F238E27FC236}">
                <a16:creationId xmlns:a16="http://schemas.microsoft.com/office/drawing/2014/main" id="{6A071112-A728-A253-9B2D-1B7EF4F7D9FD}"/>
              </a:ext>
            </a:extLst>
          </p:cNvPr>
          <p:cNvSpPr txBox="1"/>
          <p:nvPr/>
        </p:nvSpPr>
        <p:spPr>
          <a:xfrm>
            <a:off x="619331" y="3045109"/>
            <a:ext cx="7768864" cy="1398332"/>
          </a:xfrm>
          <a:prstGeom prst="rect">
            <a:avLst/>
          </a:prstGeom>
          <a:noFill/>
        </p:spPr>
        <p:txBody>
          <a:bodyPr wrap="square">
            <a:spAutoFit/>
          </a:bodyPr>
          <a:lstStyle/>
          <a:p>
            <a:pPr marL="0" marR="0">
              <a:lnSpc>
                <a:spcPct val="107000"/>
              </a:lnSpc>
              <a:spcAft>
                <a:spcPts val="800"/>
              </a:spcAft>
            </a:pPr>
            <a:r>
              <a:rPr lang="en-US" sz="2000" b="1" kern="100" dirty="0">
                <a:effectLst/>
                <a:latin typeface="Aptos" panose="020B0004020202020204" pitchFamily="34" charset="0"/>
                <a:ea typeface="Aptos" panose="020B0004020202020204" pitchFamily="34" charset="0"/>
                <a:cs typeface="Arial" panose="020B0604020202020204" pitchFamily="34" charset="0"/>
              </a:rPr>
              <a:t>Model Predictive Control (MPC)</a:t>
            </a:r>
            <a:r>
              <a:rPr lang="en-US" sz="2000" kern="100" dirty="0">
                <a:effectLst/>
                <a:latin typeface="Aptos" panose="020B0004020202020204" pitchFamily="34" charset="0"/>
                <a:ea typeface="Aptos" panose="020B0004020202020204" pitchFamily="34" charset="0"/>
                <a:cs typeface="Arial" panose="020B0604020202020204" pitchFamily="34" charset="0"/>
              </a:rPr>
              <a:t>: This advanced control method uses a model of the system to predict future states and optimize the control inputs over a finite time horizon. MPC is especially valuable in handling constraints on states and inputs.</a:t>
            </a:r>
          </a:p>
        </p:txBody>
      </p:sp>
      <p:sp>
        <p:nvSpPr>
          <p:cNvPr id="8" name="TextBox 7">
            <a:extLst>
              <a:ext uri="{FF2B5EF4-FFF2-40B4-BE49-F238E27FC236}">
                <a16:creationId xmlns:a16="http://schemas.microsoft.com/office/drawing/2014/main" id="{6163C637-D743-8320-C0D3-8FB864A0D948}"/>
              </a:ext>
            </a:extLst>
          </p:cNvPr>
          <p:cNvSpPr txBox="1"/>
          <p:nvPr/>
        </p:nvSpPr>
        <p:spPr>
          <a:xfrm>
            <a:off x="586674" y="4911964"/>
            <a:ext cx="7937994" cy="1398332"/>
          </a:xfrm>
          <a:prstGeom prst="rect">
            <a:avLst/>
          </a:prstGeom>
          <a:noFill/>
        </p:spPr>
        <p:txBody>
          <a:bodyPr wrap="square">
            <a:spAutoFit/>
          </a:bodyPr>
          <a:lstStyle/>
          <a:p>
            <a:pPr marL="0" marR="0">
              <a:lnSpc>
                <a:spcPct val="107000"/>
              </a:lnSpc>
              <a:spcAft>
                <a:spcPts val="800"/>
              </a:spcAft>
            </a:pPr>
            <a:r>
              <a:rPr lang="en-US" sz="2000" b="1" kern="100" dirty="0">
                <a:effectLst/>
                <a:latin typeface="Aptos" panose="020B0004020202020204" pitchFamily="34" charset="0"/>
                <a:ea typeface="Aptos" panose="020B0004020202020204" pitchFamily="34" charset="0"/>
                <a:cs typeface="Arial" panose="020B0604020202020204" pitchFamily="34" charset="0"/>
              </a:rPr>
              <a:t>Dynamic Programming</a:t>
            </a:r>
            <a:r>
              <a:rPr lang="en-US" sz="2000" kern="100" dirty="0">
                <a:effectLst/>
                <a:latin typeface="Aptos" panose="020B0004020202020204" pitchFamily="34" charset="0"/>
                <a:ea typeface="Aptos" panose="020B0004020202020204" pitchFamily="34" charset="0"/>
                <a:cs typeface="Arial" panose="020B0604020202020204" pitchFamily="34" charset="0"/>
              </a:rPr>
              <a:t>: An approach that breaks down the optimization problem into smaller subproblems. Although challenging to apply in real-time for complex systems, it’s a powerful technique for systems with discrete states.</a:t>
            </a:r>
          </a:p>
        </p:txBody>
      </p:sp>
    </p:spTree>
    <p:extLst>
      <p:ext uri="{BB962C8B-B14F-4D97-AF65-F5344CB8AC3E}">
        <p14:creationId xmlns:p14="http://schemas.microsoft.com/office/powerpoint/2010/main" val="153912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9CF9-6723-90FF-3774-268C596F5D18}"/>
              </a:ext>
            </a:extLst>
          </p:cNvPr>
          <p:cNvSpPr>
            <a:spLocks noGrp="1"/>
          </p:cNvSpPr>
          <p:nvPr>
            <p:ph type="title"/>
          </p:nvPr>
        </p:nvSpPr>
        <p:spPr>
          <a:xfrm>
            <a:off x="619331" y="656610"/>
            <a:ext cx="7905337" cy="523220"/>
          </a:xfrm>
        </p:spPr>
        <p:txBody>
          <a:bodyPr/>
          <a:lstStyle/>
          <a:p>
            <a:r>
              <a:rPr lang="en-US" b="1" dirty="0"/>
              <a:t>Performance Criteria</a:t>
            </a:r>
            <a:r>
              <a:rPr lang="en-US" dirty="0"/>
              <a:t>:</a:t>
            </a:r>
          </a:p>
        </p:txBody>
      </p:sp>
      <p:sp>
        <p:nvSpPr>
          <p:cNvPr id="3" name="Text Placeholder 2">
            <a:extLst>
              <a:ext uri="{FF2B5EF4-FFF2-40B4-BE49-F238E27FC236}">
                <a16:creationId xmlns:a16="http://schemas.microsoft.com/office/drawing/2014/main" id="{082DE24A-2FBD-4C30-2D73-2715286A2AD5}"/>
              </a:ext>
            </a:extLst>
          </p:cNvPr>
          <p:cNvSpPr>
            <a:spLocks noGrp="1"/>
          </p:cNvSpPr>
          <p:nvPr>
            <p:ph type="body" idx="1"/>
          </p:nvPr>
        </p:nvSpPr>
        <p:spPr>
          <a:xfrm>
            <a:off x="687567" y="2095544"/>
            <a:ext cx="7768865" cy="1600438"/>
          </a:xfrm>
        </p:spPr>
        <p:txBody>
          <a:bodyPr/>
          <a:lstStyle/>
          <a:p>
            <a:r>
              <a:rPr lang="en-US" dirty="0"/>
              <a:t>Optimal controllers often balance between conflicting goals, such as minimizing control effort and ensuring fast system response. Performance criteria can be customized for energy efficiency, precision, robustness, or speed.</a:t>
            </a:r>
          </a:p>
        </p:txBody>
      </p:sp>
    </p:spTree>
    <p:extLst>
      <p:ext uri="{BB962C8B-B14F-4D97-AF65-F5344CB8AC3E}">
        <p14:creationId xmlns:p14="http://schemas.microsoft.com/office/powerpoint/2010/main" val="3378799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76C1F-D080-AD23-8AF0-6147294E7788}"/>
              </a:ext>
            </a:extLst>
          </p:cNvPr>
          <p:cNvSpPr>
            <a:spLocks noGrp="1"/>
          </p:cNvSpPr>
          <p:nvPr>
            <p:ph type="title"/>
          </p:nvPr>
        </p:nvSpPr>
        <p:spPr>
          <a:xfrm>
            <a:off x="619331" y="656610"/>
            <a:ext cx="7905337" cy="523220"/>
          </a:xfrm>
        </p:spPr>
        <p:txBody>
          <a:bodyPr/>
          <a:lstStyle/>
          <a:p>
            <a:r>
              <a:rPr lang="en-US" b="1" dirty="0"/>
              <a:t>Applications</a:t>
            </a:r>
            <a:r>
              <a:rPr lang="en-US" dirty="0"/>
              <a:t>:</a:t>
            </a:r>
          </a:p>
        </p:txBody>
      </p:sp>
      <p:sp>
        <p:nvSpPr>
          <p:cNvPr id="3" name="Text Placeholder 2">
            <a:extLst>
              <a:ext uri="{FF2B5EF4-FFF2-40B4-BE49-F238E27FC236}">
                <a16:creationId xmlns:a16="http://schemas.microsoft.com/office/drawing/2014/main" id="{5A8A87CC-D993-87D8-6258-A55A2710BF79}"/>
              </a:ext>
            </a:extLst>
          </p:cNvPr>
          <p:cNvSpPr>
            <a:spLocks noGrp="1"/>
          </p:cNvSpPr>
          <p:nvPr>
            <p:ph type="body" idx="1"/>
          </p:nvPr>
        </p:nvSpPr>
        <p:spPr>
          <a:xfrm>
            <a:off x="687567" y="2095544"/>
            <a:ext cx="7768865" cy="1600438"/>
          </a:xfrm>
        </p:spPr>
        <p:txBody>
          <a:bodyPr/>
          <a:lstStyle/>
          <a:p>
            <a:r>
              <a:rPr lang="en-US" dirty="0"/>
              <a:t>Optimal control is essential in areas requiring precise control and efficiency, such as aerospace (flight control), automotive (engine and suspension systems), robotics, and industrial process control.</a:t>
            </a:r>
          </a:p>
        </p:txBody>
      </p:sp>
    </p:spTree>
    <p:extLst>
      <p:ext uri="{BB962C8B-B14F-4D97-AF65-F5344CB8AC3E}">
        <p14:creationId xmlns:p14="http://schemas.microsoft.com/office/powerpoint/2010/main" val="358458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4270-49E1-32D1-00CB-92E5078A9E1C}"/>
              </a:ext>
            </a:extLst>
          </p:cNvPr>
          <p:cNvSpPr>
            <a:spLocks noGrp="1"/>
          </p:cNvSpPr>
          <p:nvPr>
            <p:ph type="title"/>
          </p:nvPr>
        </p:nvSpPr>
        <p:spPr>
          <a:xfrm>
            <a:off x="619331" y="656610"/>
            <a:ext cx="7905337" cy="523220"/>
          </a:xfrm>
        </p:spPr>
        <p:txBody>
          <a:bodyPr/>
          <a:lstStyle/>
          <a:p>
            <a:r>
              <a:rPr lang="en-US" b="1" dirty="0"/>
              <a:t>Stability and Robustness</a:t>
            </a:r>
            <a:r>
              <a:rPr lang="en-US" dirty="0"/>
              <a:t>:</a:t>
            </a:r>
          </a:p>
        </p:txBody>
      </p:sp>
      <p:sp>
        <p:nvSpPr>
          <p:cNvPr id="3" name="Text Placeholder 2">
            <a:extLst>
              <a:ext uri="{FF2B5EF4-FFF2-40B4-BE49-F238E27FC236}">
                <a16:creationId xmlns:a16="http://schemas.microsoft.com/office/drawing/2014/main" id="{01315291-F87D-7932-4AC9-FFDC46CC76B5}"/>
              </a:ext>
            </a:extLst>
          </p:cNvPr>
          <p:cNvSpPr>
            <a:spLocks noGrp="1"/>
          </p:cNvSpPr>
          <p:nvPr>
            <p:ph type="body" idx="1"/>
          </p:nvPr>
        </p:nvSpPr>
        <p:spPr>
          <a:xfrm>
            <a:off x="687567" y="2095544"/>
            <a:ext cx="7768865" cy="1600438"/>
          </a:xfrm>
        </p:spPr>
        <p:txBody>
          <a:bodyPr/>
          <a:lstStyle/>
          <a:p>
            <a:r>
              <a:rPr lang="en-US" dirty="0"/>
              <a:t>Optimal controllers are generally designed to ensure system stability, though robustness (handling of uncertainties and disturbances) depends on the chosen approach and specific design.</a:t>
            </a:r>
          </a:p>
        </p:txBody>
      </p:sp>
    </p:spTree>
    <p:extLst>
      <p:ext uri="{BB962C8B-B14F-4D97-AF65-F5344CB8AC3E}">
        <p14:creationId xmlns:p14="http://schemas.microsoft.com/office/powerpoint/2010/main" val="2945452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65DC-3C46-13B1-F984-C4B0F2071DA0}"/>
              </a:ext>
            </a:extLst>
          </p:cNvPr>
          <p:cNvSpPr>
            <a:spLocks noGrp="1"/>
          </p:cNvSpPr>
          <p:nvPr>
            <p:ph type="title"/>
          </p:nvPr>
        </p:nvSpPr>
        <p:spPr>
          <a:xfrm>
            <a:off x="619331" y="656610"/>
            <a:ext cx="7905337" cy="523220"/>
          </a:xfrm>
        </p:spPr>
        <p:txBody>
          <a:bodyPr/>
          <a:lstStyle/>
          <a:p>
            <a:r>
              <a:rPr lang="en-US" b="1" dirty="0"/>
              <a:t>Trade-offs</a:t>
            </a:r>
            <a:r>
              <a:rPr lang="en-US" dirty="0"/>
              <a:t>:</a:t>
            </a:r>
          </a:p>
        </p:txBody>
      </p:sp>
      <p:sp>
        <p:nvSpPr>
          <p:cNvPr id="3" name="Text Placeholder 2">
            <a:extLst>
              <a:ext uri="{FF2B5EF4-FFF2-40B4-BE49-F238E27FC236}">
                <a16:creationId xmlns:a16="http://schemas.microsoft.com/office/drawing/2014/main" id="{03B7F527-0E1E-151C-CF40-3C4933FF8F17}"/>
              </a:ext>
            </a:extLst>
          </p:cNvPr>
          <p:cNvSpPr>
            <a:spLocks noGrp="1"/>
          </p:cNvSpPr>
          <p:nvPr>
            <p:ph type="body" idx="1"/>
          </p:nvPr>
        </p:nvSpPr>
        <p:spPr>
          <a:xfrm>
            <a:off x="687567" y="2095544"/>
            <a:ext cx="7768865" cy="1600438"/>
          </a:xfrm>
        </p:spPr>
        <p:txBody>
          <a:bodyPr/>
          <a:lstStyle/>
          <a:p>
            <a:r>
              <a:rPr lang="en-US" dirty="0"/>
              <a:t>Optimal control often requires computational resources and system modeling. LQR, for instance, is more suitable for linear systems, while MPC can handle nonlinearities and constraints but is computationally intensive.</a:t>
            </a:r>
          </a:p>
        </p:txBody>
      </p:sp>
    </p:spTree>
    <p:extLst>
      <p:ext uri="{BB962C8B-B14F-4D97-AF65-F5344CB8AC3E}">
        <p14:creationId xmlns:p14="http://schemas.microsoft.com/office/powerpoint/2010/main" val="217650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38273" y="1053333"/>
            <a:ext cx="2917825" cy="457200"/>
          </a:xfrm>
          <a:prstGeom prst="rect">
            <a:avLst/>
          </a:prstGeom>
        </p:spPr>
        <p:txBody>
          <a:bodyPr vert="horz" wrap="square" lIns="0" tIns="0" rIns="0" bIns="0" rtlCol="0">
            <a:spAutoFit/>
          </a:bodyPr>
          <a:lstStyle/>
          <a:p>
            <a:pPr marL="12700">
              <a:lnSpc>
                <a:spcPct val="100000"/>
              </a:lnSpc>
            </a:pPr>
            <a:r>
              <a:rPr sz="3400" spc="-10" dirty="0">
                <a:solidFill>
                  <a:srgbClr val="B5121B"/>
                </a:solidFill>
                <a:latin typeface="Calibri"/>
                <a:cs typeface="Calibri"/>
              </a:rPr>
              <a:t>L</a:t>
            </a:r>
            <a:r>
              <a:rPr sz="3400" spc="-5" dirty="0">
                <a:solidFill>
                  <a:srgbClr val="B5121B"/>
                </a:solidFill>
                <a:latin typeface="Calibri"/>
                <a:cs typeface="Calibri"/>
              </a:rPr>
              <a:t>i</a:t>
            </a:r>
            <a:r>
              <a:rPr sz="3400" spc="-30" dirty="0">
                <a:solidFill>
                  <a:srgbClr val="B5121B"/>
                </a:solidFill>
                <a:latin typeface="Calibri"/>
                <a:cs typeface="Calibri"/>
              </a:rPr>
              <a:t>n</a:t>
            </a:r>
            <a:r>
              <a:rPr sz="3400" spc="-15" dirty="0">
                <a:solidFill>
                  <a:srgbClr val="B5121B"/>
                </a:solidFill>
                <a:latin typeface="Calibri"/>
                <a:cs typeface="Calibri"/>
              </a:rPr>
              <a:t>e</a:t>
            </a:r>
            <a:r>
              <a:rPr sz="3400" spc="-10" dirty="0">
                <a:solidFill>
                  <a:srgbClr val="B5121B"/>
                </a:solidFill>
                <a:latin typeface="Calibri"/>
                <a:cs typeface="Calibri"/>
              </a:rPr>
              <a:t>a</a:t>
            </a:r>
            <a:r>
              <a:rPr sz="3400" spc="-15" dirty="0">
                <a:solidFill>
                  <a:srgbClr val="B5121B"/>
                </a:solidFill>
                <a:latin typeface="Calibri"/>
                <a:cs typeface="Calibri"/>
              </a:rPr>
              <a:t>r</a:t>
            </a:r>
            <a:r>
              <a:rPr sz="3400" spc="-80" dirty="0">
                <a:solidFill>
                  <a:srgbClr val="B5121B"/>
                </a:solidFill>
                <a:latin typeface="Times New Roman"/>
                <a:cs typeface="Times New Roman"/>
              </a:rPr>
              <a:t> </a:t>
            </a:r>
            <a:r>
              <a:rPr sz="3400" spc="-10" dirty="0">
                <a:solidFill>
                  <a:srgbClr val="B5121B"/>
                </a:solidFill>
                <a:latin typeface="Calibri"/>
                <a:cs typeface="Calibri"/>
              </a:rPr>
              <a:t>Qu</a:t>
            </a:r>
            <a:r>
              <a:rPr sz="3400" spc="-15" dirty="0">
                <a:solidFill>
                  <a:srgbClr val="B5121B"/>
                </a:solidFill>
                <a:latin typeface="Calibri"/>
                <a:cs typeface="Calibri"/>
              </a:rPr>
              <a:t>a</a:t>
            </a:r>
            <a:r>
              <a:rPr sz="3400" spc="-10" dirty="0">
                <a:solidFill>
                  <a:srgbClr val="B5121B"/>
                </a:solidFill>
                <a:latin typeface="Calibri"/>
                <a:cs typeface="Calibri"/>
              </a:rPr>
              <a:t>d</a:t>
            </a:r>
            <a:r>
              <a:rPr sz="3400" spc="-70" dirty="0">
                <a:solidFill>
                  <a:srgbClr val="B5121B"/>
                </a:solidFill>
                <a:latin typeface="Calibri"/>
                <a:cs typeface="Calibri"/>
              </a:rPr>
              <a:t>r</a:t>
            </a:r>
            <a:r>
              <a:rPr sz="3400" spc="-50" dirty="0">
                <a:solidFill>
                  <a:srgbClr val="B5121B"/>
                </a:solidFill>
                <a:latin typeface="Calibri"/>
                <a:cs typeface="Calibri"/>
              </a:rPr>
              <a:t>a</a:t>
            </a:r>
            <a:r>
              <a:rPr sz="3400" spc="-15" dirty="0">
                <a:solidFill>
                  <a:srgbClr val="B5121B"/>
                </a:solidFill>
                <a:latin typeface="Calibri"/>
                <a:cs typeface="Calibri"/>
              </a:rPr>
              <a:t>t</a:t>
            </a:r>
            <a:r>
              <a:rPr sz="3400" spc="-5" dirty="0">
                <a:solidFill>
                  <a:srgbClr val="B5121B"/>
                </a:solidFill>
                <a:latin typeface="Calibri"/>
                <a:cs typeface="Calibri"/>
              </a:rPr>
              <a:t>i</a:t>
            </a:r>
            <a:r>
              <a:rPr sz="3400" spc="-15" dirty="0">
                <a:solidFill>
                  <a:srgbClr val="B5121B"/>
                </a:solidFill>
                <a:latin typeface="Calibri"/>
                <a:cs typeface="Calibri"/>
              </a:rPr>
              <a:t>c</a:t>
            </a:r>
            <a:endParaRPr sz="34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41605">
              <a:lnSpc>
                <a:spcPct val="100000"/>
              </a:lnSpc>
            </a:pPr>
            <a:fld id="{81D60167-4931-47E6-BA6A-407CBD079E47}" type="slidenum">
              <a:rPr spc="-10" dirty="0">
                <a:latin typeface="Calibri"/>
                <a:cs typeface="Calibri"/>
              </a:rPr>
              <a:t>14</a:t>
            </a:fld>
            <a:endParaRPr spc="-10" dirty="0">
              <a:latin typeface="Calibri"/>
              <a:cs typeface="Calibri"/>
            </a:endParaRPr>
          </a:p>
        </p:txBody>
      </p:sp>
      <p:sp>
        <p:nvSpPr>
          <p:cNvPr id="5" name="object 5"/>
          <p:cNvSpPr txBox="1"/>
          <p:nvPr/>
        </p:nvSpPr>
        <p:spPr>
          <a:xfrm>
            <a:off x="4486113" y="1634611"/>
            <a:ext cx="3234690" cy="673100"/>
          </a:xfrm>
          <a:prstGeom prst="rect">
            <a:avLst/>
          </a:prstGeom>
        </p:spPr>
        <p:txBody>
          <a:bodyPr vert="horz" wrap="square" lIns="0" tIns="0" rIns="0" bIns="0" rtlCol="0">
            <a:spAutoFit/>
          </a:bodyPr>
          <a:lstStyle/>
          <a:p>
            <a:pPr marL="12700">
              <a:lnSpc>
                <a:spcPts val="6090"/>
              </a:lnSpc>
              <a:tabLst>
                <a:tab pos="922019" algn="l"/>
                <a:tab pos="2901950" algn="l"/>
              </a:tabLst>
            </a:pPr>
            <a:r>
              <a:rPr sz="5100" spc="-869" dirty="0">
                <a:latin typeface="Symbol"/>
                <a:cs typeface="Symbol"/>
              </a:rPr>
              <a:t></a:t>
            </a:r>
            <a:r>
              <a:rPr sz="5100" spc="-640" dirty="0">
                <a:latin typeface="Times New Roman"/>
                <a:cs typeface="Times New Roman"/>
              </a:rPr>
              <a:t> </a:t>
            </a:r>
            <a:r>
              <a:rPr sz="2550" b="1" i="1" spc="120" dirty="0">
                <a:latin typeface="Times New Roman"/>
                <a:cs typeface="Times New Roman"/>
              </a:rPr>
              <a:t>x</a:t>
            </a:r>
            <a:r>
              <a:rPr sz="2550" spc="-10" dirty="0">
                <a:latin typeface="Times New Roman"/>
                <a:cs typeface="Times New Roman"/>
              </a:rPr>
              <a:t>(</a:t>
            </a:r>
            <a:r>
              <a:rPr sz="2550" i="1" spc="90" dirty="0">
                <a:latin typeface="Times New Roman"/>
                <a:cs typeface="Times New Roman"/>
              </a:rPr>
              <a:t>i</a:t>
            </a:r>
            <a:r>
              <a:rPr sz="2550" dirty="0">
                <a:latin typeface="Times New Roman"/>
                <a:cs typeface="Times New Roman"/>
              </a:rPr>
              <a:t>)	</a:t>
            </a:r>
            <a:r>
              <a:rPr sz="2550" b="1" i="1" spc="-5" dirty="0">
                <a:latin typeface="Times New Roman"/>
                <a:cs typeface="Times New Roman"/>
              </a:rPr>
              <a:t>Q</a:t>
            </a:r>
            <a:r>
              <a:rPr sz="2550" b="1" i="1" spc="114" dirty="0">
                <a:latin typeface="Times New Roman"/>
                <a:cs typeface="Times New Roman"/>
              </a:rPr>
              <a:t>x</a:t>
            </a:r>
            <a:r>
              <a:rPr sz="2550" spc="-10" dirty="0">
                <a:latin typeface="Times New Roman"/>
                <a:cs typeface="Times New Roman"/>
              </a:rPr>
              <a:t>(</a:t>
            </a:r>
            <a:r>
              <a:rPr sz="2550" i="1" spc="90" dirty="0">
                <a:latin typeface="Times New Roman"/>
                <a:cs typeface="Times New Roman"/>
              </a:rPr>
              <a:t>i</a:t>
            </a:r>
            <a:r>
              <a:rPr sz="2550" dirty="0">
                <a:latin typeface="Times New Roman"/>
                <a:cs typeface="Times New Roman"/>
              </a:rPr>
              <a:t>)</a:t>
            </a:r>
            <a:r>
              <a:rPr sz="2550" spc="-160" dirty="0">
                <a:latin typeface="Times New Roman"/>
                <a:cs typeface="Times New Roman"/>
              </a:rPr>
              <a:t> </a:t>
            </a:r>
            <a:r>
              <a:rPr sz="2550" dirty="0">
                <a:latin typeface="Symbol"/>
                <a:cs typeface="Symbol"/>
              </a:rPr>
              <a:t></a:t>
            </a:r>
            <a:r>
              <a:rPr sz="2550" spc="-114" dirty="0">
                <a:latin typeface="Times New Roman"/>
                <a:cs typeface="Times New Roman"/>
              </a:rPr>
              <a:t> </a:t>
            </a:r>
            <a:r>
              <a:rPr sz="2550" i="1" spc="165" dirty="0">
                <a:latin typeface="Times New Roman"/>
                <a:cs typeface="Times New Roman"/>
              </a:rPr>
              <a:t>r</a:t>
            </a:r>
            <a:r>
              <a:rPr sz="2550" spc="-10" dirty="0">
                <a:latin typeface="Times New Roman"/>
                <a:cs typeface="Times New Roman"/>
              </a:rPr>
              <a:t>(</a:t>
            </a:r>
            <a:r>
              <a:rPr sz="2550" i="1" spc="120" dirty="0">
                <a:latin typeface="Times New Roman"/>
                <a:cs typeface="Times New Roman"/>
              </a:rPr>
              <a:t>u</a:t>
            </a:r>
            <a:r>
              <a:rPr sz="2550" spc="-10" dirty="0">
                <a:latin typeface="Times New Roman"/>
                <a:cs typeface="Times New Roman"/>
              </a:rPr>
              <a:t>(</a:t>
            </a:r>
            <a:r>
              <a:rPr sz="2550" i="1" spc="90" dirty="0">
                <a:latin typeface="Times New Roman"/>
                <a:cs typeface="Times New Roman"/>
              </a:rPr>
              <a:t>i</a:t>
            </a:r>
            <a:r>
              <a:rPr sz="2550" dirty="0">
                <a:latin typeface="Times New Roman"/>
                <a:cs typeface="Times New Roman"/>
              </a:rPr>
              <a:t>)	)</a:t>
            </a:r>
            <a:r>
              <a:rPr sz="2550" spc="170" dirty="0">
                <a:latin typeface="Times New Roman"/>
                <a:cs typeface="Times New Roman"/>
              </a:rPr>
              <a:t> </a:t>
            </a:r>
            <a:r>
              <a:rPr sz="5100" spc="-869" dirty="0">
                <a:latin typeface="Symbol"/>
                <a:cs typeface="Symbol"/>
              </a:rPr>
              <a:t></a:t>
            </a:r>
            <a:endParaRPr sz="5100">
              <a:latin typeface="Symbol"/>
              <a:cs typeface="Symbol"/>
            </a:endParaRPr>
          </a:p>
        </p:txBody>
      </p:sp>
      <p:sp>
        <p:nvSpPr>
          <p:cNvPr id="6" name="object 6"/>
          <p:cNvSpPr txBox="1"/>
          <p:nvPr/>
        </p:nvSpPr>
        <p:spPr>
          <a:xfrm>
            <a:off x="4213723" y="1653989"/>
            <a:ext cx="258445" cy="621665"/>
          </a:xfrm>
          <a:prstGeom prst="rect">
            <a:avLst/>
          </a:prstGeom>
        </p:spPr>
        <p:txBody>
          <a:bodyPr vert="horz" wrap="square" lIns="0" tIns="0" rIns="0" bIns="0" rtlCol="0">
            <a:spAutoFit/>
          </a:bodyPr>
          <a:lstStyle/>
          <a:p>
            <a:pPr marL="26034">
              <a:lnSpc>
                <a:spcPts val="2360"/>
              </a:lnSpc>
            </a:pPr>
            <a:r>
              <a:rPr sz="2200" dirty="0">
                <a:latin typeface="Symbol"/>
                <a:cs typeface="Symbol"/>
              </a:rPr>
              <a:t></a:t>
            </a:r>
            <a:endParaRPr sz="2200">
              <a:latin typeface="Symbol"/>
              <a:cs typeface="Symbol"/>
            </a:endParaRPr>
          </a:p>
          <a:p>
            <a:pPr marL="12700">
              <a:lnSpc>
                <a:spcPts val="2780"/>
              </a:lnSpc>
            </a:pPr>
            <a:r>
              <a:rPr sz="2550" dirty="0">
                <a:latin typeface="Symbol"/>
                <a:cs typeface="Symbol"/>
              </a:rPr>
              <a:t></a:t>
            </a:r>
            <a:endParaRPr sz="2550">
              <a:latin typeface="Symbol"/>
              <a:cs typeface="Symbol"/>
            </a:endParaRPr>
          </a:p>
        </p:txBody>
      </p:sp>
      <p:sp>
        <p:nvSpPr>
          <p:cNvPr id="7" name="object 7"/>
          <p:cNvSpPr txBox="1"/>
          <p:nvPr/>
        </p:nvSpPr>
        <p:spPr>
          <a:xfrm>
            <a:off x="3631408" y="1902826"/>
            <a:ext cx="461645" cy="354965"/>
          </a:xfrm>
          <a:prstGeom prst="rect">
            <a:avLst/>
          </a:prstGeom>
        </p:spPr>
        <p:txBody>
          <a:bodyPr vert="horz" wrap="square" lIns="0" tIns="0" rIns="0" bIns="0" rtlCol="0">
            <a:spAutoFit/>
          </a:bodyPr>
          <a:lstStyle/>
          <a:p>
            <a:pPr marL="12700">
              <a:lnSpc>
                <a:spcPct val="100000"/>
              </a:lnSpc>
            </a:pPr>
            <a:r>
              <a:rPr sz="2550" i="1" dirty="0">
                <a:latin typeface="Times New Roman"/>
                <a:cs typeface="Times New Roman"/>
              </a:rPr>
              <a:t>J</a:t>
            </a:r>
            <a:r>
              <a:rPr sz="2550" i="1" spc="245" dirty="0">
                <a:latin typeface="Times New Roman"/>
                <a:cs typeface="Times New Roman"/>
              </a:rPr>
              <a:t> </a:t>
            </a:r>
            <a:r>
              <a:rPr sz="2550" dirty="0">
                <a:latin typeface="Symbol"/>
                <a:cs typeface="Symbol"/>
              </a:rPr>
              <a:t></a:t>
            </a:r>
            <a:endParaRPr sz="2550">
              <a:latin typeface="Symbol"/>
              <a:cs typeface="Symbol"/>
            </a:endParaRPr>
          </a:p>
        </p:txBody>
      </p:sp>
      <p:sp>
        <p:nvSpPr>
          <p:cNvPr id="8" name="object 8"/>
          <p:cNvSpPr txBox="1"/>
          <p:nvPr/>
        </p:nvSpPr>
        <p:spPr>
          <a:xfrm>
            <a:off x="535940" y="2272614"/>
            <a:ext cx="8049895" cy="3596004"/>
          </a:xfrm>
          <a:prstGeom prst="rect">
            <a:avLst/>
          </a:prstGeom>
        </p:spPr>
        <p:txBody>
          <a:bodyPr vert="horz" wrap="square" lIns="0" tIns="0" rIns="0" bIns="0" rtlCol="0">
            <a:spAutoFit/>
          </a:bodyPr>
          <a:lstStyle/>
          <a:p>
            <a:pPr marR="431165" algn="ctr">
              <a:lnSpc>
                <a:spcPct val="100000"/>
              </a:lnSpc>
            </a:pPr>
            <a:r>
              <a:rPr sz="2200" i="1" spc="110" dirty="0">
                <a:latin typeface="Times New Roman"/>
                <a:cs typeface="Times New Roman"/>
              </a:rPr>
              <a:t>i</a:t>
            </a:r>
            <a:r>
              <a:rPr sz="2200" spc="30" dirty="0">
                <a:latin typeface="Symbol"/>
                <a:cs typeface="Symbol"/>
              </a:rPr>
              <a:t></a:t>
            </a:r>
            <a:r>
              <a:rPr sz="2200" dirty="0">
                <a:latin typeface="Times New Roman"/>
                <a:cs typeface="Times New Roman"/>
              </a:rPr>
              <a:t>0</a:t>
            </a:r>
          </a:p>
          <a:p>
            <a:pPr>
              <a:lnSpc>
                <a:spcPct val="100000"/>
              </a:lnSpc>
              <a:spcBef>
                <a:spcPts val="50"/>
              </a:spcBef>
            </a:pPr>
            <a:endParaRPr sz="2350" dirty="0">
              <a:latin typeface="Times New Roman"/>
              <a:cs typeface="Times New Roman"/>
            </a:endParaRPr>
          </a:p>
          <a:p>
            <a:pPr marL="241300" indent="-228600">
              <a:lnSpc>
                <a:spcPct val="100000"/>
              </a:lnSpc>
              <a:buClr>
                <a:srgbClr val="ADB3B8"/>
              </a:buClr>
              <a:buFont typeface="Arial"/>
              <a:buChar char="•"/>
              <a:tabLst>
                <a:tab pos="241300" algn="l"/>
              </a:tabLst>
            </a:pPr>
            <a:r>
              <a:rPr sz="2600" spc="5" dirty="0">
                <a:latin typeface="Calibri"/>
                <a:cs typeface="Calibri"/>
              </a:rPr>
              <a:t>L</a:t>
            </a:r>
            <a:r>
              <a:rPr sz="2600" dirty="0">
                <a:latin typeface="Calibri"/>
                <a:cs typeface="Calibri"/>
              </a:rPr>
              <a:t>i</a:t>
            </a:r>
            <a:r>
              <a:rPr sz="2600" spc="-25" dirty="0">
                <a:latin typeface="Calibri"/>
                <a:cs typeface="Calibri"/>
              </a:rPr>
              <a:t>n</a:t>
            </a:r>
            <a:r>
              <a:rPr sz="2600" spc="-10" dirty="0">
                <a:latin typeface="Calibri"/>
                <a:cs typeface="Calibri"/>
              </a:rPr>
              <a:t>e</a:t>
            </a:r>
            <a:r>
              <a:rPr sz="2600" spc="-25" dirty="0">
                <a:latin typeface="Calibri"/>
                <a:cs typeface="Calibri"/>
              </a:rPr>
              <a:t>a</a:t>
            </a:r>
            <a:r>
              <a:rPr sz="2600" spc="-10" dirty="0">
                <a:latin typeface="Calibri"/>
                <a:cs typeface="Calibri"/>
              </a:rPr>
              <a:t>r</a:t>
            </a:r>
            <a:r>
              <a:rPr sz="2600" spc="-80" dirty="0">
                <a:latin typeface="Times New Roman"/>
                <a:cs typeface="Times New Roman"/>
              </a:rPr>
              <a:t> </a:t>
            </a:r>
            <a:r>
              <a:rPr sz="2600" spc="-30" dirty="0">
                <a:latin typeface="Calibri"/>
                <a:cs typeface="Calibri"/>
              </a:rPr>
              <a:t>Q</a:t>
            </a:r>
            <a:r>
              <a:rPr sz="2600" spc="-10" dirty="0">
                <a:latin typeface="Calibri"/>
                <a:cs typeface="Calibri"/>
              </a:rPr>
              <a:t>uad</a:t>
            </a:r>
            <a:r>
              <a:rPr sz="2600" spc="-70" dirty="0">
                <a:latin typeface="Calibri"/>
                <a:cs typeface="Calibri"/>
              </a:rPr>
              <a:t>r</a:t>
            </a:r>
            <a:r>
              <a:rPr sz="2600" spc="-30" dirty="0">
                <a:latin typeface="Calibri"/>
                <a:cs typeface="Calibri"/>
              </a:rPr>
              <a:t>a</a:t>
            </a:r>
            <a:r>
              <a:rPr sz="2600" spc="-5" dirty="0">
                <a:latin typeface="Calibri"/>
                <a:cs typeface="Calibri"/>
              </a:rPr>
              <a:t>t</a:t>
            </a:r>
            <a:r>
              <a:rPr sz="2600" dirty="0">
                <a:latin typeface="Calibri"/>
                <a:cs typeface="Calibri"/>
              </a:rPr>
              <a:t>i</a:t>
            </a:r>
            <a:r>
              <a:rPr sz="2600" spc="-15" dirty="0">
                <a:latin typeface="Calibri"/>
                <a:cs typeface="Calibri"/>
              </a:rPr>
              <a:t>c</a:t>
            </a:r>
            <a:r>
              <a:rPr sz="2600" spc="-10" dirty="0">
                <a:latin typeface="Times New Roman"/>
                <a:cs typeface="Times New Roman"/>
              </a:rPr>
              <a:t> </a:t>
            </a:r>
            <a:r>
              <a:rPr sz="2600" spc="-10" dirty="0">
                <a:latin typeface="Calibri"/>
                <a:cs typeface="Calibri"/>
              </a:rPr>
              <a:t>(</a:t>
            </a:r>
            <a:r>
              <a:rPr sz="2600" spc="-55" dirty="0">
                <a:latin typeface="Calibri"/>
                <a:cs typeface="Calibri"/>
              </a:rPr>
              <a:t>L</a:t>
            </a:r>
            <a:r>
              <a:rPr sz="2600" spc="10" dirty="0">
                <a:latin typeface="Calibri"/>
                <a:cs typeface="Calibri"/>
              </a:rPr>
              <a:t>Q</a:t>
            </a:r>
            <a:r>
              <a:rPr sz="2600" dirty="0">
                <a:latin typeface="Calibri"/>
                <a:cs typeface="Calibri"/>
              </a:rPr>
              <a:t>)</a:t>
            </a:r>
            <a:r>
              <a:rPr sz="2600" spc="-60" dirty="0">
                <a:latin typeface="Times New Roman"/>
                <a:cs typeface="Times New Roman"/>
              </a:rPr>
              <a:t> </a:t>
            </a:r>
            <a:r>
              <a:rPr sz="2600" spc="-25" dirty="0">
                <a:latin typeface="Calibri"/>
                <a:cs typeface="Calibri"/>
              </a:rPr>
              <a:t>p</a:t>
            </a:r>
            <a:r>
              <a:rPr sz="2600" spc="-10" dirty="0">
                <a:latin typeface="Calibri"/>
                <a:cs typeface="Calibri"/>
              </a:rPr>
              <a:t>e</a:t>
            </a:r>
            <a:r>
              <a:rPr sz="2600" spc="-20" dirty="0">
                <a:latin typeface="Calibri"/>
                <a:cs typeface="Calibri"/>
              </a:rPr>
              <a:t>r</a:t>
            </a:r>
            <a:r>
              <a:rPr sz="2600" spc="-55" dirty="0">
                <a:latin typeface="Calibri"/>
                <a:cs typeface="Calibri"/>
              </a:rPr>
              <a:t>f</a:t>
            </a:r>
            <a:r>
              <a:rPr sz="2600" spc="5" dirty="0">
                <a:latin typeface="Calibri"/>
                <a:cs typeface="Calibri"/>
              </a:rPr>
              <a:t>o</a:t>
            </a:r>
            <a:r>
              <a:rPr sz="2600" spc="-20" dirty="0">
                <a:latin typeface="Calibri"/>
                <a:cs typeface="Calibri"/>
              </a:rPr>
              <a:t>r</a:t>
            </a:r>
            <a:r>
              <a:rPr sz="2600" spc="-25" dirty="0">
                <a:latin typeface="Calibri"/>
                <a:cs typeface="Calibri"/>
              </a:rPr>
              <a:t>m</a:t>
            </a:r>
            <a:r>
              <a:rPr sz="2600" spc="-10" dirty="0">
                <a:latin typeface="Calibri"/>
                <a:cs typeface="Calibri"/>
              </a:rPr>
              <a:t>an</a:t>
            </a:r>
            <a:r>
              <a:rPr sz="2600" spc="-5" dirty="0">
                <a:latin typeface="Calibri"/>
                <a:cs typeface="Calibri"/>
              </a:rPr>
              <a:t>c</a:t>
            </a:r>
            <a:r>
              <a:rPr sz="2600" spc="-15" dirty="0">
                <a:latin typeface="Calibri"/>
                <a:cs typeface="Calibri"/>
              </a:rPr>
              <a:t>e</a:t>
            </a:r>
            <a:r>
              <a:rPr sz="2600" spc="-65" dirty="0">
                <a:latin typeface="Times New Roman"/>
                <a:cs typeface="Times New Roman"/>
              </a:rPr>
              <a:t> </a:t>
            </a:r>
            <a:r>
              <a:rPr sz="2600" spc="-15" dirty="0">
                <a:latin typeface="Calibri"/>
                <a:cs typeface="Calibri"/>
              </a:rPr>
              <a:t>c</a:t>
            </a:r>
            <a:r>
              <a:rPr sz="2600" spc="-20" dirty="0">
                <a:latin typeface="Calibri"/>
                <a:cs typeface="Calibri"/>
              </a:rPr>
              <a:t>r</a:t>
            </a:r>
            <a:r>
              <a:rPr sz="2600" dirty="0">
                <a:latin typeface="Calibri"/>
                <a:cs typeface="Calibri"/>
              </a:rPr>
              <a:t>i</a:t>
            </a:r>
            <a:r>
              <a:rPr sz="2600" spc="-25" dirty="0">
                <a:latin typeface="Calibri"/>
                <a:cs typeface="Calibri"/>
              </a:rPr>
              <a:t>t</a:t>
            </a:r>
            <a:r>
              <a:rPr sz="2600" spc="-10" dirty="0">
                <a:latin typeface="Calibri"/>
                <a:cs typeface="Calibri"/>
              </a:rPr>
              <a:t>e</a:t>
            </a:r>
            <a:r>
              <a:rPr sz="2600" spc="-20" dirty="0">
                <a:latin typeface="Calibri"/>
                <a:cs typeface="Calibri"/>
              </a:rPr>
              <a:t>r</a:t>
            </a:r>
            <a:r>
              <a:rPr sz="2600" dirty="0">
                <a:latin typeface="Calibri"/>
                <a:cs typeface="Calibri"/>
              </a:rPr>
              <a:t>i</a:t>
            </a:r>
            <a:r>
              <a:rPr sz="2600" spc="5" dirty="0">
                <a:latin typeface="Calibri"/>
                <a:cs typeface="Calibri"/>
              </a:rPr>
              <a:t>o</a:t>
            </a:r>
            <a:r>
              <a:rPr sz="2600" dirty="0">
                <a:latin typeface="Calibri"/>
                <a:cs typeface="Calibri"/>
              </a:rPr>
              <a:t>n</a:t>
            </a:r>
          </a:p>
          <a:p>
            <a:pPr marL="241300" marR="5080" indent="-228600">
              <a:lnSpc>
                <a:spcPts val="2800"/>
              </a:lnSpc>
              <a:spcBef>
                <a:spcPts val="1060"/>
              </a:spcBef>
              <a:buClr>
                <a:srgbClr val="ADB3B8"/>
              </a:buClr>
              <a:buFont typeface="Arial"/>
              <a:buChar char="•"/>
              <a:tabLst>
                <a:tab pos="241300" algn="l"/>
              </a:tabLst>
            </a:pPr>
            <a:r>
              <a:rPr sz="2600" b="1" i="1" dirty="0">
                <a:latin typeface="Calibri"/>
                <a:cs typeface="Calibri"/>
              </a:rPr>
              <a:t>Q</a:t>
            </a:r>
            <a:r>
              <a:rPr sz="2600" b="1" i="1" spc="-50" dirty="0">
                <a:latin typeface="Times New Roman"/>
                <a:cs typeface="Times New Roman"/>
              </a:rPr>
              <a:t> </a:t>
            </a:r>
            <a:r>
              <a:rPr sz="2600" dirty="0">
                <a:latin typeface="Calibri"/>
                <a:cs typeface="Calibri"/>
              </a:rPr>
              <a:t>is</a:t>
            </a:r>
            <a:r>
              <a:rPr sz="2600" spc="-70" dirty="0">
                <a:latin typeface="Times New Roman"/>
                <a:cs typeface="Times New Roman"/>
              </a:rPr>
              <a:t> </a:t>
            </a:r>
            <a:r>
              <a:rPr sz="2600" dirty="0">
                <a:latin typeface="Calibri"/>
                <a:cs typeface="Calibri"/>
              </a:rPr>
              <a:t>a</a:t>
            </a:r>
            <a:r>
              <a:rPr sz="2600" spc="-80" dirty="0">
                <a:latin typeface="Times New Roman"/>
                <a:cs typeface="Times New Roman"/>
              </a:rPr>
              <a:t> </a:t>
            </a:r>
            <a:r>
              <a:rPr sz="2600" spc="-40" dirty="0">
                <a:latin typeface="Calibri"/>
                <a:cs typeface="Calibri"/>
              </a:rPr>
              <a:t>s</a:t>
            </a:r>
            <a:r>
              <a:rPr sz="2600" spc="-20" dirty="0">
                <a:latin typeface="Calibri"/>
                <a:cs typeface="Calibri"/>
              </a:rPr>
              <a:t>ymm</a:t>
            </a:r>
            <a:r>
              <a:rPr sz="2600" spc="-30" dirty="0">
                <a:latin typeface="Calibri"/>
                <a:cs typeface="Calibri"/>
              </a:rPr>
              <a:t>e</a:t>
            </a:r>
            <a:r>
              <a:rPr sz="2600" spc="-5" dirty="0">
                <a:latin typeface="Calibri"/>
                <a:cs typeface="Calibri"/>
              </a:rPr>
              <a:t>t</a:t>
            </a:r>
            <a:r>
              <a:rPr sz="2600" spc="-20" dirty="0">
                <a:latin typeface="Calibri"/>
                <a:cs typeface="Calibri"/>
              </a:rPr>
              <a:t>r</a:t>
            </a:r>
            <a:r>
              <a:rPr sz="2600" dirty="0">
                <a:latin typeface="Calibri"/>
                <a:cs typeface="Calibri"/>
              </a:rPr>
              <a:t>i</a:t>
            </a:r>
            <a:r>
              <a:rPr sz="2600" spc="-15" dirty="0">
                <a:latin typeface="Calibri"/>
                <a:cs typeface="Calibri"/>
              </a:rPr>
              <a:t>c</a:t>
            </a:r>
            <a:r>
              <a:rPr sz="2600" spc="-90" dirty="0">
                <a:latin typeface="Times New Roman"/>
                <a:cs typeface="Times New Roman"/>
              </a:rPr>
              <a:t> </a:t>
            </a:r>
            <a:r>
              <a:rPr sz="2600" spc="-40" dirty="0">
                <a:latin typeface="Calibri"/>
                <a:cs typeface="Calibri"/>
              </a:rPr>
              <a:t>w</a:t>
            </a:r>
            <a:r>
              <a:rPr sz="2600" spc="-10" dirty="0">
                <a:latin typeface="Calibri"/>
                <a:cs typeface="Calibri"/>
              </a:rPr>
              <a:t>e</a:t>
            </a:r>
            <a:r>
              <a:rPr sz="2600" dirty="0">
                <a:latin typeface="Calibri"/>
                <a:cs typeface="Calibri"/>
              </a:rPr>
              <a:t>i</a:t>
            </a:r>
            <a:r>
              <a:rPr sz="2600" spc="-20" dirty="0">
                <a:latin typeface="Calibri"/>
                <a:cs typeface="Calibri"/>
              </a:rPr>
              <a:t>g</a:t>
            </a:r>
            <a:r>
              <a:rPr sz="2600" spc="-30" dirty="0">
                <a:latin typeface="Calibri"/>
                <a:cs typeface="Calibri"/>
              </a:rPr>
              <a:t>h</a:t>
            </a:r>
            <a:r>
              <a:rPr sz="2600" spc="-5" dirty="0">
                <a:latin typeface="Calibri"/>
                <a:cs typeface="Calibri"/>
              </a:rPr>
              <a:t>t</a:t>
            </a:r>
            <a:r>
              <a:rPr sz="2600" dirty="0">
                <a:latin typeface="Calibri"/>
                <a:cs typeface="Calibri"/>
              </a:rPr>
              <a:t>i</a:t>
            </a:r>
            <a:r>
              <a:rPr sz="2600" spc="-10" dirty="0">
                <a:latin typeface="Calibri"/>
                <a:cs typeface="Calibri"/>
              </a:rPr>
              <a:t>n</a:t>
            </a:r>
            <a:r>
              <a:rPr sz="2600" spc="-15" dirty="0">
                <a:latin typeface="Calibri"/>
                <a:cs typeface="Calibri"/>
              </a:rPr>
              <a:t>g</a:t>
            </a:r>
            <a:r>
              <a:rPr sz="2600" spc="-75" dirty="0">
                <a:latin typeface="Times New Roman"/>
                <a:cs typeface="Times New Roman"/>
              </a:rPr>
              <a:t> </a:t>
            </a:r>
            <a:r>
              <a:rPr sz="2600" spc="-25" dirty="0">
                <a:latin typeface="Calibri"/>
                <a:cs typeface="Calibri"/>
              </a:rPr>
              <a:t>m</a:t>
            </a:r>
            <a:r>
              <a:rPr sz="2600" spc="-45" dirty="0">
                <a:latin typeface="Calibri"/>
                <a:cs typeface="Calibri"/>
              </a:rPr>
              <a:t>a</a:t>
            </a:r>
            <a:r>
              <a:rPr sz="2600" spc="-5" dirty="0">
                <a:latin typeface="Calibri"/>
                <a:cs typeface="Calibri"/>
              </a:rPr>
              <a:t>t</a:t>
            </a:r>
            <a:r>
              <a:rPr sz="2600" spc="-20" dirty="0">
                <a:latin typeface="Calibri"/>
                <a:cs typeface="Calibri"/>
              </a:rPr>
              <a:t>r</a:t>
            </a:r>
            <a:r>
              <a:rPr sz="2600" dirty="0">
                <a:latin typeface="Calibri"/>
                <a:cs typeface="Calibri"/>
              </a:rPr>
              <a:t>ix</a:t>
            </a:r>
            <a:r>
              <a:rPr sz="2600" spc="-60" dirty="0">
                <a:latin typeface="Times New Roman"/>
                <a:cs typeface="Times New Roman"/>
              </a:rPr>
              <a:t> </a:t>
            </a:r>
            <a:r>
              <a:rPr sz="2600" spc="-10" dirty="0">
                <a:latin typeface="Calibri"/>
                <a:cs typeface="Calibri"/>
              </a:rPr>
              <a:t>an</a:t>
            </a:r>
            <a:r>
              <a:rPr sz="2600" dirty="0">
                <a:latin typeface="Calibri"/>
                <a:cs typeface="Calibri"/>
              </a:rPr>
              <a:t>d</a:t>
            </a:r>
            <a:r>
              <a:rPr sz="2600" spc="-40" dirty="0">
                <a:latin typeface="Times New Roman"/>
                <a:cs typeface="Times New Roman"/>
              </a:rPr>
              <a:t> </a:t>
            </a:r>
            <a:r>
              <a:rPr sz="2600" i="1" spc="-10" dirty="0">
                <a:latin typeface="Calibri"/>
                <a:cs typeface="Calibri"/>
              </a:rPr>
              <a:t>r</a:t>
            </a:r>
            <a:r>
              <a:rPr sz="2600" i="1" spc="-80" dirty="0">
                <a:latin typeface="Times New Roman"/>
                <a:cs typeface="Times New Roman"/>
              </a:rPr>
              <a:t> </a:t>
            </a:r>
            <a:r>
              <a:rPr sz="2600" dirty="0">
                <a:latin typeface="Calibri"/>
                <a:cs typeface="Calibri"/>
              </a:rPr>
              <a:t>is</a:t>
            </a:r>
            <a:r>
              <a:rPr sz="2600" spc="-70" dirty="0">
                <a:latin typeface="Times New Roman"/>
                <a:cs typeface="Times New Roman"/>
              </a:rPr>
              <a:t> </a:t>
            </a:r>
            <a:r>
              <a:rPr sz="2600" dirty="0">
                <a:latin typeface="Calibri"/>
                <a:cs typeface="Calibri"/>
              </a:rPr>
              <a:t>a</a:t>
            </a:r>
            <a:r>
              <a:rPr sz="2600" spc="-60" dirty="0">
                <a:latin typeface="Times New Roman"/>
                <a:cs typeface="Times New Roman"/>
              </a:rPr>
              <a:t> </a:t>
            </a:r>
            <a:r>
              <a:rPr sz="2600" spc="-10" dirty="0">
                <a:latin typeface="Calibri"/>
                <a:cs typeface="Calibri"/>
              </a:rPr>
              <a:t>p</a:t>
            </a:r>
            <a:r>
              <a:rPr sz="2600" spc="5" dirty="0">
                <a:latin typeface="Calibri"/>
                <a:cs typeface="Calibri"/>
              </a:rPr>
              <a:t>o</a:t>
            </a:r>
            <a:r>
              <a:rPr sz="2600" dirty="0">
                <a:latin typeface="Calibri"/>
                <a:cs typeface="Calibri"/>
              </a:rPr>
              <a:t>si</a:t>
            </a:r>
            <a:r>
              <a:rPr sz="2600" spc="-5" dirty="0">
                <a:latin typeface="Calibri"/>
                <a:cs typeface="Calibri"/>
              </a:rPr>
              <a:t>t</a:t>
            </a:r>
            <a:r>
              <a:rPr sz="2600" dirty="0">
                <a:latin typeface="Calibri"/>
                <a:cs typeface="Calibri"/>
              </a:rPr>
              <a:t>i</a:t>
            </a:r>
            <a:r>
              <a:rPr sz="2600" spc="-30" dirty="0">
                <a:latin typeface="Calibri"/>
                <a:cs typeface="Calibri"/>
              </a:rPr>
              <a:t>v</a:t>
            </a:r>
            <a:r>
              <a:rPr sz="2600" spc="-15" dirty="0">
                <a:latin typeface="Calibri"/>
                <a:cs typeface="Calibri"/>
              </a:rPr>
              <a:t>e</a:t>
            </a:r>
            <a:r>
              <a:rPr sz="2600" spc="-85" dirty="0">
                <a:latin typeface="Times New Roman"/>
                <a:cs typeface="Times New Roman"/>
              </a:rPr>
              <a:t> </a:t>
            </a:r>
            <a:r>
              <a:rPr sz="2600" spc="-15" dirty="0">
                <a:latin typeface="Calibri"/>
                <a:cs typeface="Calibri"/>
              </a:rPr>
              <a:t>s</a:t>
            </a:r>
            <a:r>
              <a:rPr sz="2600" spc="-35" dirty="0">
                <a:latin typeface="Calibri"/>
                <a:cs typeface="Calibri"/>
              </a:rPr>
              <a:t>c</a:t>
            </a:r>
            <a:r>
              <a:rPr sz="2600" spc="-10" dirty="0">
                <a:latin typeface="Calibri"/>
                <a:cs typeface="Calibri"/>
              </a:rPr>
              <a:t>a</a:t>
            </a:r>
            <a:r>
              <a:rPr sz="2600" dirty="0">
                <a:latin typeface="Calibri"/>
                <a:cs typeface="Calibri"/>
              </a:rPr>
              <a:t>l</a:t>
            </a:r>
            <a:r>
              <a:rPr sz="2600" spc="-10" dirty="0">
                <a:latin typeface="Calibri"/>
                <a:cs typeface="Calibri"/>
              </a:rPr>
              <a:t>ar</a:t>
            </a:r>
            <a:r>
              <a:rPr sz="2600" spc="-10" dirty="0">
                <a:latin typeface="Times New Roman"/>
                <a:cs typeface="Times New Roman"/>
              </a:rPr>
              <a:t> </a:t>
            </a:r>
            <a:r>
              <a:rPr sz="2600" spc="-40" dirty="0">
                <a:latin typeface="Calibri"/>
                <a:cs typeface="Calibri"/>
              </a:rPr>
              <a:t>w</a:t>
            </a:r>
            <a:r>
              <a:rPr sz="2600" spc="-10" dirty="0">
                <a:latin typeface="Calibri"/>
                <a:cs typeface="Calibri"/>
              </a:rPr>
              <a:t>e</a:t>
            </a:r>
            <a:r>
              <a:rPr sz="2600" dirty="0">
                <a:latin typeface="Calibri"/>
                <a:cs typeface="Calibri"/>
              </a:rPr>
              <a:t>i</a:t>
            </a:r>
            <a:r>
              <a:rPr sz="2600" spc="-5" dirty="0">
                <a:latin typeface="Calibri"/>
                <a:cs typeface="Calibri"/>
              </a:rPr>
              <a:t>g</a:t>
            </a:r>
            <a:r>
              <a:rPr sz="2600" spc="-30" dirty="0">
                <a:latin typeface="Calibri"/>
                <a:cs typeface="Calibri"/>
              </a:rPr>
              <a:t>h</a:t>
            </a:r>
            <a:r>
              <a:rPr sz="2600" spc="-10" dirty="0">
                <a:latin typeface="Calibri"/>
                <a:cs typeface="Calibri"/>
              </a:rPr>
              <a:t>t</a:t>
            </a:r>
            <a:r>
              <a:rPr sz="2600" spc="-65" dirty="0">
                <a:latin typeface="Times New Roman"/>
                <a:cs typeface="Times New Roman"/>
              </a:rPr>
              <a:t> </a:t>
            </a:r>
            <a:r>
              <a:rPr sz="2600" spc="-10" dirty="0">
                <a:latin typeface="Calibri"/>
                <a:cs typeface="Calibri"/>
              </a:rPr>
              <a:t>(</a:t>
            </a:r>
            <a:r>
              <a:rPr sz="2600" spc="5" dirty="0">
                <a:latin typeface="Calibri"/>
                <a:cs typeface="Calibri"/>
              </a:rPr>
              <a:t>o</a:t>
            </a:r>
            <a:r>
              <a:rPr sz="2600" spc="-10" dirty="0">
                <a:latin typeface="Calibri"/>
                <a:cs typeface="Calibri"/>
              </a:rPr>
              <a:t>r</a:t>
            </a:r>
            <a:r>
              <a:rPr sz="2600" spc="-60" dirty="0">
                <a:latin typeface="Times New Roman"/>
                <a:cs typeface="Times New Roman"/>
              </a:rPr>
              <a:t> </a:t>
            </a:r>
            <a:r>
              <a:rPr sz="2600" spc="-25" dirty="0">
                <a:latin typeface="Calibri"/>
                <a:cs typeface="Calibri"/>
              </a:rPr>
              <a:t>m</a:t>
            </a:r>
            <a:r>
              <a:rPr sz="2600" spc="-30" dirty="0">
                <a:latin typeface="Calibri"/>
                <a:cs typeface="Calibri"/>
              </a:rPr>
              <a:t>a</a:t>
            </a:r>
            <a:r>
              <a:rPr sz="2600" spc="-5" dirty="0">
                <a:latin typeface="Calibri"/>
                <a:cs typeface="Calibri"/>
              </a:rPr>
              <a:t>t</a:t>
            </a:r>
            <a:r>
              <a:rPr sz="2600" spc="-20" dirty="0">
                <a:latin typeface="Calibri"/>
                <a:cs typeface="Calibri"/>
              </a:rPr>
              <a:t>r</a:t>
            </a:r>
            <a:r>
              <a:rPr sz="2600" dirty="0">
                <a:latin typeface="Calibri"/>
                <a:cs typeface="Calibri"/>
              </a:rPr>
              <a:t>ix</a:t>
            </a:r>
            <a:r>
              <a:rPr sz="2600" spc="-60" dirty="0">
                <a:latin typeface="Times New Roman"/>
                <a:cs typeface="Times New Roman"/>
              </a:rPr>
              <a:t> </a:t>
            </a:r>
            <a:r>
              <a:rPr sz="2600" dirty="0">
                <a:latin typeface="Calibri"/>
                <a:cs typeface="Calibri"/>
              </a:rPr>
              <a:t>in</a:t>
            </a:r>
            <a:r>
              <a:rPr sz="2600" spc="-8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spc="-10" dirty="0">
                <a:latin typeface="Calibri"/>
                <a:cs typeface="Calibri"/>
              </a:rPr>
              <a:t>u</a:t>
            </a:r>
            <a:r>
              <a:rPr sz="2600" dirty="0">
                <a:latin typeface="Calibri"/>
                <a:cs typeface="Calibri"/>
              </a:rPr>
              <a:t>l</a:t>
            </a:r>
            <a:r>
              <a:rPr sz="2600" spc="-5" dirty="0">
                <a:latin typeface="Calibri"/>
                <a:cs typeface="Calibri"/>
              </a:rPr>
              <a:t>t</a:t>
            </a:r>
            <a:r>
              <a:rPr sz="2600" dirty="0">
                <a:latin typeface="Calibri"/>
                <a:cs typeface="Calibri"/>
              </a:rPr>
              <a:t>i</a:t>
            </a:r>
            <a:r>
              <a:rPr sz="2600" spc="-50" dirty="0">
                <a:latin typeface="Calibri"/>
                <a:cs typeface="Calibri"/>
              </a:rPr>
              <a:t>v</a:t>
            </a:r>
            <a:r>
              <a:rPr sz="2600" spc="-25" dirty="0">
                <a:latin typeface="Calibri"/>
                <a:cs typeface="Calibri"/>
              </a:rPr>
              <a:t>ar</a:t>
            </a:r>
            <a:r>
              <a:rPr sz="2600" dirty="0">
                <a:latin typeface="Calibri"/>
                <a:cs typeface="Calibri"/>
              </a:rPr>
              <a:t>i</a:t>
            </a:r>
            <a:r>
              <a:rPr sz="2600" spc="-10" dirty="0">
                <a:latin typeface="Calibri"/>
                <a:cs typeface="Calibri"/>
              </a:rPr>
              <a:t>ab</a:t>
            </a:r>
            <a:r>
              <a:rPr sz="2600" dirty="0">
                <a:latin typeface="Calibri"/>
                <a:cs typeface="Calibri"/>
              </a:rPr>
              <a:t>l</a:t>
            </a:r>
            <a:r>
              <a:rPr sz="2600" spc="-15" dirty="0">
                <a:latin typeface="Calibri"/>
                <a:cs typeface="Calibri"/>
              </a:rPr>
              <a:t>e</a:t>
            </a:r>
            <a:r>
              <a:rPr sz="2600" spc="-45" dirty="0">
                <a:latin typeface="Times New Roman"/>
                <a:cs typeface="Times New Roman"/>
              </a:rPr>
              <a:t> </a:t>
            </a:r>
            <a:r>
              <a:rPr sz="2600" spc="-35" dirty="0">
                <a:latin typeface="Calibri"/>
                <a:cs typeface="Calibri"/>
              </a:rPr>
              <a:t>c</a:t>
            </a:r>
            <a:r>
              <a:rPr sz="2600" spc="-10" dirty="0">
                <a:latin typeface="Calibri"/>
                <a:cs typeface="Calibri"/>
              </a:rPr>
              <a:t>a</a:t>
            </a:r>
            <a:r>
              <a:rPr sz="2600" dirty="0">
                <a:latin typeface="Calibri"/>
                <a:cs typeface="Calibri"/>
              </a:rPr>
              <a:t>s</a:t>
            </a:r>
            <a:r>
              <a:rPr sz="2600" spc="-10" dirty="0">
                <a:latin typeface="Calibri"/>
                <a:cs typeface="Calibri"/>
              </a:rPr>
              <a:t>e</a:t>
            </a:r>
            <a:r>
              <a:rPr sz="2600" dirty="0">
                <a:latin typeface="Calibri"/>
                <a:cs typeface="Calibri"/>
              </a:rPr>
              <a:t>)</a:t>
            </a:r>
          </a:p>
          <a:p>
            <a:pPr marL="241300" marR="108585" indent="-228600">
              <a:lnSpc>
                <a:spcPts val="2820"/>
              </a:lnSpc>
              <a:spcBef>
                <a:spcPts val="980"/>
              </a:spcBef>
              <a:buClr>
                <a:srgbClr val="ADB3B8"/>
              </a:buClr>
              <a:buFont typeface="Arial"/>
              <a:buChar char="•"/>
              <a:tabLst>
                <a:tab pos="241300" algn="l"/>
              </a:tabLst>
            </a:pPr>
            <a:r>
              <a:rPr sz="2600" spc="-120" dirty="0">
                <a:latin typeface="Calibri"/>
                <a:cs typeface="Calibri"/>
              </a:rPr>
              <a:t>W</a:t>
            </a:r>
            <a:r>
              <a:rPr sz="2600" spc="-10" dirty="0">
                <a:latin typeface="Calibri"/>
                <a:cs typeface="Calibri"/>
              </a:rPr>
              <a:t>e</a:t>
            </a:r>
            <a:r>
              <a:rPr sz="2600" dirty="0">
                <a:latin typeface="Calibri"/>
                <a:cs typeface="Calibri"/>
              </a:rPr>
              <a:t>i</a:t>
            </a:r>
            <a:r>
              <a:rPr sz="2600" spc="-5" dirty="0">
                <a:latin typeface="Calibri"/>
                <a:cs typeface="Calibri"/>
              </a:rPr>
              <a:t>g</a:t>
            </a:r>
            <a:r>
              <a:rPr sz="2600" spc="-30" dirty="0">
                <a:latin typeface="Calibri"/>
                <a:cs typeface="Calibri"/>
              </a:rPr>
              <a:t>h</a:t>
            </a:r>
            <a:r>
              <a:rPr sz="2600" spc="-5" dirty="0">
                <a:latin typeface="Calibri"/>
                <a:cs typeface="Calibri"/>
              </a:rPr>
              <a:t>t</a:t>
            </a:r>
            <a:r>
              <a:rPr sz="2600" dirty="0">
                <a:latin typeface="Calibri"/>
                <a:cs typeface="Calibri"/>
              </a:rPr>
              <a:t>s</a:t>
            </a:r>
            <a:r>
              <a:rPr sz="2600" spc="-90" dirty="0">
                <a:latin typeface="Times New Roman"/>
                <a:cs typeface="Times New Roman"/>
              </a:rPr>
              <a:t> </a:t>
            </a:r>
            <a:r>
              <a:rPr sz="2600" spc="-35" dirty="0">
                <a:latin typeface="Calibri"/>
                <a:cs typeface="Calibri"/>
              </a:rPr>
              <a:t>c</a:t>
            </a:r>
            <a:r>
              <a:rPr sz="2600" spc="-10" dirty="0">
                <a:latin typeface="Calibri"/>
                <a:cs typeface="Calibri"/>
              </a:rPr>
              <a:t>a</a:t>
            </a:r>
            <a:r>
              <a:rPr sz="2600" dirty="0">
                <a:latin typeface="Calibri"/>
                <a:cs typeface="Calibri"/>
              </a:rPr>
              <a:t>n</a:t>
            </a:r>
            <a:r>
              <a:rPr sz="2600" spc="-60" dirty="0">
                <a:latin typeface="Times New Roman"/>
                <a:cs typeface="Times New Roman"/>
              </a:rPr>
              <a:t> </a:t>
            </a:r>
            <a:r>
              <a:rPr sz="2600" spc="-25" dirty="0">
                <a:latin typeface="Calibri"/>
                <a:cs typeface="Calibri"/>
              </a:rPr>
              <a:t>b</a:t>
            </a:r>
            <a:r>
              <a:rPr sz="2600" spc="-15" dirty="0">
                <a:latin typeface="Calibri"/>
                <a:cs typeface="Calibri"/>
              </a:rPr>
              <a:t>e</a:t>
            </a:r>
            <a:r>
              <a:rPr sz="2600" spc="-65" dirty="0">
                <a:latin typeface="Times New Roman"/>
                <a:cs typeface="Times New Roman"/>
              </a:rPr>
              <a:t> </a:t>
            </a:r>
            <a:r>
              <a:rPr sz="2600" spc="-15" dirty="0">
                <a:latin typeface="Calibri"/>
                <a:cs typeface="Calibri"/>
              </a:rPr>
              <a:t>c</a:t>
            </a:r>
            <a:r>
              <a:rPr sz="2600" spc="-10" dirty="0">
                <a:latin typeface="Calibri"/>
                <a:cs typeface="Calibri"/>
              </a:rPr>
              <a:t>h</a:t>
            </a:r>
            <a:r>
              <a:rPr sz="2600" spc="5" dirty="0">
                <a:latin typeface="Calibri"/>
                <a:cs typeface="Calibri"/>
              </a:rPr>
              <a:t>o</a:t>
            </a:r>
            <a:r>
              <a:rPr sz="2600" dirty="0">
                <a:latin typeface="Calibri"/>
                <a:cs typeface="Calibri"/>
              </a:rPr>
              <a:t>s</a:t>
            </a:r>
            <a:r>
              <a:rPr sz="2600" spc="-10" dirty="0">
                <a:latin typeface="Calibri"/>
                <a:cs typeface="Calibri"/>
              </a:rPr>
              <a:t>e</a:t>
            </a:r>
            <a:r>
              <a:rPr sz="2600" dirty="0">
                <a:latin typeface="Calibri"/>
                <a:cs typeface="Calibri"/>
              </a:rPr>
              <a:t>n</a:t>
            </a:r>
            <a:r>
              <a:rPr sz="2600" spc="-100" dirty="0">
                <a:latin typeface="Times New Roman"/>
                <a:cs typeface="Times New Roman"/>
              </a:rPr>
              <a:t> </a:t>
            </a:r>
            <a:r>
              <a:rPr sz="2600" spc="-30" dirty="0">
                <a:latin typeface="Calibri"/>
                <a:cs typeface="Calibri"/>
              </a:rPr>
              <a:t>b</a:t>
            </a:r>
            <a:r>
              <a:rPr sz="2600" spc="-15" dirty="0">
                <a:latin typeface="Calibri"/>
                <a:cs typeface="Calibri"/>
              </a:rPr>
              <a:t>y</a:t>
            </a:r>
            <a:r>
              <a:rPr sz="2600" spc="-5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d</a:t>
            </a:r>
            <a:r>
              <a:rPr sz="2600" spc="-10" dirty="0">
                <a:latin typeface="Calibri"/>
                <a:cs typeface="Calibri"/>
              </a:rPr>
              <a:t>e</a:t>
            </a:r>
            <a:r>
              <a:rPr sz="2600" dirty="0">
                <a:latin typeface="Calibri"/>
                <a:cs typeface="Calibri"/>
              </a:rPr>
              <a:t>si</a:t>
            </a:r>
            <a:r>
              <a:rPr sz="2600" spc="-20" dirty="0">
                <a:latin typeface="Calibri"/>
                <a:cs typeface="Calibri"/>
              </a:rPr>
              <a:t>gn</a:t>
            </a:r>
            <a:r>
              <a:rPr sz="2600" spc="-15" dirty="0">
                <a:latin typeface="Calibri"/>
                <a:cs typeface="Calibri"/>
              </a:rPr>
              <a:t>er</a:t>
            </a:r>
            <a:r>
              <a:rPr sz="2600" spc="-100" dirty="0">
                <a:latin typeface="Times New Roman"/>
                <a:cs typeface="Times New Roman"/>
              </a:rPr>
              <a:t> </a:t>
            </a:r>
            <a:r>
              <a:rPr sz="2600" spc="5" dirty="0">
                <a:latin typeface="Calibri"/>
                <a:cs typeface="Calibri"/>
              </a:rPr>
              <a:t>o</a:t>
            </a:r>
            <a:r>
              <a:rPr sz="2600" spc="-10" dirty="0">
                <a:latin typeface="Calibri"/>
                <a:cs typeface="Calibri"/>
              </a:rPr>
              <a:t>r</a:t>
            </a:r>
            <a:r>
              <a:rPr sz="2600" spc="-60" dirty="0">
                <a:latin typeface="Times New Roman"/>
                <a:cs typeface="Times New Roman"/>
              </a:rPr>
              <a:t> </a:t>
            </a:r>
            <a:r>
              <a:rPr sz="2600" spc="-10" dirty="0">
                <a:latin typeface="Calibri"/>
                <a:cs typeface="Calibri"/>
              </a:rPr>
              <a:t>nu</a:t>
            </a:r>
            <a:r>
              <a:rPr sz="2600" dirty="0">
                <a:latin typeface="Calibri"/>
                <a:cs typeface="Calibri"/>
              </a:rPr>
              <a:t>m</a:t>
            </a:r>
            <a:r>
              <a:rPr sz="2600" spc="-10" dirty="0">
                <a:latin typeface="Calibri"/>
                <a:cs typeface="Calibri"/>
              </a:rPr>
              <a:t>e</a:t>
            </a:r>
            <a:r>
              <a:rPr sz="2600" spc="-20" dirty="0">
                <a:latin typeface="Calibri"/>
                <a:cs typeface="Calibri"/>
              </a:rPr>
              <a:t>r</a:t>
            </a:r>
            <a:r>
              <a:rPr sz="2600" dirty="0">
                <a:latin typeface="Calibri"/>
                <a:cs typeface="Calibri"/>
              </a:rPr>
              <a:t>i</a:t>
            </a:r>
            <a:r>
              <a:rPr sz="2600" spc="-35" dirty="0">
                <a:latin typeface="Calibri"/>
                <a:cs typeface="Calibri"/>
              </a:rPr>
              <a:t>c</a:t>
            </a:r>
            <a:r>
              <a:rPr sz="2600" spc="-10" dirty="0">
                <a:latin typeface="Calibri"/>
                <a:cs typeface="Calibri"/>
              </a:rPr>
              <a:t>a</a:t>
            </a:r>
            <a:r>
              <a:rPr sz="2600" dirty="0">
                <a:latin typeface="Calibri"/>
                <a:cs typeface="Calibri"/>
              </a:rPr>
              <a:t>ll</a:t>
            </a:r>
            <a:r>
              <a:rPr sz="2600" spc="-15" dirty="0">
                <a:latin typeface="Calibri"/>
                <a:cs typeface="Calibri"/>
              </a:rPr>
              <a:t>y</a:t>
            </a:r>
            <a:r>
              <a:rPr sz="2600" spc="-10"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imi</a:t>
            </a:r>
            <a:r>
              <a:rPr sz="2600" spc="-15" dirty="0">
                <a:latin typeface="Calibri"/>
                <a:cs typeface="Calibri"/>
              </a:rPr>
              <a:t>s</a:t>
            </a:r>
            <a:r>
              <a:rPr sz="2600" spc="-10" dirty="0">
                <a:latin typeface="Calibri"/>
                <a:cs typeface="Calibri"/>
              </a:rPr>
              <a:t>e</a:t>
            </a:r>
            <a:r>
              <a:rPr sz="2600" dirty="0">
                <a:latin typeface="Calibri"/>
                <a:cs typeface="Calibri"/>
              </a:rPr>
              <a:t>d</a:t>
            </a:r>
            <a:r>
              <a:rPr sz="2600" spc="-100" dirty="0">
                <a:latin typeface="Times New Roman"/>
                <a:cs typeface="Times New Roman"/>
              </a:rPr>
              <a:t> </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dirty="0">
                <a:latin typeface="Calibri"/>
                <a:cs typeface="Calibri"/>
              </a:rPr>
              <a:t>s</a:t>
            </a:r>
            <a:r>
              <a:rPr sz="2600" spc="-30" dirty="0">
                <a:latin typeface="Calibri"/>
                <a:cs typeface="Calibri"/>
              </a:rPr>
              <a:t>a</a:t>
            </a:r>
            <a:r>
              <a:rPr sz="2600" spc="-5" dirty="0">
                <a:latin typeface="Calibri"/>
                <a:cs typeface="Calibri"/>
              </a:rPr>
              <a:t>t</a:t>
            </a:r>
            <a:r>
              <a:rPr sz="2600" dirty="0">
                <a:latin typeface="Calibri"/>
                <a:cs typeface="Calibri"/>
              </a:rPr>
              <a:t>i</a:t>
            </a:r>
            <a:r>
              <a:rPr sz="2600" spc="-20" dirty="0">
                <a:latin typeface="Calibri"/>
                <a:cs typeface="Calibri"/>
              </a:rPr>
              <a:t>s</a:t>
            </a:r>
            <a:r>
              <a:rPr sz="2600" spc="25" dirty="0">
                <a:latin typeface="Calibri"/>
                <a:cs typeface="Calibri"/>
              </a:rPr>
              <a:t>f</a:t>
            </a:r>
            <a:r>
              <a:rPr sz="2600" spc="-15" dirty="0">
                <a:latin typeface="Calibri"/>
                <a:cs typeface="Calibri"/>
              </a:rPr>
              <a:t>y</a:t>
            </a:r>
            <a:r>
              <a:rPr sz="2600" spc="-110" dirty="0">
                <a:latin typeface="Times New Roman"/>
                <a:cs typeface="Times New Roman"/>
              </a:rPr>
              <a:t> </a:t>
            </a:r>
            <a:r>
              <a:rPr sz="2600" dirty="0">
                <a:latin typeface="Calibri"/>
                <a:cs typeface="Calibri"/>
              </a:rPr>
              <a:t>a</a:t>
            </a:r>
            <a:r>
              <a:rPr sz="2600" spc="-55" dirty="0">
                <a:latin typeface="Times New Roman"/>
                <a:cs typeface="Times New Roman"/>
              </a:rPr>
              <a:t> </a:t>
            </a:r>
            <a:r>
              <a:rPr sz="2600" b="1" dirty="0">
                <a:solidFill>
                  <a:srgbClr val="C00000"/>
                </a:solidFill>
                <a:latin typeface="Calibri"/>
                <a:cs typeface="Calibri"/>
              </a:rPr>
              <a:t>w</a:t>
            </a:r>
            <a:r>
              <a:rPr sz="2600" b="1" spc="-15" dirty="0">
                <a:solidFill>
                  <a:srgbClr val="C00000"/>
                </a:solidFill>
                <a:latin typeface="Calibri"/>
                <a:cs typeface="Calibri"/>
              </a:rPr>
              <a:t>id</a:t>
            </a:r>
            <a:r>
              <a:rPr sz="2600" b="1" dirty="0">
                <a:solidFill>
                  <a:srgbClr val="C00000"/>
                </a:solidFill>
                <a:latin typeface="Calibri"/>
                <a:cs typeface="Calibri"/>
              </a:rPr>
              <a:t>e</a:t>
            </a:r>
            <a:r>
              <a:rPr sz="2600" b="1" spc="-60" dirty="0">
                <a:solidFill>
                  <a:srgbClr val="C00000"/>
                </a:solidFill>
                <a:latin typeface="Times New Roman"/>
                <a:cs typeface="Times New Roman"/>
              </a:rPr>
              <a:t> </a:t>
            </a:r>
            <a:r>
              <a:rPr sz="2600" b="1" spc="-65" dirty="0">
                <a:solidFill>
                  <a:srgbClr val="C00000"/>
                </a:solidFill>
                <a:latin typeface="Calibri"/>
                <a:cs typeface="Calibri"/>
              </a:rPr>
              <a:t>r</a:t>
            </a:r>
            <a:r>
              <a:rPr sz="2600" b="1" spc="-20" dirty="0">
                <a:solidFill>
                  <a:srgbClr val="C00000"/>
                </a:solidFill>
                <a:latin typeface="Calibri"/>
                <a:cs typeface="Calibri"/>
              </a:rPr>
              <a:t>a</a:t>
            </a:r>
            <a:r>
              <a:rPr sz="2600" b="1" spc="-15" dirty="0">
                <a:solidFill>
                  <a:srgbClr val="C00000"/>
                </a:solidFill>
                <a:latin typeface="Calibri"/>
                <a:cs typeface="Calibri"/>
              </a:rPr>
              <a:t>ng</a:t>
            </a:r>
            <a:r>
              <a:rPr sz="2600" b="1" dirty="0">
                <a:solidFill>
                  <a:srgbClr val="C00000"/>
                </a:solidFill>
                <a:latin typeface="Calibri"/>
                <a:cs typeface="Calibri"/>
              </a:rPr>
              <a:t>e</a:t>
            </a:r>
            <a:r>
              <a:rPr sz="2600" b="1" spc="-60" dirty="0">
                <a:solidFill>
                  <a:srgbClr val="C00000"/>
                </a:solidFill>
                <a:latin typeface="Times New Roman"/>
                <a:cs typeface="Times New Roman"/>
              </a:rPr>
              <a:t> </a:t>
            </a:r>
            <a:r>
              <a:rPr sz="2600" b="1" spc="-15" dirty="0">
                <a:solidFill>
                  <a:srgbClr val="C00000"/>
                </a:solidFill>
                <a:latin typeface="Calibri"/>
                <a:cs typeface="Calibri"/>
              </a:rPr>
              <a:t>o</a:t>
            </a:r>
            <a:r>
              <a:rPr sz="2600" b="1" dirty="0">
                <a:solidFill>
                  <a:srgbClr val="C00000"/>
                </a:solidFill>
                <a:latin typeface="Calibri"/>
                <a:cs typeface="Calibri"/>
              </a:rPr>
              <a:t>f</a:t>
            </a:r>
            <a:r>
              <a:rPr sz="2600" b="1" spc="-55" dirty="0">
                <a:solidFill>
                  <a:srgbClr val="C00000"/>
                </a:solidFill>
                <a:latin typeface="Times New Roman"/>
                <a:cs typeface="Times New Roman"/>
              </a:rPr>
              <a:t> </a:t>
            </a:r>
            <a:r>
              <a:rPr sz="2600" b="1" spc="-10" dirty="0">
                <a:solidFill>
                  <a:srgbClr val="C00000"/>
                </a:solidFill>
                <a:latin typeface="Calibri"/>
                <a:cs typeface="Calibri"/>
              </a:rPr>
              <a:t>pe</a:t>
            </a:r>
            <a:r>
              <a:rPr sz="2600" b="1" spc="-5" dirty="0">
                <a:solidFill>
                  <a:srgbClr val="C00000"/>
                </a:solidFill>
                <a:latin typeface="Calibri"/>
                <a:cs typeface="Calibri"/>
              </a:rPr>
              <a:t>r</a:t>
            </a:r>
            <a:r>
              <a:rPr sz="2600" b="1" spc="-45" dirty="0">
                <a:solidFill>
                  <a:srgbClr val="C00000"/>
                </a:solidFill>
                <a:latin typeface="Calibri"/>
                <a:cs typeface="Calibri"/>
              </a:rPr>
              <a:t>f</a:t>
            </a:r>
            <a:r>
              <a:rPr sz="2600" b="1" spc="-15" dirty="0">
                <a:solidFill>
                  <a:srgbClr val="C00000"/>
                </a:solidFill>
                <a:latin typeface="Calibri"/>
                <a:cs typeface="Calibri"/>
              </a:rPr>
              <a:t>o</a:t>
            </a:r>
            <a:r>
              <a:rPr sz="2600" b="1" spc="-5" dirty="0">
                <a:solidFill>
                  <a:srgbClr val="C00000"/>
                </a:solidFill>
                <a:latin typeface="Calibri"/>
                <a:cs typeface="Calibri"/>
              </a:rPr>
              <a:t>r</a:t>
            </a:r>
            <a:r>
              <a:rPr sz="2600" b="1" spc="5" dirty="0">
                <a:solidFill>
                  <a:srgbClr val="C00000"/>
                </a:solidFill>
                <a:latin typeface="Calibri"/>
                <a:cs typeface="Calibri"/>
              </a:rPr>
              <a:t>m</a:t>
            </a:r>
            <a:r>
              <a:rPr sz="2600" b="1" spc="-20" dirty="0">
                <a:solidFill>
                  <a:srgbClr val="C00000"/>
                </a:solidFill>
                <a:latin typeface="Calibri"/>
                <a:cs typeface="Calibri"/>
              </a:rPr>
              <a:t>a</a:t>
            </a:r>
            <a:r>
              <a:rPr sz="2600" b="1" spc="-15" dirty="0">
                <a:solidFill>
                  <a:srgbClr val="C00000"/>
                </a:solidFill>
                <a:latin typeface="Calibri"/>
                <a:cs typeface="Calibri"/>
              </a:rPr>
              <a:t>nc</a:t>
            </a:r>
            <a:r>
              <a:rPr sz="2600" b="1" dirty="0">
                <a:solidFill>
                  <a:srgbClr val="C00000"/>
                </a:solidFill>
                <a:latin typeface="Calibri"/>
                <a:cs typeface="Calibri"/>
              </a:rPr>
              <a:t>e</a:t>
            </a:r>
            <a:r>
              <a:rPr sz="2600" b="1" spc="-40" dirty="0">
                <a:solidFill>
                  <a:srgbClr val="C00000"/>
                </a:solidFill>
                <a:latin typeface="Times New Roman"/>
                <a:cs typeface="Times New Roman"/>
              </a:rPr>
              <a:t> </a:t>
            </a:r>
            <a:r>
              <a:rPr sz="2600" b="1" spc="-10" dirty="0">
                <a:solidFill>
                  <a:srgbClr val="C00000"/>
                </a:solidFill>
                <a:latin typeface="Calibri"/>
                <a:cs typeface="Calibri"/>
              </a:rPr>
              <a:t>c</a:t>
            </a:r>
            <a:r>
              <a:rPr sz="2600" b="1" spc="-5" dirty="0">
                <a:solidFill>
                  <a:srgbClr val="C00000"/>
                </a:solidFill>
                <a:latin typeface="Calibri"/>
                <a:cs typeface="Calibri"/>
              </a:rPr>
              <a:t>r</a:t>
            </a:r>
            <a:r>
              <a:rPr sz="2600" b="1" spc="-10" dirty="0">
                <a:solidFill>
                  <a:srgbClr val="C00000"/>
                </a:solidFill>
                <a:latin typeface="Calibri"/>
                <a:cs typeface="Calibri"/>
              </a:rPr>
              <a:t>i</a:t>
            </a:r>
            <a:r>
              <a:rPr sz="2600" b="1" spc="-55" dirty="0">
                <a:solidFill>
                  <a:srgbClr val="C00000"/>
                </a:solidFill>
                <a:latin typeface="Calibri"/>
                <a:cs typeface="Calibri"/>
              </a:rPr>
              <a:t>t</a:t>
            </a:r>
            <a:r>
              <a:rPr sz="2600" b="1" spc="-10" dirty="0">
                <a:solidFill>
                  <a:srgbClr val="C00000"/>
                </a:solidFill>
                <a:latin typeface="Calibri"/>
                <a:cs typeface="Calibri"/>
              </a:rPr>
              <a:t>e</a:t>
            </a:r>
            <a:r>
              <a:rPr sz="2600" b="1" spc="-5" dirty="0">
                <a:solidFill>
                  <a:srgbClr val="C00000"/>
                </a:solidFill>
                <a:latin typeface="Calibri"/>
                <a:cs typeface="Calibri"/>
              </a:rPr>
              <a:t>r</a:t>
            </a:r>
            <a:r>
              <a:rPr sz="2600" b="1" spc="-10" dirty="0">
                <a:solidFill>
                  <a:srgbClr val="C00000"/>
                </a:solidFill>
                <a:latin typeface="Calibri"/>
                <a:cs typeface="Calibri"/>
              </a:rPr>
              <a:t>ia</a:t>
            </a:r>
            <a:endParaRPr sz="2600" dirty="0">
              <a:latin typeface="Calibri"/>
              <a:cs typeface="Calibri"/>
            </a:endParaRPr>
          </a:p>
          <a:p>
            <a:pPr marL="241300" marR="234950" indent="-228600">
              <a:lnSpc>
                <a:spcPts val="2820"/>
              </a:lnSpc>
              <a:spcBef>
                <a:spcPts val="980"/>
              </a:spcBef>
              <a:buClr>
                <a:srgbClr val="ADB3B8"/>
              </a:buClr>
              <a:buFont typeface="Arial"/>
              <a:buChar char="•"/>
              <a:tabLst>
                <a:tab pos="241300" algn="l"/>
              </a:tabLst>
            </a:pPr>
            <a:r>
              <a:rPr sz="2600" spc="-10" dirty="0">
                <a:latin typeface="Calibri"/>
                <a:cs typeface="Calibri"/>
              </a:rPr>
              <a:t>E</a:t>
            </a:r>
            <a:r>
              <a:rPr sz="2600" spc="-50" dirty="0">
                <a:latin typeface="Calibri"/>
                <a:cs typeface="Calibri"/>
              </a:rPr>
              <a:t>x</a:t>
            </a:r>
            <a:r>
              <a:rPr sz="2600" spc="-25" dirty="0">
                <a:latin typeface="Calibri"/>
                <a:cs typeface="Calibri"/>
              </a:rPr>
              <a:t>am</a:t>
            </a:r>
            <a:r>
              <a:rPr sz="2600" spc="-10" dirty="0">
                <a:latin typeface="Calibri"/>
                <a:cs typeface="Calibri"/>
              </a:rPr>
              <a:t>p</a:t>
            </a:r>
            <a:r>
              <a:rPr sz="2600" dirty="0">
                <a:latin typeface="Calibri"/>
                <a:cs typeface="Calibri"/>
              </a:rPr>
              <a:t>l</a:t>
            </a:r>
            <a:r>
              <a:rPr sz="2600" spc="-10" dirty="0">
                <a:latin typeface="Calibri"/>
                <a:cs typeface="Calibri"/>
              </a:rPr>
              <a:t>e:</a:t>
            </a:r>
            <a:r>
              <a:rPr sz="2600" spc="-50" dirty="0">
                <a:latin typeface="Times New Roman"/>
                <a:cs typeface="Times New Roman"/>
              </a:rPr>
              <a:t> </a:t>
            </a:r>
            <a:r>
              <a:rPr sz="2600" spc="-55" dirty="0">
                <a:latin typeface="Calibri"/>
                <a:cs typeface="Calibri"/>
              </a:rPr>
              <a:t>f</a:t>
            </a:r>
            <a:r>
              <a:rPr sz="2600" spc="5" dirty="0">
                <a:latin typeface="Calibri"/>
                <a:cs typeface="Calibri"/>
              </a:rPr>
              <a:t>o</a:t>
            </a:r>
            <a:r>
              <a:rPr sz="2600" spc="-10" dirty="0">
                <a:latin typeface="Calibri"/>
                <a:cs typeface="Calibri"/>
              </a:rPr>
              <a:t>r</a:t>
            </a:r>
            <a:r>
              <a:rPr sz="2600" spc="-80" dirty="0">
                <a:latin typeface="Times New Roman"/>
                <a:cs typeface="Times New Roman"/>
              </a:rPr>
              <a:t> </a:t>
            </a:r>
            <a:r>
              <a:rPr sz="2600" spc="-10" dirty="0">
                <a:latin typeface="Calibri"/>
                <a:cs typeface="Calibri"/>
              </a:rPr>
              <a:t>a</a:t>
            </a:r>
            <a:r>
              <a:rPr sz="2600" dirty="0">
                <a:latin typeface="Calibri"/>
                <a:cs typeface="Calibri"/>
              </a:rPr>
              <a:t>n</a:t>
            </a:r>
            <a:r>
              <a:rPr sz="2600" spc="-60" dirty="0">
                <a:latin typeface="Times New Roman"/>
                <a:cs typeface="Times New Roman"/>
              </a:rPr>
              <a:t> </a:t>
            </a:r>
            <a:r>
              <a:rPr sz="2600" spc="-10" dirty="0">
                <a:latin typeface="Calibri"/>
                <a:cs typeface="Calibri"/>
              </a:rPr>
              <a:t>a</a:t>
            </a:r>
            <a:r>
              <a:rPr sz="2600" dirty="0">
                <a:latin typeface="Calibri"/>
                <a:cs typeface="Calibri"/>
              </a:rPr>
              <a:t>i</a:t>
            </a:r>
            <a:r>
              <a:rPr sz="2600" spc="-60" dirty="0">
                <a:latin typeface="Calibri"/>
                <a:cs typeface="Calibri"/>
              </a:rPr>
              <a:t>r</a:t>
            </a:r>
            <a:r>
              <a:rPr sz="2600" spc="-15" dirty="0">
                <a:latin typeface="Calibri"/>
                <a:cs typeface="Calibri"/>
              </a:rPr>
              <a:t>c</a:t>
            </a:r>
            <a:r>
              <a:rPr sz="2600" spc="-80" dirty="0">
                <a:latin typeface="Calibri"/>
                <a:cs typeface="Calibri"/>
              </a:rPr>
              <a:t>r</a:t>
            </a:r>
            <a:r>
              <a:rPr sz="2600" spc="-30" dirty="0">
                <a:latin typeface="Calibri"/>
                <a:cs typeface="Calibri"/>
              </a:rPr>
              <a:t>a</a:t>
            </a:r>
            <a:r>
              <a:rPr sz="2600" spc="5" dirty="0">
                <a:latin typeface="Calibri"/>
                <a:cs typeface="Calibri"/>
              </a:rPr>
              <a:t>f</a:t>
            </a:r>
            <a:r>
              <a:rPr sz="2600" spc="-10" dirty="0">
                <a:latin typeface="Calibri"/>
                <a:cs typeface="Calibri"/>
              </a:rPr>
              <a:t>t</a:t>
            </a:r>
            <a:r>
              <a:rPr sz="2600" spc="-5"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40" dirty="0">
                <a:latin typeface="Calibri"/>
                <a:cs typeface="Calibri"/>
              </a:rPr>
              <a:t>s</a:t>
            </a:r>
            <a:r>
              <a:rPr sz="2600" spc="-35" dirty="0">
                <a:latin typeface="Calibri"/>
                <a:cs typeface="Calibri"/>
              </a:rPr>
              <a:t>y</a:t>
            </a:r>
            <a:r>
              <a:rPr sz="2600" spc="-20" dirty="0">
                <a:latin typeface="Calibri"/>
                <a:cs typeface="Calibri"/>
              </a:rPr>
              <a:t>s</a:t>
            </a:r>
            <a:r>
              <a:rPr sz="2600" spc="-25" dirty="0">
                <a:latin typeface="Calibri"/>
                <a:cs typeface="Calibri"/>
              </a:rPr>
              <a:t>t</a:t>
            </a:r>
            <a:r>
              <a:rPr sz="2600" spc="-30" dirty="0">
                <a:latin typeface="Calibri"/>
                <a:cs typeface="Calibri"/>
              </a:rPr>
              <a:t>e</a:t>
            </a:r>
            <a:r>
              <a:rPr sz="2600" spc="-15" dirty="0">
                <a:latin typeface="Calibri"/>
                <a:cs typeface="Calibri"/>
              </a:rPr>
              <a:t>m,</a:t>
            </a:r>
            <a:r>
              <a:rPr sz="2600" spc="-120" dirty="0">
                <a:latin typeface="Times New Roman"/>
                <a:cs typeface="Times New Roman"/>
              </a:rPr>
              <a:t> </a:t>
            </a:r>
            <a:r>
              <a:rPr sz="2600" spc="-40" dirty="0">
                <a:latin typeface="Calibri"/>
                <a:cs typeface="Calibri"/>
              </a:rPr>
              <a:t>w</a:t>
            </a:r>
            <a:r>
              <a:rPr sz="2600" spc="-15" dirty="0">
                <a:latin typeface="Calibri"/>
                <a:cs typeface="Calibri"/>
              </a:rPr>
              <a:t>e</a:t>
            </a:r>
            <a:r>
              <a:rPr sz="2600" spc="-65" dirty="0">
                <a:latin typeface="Times New Roman"/>
                <a:cs typeface="Times New Roman"/>
              </a:rPr>
              <a:t> </a:t>
            </a:r>
            <a:r>
              <a:rPr sz="2600" spc="-35" dirty="0">
                <a:latin typeface="Calibri"/>
                <a:cs typeface="Calibri"/>
              </a:rPr>
              <a:t>c</a:t>
            </a:r>
            <a:r>
              <a:rPr sz="2600" spc="-10" dirty="0">
                <a:latin typeface="Calibri"/>
                <a:cs typeface="Calibri"/>
              </a:rPr>
              <a:t>a</a:t>
            </a:r>
            <a:r>
              <a:rPr sz="2600" dirty="0">
                <a:latin typeface="Calibri"/>
                <a:cs typeface="Calibri"/>
              </a:rPr>
              <a:t>n</a:t>
            </a:r>
            <a:r>
              <a:rPr sz="2600" spc="-60" dirty="0">
                <a:latin typeface="Times New Roman"/>
                <a:cs typeface="Times New Roman"/>
              </a:rPr>
              <a:t> </a:t>
            </a:r>
            <a:r>
              <a:rPr sz="2600" spc="-25" dirty="0">
                <a:latin typeface="Calibri"/>
                <a:cs typeface="Calibri"/>
              </a:rPr>
              <a:t>d</a:t>
            </a:r>
            <a:r>
              <a:rPr sz="2600" spc="-10" dirty="0">
                <a:latin typeface="Calibri"/>
                <a:cs typeface="Calibri"/>
              </a:rPr>
              <a:t>e</a:t>
            </a:r>
            <a:r>
              <a:rPr sz="2600" spc="-35" dirty="0">
                <a:latin typeface="Calibri"/>
                <a:cs typeface="Calibri"/>
              </a:rPr>
              <a:t>c</a:t>
            </a:r>
            <a:r>
              <a:rPr sz="2600" spc="5" dirty="0">
                <a:latin typeface="Calibri"/>
                <a:cs typeface="Calibri"/>
              </a:rPr>
              <a:t>o</a:t>
            </a:r>
            <a:r>
              <a:rPr sz="2600" spc="-10" dirty="0">
                <a:latin typeface="Calibri"/>
                <a:cs typeface="Calibri"/>
              </a:rPr>
              <a:t>up</a:t>
            </a:r>
            <a:r>
              <a:rPr sz="2600" dirty="0">
                <a:latin typeface="Calibri"/>
                <a:cs typeface="Calibri"/>
              </a:rPr>
              <a:t>l</a:t>
            </a:r>
            <a:r>
              <a:rPr sz="2600" spc="-15" dirty="0">
                <a:latin typeface="Calibri"/>
                <a:cs typeface="Calibri"/>
              </a:rPr>
              <a:t>e</a:t>
            </a:r>
            <a:r>
              <a:rPr sz="2600" spc="-1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5" dirty="0">
                <a:latin typeface="Calibri"/>
                <a:cs typeface="Calibri"/>
              </a:rPr>
              <a:t>f</a:t>
            </a:r>
            <a:r>
              <a:rPr sz="2600" dirty="0">
                <a:latin typeface="Calibri"/>
                <a:cs typeface="Calibri"/>
              </a:rPr>
              <a:t>li</a:t>
            </a:r>
            <a:r>
              <a:rPr sz="2600" spc="-5" dirty="0">
                <a:latin typeface="Calibri"/>
                <a:cs typeface="Calibri"/>
              </a:rPr>
              <a:t>g</a:t>
            </a:r>
            <a:r>
              <a:rPr sz="2600" spc="-30" dirty="0">
                <a:latin typeface="Calibri"/>
                <a:cs typeface="Calibri"/>
              </a:rPr>
              <a:t>h</a:t>
            </a:r>
            <a:r>
              <a:rPr sz="2600" spc="-10" dirty="0">
                <a:latin typeface="Calibri"/>
                <a:cs typeface="Calibri"/>
              </a:rPr>
              <a:t>t</a:t>
            </a:r>
            <a:r>
              <a:rPr sz="2600" spc="-85" dirty="0">
                <a:latin typeface="Times New Roman"/>
                <a:cs typeface="Times New Roman"/>
              </a:rPr>
              <a:t> </a:t>
            </a:r>
            <a:r>
              <a:rPr sz="2600" spc="-10" dirty="0">
                <a:latin typeface="Calibri"/>
                <a:cs typeface="Calibri"/>
              </a:rPr>
              <a:t>pa</a:t>
            </a:r>
            <a:r>
              <a:rPr sz="2600" spc="-70" dirty="0">
                <a:latin typeface="Calibri"/>
                <a:cs typeface="Calibri"/>
              </a:rPr>
              <a:t>r</a:t>
            </a:r>
            <a:r>
              <a:rPr sz="2600" spc="-25" dirty="0">
                <a:latin typeface="Calibri"/>
                <a:cs typeface="Calibri"/>
              </a:rPr>
              <a:t>am</a:t>
            </a:r>
            <a:r>
              <a:rPr sz="2600" spc="-30" dirty="0">
                <a:latin typeface="Calibri"/>
                <a:cs typeface="Calibri"/>
              </a:rPr>
              <a:t>e</a:t>
            </a:r>
            <a:r>
              <a:rPr sz="2600" spc="-25" dirty="0">
                <a:latin typeface="Calibri"/>
                <a:cs typeface="Calibri"/>
              </a:rPr>
              <a:t>t</a:t>
            </a:r>
            <a:r>
              <a:rPr sz="2600" spc="-10" dirty="0">
                <a:latin typeface="Calibri"/>
                <a:cs typeface="Calibri"/>
              </a:rPr>
              <a:t>e</a:t>
            </a:r>
            <a:r>
              <a:rPr sz="2600" spc="-60" dirty="0">
                <a:latin typeface="Calibri"/>
                <a:cs typeface="Calibri"/>
              </a:rPr>
              <a:t>r</a:t>
            </a:r>
            <a:r>
              <a:rPr sz="2600" dirty="0">
                <a:latin typeface="Calibri"/>
                <a:cs typeface="Calibri"/>
              </a:rPr>
              <a:t>s</a:t>
            </a:r>
            <a:r>
              <a:rPr sz="2600" spc="-50" dirty="0">
                <a:latin typeface="Times New Roman"/>
                <a:cs typeface="Times New Roman"/>
              </a:rPr>
              <a:t> </a:t>
            </a:r>
            <a:r>
              <a:rPr sz="2600" dirty="0">
                <a:latin typeface="Calibri"/>
                <a:cs typeface="Calibri"/>
              </a:rPr>
              <a:t>s</a:t>
            </a:r>
            <a:r>
              <a:rPr sz="2600" spc="-10" dirty="0">
                <a:latin typeface="Calibri"/>
                <a:cs typeface="Calibri"/>
              </a:rPr>
              <a:t>u</a:t>
            </a:r>
            <a:r>
              <a:rPr sz="2600" dirty="0">
                <a:latin typeface="Calibri"/>
                <a:cs typeface="Calibri"/>
              </a:rPr>
              <a:t>ch</a:t>
            </a:r>
            <a:r>
              <a:rPr sz="2600" spc="-80" dirty="0">
                <a:latin typeface="Times New Roman"/>
                <a:cs typeface="Times New Roman"/>
              </a:rPr>
              <a:t> </a:t>
            </a:r>
            <a:r>
              <a:rPr sz="2600" spc="-10" dirty="0">
                <a:latin typeface="Calibri"/>
                <a:cs typeface="Calibri"/>
              </a:rPr>
              <a:t>a</a:t>
            </a:r>
            <a:r>
              <a:rPr sz="2600" dirty="0">
                <a:latin typeface="Calibri"/>
                <a:cs typeface="Calibri"/>
              </a:rPr>
              <a:t>s</a:t>
            </a:r>
            <a:r>
              <a:rPr sz="2600" spc="-50" dirty="0">
                <a:latin typeface="Times New Roman"/>
                <a:cs typeface="Times New Roman"/>
              </a:rPr>
              <a:t> </a:t>
            </a:r>
            <a:r>
              <a:rPr sz="2600" spc="-10" dirty="0">
                <a:latin typeface="Calibri"/>
                <a:cs typeface="Calibri"/>
              </a:rPr>
              <a:t>p</a:t>
            </a:r>
            <a:r>
              <a:rPr sz="2600" dirty="0">
                <a:latin typeface="Calibri"/>
                <a:cs typeface="Calibri"/>
              </a:rPr>
              <a:t>i</a:t>
            </a:r>
            <a:r>
              <a:rPr sz="2600" spc="-45" dirty="0">
                <a:latin typeface="Calibri"/>
                <a:cs typeface="Calibri"/>
              </a:rPr>
              <a:t>t</a:t>
            </a:r>
            <a:r>
              <a:rPr sz="2600" spc="-15" dirty="0">
                <a:latin typeface="Calibri"/>
                <a:cs typeface="Calibri"/>
              </a:rPr>
              <a:t>c</a:t>
            </a:r>
            <a:r>
              <a:rPr sz="2600" dirty="0">
                <a:latin typeface="Calibri"/>
                <a:cs typeface="Calibri"/>
              </a:rPr>
              <a:t>h</a:t>
            </a:r>
            <a:r>
              <a:rPr sz="2600" spc="-80" dirty="0">
                <a:latin typeface="Times New Roman"/>
                <a:cs typeface="Times New Roman"/>
              </a:rPr>
              <a:t> </a:t>
            </a:r>
            <a:r>
              <a:rPr sz="2600" spc="-10" dirty="0">
                <a:latin typeface="Calibri"/>
                <a:cs typeface="Calibri"/>
              </a:rPr>
              <a:t>an</a:t>
            </a:r>
            <a:r>
              <a:rPr sz="2600" dirty="0">
                <a:latin typeface="Calibri"/>
                <a:cs typeface="Calibri"/>
              </a:rPr>
              <a:t>d</a:t>
            </a:r>
            <a:r>
              <a:rPr sz="2600" spc="-40" dirty="0">
                <a:latin typeface="Times New Roman"/>
                <a:cs typeface="Times New Roman"/>
              </a:rPr>
              <a:t> </a:t>
            </a:r>
            <a:r>
              <a:rPr sz="2600" spc="-30" dirty="0">
                <a:latin typeface="Calibri"/>
                <a:cs typeface="Calibri"/>
              </a:rPr>
              <a:t>v</a:t>
            </a:r>
            <a:r>
              <a:rPr sz="2600" spc="-10" dirty="0">
                <a:latin typeface="Calibri"/>
                <a:cs typeface="Calibri"/>
              </a:rPr>
              <a:t>e</a:t>
            </a:r>
            <a:r>
              <a:rPr sz="2600" dirty="0">
                <a:latin typeface="Calibri"/>
                <a:cs typeface="Calibri"/>
              </a:rPr>
              <a:t>l</a:t>
            </a:r>
            <a:r>
              <a:rPr sz="2600" spc="5" dirty="0">
                <a:latin typeface="Calibri"/>
                <a:cs typeface="Calibri"/>
              </a:rPr>
              <a:t>o</a:t>
            </a:r>
            <a:r>
              <a:rPr sz="2600" spc="-15" dirty="0">
                <a:latin typeface="Calibri"/>
                <a:cs typeface="Calibri"/>
              </a:rPr>
              <a:t>c</a:t>
            </a:r>
            <a:r>
              <a:rPr sz="2600" dirty="0">
                <a:latin typeface="Calibri"/>
                <a:cs typeface="Calibri"/>
              </a:rPr>
              <a:t>i</a:t>
            </a:r>
            <a:r>
              <a:rPr sz="2600" spc="-5" dirty="0">
                <a:latin typeface="Calibri"/>
                <a:cs typeface="Calibri"/>
              </a:rPr>
              <a:t>t</a:t>
            </a:r>
            <a:r>
              <a:rPr sz="2600" spc="-15" dirty="0">
                <a:latin typeface="Calibri"/>
                <a:cs typeface="Calibri"/>
              </a:rPr>
              <a:t>y</a:t>
            </a:r>
            <a:endParaRPr sz="2600" dirty="0">
              <a:latin typeface="Calibri"/>
              <a:cs typeface="Calibri"/>
            </a:endParaRPr>
          </a:p>
        </p:txBody>
      </p:sp>
      <p:sp>
        <p:nvSpPr>
          <p:cNvPr id="9" name="object 9"/>
          <p:cNvSpPr txBox="1"/>
          <p:nvPr/>
        </p:nvSpPr>
        <p:spPr>
          <a:xfrm>
            <a:off x="5171754" y="1798019"/>
            <a:ext cx="2199640" cy="306070"/>
          </a:xfrm>
          <a:prstGeom prst="rect">
            <a:avLst/>
          </a:prstGeom>
        </p:spPr>
        <p:txBody>
          <a:bodyPr vert="horz" wrap="square" lIns="0" tIns="0" rIns="0" bIns="0" rtlCol="0">
            <a:spAutoFit/>
          </a:bodyPr>
          <a:lstStyle/>
          <a:p>
            <a:pPr marL="12700">
              <a:lnSpc>
                <a:spcPct val="100000"/>
              </a:lnSpc>
              <a:tabLst>
                <a:tab pos="2045335" algn="l"/>
              </a:tabLst>
            </a:pPr>
            <a:r>
              <a:rPr sz="2200" i="1" dirty="0">
                <a:latin typeface="Times New Roman"/>
                <a:cs typeface="Times New Roman"/>
              </a:rPr>
              <a:t>T</a:t>
            </a:r>
            <a:r>
              <a:rPr sz="2200" dirty="0">
                <a:latin typeface="Times New Roman"/>
                <a:cs typeface="Times New Roman"/>
              </a:rPr>
              <a:t> 	2</a:t>
            </a:r>
            <a:endParaRPr sz="22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FDB38-39ED-52B6-200C-F9A549FD6803}"/>
              </a:ext>
            </a:extLst>
          </p:cNvPr>
          <p:cNvSpPr>
            <a:spLocks noGrp="1"/>
          </p:cNvSpPr>
          <p:nvPr>
            <p:ph type="title"/>
          </p:nvPr>
        </p:nvSpPr>
        <p:spPr>
          <a:xfrm>
            <a:off x="619330" y="381000"/>
            <a:ext cx="7905337" cy="562590"/>
          </a:xfrm>
        </p:spPr>
        <p:txBody>
          <a:bodyPr/>
          <a:lstStyle/>
          <a:p>
            <a:r>
              <a:rPr lang="en-US" b="1" dirty="0"/>
              <a:t>Example: Aircraft Control System</a:t>
            </a:r>
            <a:br>
              <a:rPr lang="en-US" b="1" dirty="0"/>
            </a:br>
            <a:endParaRPr lang="en-US" dirty="0"/>
          </a:p>
        </p:txBody>
      </p:sp>
      <p:sp>
        <p:nvSpPr>
          <p:cNvPr id="3" name="Text Placeholder 2">
            <a:extLst>
              <a:ext uri="{FF2B5EF4-FFF2-40B4-BE49-F238E27FC236}">
                <a16:creationId xmlns:a16="http://schemas.microsoft.com/office/drawing/2014/main" id="{8CD0CD9F-DF37-8664-5E7A-3AB980417528}"/>
              </a:ext>
            </a:extLst>
          </p:cNvPr>
          <p:cNvSpPr>
            <a:spLocks noGrp="1"/>
          </p:cNvSpPr>
          <p:nvPr>
            <p:ph type="body" idx="1"/>
          </p:nvPr>
        </p:nvSpPr>
        <p:spPr>
          <a:xfrm>
            <a:off x="381000" y="1102578"/>
            <a:ext cx="8534400" cy="5755422"/>
          </a:xfrm>
        </p:spPr>
        <p:txBody>
          <a:bodyPr/>
          <a:lstStyle/>
          <a:p>
            <a:r>
              <a:rPr lang="en-US" sz="2200" dirty="0"/>
              <a:t>In aircraft control, LQ control can be used to manage parameters like pitch (angle of ascent/descent) and velocity (speed). By appropriately selecting Q and R, the LQ controller can </a:t>
            </a:r>
            <a:r>
              <a:rPr lang="en-US" sz="2200" i="1" dirty="0"/>
              <a:t>decouple</a:t>
            </a:r>
            <a:r>
              <a:rPr lang="en-US" sz="2200" dirty="0"/>
              <a:t> these parameters, meaning:</a:t>
            </a:r>
          </a:p>
          <a:p>
            <a:endParaRPr lang="en-US" sz="2200" dirty="0"/>
          </a:p>
          <a:p>
            <a:pPr>
              <a:buFont typeface="Arial" panose="020B0604020202020204" pitchFamily="34" charset="0"/>
              <a:buChar char="•"/>
            </a:pPr>
            <a:r>
              <a:rPr lang="en-US" sz="2200" b="1" dirty="0"/>
              <a:t>Pitch Control</a:t>
            </a:r>
            <a:r>
              <a:rPr lang="en-US" sz="2200" dirty="0"/>
              <a:t>: The weight on pitch-related state variables in Q can be increased if we want precise control over the aircraft’s ascent or descent.</a:t>
            </a:r>
          </a:p>
          <a:p>
            <a:pPr>
              <a:buFont typeface="Arial" panose="020B0604020202020204" pitchFamily="34" charset="0"/>
              <a:buChar char="•"/>
            </a:pPr>
            <a:endParaRPr lang="en-US" sz="2200" dirty="0"/>
          </a:p>
          <a:p>
            <a:pPr>
              <a:buFont typeface="Arial" panose="020B0604020202020204" pitchFamily="34" charset="0"/>
              <a:buChar char="•"/>
            </a:pPr>
            <a:r>
              <a:rPr lang="en-US" sz="2200" b="1" dirty="0"/>
              <a:t>Velocity Control</a:t>
            </a:r>
            <a:r>
              <a:rPr lang="en-US" sz="2200" dirty="0"/>
              <a:t>: Similarly, weights on velocity-related states can be adjusted in Q to ensure stable and efficient speed control.</a:t>
            </a:r>
          </a:p>
          <a:p>
            <a:pPr>
              <a:buFont typeface="Arial" panose="020B0604020202020204" pitchFamily="34" charset="0"/>
              <a:buChar char="•"/>
            </a:pPr>
            <a:endParaRPr lang="en-US" sz="2200" dirty="0"/>
          </a:p>
          <a:p>
            <a:r>
              <a:rPr lang="en-US" sz="2200" dirty="0"/>
              <a:t>This decoupling effect allows the controller to manage each aspect of flight independently, optimizing performance in each dimension (pitch and velocity) without interference from the other. </a:t>
            </a:r>
          </a:p>
          <a:p>
            <a:endParaRPr lang="en-US" sz="2200" dirty="0"/>
          </a:p>
          <a:p>
            <a:r>
              <a:rPr lang="en-US" sz="2200" dirty="0"/>
              <a:t>By appropriately balancing Q and R, the system achieves a well-tuned control response for stable and efficient aircraft flight.</a:t>
            </a:r>
          </a:p>
          <a:p>
            <a:endParaRPr lang="en-US" sz="2200" dirty="0"/>
          </a:p>
        </p:txBody>
      </p:sp>
    </p:spTree>
    <p:extLst>
      <p:ext uri="{BB962C8B-B14F-4D97-AF65-F5344CB8AC3E}">
        <p14:creationId xmlns:p14="http://schemas.microsoft.com/office/powerpoint/2010/main" val="103034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8460-F479-55E4-F511-2C54804D2176}"/>
              </a:ext>
            </a:extLst>
          </p:cNvPr>
          <p:cNvSpPr>
            <a:spLocks noGrp="1"/>
          </p:cNvSpPr>
          <p:nvPr>
            <p:ph type="title"/>
          </p:nvPr>
        </p:nvSpPr>
        <p:spPr>
          <a:xfrm>
            <a:off x="619331" y="656610"/>
            <a:ext cx="7905337" cy="523220"/>
          </a:xfrm>
        </p:spPr>
        <p:txBody>
          <a:bodyPr/>
          <a:lstStyle/>
          <a:p>
            <a:r>
              <a:rPr lang="en-US" dirty="0"/>
              <a:t>PIP–LQ control</a:t>
            </a:r>
          </a:p>
        </p:txBody>
      </p:sp>
      <p:sp>
        <p:nvSpPr>
          <p:cNvPr id="3" name="Text Placeholder 2">
            <a:extLst>
              <a:ext uri="{FF2B5EF4-FFF2-40B4-BE49-F238E27FC236}">
                <a16:creationId xmlns:a16="http://schemas.microsoft.com/office/drawing/2014/main" id="{2759A46C-89D4-8086-FDED-D7397332D065}"/>
              </a:ext>
            </a:extLst>
          </p:cNvPr>
          <p:cNvSpPr>
            <a:spLocks noGrp="1"/>
          </p:cNvSpPr>
          <p:nvPr>
            <p:ph type="body" idx="1"/>
          </p:nvPr>
        </p:nvSpPr>
        <p:spPr>
          <a:xfrm>
            <a:off x="687567" y="2095544"/>
            <a:ext cx="7768865" cy="2400657"/>
          </a:xfrm>
        </p:spPr>
        <p:txBody>
          <a:bodyPr/>
          <a:lstStyle/>
          <a:p>
            <a:r>
              <a:rPr lang="en-US" dirty="0"/>
              <a:t>PIP–LQ control, or </a:t>
            </a:r>
            <a:r>
              <a:rPr lang="en-US" i="1" dirty="0"/>
              <a:t>Proportional-Integral-Plus Linear Quadratic</a:t>
            </a:r>
            <a:r>
              <a:rPr lang="en-US" dirty="0"/>
              <a:t> control, is an advanced control approach that combines Proportional-Integral-Plus (PIP) control with Linear Quadratic (LQ) optimization. This hybrid method is particularly useful for controlling dynamic systems with uncertainties or disturbances.</a:t>
            </a:r>
          </a:p>
        </p:txBody>
      </p:sp>
    </p:spTree>
    <p:extLst>
      <p:ext uri="{BB962C8B-B14F-4D97-AF65-F5344CB8AC3E}">
        <p14:creationId xmlns:p14="http://schemas.microsoft.com/office/powerpoint/2010/main" val="223976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9715-93DC-B8BB-15C3-21942556753B}"/>
              </a:ext>
            </a:extLst>
          </p:cNvPr>
          <p:cNvSpPr>
            <a:spLocks noGrp="1"/>
          </p:cNvSpPr>
          <p:nvPr>
            <p:ph type="title"/>
          </p:nvPr>
        </p:nvSpPr>
        <p:spPr>
          <a:xfrm>
            <a:off x="619331" y="381000"/>
            <a:ext cx="7905337" cy="714990"/>
          </a:xfrm>
        </p:spPr>
        <p:txBody>
          <a:bodyPr/>
          <a:lstStyle/>
          <a:p>
            <a:r>
              <a:rPr lang="en-US" b="1" dirty="0"/>
              <a:t>Key Components of PIP–LQ Control</a:t>
            </a:r>
            <a:br>
              <a:rPr lang="en-US" b="1" dirty="0"/>
            </a:br>
            <a:endParaRPr lang="en-US" dirty="0"/>
          </a:p>
        </p:txBody>
      </p:sp>
      <p:sp>
        <p:nvSpPr>
          <p:cNvPr id="3" name="Text Placeholder 2">
            <a:extLst>
              <a:ext uri="{FF2B5EF4-FFF2-40B4-BE49-F238E27FC236}">
                <a16:creationId xmlns:a16="http://schemas.microsoft.com/office/drawing/2014/main" id="{6EF93301-BEA5-AD6F-41EF-3170DB32F2A1}"/>
              </a:ext>
            </a:extLst>
          </p:cNvPr>
          <p:cNvSpPr>
            <a:spLocks noGrp="1"/>
          </p:cNvSpPr>
          <p:nvPr>
            <p:ph type="body" idx="1"/>
          </p:nvPr>
        </p:nvSpPr>
        <p:spPr>
          <a:xfrm>
            <a:off x="586674" y="1066800"/>
            <a:ext cx="7768865" cy="5847755"/>
          </a:xfrm>
        </p:spPr>
        <p:txBody>
          <a:bodyPr/>
          <a:lstStyle/>
          <a:p>
            <a:pPr>
              <a:buFont typeface="+mj-lt"/>
              <a:buAutoNum type="arabicPeriod"/>
            </a:pPr>
            <a:r>
              <a:rPr lang="en-US" sz="2000" b="1" dirty="0"/>
              <a:t>Proportional-Integral-Plus (PIP) Control</a:t>
            </a:r>
            <a:r>
              <a:rPr lang="en-US" sz="2000" dirty="0"/>
              <a:t>: PIP control is an extension of traditional PID control, but it includes terms that account for more complex system dynamics, including integral and derivative feedback. It’s commonly applied to systems with lagged responses or other complexities not easily managed by standard PID control alone.</a:t>
            </a:r>
          </a:p>
          <a:p>
            <a:pPr>
              <a:buFont typeface="+mj-lt"/>
              <a:buAutoNum type="arabicPeriod"/>
            </a:pPr>
            <a:endParaRPr lang="en-US" sz="2000" dirty="0"/>
          </a:p>
          <a:p>
            <a:pPr>
              <a:buFont typeface="+mj-lt"/>
              <a:buAutoNum type="arabicPeriod"/>
            </a:pPr>
            <a:r>
              <a:rPr lang="en-US" sz="2000" b="1" dirty="0"/>
              <a:t>Linear Quadratic (LQ) Optimization</a:t>
            </a:r>
            <a:r>
              <a:rPr lang="en-US" sz="2000" dirty="0"/>
              <a:t>: LQ control uses a cost function that includes terms for state variables and control effort, typically in a quadratic form. The aim is to minimize this cost function, achieving an optimal balance between control performance and control effort. LQ control is typically applied to linear time-invariant systems, but can be adapted for use in PIP control as well.</a:t>
            </a:r>
          </a:p>
          <a:p>
            <a:pPr>
              <a:buFont typeface="+mj-lt"/>
              <a:buAutoNum type="arabicPeriod"/>
            </a:pPr>
            <a:endParaRPr lang="en-US" sz="2000" dirty="0"/>
          </a:p>
          <a:p>
            <a:pPr>
              <a:buFont typeface="+mj-lt"/>
              <a:buAutoNum type="arabicPeriod"/>
            </a:pPr>
            <a:r>
              <a:rPr lang="en-US" sz="2000" b="1" dirty="0"/>
              <a:t>Hybrid Control Strategy</a:t>
            </a:r>
            <a:r>
              <a:rPr lang="en-US" sz="2000" dirty="0"/>
              <a:t>: In PIP–LQ control, the control design uses PIP structure for intuitive, robust control of complex dynamics, while LQ optimization helps ensure optimal performance. This combined approach enhances system stability, robustness to disturbances, and cost efficiency in control efforts.</a:t>
            </a:r>
          </a:p>
          <a:p>
            <a:endParaRPr lang="en-US" sz="2000" dirty="0"/>
          </a:p>
        </p:txBody>
      </p:sp>
    </p:spTree>
    <p:extLst>
      <p:ext uri="{BB962C8B-B14F-4D97-AF65-F5344CB8AC3E}">
        <p14:creationId xmlns:p14="http://schemas.microsoft.com/office/powerpoint/2010/main" val="1990136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9B9507-7303-81E1-AD87-E6FEAF8771F1}"/>
              </a:ext>
            </a:extLst>
          </p:cNvPr>
          <p:cNvSpPr txBox="1"/>
          <p:nvPr/>
        </p:nvSpPr>
        <p:spPr>
          <a:xfrm>
            <a:off x="609600" y="1828800"/>
            <a:ext cx="8001000" cy="2123658"/>
          </a:xfrm>
          <a:prstGeom prst="rect">
            <a:avLst/>
          </a:prstGeom>
          <a:noFill/>
        </p:spPr>
        <p:txBody>
          <a:bodyPr wrap="square">
            <a:spAutoFit/>
          </a:bodyPr>
          <a:lstStyle/>
          <a:p>
            <a:r>
              <a:rPr lang="en-US" sz="2200" b="0" i="0" dirty="0">
                <a:solidFill>
                  <a:srgbClr val="202124"/>
                </a:solidFill>
                <a:effectLst/>
                <a:latin typeface="arial" panose="020B0604020202020204" pitchFamily="34" charset="0"/>
              </a:rPr>
              <a:t>Robust control is </a:t>
            </a:r>
            <a:r>
              <a:rPr lang="en-US" sz="2200" b="1" i="0" dirty="0">
                <a:solidFill>
                  <a:srgbClr val="202124"/>
                </a:solidFill>
                <a:effectLst/>
                <a:latin typeface="arial" panose="020B0604020202020204" pitchFamily="34" charset="0"/>
              </a:rPr>
              <a:t>a controller design method that focuses on the reliability (robustness) of the control algorithm</a:t>
            </a:r>
            <a:r>
              <a:rPr lang="en-US" sz="2200" b="0" i="0" dirty="0">
                <a:solidFill>
                  <a:srgbClr val="202124"/>
                </a:solidFill>
                <a:effectLst/>
                <a:latin typeface="arial" panose="020B0604020202020204" pitchFamily="34" charset="0"/>
              </a:rPr>
              <a:t>. </a:t>
            </a:r>
          </a:p>
          <a:p>
            <a:endParaRPr lang="en-US" sz="2200" dirty="0">
              <a:solidFill>
                <a:srgbClr val="202124"/>
              </a:solidFill>
              <a:latin typeface="arial" panose="020B0604020202020204" pitchFamily="34" charset="0"/>
            </a:endParaRPr>
          </a:p>
          <a:p>
            <a:r>
              <a:rPr lang="en-US" sz="2200" b="0" i="0" dirty="0">
                <a:solidFill>
                  <a:srgbClr val="202124"/>
                </a:solidFill>
                <a:effectLst/>
                <a:latin typeface="arial" panose="020B0604020202020204" pitchFamily="34" charset="0"/>
              </a:rPr>
              <a:t>Robustness is usually defined as the minimum requirement a control system has to satisfy in order to be useful in a practical environment.</a:t>
            </a:r>
            <a:endParaRPr lang="en-US" sz="2200" dirty="0"/>
          </a:p>
        </p:txBody>
      </p:sp>
      <p:sp>
        <p:nvSpPr>
          <p:cNvPr id="6" name="TextBox 5">
            <a:extLst>
              <a:ext uri="{FF2B5EF4-FFF2-40B4-BE49-F238E27FC236}">
                <a16:creationId xmlns:a16="http://schemas.microsoft.com/office/drawing/2014/main" id="{198E6D75-94C7-127A-0D73-32C6F0C719A4}"/>
              </a:ext>
            </a:extLst>
          </p:cNvPr>
          <p:cNvSpPr txBox="1"/>
          <p:nvPr/>
        </p:nvSpPr>
        <p:spPr>
          <a:xfrm>
            <a:off x="685800" y="990600"/>
            <a:ext cx="4579034" cy="615553"/>
          </a:xfrm>
          <a:prstGeom prst="rect">
            <a:avLst/>
          </a:prstGeom>
          <a:noFill/>
        </p:spPr>
        <p:txBody>
          <a:bodyPr wrap="square">
            <a:spAutoFit/>
          </a:bodyPr>
          <a:lstStyle/>
          <a:p>
            <a:pPr marL="18415">
              <a:lnSpc>
                <a:spcPct val="100000"/>
              </a:lnSpc>
            </a:pPr>
            <a:r>
              <a:rPr lang="en-US" sz="3400" b="1" spc="-90" dirty="0">
                <a:solidFill>
                  <a:srgbClr val="B5121B"/>
                </a:solidFill>
                <a:latin typeface="Calibri"/>
                <a:cs typeface="Calibri"/>
              </a:rPr>
              <a:t>R</a:t>
            </a:r>
            <a:r>
              <a:rPr lang="en-US" sz="3400" b="1" spc="5" dirty="0">
                <a:solidFill>
                  <a:srgbClr val="B5121B"/>
                </a:solidFill>
                <a:latin typeface="Calibri"/>
                <a:cs typeface="Calibri"/>
              </a:rPr>
              <a:t>o</a:t>
            </a:r>
            <a:r>
              <a:rPr lang="en-US" sz="3400" b="1" spc="-10" dirty="0">
                <a:solidFill>
                  <a:srgbClr val="B5121B"/>
                </a:solidFill>
                <a:latin typeface="Calibri"/>
                <a:cs typeface="Calibri"/>
              </a:rPr>
              <a:t>bu</a:t>
            </a:r>
            <a:r>
              <a:rPr lang="en-US" sz="3400" b="1" spc="-50" dirty="0">
                <a:solidFill>
                  <a:srgbClr val="B5121B"/>
                </a:solidFill>
                <a:latin typeface="Calibri"/>
                <a:cs typeface="Calibri"/>
              </a:rPr>
              <a:t>s</a:t>
            </a:r>
            <a:r>
              <a:rPr lang="en-US" sz="3400" b="1" spc="-15" dirty="0">
                <a:solidFill>
                  <a:srgbClr val="B5121B"/>
                </a:solidFill>
                <a:latin typeface="Calibri"/>
                <a:cs typeface="Calibri"/>
              </a:rPr>
              <a:t>t</a:t>
            </a:r>
            <a:r>
              <a:rPr lang="en-US" sz="3400" b="1" spc="-75" dirty="0">
                <a:solidFill>
                  <a:srgbClr val="B5121B"/>
                </a:solidFill>
                <a:latin typeface="Times New Roman"/>
                <a:cs typeface="Times New Roman"/>
              </a:rPr>
              <a:t> </a:t>
            </a:r>
            <a:r>
              <a:rPr lang="en-US" sz="3400" b="1" spc="5" dirty="0">
                <a:solidFill>
                  <a:srgbClr val="B5121B"/>
                </a:solidFill>
                <a:latin typeface="Calibri"/>
                <a:cs typeface="Calibri"/>
              </a:rPr>
              <a:t>Co</a:t>
            </a:r>
            <a:r>
              <a:rPr lang="en-US" sz="3400" b="1" spc="-50" dirty="0">
                <a:solidFill>
                  <a:srgbClr val="B5121B"/>
                </a:solidFill>
                <a:latin typeface="Calibri"/>
                <a:cs typeface="Calibri"/>
              </a:rPr>
              <a:t>n</a:t>
            </a:r>
            <a:r>
              <a:rPr lang="en-US" sz="3400" b="1" spc="-15" dirty="0">
                <a:solidFill>
                  <a:srgbClr val="B5121B"/>
                </a:solidFill>
                <a:latin typeface="Calibri"/>
                <a:cs typeface="Calibri"/>
              </a:rPr>
              <a:t>t</a:t>
            </a:r>
            <a:r>
              <a:rPr lang="en-US" sz="3400" b="1" spc="-80" dirty="0">
                <a:solidFill>
                  <a:srgbClr val="B5121B"/>
                </a:solidFill>
                <a:latin typeface="Calibri"/>
                <a:cs typeface="Calibri"/>
              </a:rPr>
              <a:t>r</a:t>
            </a:r>
            <a:r>
              <a:rPr lang="en-US" sz="3400" b="1" spc="5" dirty="0">
                <a:solidFill>
                  <a:srgbClr val="B5121B"/>
                </a:solidFill>
                <a:latin typeface="Calibri"/>
                <a:cs typeface="Calibri"/>
              </a:rPr>
              <a:t>ol</a:t>
            </a:r>
            <a:endParaRPr lang="en-US" sz="3400" b="1" dirty="0">
              <a:latin typeface="Calibri"/>
              <a:cs typeface="Calibri"/>
            </a:endParaRPr>
          </a:p>
        </p:txBody>
      </p:sp>
      <p:sp>
        <p:nvSpPr>
          <p:cNvPr id="3" name="TextBox 2">
            <a:extLst>
              <a:ext uri="{FF2B5EF4-FFF2-40B4-BE49-F238E27FC236}">
                <a16:creationId xmlns:a16="http://schemas.microsoft.com/office/drawing/2014/main" id="{178A5188-7B70-7816-DDA1-4E3DCC945D21}"/>
              </a:ext>
            </a:extLst>
          </p:cNvPr>
          <p:cNvSpPr txBox="1"/>
          <p:nvPr/>
        </p:nvSpPr>
        <p:spPr>
          <a:xfrm>
            <a:off x="609600" y="3962400"/>
            <a:ext cx="8077200" cy="2462213"/>
          </a:xfrm>
          <a:prstGeom prst="rect">
            <a:avLst/>
          </a:prstGeom>
          <a:noFill/>
        </p:spPr>
        <p:txBody>
          <a:bodyPr wrap="square">
            <a:spAutoFit/>
          </a:bodyPr>
          <a:lstStyle/>
          <a:p>
            <a:r>
              <a:rPr lang="en-US" sz="2200" b="1" dirty="0">
                <a:solidFill>
                  <a:srgbClr val="202124"/>
                </a:solidFill>
                <a:latin typeface="arial" panose="020B0604020202020204" pitchFamily="34" charset="0"/>
              </a:rPr>
              <a:t>Robust Control is </a:t>
            </a:r>
            <a:r>
              <a:rPr lang="en-US" sz="2200" dirty="0">
                <a:solidFill>
                  <a:srgbClr val="202124"/>
                </a:solidFill>
                <a:latin typeface="arial" panose="020B0604020202020204" pitchFamily="34" charset="0"/>
              </a:rPr>
              <a:t>an approach in control theory that ensures a system remains stable and performs effectively even when there are uncertainties or variations in the system parameters. </a:t>
            </a:r>
          </a:p>
          <a:p>
            <a:endParaRPr lang="en-US" sz="2200" dirty="0">
              <a:solidFill>
                <a:srgbClr val="202124"/>
              </a:solidFill>
              <a:latin typeface="arial" panose="020B0604020202020204" pitchFamily="34" charset="0"/>
            </a:endParaRPr>
          </a:p>
          <a:p>
            <a:r>
              <a:rPr lang="en-US" sz="2200" dirty="0">
                <a:solidFill>
                  <a:srgbClr val="202124"/>
                </a:solidFill>
                <a:latin typeface="arial" panose="020B0604020202020204" pitchFamily="34" charset="0"/>
              </a:rPr>
              <a:t>This type of control is essential in real-world applications where systems are often subject to disturbances, modeling errors, and unpredictable changes in their operating conditions.</a:t>
            </a:r>
          </a:p>
        </p:txBody>
      </p:sp>
    </p:spTree>
    <p:extLst>
      <p:ext uri="{BB962C8B-B14F-4D97-AF65-F5344CB8AC3E}">
        <p14:creationId xmlns:p14="http://schemas.microsoft.com/office/powerpoint/2010/main" val="3209156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2291" y="1058705"/>
            <a:ext cx="7669530" cy="3811813"/>
          </a:xfrm>
          <a:prstGeom prst="rect">
            <a:avLst/>
          </a:prstGeom>
        </p:spPr>
        <p:txBody>
          <a:bodyPr vert="horz" wrap="square" lIns="0" tIns="0" rIns="0" bIns="0" rtlCol="0">
            <a:spAutoFit/>
          </a:bodyPr>
          <a:lstStyle/>
          <a:p>
            <a:pPr marL="18415">
              <a:lnSpc>
                <a:spcPct val="100000"/>
              </a:lnSpc>
            </a:pPr>
            <a:r>
              <a:rPr sz="3400" spc="-90" dirty="0">
                <a:solidFill>
                  <a:srgbClr val="B5121B"/>
                </a:solidFill>
                <a:latin typeface="Calibri"/>
                <a:cs typeface="Calibri"/>
              </a:rPr>
              <a:t>R</a:t>
            </a:r>
            <a:r>
              <a:rPr sz="3400" spc="5" dirty="0">
                <a:solidFill>
                  <a:srgbClr val="B5121B"/>
                </a:solidFill>
                <a:latin typeface="Calibri"/>
                <a:cs typeface="Calibri"/>
              </a:rPr>
              <a:t>o</a:t>
            </a:r>
            <a:r>
              <a:rPr sz="3400" spc="-10" dirty="0">
                <a:solidFill>
                  <a:srgbClr val="B5121B"/>
                </a:solidFill>
                <a:latin typeface="Calibri"/>
                <a:cs typeface="Calibri"/>
              </a:rPr>
              <a:t>bu</a:t>
            </a:r>
            <a:r>
              <a:rPr sz="3400" spc="-50" dirty="0">
                <a:solidFill>
                  <a:srgbClr val="B5121B"/>
                </a:solidFill>
                <a:latin typeface="Calibri"/>
                <a:cs typeface="Calibri"/>
              </a:rPr>
              <a:t>s</a:t>
            </a:r>
            <a:r>
              <a:rPr sz="3400" spc="-15" dirty="0">
                <a:solidFill>
                  <a:srgbClr val="B5121B"/>
                </a:solidFill>
                <a:latin typeface="Calibri"/>
                <a:cs typeface="Calibri"/>
              </a:rPr>
              <a:t>t</a:t>
            </a:r>
            <a:r>
              <a:rPr sz="3400" spc="-75" dirty="0">
                <a:solidFill>
                  <a:srgbClr val="B5121B"/>
                </a:solidFill>
                <a:latin typeface="Times New Roman"/>
                <a:cs typeface="Times New Roman"/>
              </a:rPr>
              <a:t> </a:t>
            </a:r>
            <a:r>
              <a:rPr sz="3400" spc="5" dirty="0">
                <a:solidFill>
                  <a:srgbClr val="B5121B"/>
                </a:solidFill>
                <a:latin typeface="Calibri"/>
                <a:cs typeface="Calibri"/>
              </a:rPr>
              <a:t>Co</a:t>
            </a:r>
            <a:r>
              <a:rPr sz="3400" spc="-50" dirty="0">
                <a:solidFill>
                  <a:srgbClr val="B5121B"/>
                </a:solidFill>
                <a:latin typeface="Calibri"/>
                <a:cs typeface="Calibri"/>
              </a:rPr>
              <a:t>n</a:t>
            </a:r>
            <a:r>
              <a:rPr sz="3400" spc="-15" dirty="0">
                <a:solidFill>
                  <a:srgbClr val="B5121B"/>
                </a:solidFill>
                <a:latin typeface="Calibri"/>
                <a:cs typeface="Calibri"/>
              </a:rPr>
              <a:t>t</a:t>
            </a:r>
            <a:r>
              <a:rPr sz="3400" spc="-80" dirty="0">
                <a:solidFill>
                  <a:srgbClr val="B5121B"/>
                </a:solidFill>
                <a:latin typeface="Calibri"/>
                <a:cs typeface="Calibri"/>
              </a:rPr>
              <a:t>r</a:t>
            </a:r>
            <a:r>
              <a:rPr sz="3400" spc="5" dirty="0">
                <a:solidFill>
                  <a:srgbClr val="B5121B"/>
                </a:solidFill>
                <a:latin typeface="Calibri"/>
                <a:cs typeface="Calibri"/>
              </a:rPr>
              <a:t>ol</a:t>
            </a:r>
            <a:endParaRPr lang="en-US" sz="3400" dirty="0">
              <a:latin typeface="Calibri"/>
              <a:cs typeface="Calibri"/>
            </a:endParaRPr>
          </a:p>
          <a:p>
            <a:pPr>
              <a:lnSpc>
                <a:spcPct val="100000"/>
              </a:lnSpc>
              <a:spcBef>
                <a:spcPts val="52"/>
              </a:spcBef>
            </a:pPr>
            <a:endParaRPr lang="en-US" sz="3350" dirty="0">
              <a:latin typeface="Times New Roman"/>
              <a:cs typeface="Times New Roman"/>
            </a:endParaRPr>
          </a:p>
          <a:p>
            <a:pPr marL="241300" marR="1421765" indent="-228600">
              <a:lnSpc>
                <a:spcPts val="2820"/>
              </a:lnSpc>
              <a:buClr>
                <a:srgbClr val="ADB3B8"/>
              </a:buClr>
              <a:buFont typeface="Arial"/>
              <a:buChar char="•"/>
              <a:tabLst>
                <a:tab pos="241300" algn="l"/>
              </a:tabLst>
            </a:pPr>
            <a:r>
              <a:rPr lang="en-US" sz="2600" dirty="0">
                <a:latin typeface="Calibri"/>
                <a:cs typeface="Calibri"/>
              </a:rPr>
              <a:t>D</a:t>
            </a:r>
            <a:r>
              <a:rPr lang="en-US" sz="2600" spc="-10" dirty="0">
                <a:latin typeface="Calibri"/>
                <a:cs typeface="Calibri"/>
              </a:rPr>
              <a:t>e</a:t>
            </a:r>
            <a:r>
              <a:rPr lang="en-US" sz="2600" dirty="0">
                <a:latin typeface="Calibri"/>
                <a:cs typeface="Calibri"/>
              </a:rPr>
              <a:t>si</a:t>
            </a:r>
            <a:r>
              <a:rPr lang="en-US" sz="2600" spc="-20" dirty="0">
                <a:latin typeface="Calibri"/>
                <a:cs typeface="Calibri"/>
              </a:rPr>
              <a:t>g</a:t>
            </a:r>
            <a:r>
              <a:rPr lang="en-US" sz="2600" dirty="0">
                <a:latin typeface="Calibri"/>
                <a:cs typeface="Calibri"/>
              </a:rPr>
              <a:t>n</a:t>
            </a:r>
            <a:r>
              <a:rPr lang="en-US" sz="2600" spc="-80" dirty="0">
                <a:latin typeface="Times New Roman"/>
                <a:cs typeface="Times New Roman"/>
              </a:rPr>
              <a:t> </a:t>
            </a:r>
            <a:r>
              <a:rPr lang="en-US" sz="2600" spc="-25" dirty="0">
                <a:latin typeface="Calibri"/>
                <a:cs typeface="Calibri"/>
              </a:rPr>
              <a:t>m</a:t>
            </a:r>
            <a:r>
              <a:rPr lang="en-US" sz="2600" spc="-30" dirty="0">
                <a:latin typeface="Calibri"/>
                <a:cs typeface="Calibri"/>
              </a:rPr>
              <a:t>e</a:t>
            </a:r>
            <a:r>
              <a:rPr lang="en-US" sz="2600" spc="-5" dirty="0">
                <a:latin typeface="Calibri"/>
                <a:cs typeface="Calibri"/>
              </a:rPr>
              <a:t>t</a:t>
            </a:r>
            <a:r>
              <a:rPr lang="en-US" sz="2600" spc="-10" dirty="0">
                <a:latin typeface="Calibri"/>
                <a:cs typeface="Calibri"/>
              </a:rPr>
              <a:t>h</a:t>
            </a:r>
            <a:r>
              <a:rPr lang="en-US" sz="2600" spc="5" dirty="0">
                <a:latin typeface="Calibri"/>
                <a:cs typeface="Calibri"/>
              </a:rPr>
              <a:t>o</a:t>
            </a:r>
            <a:r>
              <a:rPr lang="en-US" sz="2600" dirty="0">
                <a:latin typeface="Calibri"/>
                <a:cs typeface="Calibri"/>
              </a:rPr>
              <a:t>d</a:t>
            </a:r>
            <a:r>
              <a:rPr lang="en-US" sz="2600" spc="-100" dirty="0">
                <a:latin typeface="Times New Roman"/>
                <a:cs typeface="Times New Roman"/>
              </a:rPr>
              <a:t> </a:t>
            </a:r>
            <a:r>
              <a:rPr lang="en-US" sz="2600" spc="-5" dirty="0">
                <a:latin typeface="Calibri"/>
                <a:cs typeface="Calibri"/>
              </a:rPr>
              <a:t>t</a:t>
            </a:r>
            <a:r>
              <a:rPr lang="en-US" sz="2600" spc="-10" dirty="0">
                <a:latin typeface="Calibri"/>
                <a:cs typeface="Calibri"/>
              </a:rPr>
              <a:t>h</a:t>
            </a:r>
            <a:r>
              <a:rPr lang="en-US" sz="2600" spc="-30" dirty="0">
                <a:latin typeface="Calibri"/>
                <a:cs typeface="Calibri"/>
              </a:rPr>
              <a:t>a</a:t>
            </a:r>
            <a:r>
              <a:rPr lang="en-US" sz="2600" spc="-10" dirty="0">
                <a:latin typeface="Calibri"/>
                <a:cs typeface="Calibri"/>
              </a:rPr>
              <a:t>t</a:t>
            </a:r>
            <a:r>
              <a:rPr lang="en-US" sz="2600" spc="-45" dirty="0">
                <a:latin typeface="Times New Roman"/>
                <a:cs typeface="Times New Roman"/>
              </a:rPr>
              <a:t> </a:t>
            </a:r>
            <a:r>
              <a:rPr lang="en-US" sz="2600" spc="-55" dirty="0">
                <a:latin typeface="Calibri"/>
                <a:cs typeface="Calibri"/>
              </a:rPr>
              <a:t>f</a:t>
            </a:r>
            <a:r>
              <a:rPr lang="en-US" sz="2600" spc="5" dirty="0">
                <a:latin typeface="Calibri"/>
                <a:cs typeface="Calibri"/>
              </a:rPr>
              <a:t>o</a:t>
            </a:r>
            <a:r>
              <a:rPr lang="en-US" sz="2600" spc="-15" dirty="0">
                <a:latin typeface="Calibri"/>
                <a:cs typeface="Calibri"/>
              </a:rPr>
              <a:t>c</a:t>
            </a:r>
            <a:r>
              <a:rPr lang="en-US" sz="2600" spc="-10" dirty="0">
                <a:latin typeface="Calibri"/>
                <a:cs typeface="Calibri"/>
              </a:rPr>
              <a:t>u</a:t>
            </a:r>
            <a:r>
              <a:rPr lang="en-US" sz="2600" spc="-15" dirty="0">
                <a:latin typeface="Calibri"/>
                <a:cs typeface="Calibri"/>
              </a:rPr>
              <a:t>s</a:t>
            </a:r>
            <a:r>
              <a:rPr lang="en-US" sz="2600" spc="-10" dirty="0">
                <a:latin typeface="Calibri"/>
                <a:cs typeface="Calibri"/>
              </a:rPr>
              <a:t>e</a:t>
            </a:r>
            <a:r>
              <a:rPr lang="en-US" sz="2600" dirty="0">
                <a:latin typeface="Calibri"/>
                <a:cs typeface="Calibri"/>
              </a:rPr>
              <a:t>s</a:t>
            </a:r>
            <a:r>
              <a:rPr lang="en-US" sz="2600" spc="-110" dirty="0">
                <a:latin typeface="Times New Roman"/>
                <a:cs typeface="Times New Roman"/>
              </a:rPr>
              <a:t> </a:t>
            </a:r>
            <a:r>
              <a:rPr lang="en-US" sz="2600" spc="5" dirty="0">
                <a:latin typeface="Calibri"/>
                <a:cs typeface="Calibri"/>
              </a:rPr>
              <a:t>o</a:t>
            </a:r>
            <a:r>
              <a:rPr lang="en-US" sz="2600" dirty="0">
                <a:latin typeface="Calibri"/>
                <a:cs typeface="Calibri"/>
              </a:rPr>
              <a:t>n</a:t>
            </a:r>
            <a:r>
              <a:rPr lang="en-US" sz="2600" spc="-80" dirty="0">
                <a:latin typeface="Times New Roman"/>
                <a:cs typeface="Times New Roman"/>
              </a:rPr>
              <a:t> </a:t>
            </a:r>
            <a:r>
              <a:rPr lang="en-US" sz="2600" spc="-5" dirty="0">
                <a:latin typeface="Calibri"/>
                <a:cs typeface="Calibri"/>
              </a:rPr>
              <a:t>t</a:t>
            </a:r>
            <a:r>
              <a:rPr lang="en-US" sz="2600" spc="-10" dirty="0">
                <a:latin typeface="Calibri"/>
                <a:cs typeface="Calibri"/>
              </a:rPr>
              <a:t>h</a:t>
            </a:r>
            <a:r>
              <a:rPr lang="en-US" sz="2600" spc="-15" dirty="0">
                <a:latin typeface="Calibri"/>
                <a:cs typeface="Calibri"/>
              </a:rPr>
              <a:t>e</a:t>
            </a:r>
            <a:r>
              <a:rPr lang="en-US" sz="2600" spc="-65" dirty="0">
                <a:latin typeface="Times New Roman"/>
                <a:cs typeface="Times New Roman"/>
              </a:rPr>
              <a:t> </a:t>
            </a:r>
            <a:r>
              <a:rPr lang="en-US" sz="2600" spc="-60" dirty="0">
                <a:latin typeface="Calibri"/>
                <a:cs typeface="Calibri"/>
              </a:rPr>
              <a:t>r</a:t>
            </a:r>
            <a:r>
              <a:rPr lang="en-US" sz="2600" spc="-10" dirty="0">
                <a:latin typeface="Calibri"/>
                <a:cs typeface="Calibri"/>
              </a:rPr>
              <a:t>e</a:t>
            </a:r>
            <a:r>
              <a:rPr lang="en-US" sz="2600" dirty="0">
                <a:latin typeface="Calibri"/>
                <a:cs typeface="Calibri"/>
              </a:rPr>
              <a:t>li</a:t>
            </a:r>
            <a:r>
              <a:rPr lang="en-US" sz="2600" spc="-10" dirty="0">
                <a:latin typeface="Calibri"/>
                <a:cs typeface="Calibri"/>
              </a:rPr>
              <a:t>ab</a:t>
            </a:r>
            <a:r>
              <a:rPr lang="en-US" sz="2600" dirty="0">
                <a:latin typeface="Calibri"/>
                <a:cs typeface="Calibri"/>
              </a:rPr>
              <a:t>ili</a:t>
            </a:r>
            <a:r>
              <a:rPr lang="en-US" sz="2600" spc="-5" dirty="0">
                <a:latin typeface="Calibri"/>
                <a:cs typeface="Calibri"/>
              </a:rPr>
              <a:t>t</a:t>
            </a:r>
            <a:r>
              <a:rPr lang="en-US" sz="2600" spc="-15" dirty="0">
                <a:latin typeface="Calibri"/>
                <a:cs typeface="Calibri"/>
              </a:rPr>
              <a:t>y</a:t>
            </a:r>
            <a:r>
              <a:rPr lang="en-US" sz="2600" spc="-10" dirty="0">
                <a:latin typeface="Times New Roman"/>
                <a:cs typeface="Times New Roman"/>
              </a:rPr>
              <a:t> </a:t>
            </a:r>
            <a:r>
              <a:rPr lang="en-US" sz="2600" spc="-10" dirty="0">
                <a:latin typeface="Calibri"/>
                <a:cs typeface="Calibri"/>
              </a:rPr>
              <a:t>(</a:t>
            </a:r>
            <a:r>
              <a:rPr lang="en-US" sz="2600" spc="-60" dirty="0">
                <a:latin typeface="Calibri"/>
                <a:cs typeface="Calibri"/>
              </a:rPr>
              <a:t>r</a:t>
            </a:r>
            <a:r>
              <a:rPr lang="en-US" sz="2600" spc="5" dirty="0">
                <a:latin typeface="Calibri"/>
                <a:cs typeface="Calibri"/>
              </a:rPr>
              <a:t>o</a:t>
            </a:r>
            <a:r>
              <a:rPr lang="en-US" sz="2600" spc="-10" dirty="0">
                <a:latin typeface="Calibri"/>
                <a:cs typeface="Calibri"/>
              </a:rPr>
              <a:t>bu</a:t>
            </a:r>
            <a:r>
              <a:rPr lang="en-US" sz="2600" spc="-20" dirty="0">
                <a:latin typeface="Calibri"/>
                <a:cs typeface="Calibri"/>
              </a:rPr>
              <a:t>s</a:t>
            </a:r>
            <a:r>
              <a:rPr lang="en-US" sz="2600" spc="5" dirty="0">
                <a:latin typeface="Calibri"/>
                <a:cs typeface="Calibri"/>
              </a:rPr>
              <a:t>t</a:t>
            </a:r>
            <a:r>
              <a:rPr lang="en-US" sz="2600" spc="-10" dirty="0">
                <a:latin typeface="Calibri"/>
                <a:cs typeface="Calibri"/>
              </a:rPr>
              <a:t>ne</a:t>
            </a:r>
            <a:r>
              <a:rPr lang="en-US" sz="2600" dirty="0">
                <a:latin typeface="Calibri"/>
                <a:cs typeface="Calibri"/>
              </a:rPr>
              <a:t>ss)</a:t>
            </a:r>
            <a:r>
              <a:rPr lang="en-US" sz="2600" spc="-100" dirty="0">
                <a:latin typeface="Times New Roman"/>
                <a:cs typeface="Times New Roman"/>
              </a:rPr>
              <a:t> </a:t>
            </a:r>
            <a:r>
              <a:rPr lang="en-US" sz="2600" spc="5" dirty="0">
                <a:latin typeface="Calibri"/>
                <a:cs typeface="Calibri"/>
              </a:rPr>
              <a:t>o</a:t>
            </a:r>
            <a:r>
              <a:rPr lang="en-US" sz="2600" dirty="0">
                <a:latin typeface="Calibri"/>
                <a:cs typeface="Calibri"/>
              </a:rPr>
              <a:t>f</a:t>
            </a:r>
            <a:r>
              <a:rPr lang="en-US" sz="2600" spc="-65" dirty="0">
                <a:latin typeface="Times New Roman"/>
                <a:cs typeface="Times New Roman"/>
              </a:rPr>
              <a:t> </a:t>
            </a:r>
            <a:r>
              <a:rPr lang="en-US" sz="2600" spc="5" dirty="0">
                <a:latin typeface="Calibri"/>
                <a:cs typeface="Calibri"/>
              </a:rPr>
              <a:t>t</a:t>
            </a:r>
            <a:r>
              <a:rPr lang="en-US" sz="2600" spc="-10" dirty="0">
                <a:latin typeface="Calibri"/>
                <a:cs typeface="Calibri"/>
              </a:rPr>
              <a:t>h</a:t>
            </a:r>
            <a:r>
              <a:rPr lang="en-US" sz="2600" spc="-15" dirty="0">
                <a:latin typeface="Calibri"/>
                <a:cs typeface="Calibri"/>
              </a:rPr>
              <a:t>e</a:t>
            </a:r>
            <a:r>
              <a:rPr lang="en-US" sz="2600" spc="-85" dirty="0">
                <a:latin typeface="Times New Roman"/>
                <a:cs typeface="Times New Roman"/>
              </a:rPr>
              <a:t> </a:t>
            </a:r>
            <a:r>
              <a:rPr lang="en-US" sz="2600" spc="-35" dirty="0">
                <a:latin typeface="Calibri"/>
                <a:cs typeface="Calibri"/>
              </a:rPr>
              <a:t>c</a:t>
            </a:r>
            <a:r>
              <a:rPr lang="en-US" sz="2600" spc="5" dirty="0">
                <a:latin typeface="Calibri"/>
                <a:cs typeface="Calibri"/>
              </a:rPr>
              <a:t>o</a:t>
            </a:r>
            <a:r>
              <a:rPr lang="en-US" sz="2600" spc="-30" dirty="0">
                <a:latin typeface="Calibri"/>
                <a:cs typeface="Calibri"/>
              </a:rPr>
              <a:t>n</a:t>
            </a:r>
            <a:r>
              <a:rPr lang="en-US" sz="2600" spc="-5" dirty="0">
                <a:latin typeface="Calibri"/>
                <a:cs typeface="Calibri"/>
              </a:rPr>
              <a:t>t</a:t>
            </a:r>
            <a:r>
              <a:rPr lang="en-US" sz="2600" spc="-60" dirty="0">
                <a:latin typeface="Calibri"/>
                <a:cs typeface="Calibri"/>
              </a:rPr>
              <a:t>r</a:t>
            </a:r>
            <a:r>
              <a:rPr lang="en-US" sz="2600" spc="5" dirty="0">
                <a:latin typeface="Calibri"/>
                <a:cs typeface="Calibri"/>
              </a:rPr>
              <a:t>o</a:t>
            </a:r>
            <a:r>
              <a:rPr lang="en-US" sz="2600" dirty="0">
                <a:latin typeface="Calibri"/>
                <a:cs typeface="Calibri"/>
              </a:rPr>
              <a:t>ll</a:t>
            </a:r>
            <a:r>
              <a:rPr lang="en-US" sz="2600" spc="-10" dirty="0">
                <a:latin typeface="Calibri"/>
                <a:cs typeface="Calibri"/>
              </a:rPr>
              <a:t>er</a:t>
            </a:r>
            <a:endParaRPr lang="en-US" sz="2600" dirty="0">
              <a:latin typeface="Calibri"/>
              <a:cs typeface="Calibri"/>
            </a:endParaRPr>
          </a:p>
          <a:p>
            <a:pPr marL="241300" marR="228600" indent="-228600" algn="just">
              <a:lnSpc>
                <a:spcPct val="90100"/>
              </a:lnSpc>
              <a:spcBef>
                <a:spcPts val="940"/>
              </a:spcBef>
              <a:buClr>
                <a:srgbClr val="ADB3B8"/>
              </a:buClr>
              <a:buFont typeface="Arial"/>
              <a:buChar char="•"/>
              <a:tabLst>
                <a:tab pos="241300" algn="l"/>
              </a:tabLst>
            </a:pPr>
            <a:r>
              <a:rPr sz="2600" spc="-70" dirty="0">
                <a:latin typeface="Calibri"/>
                <a:cs typeface="Calibri"/>
              </a:rPr>
              <a:t>R</a:t>
            </a:r>
            <a:r>
              <a:rPr sz="2600" spc="5" dirty="0">
                <a:latin typeface="Calibri"/>
                <a:cs typeface="Calibri"/>
              </a:rPr>
              <a:t>o</a:t>
            </a:r>
            <a:r>
              <a:rPr sz="2600" spc="-10" dirty="0">
                <a:latin typeface="Calibri"/>
                <a:cs typeface="Calibri"/>
              </a:rPr>
              <a:t>bu</a:t>
            </a:r>
            <a:r>
              <a:rPr sz="2600" spc="-20" dirty="0">
                <a:latin typeface="Calibri"/>
                <a:cs typeface="Calibri"/>
              </a:rPr>
              <a:t>s</a:t>
            </a:r>
            <a:r>
              <a:rPr sz="2600" spc="-5" dirty="0">
                <a:latin typeface="Calibri"/>
                <a:cs typeface="Calibri"/>
              </a:rPr>
              <a:t>t</a:t>
            </a:r>
            <a:r>
              <a:rPr sz="2600" spc="-25" dirty="0">
                <a:latin typeface="Calibri"/>
                <a:cs typeface="Calibri"/>
              </a:rPr>
              <a:t>n</a:t>
            </a:r>
            <a:r>
              <a:rPr sz="2600" spc="-10" dirty="0">
                <a:latin typeface="Calibri"/>
                <a:cs typeface="Calibri"/>
              </a:rPr>
              <a:t>e</a:t>
            </a:r>
            <a:r>
              <a:rPr sz="2600" dirty="0">
                <a:latin typeface="Calibri"/>
                <a:cs typeface="Calibri"/>
              </a:rPr>
              <a:t>ss</a:t>
            </a:r>
            <a:r>
              <a:rPr sz="2600" spc="-110" dirty="0">
                <a:latin typeface="Times New Roman"/>
                <a:cs typeface="Times New Roman"/>
              </a:rPr>
              <a:t> </a:t>
            </a:r>
            <a:r>
              <a:rPr sz="2600" dirty="0">
                <a:latin typeface="Calibri"/>
                <a:cs typeface="Calibri"/>
              </a:rPr>
              <a:t>is</a:t>
            </a:r>
            <a:r>
              <a:rPr sz="2600" spc="-70" dirty="0">
                <a:latin typeface="Times New Roman"/>
                <a:cs typeface="Times New Roman"/>
              </a:rPr>
              <a:t> </a:t>
            </a:r>
            <a:r>
              <a:rPr sz="2600" spc="-25" dirty="0">
                <a:latin typeface="Calibri"/>
                <a:cs typeface="Calibri"/>
              </a:rPr>
              <a:t>d</a:t>
            </a:r>
            <a:r>
              <a:rPr sz="2600" spc="-30" dirty="0">
                <a:latin typeface="Calibri"/>
                <a:cs typeface="Calibri"/>
              </a:rPr>
              <a:t>e</a:t>
            </a:r>
            <a:r>
              <a:rPr sz="2600" spc="5" dirty="0">
                <a:latin typeface="Calibri"/>
                <a:cs typeface="Calibri"/>
              </a:rPr>
              <a:t>f</a:t>
            </a:r>
            <a:r>
              <a:rPr sz="2600" dirty="0">
                <a:latin typeface="Calibri"/>
                <a:cs typeface="Calibri"/>
              </a:rPr>
              <a:t>i</a:t>
            </a:r>
            <a:r>
              <a:rPr sz="2600" spc="-25" dirty="0">
                <a:latin typeface="Calibri"/>
                <a:cs typeface="Calibri"/>
              </a:rPr>
              <a:t>n</a:t>
            </a:r>
            <a:r>
              <a:rPr sz="2600" spc="-10" dirty="0">
                <a:latin typeface="Calibri"/>
                <a:cs typeface="Calibri"/>
              </a:rPr>
              <a:t>e</a:t>
            </a:r>
            <a:r>
              <a:rPr sz="2600" dirty="0">
                <a:latin typeface="Calibri"/>
                <a:cs typeface="Calibri"/>
              </a:rPr>
              <a:t>d</a:t>
            </a:r>
            <a:r>
              <a:rPr sz="2600" spc="-100" dirty="0">
                <a:latin typeface="Times New Roman"/>
                <a:cs typeface="Times New Roman"/>
              </a:rPr>
              <a:t> </a:t>
            </a:r>
            <a:r>
              <a:rPr sz="2600" spc="-10" dirty="0">
                <a:latin typeface="Calibri"/>
                <a:cs typeface="Calibri"/>
              </a:rPr>
              <a:t>a</a:t>
            </a:r>
            <a:r>
              <a:rPr sz="2600" dirty="0">
                <a:latin typeface="Calibri"/>
                <a:cs typeface="Calibri"/>
              </a:rPr>
              <a:t>s</a:t>
            </a:r>
            <a:r>
              <a:rPr sz="2600" spc="-7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dirty="0">
                <a:latin typeface="Calibri"/>
                <a:cs typeface="Calibri"/>
              </a:rPr>
              <a:t>i</a:t>
            </a:r>
            <a:r>
              <a:rPr sz="2600" spc="-10" dirty="0">
                <a:latin typeface="Calibri"/>
                <a:cs typeface="Calibri"/>
              </a:rPr>
              <a:t>n</a:t>
            </a:r>
            <a:r>
              <a:rPr sz="2600" dirty="0">
                <a:latin typeface="Calibri"/>
                <a:cs typeface="Calibri"/>
              </a:rPr>
              <a:t>i</a:t>
            </a:r>
            <a:r>
              <a:rPr sz="2600" spc="-25" dirty="0">
                <a:latin typeface="Calibri"/>
                <a:cs typeface="Calibri"/>
              </a:rPr>
              <a:t>m</a:t>
            </a:r>
            <a:r>
              <a:rPr sz="2600" spc="-10" dirty="0">
                <a:latin typeface="Calibri"/>
                <a:cs typeface="Calibri"/>
              </a:rPr>
              <a:t>u</a:t>
            </a:r>
            <a:r>
              <a:rPr sz="2600" dirty="0">
                <a:latin typeface="Calibri"/>
                <a:cs typeface="Calibri"/>
              </a:rPr>
              <a:t>m</a:t>
            </a:r>
            <a:r>
              <a:rPr sz="2600" spc="-70" dirty="0">
                <a:latin typeface="Times New Roman"/>
                <a:cs typeface="Times New Roman"/>
              </a:rPr>
              <a:t> </a:t>
            </a:r>
            <a:r>
              <a:rPr sz="2600" spc="-60" dirty="0">
                <a:latin typeface="Calibri"/>
                <a:cs typeface="Calibri"/>
              </a:rPr>
              <a:t>r</a:t>
            </a:r>
            <a:r>
              <a:rPr sz="2600" spc="-10" dirty="0">
                <a:latin typeface="Calibri"/>
                <a:cs typeface="Calibri"/>
              </a:rPr>
              <a:t>equ</a:t>
            </a:r>
            <a:r>
              <a:rPr sz="2600" dirty="0">
                <a:latin typeface="Calibri"/>
                <a:cs typeface="Calibri"/>
              </a:rPr>
              <a:t>i</a:t>
            </a:r>
            <a:r>
              <a:rPr sz="2600" spc="-60" dirty="0">
                <a:latin typeface="Calibri"/>
                <a:cs typeface="Calibri"/>
              </a:rPr>
              <a:t>r</a:t>
            </a:r>
            <a:r>
              <a:rPr sz="2600" spc="-10" dirty="0">
                <a:latin typeface="Calibri"/>
                <a:cs typeface="Calibri"/>
              </a:rPr>
              <a:t>e</a:t>
            </a:r>
            <a:r>
              <a:rPr sz="2600" spc="-25" dirty="0">
                <a:latin typeface="Calibri"/>
                <a:cs typeface="Calibri"/>
              </a:rPr>
              <a:t>m</a:t>
            </a:r>
            <a:r>
              <a:rPr sz="2600" spc="-10" dirty="0">
                <a:latin typeface="Calibri"/>
                <a:cs typeface="Calibri"/>
              </a:rPr>
              <a:t>e</a:t>
            </a:r>
            <a:r>
              <a:rPr sz="2600" spc="-30" dirty="0">
                <a:latin typeface="Calibri"/>
                <a:cs typeface="Calibri"/>
              </a:rPr>
              <a:t>n</a:t>
            </a:r>
            <a:r>
              <a:rPr sz="2600" spc="-10" dirty="0">
                <a:latin typeface="Calibri"/>
                <a:cs typeface="Calibri"/>
              </a:rPr>
              <a:t>t</a:t>
            </a:r>
            <a:r>
              <a:rPr sz="2600" spc="-65" dirty="0">
                <a:latin typeface="Times New Roman"/>
                <a:cs typeface="Times New Roman"/>
              </a:rPr>
              <a:t> </a:t>
            </a:r>
            <a:r>
              <a:rPr sz="2600" dirty="0">
                <a:latin typeface="Calibri"/>
                <a:cs typeface="Calibri"/>
              </a:rPr>
              <a:t>a</a:t>
            </a:r>
            <a:r>
              <a:rPr sz="260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40" dirty="0">
                <a:latin typeface="Calibri"/>
                <a:cs typeface="Calibri"/>
              </a:rPr>
              <a:t>s</a:t>
            </a:r>
            <a:r>
              <a:rPr sz="2600" spc="-35" dirty="0">
                <a:latin typeface="Calibri"/>
                <a:cs typeface="Calibri"/>
              </a:rPr>
              <a:t>y</a:t>
            </a:r>
            <a:r>
              <a:rPr sz="2600" spc="-20" dirty="0">
                <a:latin typeface="Calibri"/>
                <a:cs typeface="Calibri"/>
              </a:rPr>
              <a:t>s</a:t>
            </a:r>
            <a:r>
              <a:rPr sz="2600" spc="-25" dirty="0">
                <a:latin typeface="Calibri"/>
                <a:cs typeface="Calibri"/>
              </a:rPr>
              <a:t>t</a:t>
            </a:r>
            <a:r>
              <a:rPr sz="2600" spc="-10" dirty="0">
                <a:latin typeface="Calibri"/>
                <a:cs typeface="Calibri"/>
              </a:rPr>
              <a:t>e</a:t>
            </a:r>
            <a:r>
              <a:rPr sz="2600" spc="-25" dirty="0">
                <a:latin typeface="Calibri"/>
                <a:cs typeface="Calibri"/>
              </a:rPr>
              <a:t>m</a:t>
            </a:r>
            <a:r>
              <a:rPr sz="2600" spc="-90" dirty="0">
                <a:latin typeface="Times New Roman"/>
                <a:cs typeface="Times New Roman"/>
              </a:rPr>
              <a:t> </a:t>
            </a:r>
            <a:r>
              <a:rPr sz="2600" spc="-10" dirty="0">
                <a:latin typeface="Calibri"/>
                <a:cs typeface="Calibri"/>
              </a:rPr>
              <a:t>ha</a:t>
            </a:r>
            <a:r>
              <a:rPr sz="2600" dirty="0">
                <a:latin typeface="Calibri"/>
                <a:cs typeface="Calibri"/>
              </a:rPr>
              <a:t>s</a:t>
            </a:r>
            <a:r>
              <a:rPr sz="2600" spc="-110" dirty="0">
                <a:latin typeface="Times New Roman"/>
                <a:cs typeface="Times New Roman"/>
              </a:rPr>
              <a:t> </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dirty="0">
                <a:latin typeface="Calibri"/>
                <a:cs typeface="Calibri"/>
              </a:rPr>
              <a:t>s</a:t>
            </a:r>
            <a:r>
              <a:rPr sz="2600" spc="-30" dirty="0">
                <a:latin typeface="Calibri"/>
                <a:cs typeface="Calibri"/>
              </a:rPr>
              <a:t>a</a:t>
            </a:r>
            <a:r>
              <a:rPr sz="2600" spc="-5" dirty="0">
                <a:latin typeface="Calibri"/>
                <a:cs typeface="Calibri"/>
              </a:rPr>
              <a:t>t</a:t>
            </a:r>
            <a:r>
              <a:rPr sz="2600" dirty="0">
                <a:latin typeface="Calibri"/>
                <a:cs typeface="Calibri"/>
              </a:rPr>
              <a:t>i</a:t>
            </a:r>
            <a:r>
              <a:rPr sz="2600" spc="-20" dirty="0">
                <a:latin typeface="Calibri"/>
                <a:cs typeface="Calibri"/>
              </a:rPr>
              <a:t>s</a:t>
            </a:r>
            <a:r>
              <a:rPr sz="2600" spc="25" dirty="0">
                <a:latin typeface="Calibri"/>
                <a:cs typeface="Calibri"/>
              </a:rPr>
              <a:t>f</a:t>
            </a:r>
            <a:r>
              <a:rPr sz="2600" spc="-15" dirty="0">
                <a:latin typeface="Calibri"/>
                <a:cs typeface="Calibri"/>
              </a:rPr>
              <a:t>y</a:t>
            </a:r>
            <a:r>
              <a:rPr sz="2600" spc="-110" dirty="0">
                <a:latin typeface="Times New Roman"/>
                <a:cs typeface="Times New Roman"/>
              </a:rPr>
              <a:t> </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spc="-25" dirty="0">
                <a:latin typeface="Calibri"/>
                <a:cs typeface="Calibri"/>
              </a:rPr>
              <a:t>b</a:t>
            </a:r>
            <a:r>
              <a:rPr sz="2600" spc="-15" dirty="0">
                <a:latin typeface="Calibri"/>
                <a:cs typeface="Calibri"/>
              </a:rPr>
              <a:t>e</a:t>
            </a:r>
            <a:r>
              <a:rPr sz="2600" spc="-65" dirty="0">
                <a:latin typeface="Times New Roman"/>
                <a:cs typeface="Times New Roman"/>
              </a:rPr>
              <a:t> </a:t>
            </a:r>
            <a:r>
              <a:rPr sz="2600" spc="-10" dirty="0">
                <a:latin typeface="Calibri"/>
                <a:cs typeface="Calibri"/>
              </a:rPr>
              <a:t>u</a:t>
            </a:r>
            <a:r>
              <a:rPr sz="2600" dirty="0">
                <a:latin typeface="Calibri"/>
                <a:cs typeface="Calibri"/>
              </a:rPr>
              <a:t>s</a:t>
            </a:r>
            <a:r>
              <a:rPr sz="2600" spc="-30" dirty="0">
                <a:latin typeface="Calibri"/>
                <a:cs typeface="Calibri"/>
              </a:rPr>
              <a:t>e</a:t>
            </a:r>
            <a:r>
              <a:rPr sz="2600" spc="5" dirty="0">
                <a:latin typeface="Calibri"/>
                <a:cs typeface="Calibri"/>
              </a:rPr>
              <a:t>f</a:t>
            </a:r>
            <a:r>
              <a:rPr sz="2600" spc="-10" dirty="0">
                <a:latin typeface="Calibri"/>
                <a:cs typeface="Calibri"/>
              </a:rPr>
              <a:t>u</a:t>
            </a:r>
            <a:r>
              <a:rPr sz="2600" dirty="0">
                <a:latin typeface="Calibri"/>
                <a:cs typeface="Calibri"/>
              </a:rPr>
              <a:t>l</a:t>
            </a:r>
            <a:r>
              <a:rPr sz="2600" spc="-90" dirty="0">
                <a:latin typeface="Times New Roman"/>
                <a:cs typeface="Times New Roman"/>
              </a:rPr>
              <a:t> </a:t>
            </a:r>
            <a:r>
              <a:rPr sz="2600" dirty="0">
                <a:latin typeface="Calibri"/>
                <a:cs typeface="Calibri"/>
              </a:rPr>
              <a:t>in</a:t>
            </a:r>
            <a:r>
              <a:rPr sz="2600" spc="-80" dirty="0">
                <a:latin typeface="Times New Roman"/>
                <a:cs typeface="Times New Roman"/>
              </a:rPr>
              <a:t> </a:t>
            </a:r>
            <a:r>
              <a:rPr sz="2600" dirty="0">
                <a:latin typeface="Calibri"/>
                <a:cs typeface="Calibri"/>
              </a:rPr>
              <a:t>a</a:t>
            </a:r>
            <a:r>
              <a:rPr sz="2600" spc="-60" dirty="0">
                <a:latin typeface="Times New Roman"/>
                <a:cs typeface="Times New Roman"/>
              </a:rPr>
              <a:t> </a:t>
            </a:r>
            <a:r>
              <a:rPr sz="2600" spc="-10" dirty="0">
                <a:latin typeface="Calibri"/>
                <a:cs typeface="Calibri"/>
              </a:rPr>
              <a:t>p</a:t>
            </a:r>
            <a:r>
              <a:rPr sz="2600" spc="-70" dirty="0">
                <a:latin typeface="Calibri"/>
                <a:cs typeface="Calibri"/>
              </a:rPr>
              <a:t>r</a:t>
            </a:r>
            <a:r>
              <a:rPr sz="2600" spc="-25" dirty="0">
                <a:latin typeface="Calibri"/>
                <a:cs typeface="Calibri"/>
              </a:rPr>
              <a:t>a</a:t>
            </a:r>
            <a:r>
              <a:rPr sz="2600" spc="-15" dirty="0">
                <a:latin typeface="Calibri"/>
                <a:cs typeface="Calibri"/>
              </a:rPr>
              <a:t>c</a:t>
            </a:r>
            <a:r>
              <a:rPr sz="2600" spc="-5" dirty="0">
                <a:latin typeface="Calibri"/>
                <a:cs typeface="Calibri"/>
              </a:rPr>
              <a:t>t</a:t>
            </a:r>
            <a:r>
              <a:rPr sz="2600" dirty="0">
                <a:latin typeface="Calibri"/>
                <a:cs typeface="Calibri"/>
              </a:rPr>
              <a:t>i</a:t>
            </a:r>
            <a:r>
              <a:rPr sz="2600" spc="-35" dirty="0">
                <a:latin typeface="Calibri"/>
                <a:cs typeface="Calibri"/>
              </a:rPr>
              <a:t>c</a:t>
            </a:r>
            <a:r>
              <a:rPr sz="2600" spc="-10" dirty="0">
                <a:latin typeface="Calibri"/>
                <a:cs typeface="Calibri"/>
              </a:rPr>
              <a:t>al</a:t>
            </a:r>
            <a:r>
              <a:rPr sz="2600" spc="-10" dirty="0">
                <a:latin typeface="Times New Roman"/>
                <a:cs typeface="Times New Roman"/>
              </a:rPr>
              <a:t> </a:t>
            </a:r>
            <a:r>
              <a:rPr sz="2600" dirty="0">
                <a:latin typeface="Calibri"/>
                <a:cs typeface="Calibri"/>
              </a:rPr>
              <a:t>si</a:t>
            </a:r>
            <a:r>
              <a:rPr sz="2600" spc="-5" dirty="0">
                <a:latin typeface="Calibri"/>
                <a:cs typeface="Calibri"/>
              </a:rPr>
              <a:t>t</a:t>
            </a:r>
            <a:r>
              <a:rPr sz="2600" spc="-10" dirty="0">
                <a:latin typeface="Calibri"/>
                <a:cs typeface="Calibri"/>
              </a:rPr>
              <a:t>u</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p>
          <a:p>
            <a:pPr marL="241300" marR="5080" indent="-228600">
              <a:lnSpc>
                <a:spcPts val="2820"/>
              </a:lnSpc>
              <a:spcBef>
                <a:spcPts val="1019"/>
              </a:spcBef>
              <a:buClr>
                <a:srgbClr val="ADB3B8"/>
              </a:buClr>
              <a:buFont typeface="Arial"/>
              <a:buChar char="•"/>
              <a:tabLst>
                <a:tab pos="241300" algn="l"/>
              </a:tabLst>
            </a:pPr>
            <a:r>
              <a:rPr sz="2600" spc="-130" dirty="0">
                <a:latin typeface="Calibri"/>
                <a:cs typeface="Calibri"/>
              </a:rPr>
              <a:t>T</a:t>
            </a:r>
            <a:r>
              <a:rPr sz="2600" spc="-15" dirty="0">
                <a:latin typeface="Calibri"/>
                <a:cs typeface="Calibri"/>
              </a:rPr>
              <a:t>y</a:t>
            </a:r>
            <a:r>
              <a:rPr sz="2600" spc="-10" dirty="0">
                <a:latin typeface="Calibri"/>
                <a:cs typeface="Calibri"/>
              </a:rPr>
              <a:t>p</a:t>
            </a:r>
            <a:r>
              <a:rPr sz="2600" dirty="0">
                <a:latin typeface="Calibri"/>
                <a:cs typeface="Calibri"/>
              </a:rPr>
              <a:t>i</a:t>
            </a:r>
            <a:r>
              <a:rPr sz="2600" spc="-35" dirty="0">
                <a:latin typeface="Calibri"/>
                <a:cs typeface="Calibri"/>
              </a:rPr>
              <a:t>c</a:t>
            </a:r>
            <a:r>
              <a:rPr sz="2600" spc="-10" dirty="0">
                <a:latin typeface="Calibri"/>
                <a:cs typeface="Calibri"/>
              </a:rPr>
              <a:t>a</a:t>
            </a:r>
            <a:r>
              <a:rPr sz="2600" dirty="0">
                <a:latin typeface="Calibri"/>
                <a:cs typeface="Calibri"/>
              </a:rPr>
              <a:t>ll</a:t>
            </a:r>
            <a:r>
              <a:rPr sz="2600" spc="-15" dirty="0">
                <a:latin typeface="Calibri"/>
                <a:cs typeface="Calibri"/>
              </a:rPr>
              <a:t>y</a:t>
            </a:r>
            <a:r>
              <a:rPr sz="2600" spc="-50" dirty="0">
                <a:latin typeface="Times New Roman"/>
                <a:cs typeface="Times New Roman"/>
              </a:rPr>
              <a:t> </a:t>
            </a:r>
            <a:r>
              <a:rPr sz="2600" spc="-10" dirty="0">
                <a:latin typeface="Calibri"/>
                <a:cs typeface="Calibri"/>
              </a:rPr>
              <a:t>ba</a:t>
            </a:r>
            <a:r>
              <a:rPr sz="2600" dirty="0">
                <a:latin typeface="Calibri"/>
                <a:cs typeface="Calibri"/>
              </a:rPr>
              <a:t>s</a:t>
            </a:r>
            <a:r>
              <a:rPr sz="2600" spc="-10" dirty="0">
                <a:latin typeface="Calibri"/>
                <a:cs typeface="Calibri"/>
              </a:rPr>
              <a:t>e</a:t>
            </a:r>
            <a:r>
              <a:rPr sz="2600" dirty="0">
                <a:latin typeface="Calibri"/>
                <a:cs typeface="Calibri"/>
              </a:rPr>
              <a:t>d</a:t>
            </a:r>
            <a:r>
              <a:rPr sz="2600" spc="-80" dirty="0">
                <a:latin typeface="Times New Roman"/>
                <a:cs typeface="Times New Roman"/>
              </a:rPr>
              <a:t> </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lang="en-US" sz="2600" b="1" spc="-20" dirty="0">
                <a:solidFill>
                  <a:srgbClr val="C00000"/>
                </a:solidFill>
                <a:latin typeface="Calibri"/>
                <a:cs typeface="Calibri"/>
              </a:rPr>
              <a:t>worst-case</a:t>
            </a:r>
            <a:r>
              <a:rPr sz="2600" b="1" spc="-40" dirty="0">
                <a:solidFill>
                  <a:srgbClr val="C00000"/>
                </a:solidFill>
                <a:latin typeface="Times New Roman"/>
                <a:cs typeface="Times New Roman"/>
              </a:rPr>
              <a:t> </a:t>
            </a:r>
            <a:r>
              <a:rPr sz="2600" b="1" dirty="0">
                <a:solidFill>
                  <a:srgbClr val="C00000"/>
                </a:solidFill>
                <a:latin typeface="Calibri"/>
                <a:cs typeface="Calibri"/>
              </a:rPr>
              <a:t>s</a:t>
            </a:r>
            <a:r>
              <a:rPr sz="2600" b="1" spc="-10" dirty="0">
                <a:solidFill>
                  <a:srgbClr val="C00000"/>
                </a:solidFill>
                <a:latin typeface="Calibri"/>
                <a:cs typeface="Calibri"/>
              </a:rPr>
              <a:t>ce</a:t>
            </a:r>
            <a:r>
              <a:rPr sz="2600" b="1" spc="-15" dirty="0">
                <a:solidFill>
                  <a:srgbClr val="C00000"/>
                </a:solidFill>
                <a:latin typeface="Calibri"/>
                <a:cs typeface="Calibri"/>
              </a:rPr>
              <a:t>n</a:t>
            </a:r>
            <a:r>
              <a:rPr sz="2600" b="1" spc="-20" dirty="0">
                <a:solidFill>
                  <a:srgbClr val="C00000"/>
                </a:solidFill>
                <a:latin typeface="Calibri"/>
                <a:cs typeface="Calibri"/>
              </a:rPr>
              <a:t>a</a:t>
            </a:r>
            <a:r>
              <a:rPr sz="2600" b="1" spc="-5" dirty="0">
                <a:solidFill>
                  <a:srgbClr val="C00000"/>
                </a:solidFill>
                <a:latin typeface="Calibri"/>
                <a:cs typeface="Calibri"/>
              </a:rPr>
              <a:t>r</a:t>
            </a:r>
            <a:r>
              <a:rPr sz="2600" b="1" spc="-15" dirty="0">
                <a:solidFill>
                  <a:srgbClr val="C00000"/>
                </a:solidFill>
                <a:latin typeface="Calibri"/>
                <a:cs typeface="Calibri"/>
              </a:rPr>
              <a:t>io</a:t>
            </a:r>
            <a:r>
              <a:rPr sz="2600" b="1" spc="-30" dirty="0">
                <a:solidFill>
                  <a:srgbClr val="C00000"/>
                </a:solidFill>
                <a:latin typeface="Times New Roman"/>
                <a:cs typeface="Times New Roman"/>
              </a:rPr>
              <a:t> </a:t>
            </a:r>
            <a:r>
              <a:rPr sz="2600" spc="-10" dirty="0">
                <a:latin typeface="Calibri"/>
                <a:cs typeface="Calibri"/>
              </a:rPr>
              <a:t>bu</a:t>
            </a:r>
            <a:r>
              <a:rPr sz="2600" dirty="0">
                <a:latin typeface="Calibri"/>
                <a:cs typeface="Calibri"/>
              </a:rPr>
              <a:t>t</a:t>
            </a:r>
            <a:r>
              <a:rPr sz="2600" spc="-65" dirty="0">
                <a:latin typeface="Times New Roman"/>
                <a:cs typeface="Times New Roman"/>
              </a:rPr>
              <a:t> </a:t>
            </a:r>
            <a:r>
              <a:rPr sz="2600" spc="-25" dirty="0">
                <a:latin typeface="Calibri"/>
                <a:cs typeface="Calibri"/>
              </a:rPr>
              <a:t>m</a:t>
            </a:r>
            <a:r>
              <a:rPr sz="2600" spc="-50" dirty="0">
                <a:latin typeface="Calibri"/>
                <a:cs typeface="Calibri"/>
              </a:rPr>
              <a:t>a</a:t>
            </a:r>
            <a:r>
              <a:rPr sz="2600" spc="-15" dirty="0">
                <a:latin typeface="Calibri"/>
                <a:cs typeface="Calibri"/>
              </a:rPr>
              <a:t>y</a:t>
            </a:r>
            <a:r>
              <a:rPr sz="2600" spc="-70" dirty="0">
                <a:latin typeface="Times New Roman"/>
                <a:cs typeface="Times New Roman"/>
              </a:rPr>
              <a:t> </a:t>
            </a:r>
            <a:r>
              <a:rPr sz="2600" spc="-10" dirty="0">
                <a:latin typeface="Calibri"/>
                <a:cs typeface="Calibri"/>
              </a:rPr>
              <a:t>n</a:t>
            </a:r>
            <a:r>
              <a:rPr sz="2600" spc="5" dirty="0">
                <a:latin typeface="Calibri"/>
                <a:cs typeface="Calibri"/>
              </a:rPr>
              <a:t>o</a:t>
            </a:r>
            <a:r>
              <a:rPr sz="2600" spc="-10" dirty="0">
                <a:latin typeface="Calibri"/>
                <a:cs typeface="Calibri"/>
              </a:rPr>
              <a:t>t</a:t>
            </a:r>
            <a:r>
              <a:rPr sz="2600" spc="-10" dirty="0">
                <a:latin typeface="Times New Roman"/>
                <a:cs typeface="Times New Roman"/>
              </a:rPr>
              <a:t> </a:t>
            </a:r>
            <a:r>
              <a:rPr sz="2600" spc="-25" dirty="0">
                <a:latin typeface="Calibri"/>
                <a:cs typeface="Calibri"/>
              </a:rPr>
              <a:t>b</a:t>
            </a:r>
            <a:r>
              <a:rPr sz="2600" spc="-15" dirty="0">
                <a:latin typeface="Calibri"/>
                <a:cs typeface="Calibri"/>
              </a:rPr>
              <a:t>e</a:t>
            </a:r>
            <a:r>
              <a:rPr sz="2600" spc="-65"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a:t>
            </a:r>
            <a:r>
              <a:rPr sz="2600" spc="-25" dirty="0">
                <a:latin typeface="Calibri"/>
                <a:cs typeface="Calibri"/>
              </a:rPr>
              <a:t>m</a:t>
            </a:r>
            <a:r>
              <a:rPr sz="2600" spc="-10" dirty="0">
                <a:latin typeface="Calibri"/>
                <a:cs typeface="Calibri"/>
              </a:rPr>
              <a:t>a</a:t>
            </a:r>
            <a:r>
              <a:rPr sz="2600" dirty="0">
                <a:latin typeface="Calibri"/>
                <a:cs typeface="Calibri"/>
              </a:rPr>
              <a:t>l</a:t>
            </a:r>
            <a:r>
              <a:rPr sz="2600" spc="-50" dirty="0">
                <a:latin typeface="Times New Roman"/>
                <a:cs typeface="Times New Roman"/>
              </a:rPr>
              <a:t> </a:t>
            </a:r>
            <a:r>
              <a:rPr sz="2600" spc="-10" dirty="0">
                <a:latin typeface="Calibri"/>
                <a:cs typeface="Calibri"/>
              </a:rPr>
              <a:t>und</a:t>
            </a:r>
            <a:r>
              <a:rPr sz="2600" spc="5" dirty="0">
                <a:latin typeface="Calibri"/>
                <a:cs typeface="Calibri"/>
              </a:rPr>
              <a:t>e</a:t>
            </a:r>
            <a:r>
              <a:rPr sz="2600" spc="-10" dirty="0">
                <a:latin typeface="Calibri"/>
                <a:cs typeface="Calibri"/>
              </a:rPr>
              <a:t>r</a:t>
            </a:r>
            <a:r>
              <a:rPr sz="2600" spc="-80" dirty="0">
                <a:latin typeface="Times New Roman"/>
                <a:cs typeface="Times New Roman"/>
              </a:rPr>
              <a:t> </a:t>
            </a:r>
            <a:r>
              <a:rPr sz="2600" spc="-10" dirty="0">
                <a:latin typeface="Calibri"/>
                <a:cs typeface="Calibri"/>
              </a:rPr>
              <a:t>n</a:t>
            </a:r>
            <a:r>
              <a:rPr sz="2600" spc="5" dirty="0">
                <a:latin typeface="Calibri"/>
                <a:cs typeface="Calibri"/>
              </a:rPr>
              <a:t>o</a:t>
            </a:r>
            <a:r>
              <a:rPr sz="2600" spc="-20" dirty="0">
                <a:latin typeface="Calibri"/>
                <a:cs typeface="Calibri"/>
              </a:rPr>
              <a:t>r</a:t>
            </a:r>
            <a:r>
              <a:rPr sz="2600" spc="-25" dirty="0">
                <a:latin typeface="Calibri"/>
                <a:cs typeface="Calibri"/>
              </a:rPr>
              <a:t>m</a:t>
            </a:r>
            <a:r>
              <a:rPr sz="2600" spc="-10" dirty="0">
                <a:latin typeface="Calibri"/>
                <a:cs typeface="Calibri"/>
              </a:rPr>
              <a:t>a</a:t>
            </a:r>
            <a:r>
              <a:rPr sz="2600" dirty="0">
                <a:latin typeface="Calibri"/>
                <a:cs typeface="Calibri"/>
              </a:rPr>
              <a:t>l</a:t>
            </a:r>
            <a:r>
              <a:rPr sz="2600" spc="-50" dirty="0">
                <a:latin typeface="Times New Roman"/>
                <a:cs typeface="Times New Roman"/>
              </a:rPr>
              <a:t> </a:t>
            </a:r>
            <a:r>
              <a:rPr sz="2600" spc="-15" dirty="0">
                <a:latin typeface="Calibri"/>
                <a:cs typeface="Calibri"/>
              </a:rPr>
              <a:t>c</a:t>
            </a:r>
            <a:r>
              <a:rPr sz="2600" dirty="0">
                <a:latin typeface="Calibri"/>
                <a:cs typeface="Calibri"/>
              </a:rPr>
              <a:t>i</a:t>
            </a:r>
            <a:r>
              <a:rPr sz="2600" spc="-60" dirty="0">
                <a:latin typeface="Calibri"/>
                <a:cs typeface="Calibri"/>
              </a:rPr>
              <a:t>r</a:t>
            </a:r>
            <a:r>
              <a:rPr sz="2600" spc="-15" dirty="0">
                <a:latin typeface="Calibri"/>
                <a:cs typeface="Calibri"/>
              </a:rPr>
              <a:t>c</a:t>
            </a:r>
            <a:r>
              <a:rPr sz="2600" spc="-10" dirty="0">
                <a:latin typeface="Calibri"/>
                <a:cs typeface="Calibri"/>
              </a:rPr>
              <a:t>u</a:t>
            </a:r>
            <a:r>
              <a:rPr sz="2600" dirty="0">
                <a:latin typeface="Calibri"/>
                <a:cs typeface="Calibri"/>
              </a:rPr>
              <a:t>m</a:t>
            </a:r>
            <a:r>
              <a:rPr sz="2600" spc="-20" dirty="0">
                <a:latin typeface="Calibri"/>
                <a:cs typeface="Calibri"/>
              </a:rPr>
              <a:t>s</a:t>
            </a:r>
            <a:r>
              <a:rPr sz="2600" spc="-45" dirty="0">
                <a:latin typeface="Calibri"/>
                <a:cs typeface="Calibri"/>
              </a:rPr>
              <a:t>t</a:t>
            </a:r>
            <a:r>
              <a:rPr sz="2600" spc="-10" dirty="0">
                <a:latin typeface="Calibri"/>
                <a:cs typeface="Calibri"/>
              </a:rPr>
              <a:t>an</a:t>
            </a:r>
            <a:r>
              <a:rPr sz="2600" spc="-5" dirty="0">
                <a:latin typeface="Calibri"/>
                <a:cs typeface="Calibri"/>
              </a:rPr>
              <a:t>c</a:t>
            </a:r>
            <a:r>
              <a:rPr sz="2600" spc="-10" dirty="0">
                <a:latin typeface="Calibri"/>
                <a:cs typeface="Calibri"/>
              </a:rPr>
              <a:t>e</a:t>
            </a:r>
            <a:r>
              <a:rPr sz="2600" dirty="0">
                <a:latin typeface="Calibri"/>
                <a:cs typeface="Calibri"/>
              </a:rPr>
              <a:t>s</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fld id="{81D60167-4931-47E6-BA6A-407CBD079E47}" type="slidenum">
              <a:rPr spc="-10" dirty="0">
                <a:latin typeface="Calibri"/>
                <a:cs typeface="Calibri"/>
              </a:rPr>
              <a:t>19</a:t>
            </a:fld>
            <a:endParaRPr spc="-1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20" dirty="0">
                <a:latin typeface="Calibri"/>
                <a:cs typeface="Calibri"/>
              </a:rPr>
              <a:t>P</a:t>
            </a:r>
            <a:r>
              <a:rPr spc="-65" dirty="0">
                <a:latin typeface="Calibri"/>
                <a:cs typeface="Calibri"/>
              </a:rPr>
              <a:t>r</a:t>
            </a:r>
            <a:r>
              <a:rPr spc="-15" dirty="0">
                <a:latin typeface="Calibri"/>
                <a:cs typeface="Calibri"/>
              </a:rPr>
              <a:t>e</a:t>
            </a:r>
            <a:r>
              <a:rPr spc="-30" dirty="0">
                <a:latin typeface="Calibri"/>
                <a:cs typeface="Calibri"/>
              </a:rPr>
              <a:t>d</a:t>
            </a:r>
            <a:r>
              <a:rPr spc="-5" dirty="0">
                <a:latin typeface="Calibri"/>
                <a:cs typeface="Calibri"/>
              </a:rPr>
              <a:t>i</a:t>
            </a:r>
            <a:r>
              <a:rPr spc="-15" dirty="0">
                <a:latin typeface="Calibri"/>
                <a:cs typeface="Calibri"/>
              </a:rPr>
              <a:t>ct</a:t>
            </a:r>
            <a:r>
              <a:rPr spc="-5" dirty="0">
                <a:latin typeface="Calibri"/>
                <a:cs typeface="Calibri"/>
              </a:rPr>
              <a:t>i</a:t>
            </a:r>
            <a:r>
              <a:rPr spc="-60" dirty="0">
                <a:latin typeface="Calibri"/>
                <a:cs typeface="Calibri"/>
              </a:rPr>
              <a:t>v</a:t>
            </a:r>
            <a:r>
              <a:rPr spc="-20" dirty="0">
                <a:latin typeface="Calibri"/>
                <a:cs typeface="Calibri"/>
              </a:rPr>
              <a:t>e</a:t>
            </a:r>
            <a:r>
              <a:rPr spc="-105" dirty="0">
                <a:latin typeface="Times New Roman"/>
                <a:cs typeface="Times New Roman"/>
              </a:rPr>
              <a:t> </a:t>
            </a:r>
            <a:r>
              <a:rPr spc="5" dirty="0">
                <a:latin typeface="Calibri"/>
                <a:cs typeface="Calibri"/>
              </a:rPr>
              <a:t>Co</a:t>
            </a:r>
            <a:r>
              <a:rPr spc="-50" dirty="0">
                <a:latin typeface="Calibri"/>
                <a:cs typeface="Calibri"/>
              </a:rPr>
              <a:t>n</a:t>
            </a:r>
            <a:r>
              <a:rPr spc="-15" dirty="0">
                <a:latin typeface="Calibri"/>
                <a:cs typeface="Calibri"/>
              </a:rPr>
              <a:t>t</a:t>
            </a:r>
            <a:r>
              <a:rPr spc="-85" dirty="0">
                <a:latin typeface="Calibri"/>
                <a:cs typeface="Calibri"/>
              </a:rPr>
              <a:t>r</a:t>
            </a:r>
            <a:r>
              <a:rPr spc="5" dirty="0">
                <a:latin typeface="Calibri"/>
                <a:cs typeface="Calibri"/>
              </a:rPr>
              <a:t>ol</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fld id="{81D60167-4931-47E6-BA6A-407CBD079E47}" type="slidenum">
              <a:rPr spc="-10" dirty="0">
                <a:latin typeface="Calibri"/>
                <a:cs typeface="Calibri"/>
              </a:rPr>
              <a:t>20</a:t>
            </a:fld>
            <a:endParaRPr spc="-10" dirty="0">
              <a:latin typeface="Calibri"/>
              <a:cs typeface="Calibri"/>
            </a:endParaRPr>
          </a:p>
        </p:txBody>
      </p:sp>
      <p:sp>
        <p:nvSpPr>
          <p:cNvPr id="5" name="object 5"/>
          <p:cNvSpPr txBox="1"/>
          <p:nvPr/>
        </p:nvSpPr>
        <p:spPr>
          <a:xfrm>
            <a:off x="751967" y="2042179"/>
            <a:ext cx="7362825" cy="2540000"/>
          </a:xfrm>
          <a:prstGeom prst="rect">
            <a:avLst/>
          </a:prstGeom>
        </p:spPr>
        <p:txBody>
          <a:bodyPr vert="horz" wrap="square" lIns="0" tIns="0" rIns="0" bIns="0" rtlCol="0">
            <a:spAutoFit/>
          </a:bodyPr>
          <a:lstStyle/>
          <a:p>
            <a:pPr marL="241300" indent="-228600">
              <a:lnSpc>
                <a:spcPct val="100000"/>
              </a:lnSpc>
              <a:buClr>
                <a:srgbClr val="ADB3B8"/>
              </a:buClr>
              <a:buFont typeface="Arial"/>
              <a:buChar char="•"/>
              <a:tabLst>
                <a:tab pos="241300" algn="l"/>
              </a:tabLst>
            </a:pPr>
            <a:r>
              <a:rPr sz="2600" spc="-30" dirty="0">
                <a:latin typeface="Calibri"/>
                <a:cs typeface="Calibri"/>
              </a:rPr>
              <a:t>M</a:t>
            </a:r>
            <a:r>
              <a:rPr sz="2600" spc="-10" dirty="0">
                <a:latin typeface="Calibri"/>
                <a:cs typeface="Calibri"/>
              </a:rPr>
              <a:t>a</a:t>
            </a:r>
            <a:r>
              <a:rPr sz="2600" spc="-50" dirty="0">
                <a:latin typeface="Calibri"/>
                <a:cs typeface="Calibri"/>
              </a:rPr>
              <a:t>n</a:t>
            </a:r>
            <a:r>
              <a:rPr sz="2600" spc="-15" dirty="0">
                <a:latin typeface="Calibri"/>
                <a:cs typeface="Calibri"/>
              </a:rPr>
              <a:t>y</a:t>
            </a:r>
            <a:r>
              <a:rPr sz="2600" spc="-50" dirty="0">
                <a:latin typeface="Times New Roman"/>
                <a:cs typeface="Times New Roman"/>
              </a:rPr>
              <a:t> </a:t>
            </a:r>
            <a:r>
              <a:rPr sz="2600" dirty="0">
                <a:latin typeface="Calibri"/>
                <a:cs typeface="Calibri"/>
              </a:rPr>
              <a:t>i</a:t>
            </a:r>
            <a:r>
              <a:rPr sz="2600" spc="-10" dirty="0">
                <a:latin typeface="Calibri"/>
                <a:cs typeface="Calibri"/>
              </a:rPr>
              <a:t>ndu</a:t>
            </a:r>
            <a:r>
              <a:rPr sz="2600" spc="-20" dirty="0">
                <a:latin typeface="Calibri"/>
                <a:cs typeface="Calibri"/>
              </a:rPr>
              <a:t>s</a:t>
            </a:r>
            <a:r>
              <a:rPr sz="2600" spc="-5" dirty="0">
                <a:latin typeface="Calibri"/>
                <a:cs typeface="Calibri"/>
              </a:rPr>
              <a:t>t</a:t>
            </a:r>
            <a:r>
              <a:rPr sz="2600" spc="-20" dirty="0">
                <a:latin typeface="Calibri"/>
                <a:cs typeface="Calibri"/>
              </a:rPr>
              <a:t>r</a:t>
            </a:r>
            <a:r>
              <a:rPr sz="2600" dirty="0">
                <a:latin typeface="Calibri"/>
                <a:cs typeface="Calibri"/>
              </a:rPr>
              <a:t>i</a:t>
            </a:r>
            <a:r>
              <a:rPr sz="2600" spc="-10" dirty="0">
                <a:latin typeface="Calibri"/>
                <a:cs typeface="Calibri"/>
              </a:rPr>
              <a:t>a</a:t>
            </a:r>
            <a:r>
              <a:rPr sz="2600" dirty="0">
                <a:latin typeface="Calibri"/>
                <a:cs typeface="Calibri"/>
              </a:rPr>
              <a:t>l</a:t>
            </a:r>
            <a:r>
              <a:rPr sz="2600" spc="-7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10" dirty="0">
                <a:latin typeface="Calibri"/>
                <a:cs typeface="Calibri"/>
              </a:rPr>
              <a:t>app</a:t>
            </a:r>
            <a:r>
              <a:rPr sz="2600" dirty="0">
                <a:latin typeface="Calibri"/>
                <a:cs typeface="Calibri"/>
              </a:rPr>
              <a:t>li</a:t>
            </a:r>
            <a:r>
              <a:rPr sz="2600" spc="-35" dirty="0">
                <a:latin typeface="Calibri"/>
                <a:cs typeface="Calibri"/>
              </a:rPr>
              <a:t>c</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spc="-10" dirty="0">
                <a:latin typeface="Calibri"/>
                <a:cs typeface="Calibri"/>
              </a:rPr>
              <a:t>ns</a:t>
            </a:r>
            <a:endParaRPr sz="2600" dirty="0">
              <a:latin typeface="Calibri"/>
              <a:cs typeface="Calibri"/>
            </a:endParaRPr>
          </a:p>
          <a:p>
            <a:pPr marL="241300" indent="-228600">
              <a:lnSpc>
                <a:spcPct val="100000"/>
              </a:lnSpc>
              <a:spcBef>
                <a:spcPts val="700"/>
              </a:spcBef>
              <a:buClr>
                <a:srgbClr val="ADB3B8"/>
              </a:buClr>
              <a:buFont typeface="Arial"/>
              <a:buChar char="•"/>
              <a:tabLst>
                <a:tab pos="241300" algn="l"/>
              </a:tabLst>
            </a:pPr>
            <a:r>
              <a:rPr sz="2600" spc="-30" dirty="0">
                <a:latin typeface="Calibri"/>
                <a:cs typeface="Calibri"/>
              </a:rPr>
              <a:t>M</a:t>
            </a:r>
            <a:r>
              <a:rPr sz="2600" spc="5" dirty="0">
                <a:latin typeface="Calibri"/>
                <a:cs typeface="Calibri"/>
              </a:rPr>
              <a:t>o</a:t>
            </a:r>
            <a:r>
              <a:rPr sz="2600" spc="-10" dirty="0">
                <a:latin typeface="Calibri"/>
                <a:cs typeface="Calibri"/>
              </a:rPr>
              <a:t>de</a:t>
            </a:r>
            <a:r>
              <a:rPr sz="2600" dirty="0">
                <a:latin typeface="Calibri"/>
                <a:cs typeface="Calibri"/>
              </a:rPr>
              <a:t>l</a:t>
            </a:r>
            <a:r>
              <a:rPr sz="2600" spc="-70" dirty="0">
                <a:latin typeface="Times New Roman"/>
                <a:cs typeface="Times New Roman"/>
              </a:rPr>
              <a:t> </a:t>
            </a:r>
            <a:r>
              <a:rPr sz="2600" dirty="0">
                <a:latin typeface="Calibri"/>
                <a:cs typeface="Calibri"/>
              </a:rPr>
              <a:t>is</a:t>
            </a:r>
            <a:r>
              <a:rPr sz="2600" spc="-70" dirty="0">
                <a:latin typeface="Times New Roman"/>
                <a:cs typeface="Times New Roman"/>
              </a:rPr>
              <a:t> </a:t>
            </a:r>
            <a:r>
              <a:rPr sz="2600" spc="-10" dirty="0">
                <a:latin typeface="Calibri"/>
                <a:cs typeface="Calibri"/>
              </a:rPr>
              <a:t>u</a:t>
            </a:r>
            <a:r>
              <a:rPr sz="2600" spc="-15" dirty="0">
                <a:latin typeface="Calibri"/>
                <a:cs typeface="Calibri"/>
              </a:rPr>
              <a:t>s</a:t>
            </a:r>
            <a:r>
              <a:rPr sz="2600" spc="-10" dirty="0">
                <a:latin typeface="Calibri"/>
                <a:cs typeface="Calibri"/>
              </a:rPr>
              <a:t>e</a:t>
            </a:r>
            <a:r>
              <a:rPr sz="2600" dirty="0">
                <a:latin typeface="Calibri"/>
                <a:cs typeface="Calibri"/>
              </a:rPr>
              <a:t>d</a:t>
            </a:r>
            <a:r>
              <a:rPr sz="2600" spc="-80" dirty="0">
                <a:latin typeface="Times New Roman"/>
                <a:cs typeface="Times New Roman"/>
              </a:rPr>
              <a:t> </a:t>
            </a:r>
            <a:r>
              <a:rPr sz="2600" spc="-25" dirty="0">
                <a:latin typeface="Calibri"/>
                <a:cs typeface="Calibri"/>
              </a:rPr>
              <a:t>t</a:t>
            </a:r>
            <a:r>
              <a:rPr sz="2600" dirty="0">
                <a:latin typeface="Calibri"/>
                <a:cs typeface="Calibri"/>
              </a:rPr>
              <a:t>o</a:t>
            </a:r>
            <a:r>
              <a:rPr sz="2600" spc="-80" dirty="0">
                <a:latin typeface="Times New Roman"/>
                <a:cs typeface="Times New Roman"/>
              </a:rPr>
              <a:t> </a:t>
            </a:r>
            <a:r>
              <a:rPr sz="2600" b="1" spc="-15" dirty="0">
                <a:solidFill>
                  <a:srgbClr val="C00000"/>
                </a:solidFill>
                <a:latin typeface="Calibri"/>
                <a:cs typeface="Calibri"/>
              </a:rPr>
              <a:t>p</a:t>
            </a:r>
            <a:r>
              <a:rPr sz="2600" b="1" spc="-25" dirty="0">
                <a:solidFill>
                  <a:srgbClr val="C00000"/>
                </a:solidFill>
                <a:latin typeface="Calibri"/>
                <a:cs typeface="Calibri"/>
              </a:rPr>
              <a:t>r</a:t>
            </a:r>
            <a:r>
              <a:rPr sz="2600" b="1" spc="-10" dirty="0">
                <a:solidFill>
                  <a:srgbClr val="C00000"/>
                </a:solidFill>
                <a:latin typeface="Calibri"/>
                <a:cs typeface="Calibri"/>
              </a:rPr>
              <a:t>e</a:t>
            </a:r>
            <a:r>
              <a:rPr sz="2600" b="1" spc="-15" dirty="0">
                <a:solidFill>
                  <a:srgbClr val="C00000"/>
                </a:solidFill>
                <a:latin typeface="Calibri"/>
                <a:cs typeface="Calibri"/>
              </a:rPr>
              <a:t>di</a:t>
            </a:r>
            <a:r>
              <a:rPr sz="2600" b="1" spc="-10" dirty="0">
                <a:solidFill>
                  <a:srgbClr val="C00000"/>
                </a:solidFill>
                <a:latin typeface="Calibri"/>
                <a:cs typeface="Calibri"/>
              </a:rPr>
              <a:t>ct</a:t>
            </a:r>
            <a:r>
              <a:rPr sz="2600" b="1" spc="-55" dirty="0">
                <a:solidFill>
                  <a:srgbClr val="C00000"/>
                </a:solidFill>
                <a:latin typeface="Times New Roman"/>
                <a:cs typeface="Times New Roman"/>
              </a:rPr>
              <a:t> </a:t>
            </a:r>
            <a:r>
              <a:rPr sz="2600" b="1" spc="-15" dirty="0">
                <a:solidFill>
                  <a:srgbClr val="C00000"/>
                </a:solidFill>
                <a:latin typeface="Calibri"/>
                <a:cs typeface="Calibri"/>
              </a:rPr>
              <a:t>th</a:t>
            </a:r>
            <a:r>
              <a:rPr sz="2600" b="1" dirty="0">
                <a:solidFill>
                  <a:srgbClr val="C00000"/>
                </a:solidFill>
                <a:latin typeface="Calibri"/>
                <a:cs typeface="Calibri"/>
              </a:rPr>
              <a:t>e</a:t>
            </a:r>
            <a:r>
              <a:rPr sz="2600" b="1" spc="-60" dirty="0">
                <a:solidFill>
                  <a:srgbClr val="C00000"/>
                </a:solidFill>
                <a:latin typeface="Times New Roman"/>
                <a:cs typeface="Times New Roman"/>
              </a:rPr>
              <a:t> </a:t>
            </a:r>
            <a:r>
              <a:rPr sz="2600" b="1" spc="-5" dirty="0">
                <a:solidFill>
                  <a:srgbClr val="C00000"/>
                </a:solidFill>
                <a:latin typeface="Calibri"/>
                <a:cs typeface="Calibri"/>
              </a:rPr>
              <a:t>f</a:t>
            </a:r>
            <a:r>
              <a:rPr sz="2600" b="1" spc="-15" dirty="0">
                <a:solidFill>
                  <a:srgbClr val="C00000"/>
                </a:solidFill>
                <a:latin typeface="Calibri"/>
                <a:cs typeface="Calibri"/>
              </a:rPr>
              <a:t>utu</a:t>
            </a:r>
            <a:r>
              <a:rPr sz="2600" b="1" spc="-25" dirty="0">
                <a:solidFill>
                  <a:srgbClr val="C00000"/>
                </a:solidFill>
                <a:latin typeface="Calibri"/>
                <a:cs typeface="Calibri"/>
              </a:rPr>
              <a:t>r</a:t>
            </a:r>
            <a:r>
              <a:rPr sz="2600" b="1" dirty="0">
                <a:solidFill>
                  <a:srgbClr val="C00000"/>
                </a:solidFill>
                <a:latin typeface="Calibri"/>
                <a:cs typeface="Calibri"/>
              </a:rPr>
              <a:t>e</a:t>
            </a:r>
            <a:r>
              <a:rPr sz="2600" b="1" spc="-60" dirty="0">
                <a:solidFill>
                  <a:srgbClr val="C00000"/>
                </a:solidFill>
                <a:latin typeface="Times New Roman"/>
                <a:cs typeface="Times New Roman"/>
              </a:rPr>
              <a:t> </a:t>
            </a:r>
            <a:r>
              <a:rPr sz="2600" b="1" spc="-15" dirty="0">
                <a:solidFill>
                  <a:srgbClr val="C00000"/>
                </a:solidFill>
                <a:latin typeface="Calibri"/>
                <a:cs typeface="Calibri"/>
              </a:rPr>
              <a:t>output</a:t>
            </a:r>
            <a:endParaRPr sz="2600" dirty="0">
              <a:latin typeface="Calibri"/>
              <a:cs typeface="Calibri"/>
            </a:endParaRPr>
          </a:p>
          <a:p>
            <a:pPr marL="241300" marR="5080" indent="-228600">
              <a:lnSpc>
                <a:spcPts val="2800"/>
              </a:lnSpc>
              <a:spcBef>
                <a:spcPts val="1040"/>
              </a:spcBef>
              <a:buClr>
                <a:srgbClr val="ADB3B8"/>
              </a:buClr>
              <a:buFont typeface="Arial"/>
              <a:buChar char="•"/>
              <a:tabLst>
                <a:tab pos="241300" algn="l"/>
              </a:tabLst>
            </a:pP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ll</a:t>
            </a:r>
            <a:r>
              <a:rPr sz="2600" spc="-10" dirty="0">
                <a:latin typeface="Calibri"/>
                <a:cs typeface="Calibri"/>
              </a:rPr>
              <a:t>er</a:t>
            </a:r>
            <a:r>
              <a:rPr sz="2600" spc="-80" dirty="0">
                <a:latin typeface="Times New Roman"/>
                <a:cs typeface="Times New Roman"/>
              </a:rPr>
              <a:t> </a:t>
            </a:r>
            <a:r>
              <a:rPr sz="2600" spc="-25" dirty="0">
                <a:latin typeface="Calibri"/>
                <a:cs typeface="Calibri"/>
              </a:rPr>
              <a:t>d</a:t>
            </a:r>
            <a:r>
              <a:rPr sz="2600" spc="-10" dirty="0">
                <a:latin typeface="Calibri"/>
                <a:cs typeface="Calibri"/>
              </a:rPr>
              <a:t>e</a:t>
            </a:r>
            <a:r>
              <a:rPr sz="2600" dirty="0">
                <a:latin typeface="Calibri"/>
                <a:cs typeface="Calibri"/>
              </a:rPr>
              <a:t>si</a:t>
            </a:r>
            <a:r>
              <a:rPr sz="2600" spc="-20" dirty="0">
                <a:latin typeface="Calibri"/>
                <a:cs typeface="Calibri"/>
              </a:rPr>
              <a:t>gn</a:t>
            </a:r>
            <a:r>
              <a:rPr sz="2600" spc="-15" dirty="0">
                <a:latin typeface="Calibri"/>
                <a:cs typeface="Calibri"/>
              </a:rPr>
              <a:t>e</a:t>
            </a:r>
            <a:r>
              <a:rPr sz="2600" dirty="0">
                <a:latin typeface="Calibri"/>
                <a:cs typeface="Calibri"/>
              </a:rPr>
              <a:t>d</a:t>
            </a:r>
            <a:r>
              <a:rPr sz="2600" spc="-80" dirty="0">
                <a:latin typeface="Times New Roman"/>
                <a:cs typeface="Times New Roman"/>
              </a:rPr>
              <a:t> </a:t>
            </a:r>
            <a:r>
              <a:rPr sz="2600" spc="-25" dirty="0">
                <a:latin typeface="Calibri"/>
                <a:cs typeface="Calibri"/>
              </a:rPr>
              <a:t>t</a:t>
            </a:r>
            <a:r>
              <a:rPr sz="2600" dirty="0">
                <a:latin typeface="Calibri"/>
                <a:cs typeface="Calibri"/>
              </a:rPr>
              <a:t>o</a:t>
            </a:r>
            <a:r>
              <a:rPr sz="2600" spc="-85" dirty="0">
                <a:latin typeface="Times New Roman"/>
                <a:cs typeface="Times New Roman"/>
              </a:rPr>
              <a:t> </a:t>
            </a:r>
            <a:r>
              <a:rPr sz="2600" spc="-40" dirty="0">
                <a:latin typeface="Calibri"/>
                <a:cs typeface="Calibri"/>
              </a:rPr>
              <a:t>g</a:t>
            </a:r>
            <a:r>
              <a:rPr sz="2600" spc="-10" dirty="0">
                <a:latin typeface="Calibri"/>
                <a:cs typeface="Calibri"/>
              </a:rPr>
              <a:t>e</a:t>
            </a:r>
            <a:r>
              <a:rPr sz="2600" spc="-25" dirty="0">
                <a:latin typeface="Calibri"/>
                <a:cs typeface="Calibri"/>
              </a:rPr>
              <a:t>n</a:t>
            </a:r>
            <a:r>
              <a:rPr sz="2600" spc="-10" dirty="0">
                <a:latin typeface="Calibri"/>
                <a:cs typeface="Calibri"/>
              </a:rPr>
              <a:t>e</a:t>
            </a:r>
            <a:r>
              <a:rPr sz="2600" spc="-80" dirty="0">
                <a:latin typeface="Calibri"/>
                <a:cs typeface="Calibri"/>
              </a:rPr>
              <a:t>r</a:t>
            </a:r>
            <a:r>
              <a:rPr sz="2600" spc="-30" dirty="0">
                <a:latin typeface="Calibri"/>
                <a:cs typeface="Calibri"/>
              </a:rPr>
              <a:t>a</a:t>
            </a:r>
            <a:r>
              <a:rPr sz="2600" spc="-25" dirty="0">
                <a:latin typeface="Calibri"/>
                <a:cs typeface="Calibri"/>
              </a:rPr>
              <a:t>t</a:t>
            </a:r>
            <a:r>
              <a:rPr sz="2600" spc="-15" dirty="0">
                <a:latin typeface="Calibri"/>
                <a:cs typeface="Calibri"/>
              </a:rPr>
              <a:t>e</a:t>
            </a:r>
            <a:r>
              <a:rPr sz="2600" spc="-65"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a:t>
            </a:r>
            <a:r>
              <a:rPr sz="2600" spc="-25" dirty="0">
                <a:latin typeface="Calibri"/>
                <a:cs typeface="Calibri"/>
              </a:rPr>
              <a:t>m</a:t>
            </a:r>
            <a:r>
              <a:rPr sz="2600" spc="-10" dirty="0">
                <a:latin typeface="Calibri"/>
                <a:cs typeface="Calibri"/>
              </a:rPr>
              <a:t>a</a:t>
            </a:r>
            <a:r>
              <a:rPr sz="2600" dirty="0">
                <a:latin typeface="Calibri"/>
                <a:cs typeface="Calibri"/>
              </a:rPr>
              <a:t>l</a:t>
            </a:r>
            <a:r>
              <a:rPr sz="2600" spc="-50" dirty="0">
                <a:latin typeface="Times New Roman"/>
                <a:cs typeface="Times New Roman"/>
              </a:rPr>
              <a:t> </a:t>
            </a:r>
            <a:r>
              <a:rPr sz="2600" dirty="0">
                <a:latin typeface="Calibri"/>
                <a:cs typeface="Calibri"/>
              </a:rPr>
              <a:t>i</a:t>
            </a:r>
            <a:r>
              <a:rPr sz="2600" spc="-10" dirty="0">
                <a:latin typeface="Calibri"/>
                <a:cs typeface="Calibri"/>
              </a:rPr>
              <a:t>npu</a:t>
            </a:r>
            <a:r>
              <a:rPr sz="2600" dirty="0">
                <a:latin typeface="Calibri"/>
                <a:cs typeface="Calibri"/>
              </a:rPr>
              <a:t>t</a:t>
            </a:r>
            <a:r>
              <a:rPr sz="2600" spc="-65" dirty="0">
                <a:latin typeface="Times New Roman"/>
                <a:cs typeface="Times New Roman"/>
              </a:rPr>
              <a:t> </a:t>
            </a:r>
            <a:r>
              <a:rPr sz="2600" dirty="0">
                <a:latin typeface="Calibri"/>
                <a:cs typeface="Calibri"/>
              </a:rPr>
              <a:t>si</a:t>
            </a:r>
            <a:r>
              <a:rPr sz="2600" spc="-5" dirty="0">
                <a:latin typeface="Calibri"/>
                <a:cs typeface="Calibri"/>
              </a:rPr>
              <a:t>gna</a:t>
            </a:r>
            <a:r>
              <a:rPr sz="2600" dirty="0">
                <a:latin typeface="Calibri"/>
                <a:cs typeface="Calibri"/>
              </a:rPr>
              <a:t>ls</a:t>
            </a:r>
            <a:r>
              <a:rPr sz="2600" dirty="0">
                <a:latin typeface="Times New Roman"/>
                <a:cs typeface="Times New Roman"/>
              </a:rPr>
              <a:t> </a:t>
            </a:r>
            <a:r>
              <a:rPr sz="2600" dirty="0">
                <a:latin typeface="Calibri"/>
                <a:cs typeface="Calibri"/>
              </a:rPr>
              <a:t>i</a:t>
            </a:r>
            <a:r>
              <a:rPr sz="2600" spc="-30" dirty="0">
                <a:latin typeface="Calibri"/>
                <a:cs typeface="Calibri"/>
              </a:rPr>
              <a:t>n</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5" dirty="0">
                <a:latin typeface="Calibri"/>
                <a:cs typeface="Calibri"/>
              </a:rPr>
              <a:t>f</a:t>
            </a:r>
            <a:r>
              <a:rPr sz="2600" spc="-10" dirty="0">
                <a:latin typeface="Calibri"/>
                <a:cs typeface="Calibri"/>
              </a:rPr>
              <a:t>u</a:t>
            </a:r>
            <a:r>
              <a:rPr sz="2600" spc="5" dirty="0">
                <a:latin typeface="Calibri"/>
                <a:cs typeface="Calibri"/>
              </a:rPr>
              <a:t>t</a:t>
            </a:r>
            <a:r>
              <a:rPr sz="2600" spc="-10" dirty="0">
                <a:latin typeface="Calibri"/>
                <a:cs typeface="Calibri"/>
              </a:rPr>
              <a:t>u</a:t>
            </a:r>
            <a:r>
              <a:rPr sz="2600" spc="-50" dirty="0">
                <a:latin typeface="Calibri"/>
                <a:cs typeface="Calibri"/>
              </a:rPr>
              <a:t>r</a:t>
            </a:r>
            <a:r>
              <a:rPr sz="2600" spc="-15" dirty="0">
                <a:latin typeface="Calibri"/>
                <a:cs typeface="Calibri"/>
              </a:rPr>
              <a:t>e</a:t>
            </a:r>
            <a:endParaRPr sz="2600" dirty="0">
              <a:latin typeface="Calibri"/>
              <a:cs typeface="Calibri"/>
            </a:endParaRPr>
          </a:p>
          <a:p>
            <a:pPr marL="241300" marR="815340" indent="-228600">
              <a:lnSpc>
                <a:spcPts val="2800"/>
              </a:lnSpc>
              <a:spcBef>
                <a:spcPts val="102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u</a:t>
            </a:r>
            <a:r>
              <a:rPr sz="2600" dirty="0">
                <a:latin typeface="Calibri"/>
                <a:cs typeface="Calibri"/>
              </a:rPr>
              <a:t>ch</a:t>
            </a:r>
            <a:r>
              <a:rPr sz="2600" spc="-55"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imis</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is</a:t>
            </a:r>
            <a:r>
              <a:rPr sz="2600" spc="-70" dirty="0">
                <a:latin typeface="Times New Roman"/>
                <a:cs typeface="Times New Roman"/>
              </a:rPr>
              <a:t> </a:t>
            </a:r>
            <a:r>
              <a:rPr sz="2600" spc="-60" dirty="0">
                <a:latin typeface="Calibri"/>
                <a:cs typeface="Calibri"/>
              </a:rPr>
              <a:t>r</a:t>
            </a:r>
            <a:r>
              <a:rPr sz="2600" spc="-10" dirty="0">
                <a:latin typeface="Calibri"/>
                <a:cs typeface="Calibri"/>
              </a:rPr>
              <a:t>e</a:t>
            </a:r>
            <a:r>
              <a:rPr sz="2600" spc="-25" dirty="0">
                <a:latin typeface="Calibri"/>
                <a:cs typeface="Calibri"/>
              </a:rPr>
              <a:t>p</a:t>
            </a:r>
            <a:r>
              <a:rPr sz="2600" spc="-10" dirty="0">
                <a:latin typeface="Calibri"/>
                <a:cs typeface="Calibri"/>
              </a:rPr>
              <a:t>e</a:t>
            </a:r>
            <a:r>
              <a:rPr sz="2600" spc="-30" dirty="0">
                <a:latin typeface="Calibri"/>
                <a:cs typeface="Calibri"/>
              </a:rPr>
              <a:t>a</a:t>
            </a:r>
            <a:r>
              <a:rPr sz="2600" spc="-25" dirty="0">
                <a:latin typeface="Calibri"/>
                <a:cs typeface="Calibri"/>
              </a:rPr>
              <a:t>t</a:t>
            </a:r>
            <a:r>
              <a:rPr sz="2600" spc="-10" dirty="0">
                <a:latin typeface="Calibri"/>
                <a:cs typeface="Calibri"/>
              </a:rPr>
              <a:t>e</a:t>
            </a:r>
            <a:r>
              <a:rPr sz="2600" dirty="0">
                <a:latin typeface="Calibri"/>
                <a:cs typeface="Calibri"/>
              </a:rPr>
              <a:t>d</a:t>
            </a:r>
            <a:r>
              <a:rPr sz="2600" spc="-80" dirty="0">
                <a:latin typeface="Times New Roman"/>
                <a:cs typeface="Times New Roman"/>
              </a:rPr>
              <a:t> </a:t>
            </a:r>
            <a:r>
              <a:rPr sz="2600" spc="-30" dirty="0">
                <a:latin typeface="Calibri"/>
                <a:cs typeface="Calibri"/>
              </a:rPr>
              <a:t>a</a:t>
            </a:r>
            <a:r>
              <a:rPr sz="2600" spc="-10" dirty="0">
                <a:latin typeface="Calibri"/>
                <a:cs typeface="Calibri"/>
              </a:rPr>
              <a:t>t</a:t>
            </a:r>
            <a:r>
              <a:rPr sz="2600" spc="-65" dirty="0">
                <a:latin typeface="Times New Roman"/>
                <a:cs typeface="Times New Roman"/>
              </a:rPr>
              <a:t> </a:t>
            </a:r>
            <a:r>
              <a:rPr sz="2600" spc="-10" dirty="0">
                <a:latin typeface="Calibri"/>
                <a:cs typeface="Calibri"/>
              </a:rPr>
              <a:t>e</a:t>
            </a:r>
            <a:r>
              <a:rPr sz="2600" spc="-25" dirty="0">
                <a:latin typeface="Calibri"/>
                <a:cs typeface="Calibri"/>
              </a:rPr>
              <a:t>a</a:t>
            </a:r>
            <a:r>
              <a:rPr sz="2600" spc="-15" dirty="0">
                <a:latin typeface="Calibri"/>
                <a:cs typeface="Calibri"/>
              </a:rPr>
              <a:t>c</a:t>
            </a:r>
            <a:r>
              <a:rPr sz="2600" dirty="0">
                <a:latin typeface="Calibri"/>
                <a:cs typeface="Calibri"/>
              </a:rPr>
              <a:t>h</a:t>
            </a:r>
            <a:r>
              <a:rPr sz="2600" spc="-80" dirty="0">
                <a:latin typeface="Times New Roman"/>
                <a:cs typeface="Times New Roman"/>
              </a:rPr>
              <a:t> </a:t>
            </a:r>
            <a:r>
              <a:rPr sz="2600" dirty="0">
                <a:latin typeface="Calibri"/>
                <a:cs typeface="Calibri"/>
              </a:rPr>
              <a:t>s</a:t>
            </a:r>
            <a:r>
              <a:rPr sz="2600" spc="-25" dirty="0">
                <a:latin typeface="Calibri"/>
                <a:cs typeface="Calibri"/>
              </a:rPr>
              <a:t>am</a:t>
            </a:r>
            <a:r>
              <a:rPr sz="2600" spc="-10" dirty="0">
                <a:latin typeface="Calibri"/>
                <a:cs typeface="Calibri"/>
              </a:rPr>
              <a:t>p</a:t>
            </a:r>
            <a:r>
              <a:rPr sz="2600" dirty="0">
                <a:latin typeface="Calibri"/>
                <a:cs typeface="Calibri"/>
              </a:rPr>
              <a:t>li</a:t>
            </a:r>
            <a:r>
              <a:rPr sz="2600" spc="-10" dirty="0">
                <a:latin typeface="Calibri"/>
                <a:cs typeface="Calibri"/>
              </a:rPr>
              <a:t>ng</a:t>
            </a:r>
            <a:r>
              <a:rPr sz="2600" spc="-10" dirty="0">
                <a:latin typeface="Times New Roman"/>
                <a:cs typeface="Times New Roman"/>
              </a:rPr>
              <a:t> </a:t>
            </a:r>
            <a:r>
              <a:rPr sz="2600" dirty="0">
                <a:latin typeface="Calibri"/>
                <a:cs typeface="Calibri"/>
              </a:rPr>
              <a:t>i</a:t>
            </a:r>
            <a:r>
              <a:rPr sz="2600" spc="-10" dirty="0">
                <a:latin typeface="Calibri"/>
                <a:cs typeface="Calibri"/>
              </a:rPr>
              <a:t>n</a:t>
            </a:r>
            <a:r>
              <a:rPr sz="2600" spc="-20" dirty="0">
                <a:latin typeface="Calibri"/>
                <a:cs typeface="Calibri"/>
              </a:rPr>
              <a:t>s</a:t>
            </a:r>
            <a:r>
              <a:rPr sz="2600" spc="-45" dirty="0">
                <a:latin typeface="Calibri"/>
                <a:cs typeface="Calibri"/>
              </a:rPr>
              <a:t>t</a:t>
            </a:r>
            <a:r>
              <a:rPr sz="2600" spc="-10" dirty="0">
                <a:latin typeface="Calibri"/>
                <a:cs typeface="Calibri"/>
              </a:rPr>
              <a:t>a</a:t>
            </a:r>
            <a:r>
              <a:rPr sz="2600" spc="-30" dirty="0">
                <a:latin typeface="Calibri"/>
                <a:cs typeface="Calibri"/>
              </a:rPr>
              <a:t>n</a:t>
            </a:r>
            <a:r>
              <a:rPr sz="2600" spc="-10" dirty="0">
                <a:latin typeface="Calibri"/>
                <a:cs typeface="Calibri"/>
              </a:rPr>
              <a:t>t</a:t>
            </a:r>
            <a:r>
              <a:rPr sz="2600" spc="-65" dirty="0">
                <a:latin typeface="Times New Roman"/>
                <a:cs typeface="Times New Roman"/>
              </a:rPr>
              <a:t> </a:t>
            </a:r>
            <a:r>
              <a:rPr sz="2600" spc="-10" dirty="0">
                <a:latin typeface="Calibri"/>
                <a:cs typeface="Calibri"/>
              </a:rPr>
              <a:t>(</a:t>
            </a:r>
            <a:r>
              <a:rPr sz="2600" b="1" spc="-25" dirty="0">
                <a:solidFill>
                  <a:srgbClr val="C00000"/>
                </a:solidFill>
                <a:latin typeface="Calibri"/>
                <a:cs typeface="Calibri"/>
              </a:rPr>
              <a:t>r</a:t>
            </a:r>
            <a:r>
              <a:rPr sz="2600" b="1" spc="-10" dirty="0">
                <a:solidFill>
                  <a:srgbClr val="C00000"/>
                </a:solidFill>
                <a:latin typeface="Calibri"/>
                <a:cs typeface="Calibri"/>
              </a:rPr>
              <a:t>ece</a:t>
            </a:r>
            <a:r>
              <a:rPr sz="2600" b="1" spc="-15" dirty="0">
                <a:solidFill>
                  <a:srgbClr val="C00000"/>
                </a:solidFill>
                <a:latin typeface="Calibri"/>
                <a:cs typeface="Calibri"/>
              </a:rPr>
              <a:t>ding</a:t>
            </a:r>
            <a:r>
              <a:rPr sz="2600" b="1" spc="-25" dirty="0">
                <a:solidFill>
                  <a:srgbClr val="C00000"/>
                </a:solidFill>
                <a:latin typeface="Times New Roman"/>
                <a:cs typeface="Times New Roman"/>
              </a:rPr>
              <a:t> </a:t>
            </a:r>
            <a:r>
              <a:rPr sz="2600" b="1" spc="-15" dirty="0">
                <a:solidFill>
                  <a:srgbClr val="C00000"/>
                </a:solidFill>
                <a:latin typeface="Calibri"/>
                <a:cs typeface="Calibri"/>
              </a:rPr>
              <a:t>ho</a:t>
            </a:r>
            <a:r>
              <a:rPr sz="2600" b="1" spc="-5" dirty="0">
                <a:solidFill>
                  <a:srgbClr val="C00000"/>
                </a:solidFill>
                <a:latin typeface="Calibri"/>
                <a:cs typeface="Calibri"/>
              </a:rPr>
              <a:t>r</a:t>
            </a:r>
            <a:r>
              <a:rPr sz="2600" b="1" spc="-10" dirty="0">
                <a:solidFill>
                  <a:srgbClr val="C00000"/>
                </a:solidFill>
                <a:latin typeface="Calibri"/>
                <a:cs typeface="Calibri"/>
              </a:rPr>
              <a:t>i</a:t>
            </a:r>
            <a:r>
              <a:rPr sz="2600" b="1" spc="-35" dirty="0">
                <a:solidFill>
                  <a:srgbClr val="C00000"/>
                </a:solidFill>
                <a:latin typeface="Calibri"/>
                <a:cs typeface="Calibri"/>
              </a:rPr>
              <a:t>z</a:t>
            </a:r>
            <a:r>
              <a:rPr sz="2600" b="1" spc="-15" dirty="0">
                <a:solidFill>
                  <a:srgbClr val="C00000"/>
                </a:solidFill>
                <a:latin typeface="Calibri"/>
                <a:cs typeface="Calibri"/>
              </a:rPr>
              <a:t>on</a:t>
            </a:r>
            <a:r>
              <a:rPr sz="2600" dirty="0">
                <a:latin typeface="Calibri"/>
                <a:cs typeface="Calibri"/>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87567" y="728606"/>
            <a:ext cx="4833620" cy="915035"/>
          </a:xfrm>
          <a:prstGeom prst="rect">
            <a:avLst/>
          </a:prstGeom>
        </p:spPr>
        <p:txBody>
          <a:bodyPr vert="horz" wrap="square" lIns="0" tIns="0" rIns="0" bIns="0" rtlCol="0">
            <a:spAutoFit/>
          </a:bodyPr>
          <a:lstStyle/>
          <a:p>
            <a:pPr marL="12700" marR="5080" indent="-635">
              <a:lnSpc>
                <a:spcPts val="3600"/>
              </a:lnSpc>
            </a:pPr>
            <a:r>
              <a:rPr sz="3400" spc="-100" dirty="0">
                <a:solidFill>
                  <a:srgbClr val="B5121B"/>
                </a:solidFill>
                <a:latin typeface="Calibri"/>
                <a:cs typeface="Calibri"/>
              </a:rPr>
              <a:t>P</a:t>
            </a:r>
            <a:r>
              <a:rPr sz="3400" spc="-10" dirty="0">
                <a:solidFill>
                  <a:srgbClr val="B5121B"/>
                </a:solidFill>
                <a:latin typeface="Calibri"/>
                <a:cs typeface="Calibri"/>
              </a:rPr>
              <a:t>a</a:t>
            </a:r>
            <a:r>
              <a:rPr sz="3400" spc="-25" dirty="0">
                <a:solidFill>
                  <a:srgbClr val="B5121B"/>
                </a:solidFill>
                <a:latin typeface="Calibri"/>
                <a:cs typeface="Calibri"/>
              </a:rPr>
              <a:t>r</a:t>
            </a:r>
            <a:r>
              <a:rPr sz="3400" spc="-15" dirty="0">
                <a:solidFill>
                  <a:srgbClr val="B5121B"/>
                </a:solidFill>
                <a:latin typeface="Calibri"/>
                <a:cs typeface="Calibri"/>
              </a:rPr>
              <a:t>t</a:t>
            </a:r>
            <a:r>
              <a:rPr sz="3400" spc="-75" dirty="0">
                <a:solidFill>
                  <a:srgbClr val="B5121B"/>
                </a:solidFill>
                <a:latin typeface="Times New Roman"/>
                <a:cs typeface="Times New Roman"/>
              </a:rPr>
              <a:t> </a:t>
            </a:r>
            <a:r>
              <a:rPr sz="3400" spc="-20" dirty="0">
                <a:solidFill>
                  <a:srgbClr val="B5121B"/>
                </a:solidFill>
                <a:latin typeface="Calibri"/>
                <a:cs typeface="Calibri"/>
              </a:rPr>
              <a:t>6</a:t>
            </a:r>
            <a:r>
              <a:rPr sz="3400" spc="-95" dirty="0">
                <a:solidFill>
                  <a:srgbClr val="B5121B"/>
                </a:solidFill>
                <a:latin typeface="Times New Roman"/>
                <a:cs typeface="Times New Roman"/>
              </a:rPr>
              <a:t> </a:t>
            </a:r>
            <a:r>
              <a:rPr sz="3400" dirty="0">
                <a:solidFill>
                  <a:srgbClr val="B5121B"/>
                </a:solidFill>
                <a:latin typeface="Calibri"/>
                <a:cs typeface="Calibri"/>
              </a:rPr>
              <a:t>–</a:t>
            </a:r>
            <a:r>
              <a:rPr sz="3400" spc="-85" dirty="0">
                <a:solidFill>
                  <a:srgbClr val="B5121B"/>
                </a:solidFill>
                <a:latin typeface="Times New Roman"/>
                <a:cs typeface="Times New Roman"/>
              </a:rPr>
              <a:t> </a:t>
            </a:r>
            <a:r>
              <a:rPr sz="3400" spc="-30" dirty="0">
                <a:solidFill>
                  <a:srgbClr val="B5121B"/>
                </a:solidFill>
                <a:latin typeface="Calibri"/>
                <a:cs typeface="Calibri"/>
              </a:rPr>
              <a:t>A</a:t>
            </a:r>
            <a:r>
              <a:rPr sz="3400" spc="-10" dirty="0">
                <a:solidFill>
                  <a:srgbClr val="B5121B"/>
                </a:solidFill>
                <a:latin typeface="Calibri"/>
                <a:cs typeface="Calibri"/>
              </a:rPr>
              <a:t>dd</a:t>
            </a:r>
            <a:r>
              <a:rPr sz="3400" spc="-5" dirty="0">
                <a:solidFill>
                  <a:srgbClr val="B5121B"/>
                </a:solidFill>
                <a:latin typeface="Calibri"/>
                <a:cs typeface="Calibri"/>
              </a:rPr>
              <a:t>i</a:t>
            </a:r>
            <a:r>
              <a:rPr sz="3400" spc="-15" dirty="0">
                <a:solidFill>
                  <a:srgbClr val="B5121B"/>
                </a:solidFill>
                <a:latin typeface="Calibri"/>
                <a:cs typeface="Calibri"/>
              </a:rPr>
              <a:t>t</a:t>
            </a:r>
            <a:r>
              <a:rPr sz="3400" spc="-5" dirty="0">
                <a:solidFill>
                  <a:srgbClr val="B5121B"/>
                </a:solidFill>
                <a:latin typeface="Calibri"/>
                <a:cs typeface="Calibri"/>
              </a:rPr>
              <a:t>i</a:t>
            </a:r>
            <a:r>
              <a:rPr sz="3400" spc="5" dirty="0">
                <a:solidFill>
                  <a:srgbClr val="B5121B"/>
                </a:solidFill>
                <a:latin typeface="Calibri"/>
                <a:cs typeface="Calibri"/>
              </a:rPr>
              <a:t>o</a:t>
            </a:r>
            <a:r>
              <a:rPr sz="3400" spc="-10" dirty="0">
                <a:solidFill>
                  <a:srgbClr val="B5121B"/>
                </a:solidFill>
                <a:latin typeface="Calibri"/>
                <a:cs typeface="Calibri"/>
              </a:rPr>
              <a:t>na</a:t>
            </a:r>
            <a:r>
              <a:rPr sz="3400" dirty="0">
                <a:solidFill>
                  <a:srgbClr val="B5121B"/>
                </a:solidFill>
                <a:latin typeface="Calibri"/>
                <a:cs typeface="Calibri"/>
              </a:rPr>
              <a:t>l</a:t>
            </a:r>
            <a:r>
              <a:rPr sz="3400" spc="-90" dirty="0">
                <a:solidFill>
                  <a:srgbClr val="B5121B"/>
                </a:solidFill>
                <a:latin typeface="Times New Roman"/>
                <a:cs typeface="Times New Roman"/>
              </a:rPr>
              <a:t> </a:t>
            </a:r>
            <a:r>
              <a:rPr sz="3400" spc="-300" dirty="0">
                <a:solidFill>
                  <a:srgbClr val="B5121B"/>
                </a:solidFill>
                <a:latin typeface="Calibri"/>
                <a:cs typeface="Calibri"/>
              </a:rPr>
              <a:t>T</a:t>
            </a:r>
            <a:r>
              <a:rPr sz="3400" spc="5" dirty="0">
                <a:solidFill>
                  <a:srgbClr val="B5121B"/>
                </a:solidFill>
                <a:latin typeface="Calibri"/>
                <a:cs typeface="Calibri"/>
              </a:rPr>
              <a:t>o</a:t>
            </a:r>
            <a:r>
              <a:rPr sz="3400" spc="-10" dirty="0">
                <a:solidFill>
                  <a:srgbClr val="B5121B"/>
                </a:solidFill>
                <a:latin typeface="Calibri"/>
                <a:cs typeface="Calibri"/>
              </a:rPr>
              <a:t>p</a:t>
            </a:r>
            <a:r>
              <a:rPr sz="3400" spc="-5" dirty="0">
                <a:solidFill>
                  <a:srgbClr val="B5121B"/>
                </a:solidFill>
                <a:latin typeface="Calibri"/>
                <a:cs typeface="Calibri"/>
              </a:rPr>
              <a:t>i</a:t>
            </a:r>
            <a:r>
              <a:rPr sz="3400" spc="-15" dirty="0">
                <a:solidFill>
                  <a:srgbClr val="B5121B"/>
                </a:solidFill>
                <a:latin typeface="Calibri"/>
                <a:cs typeface="Calibri"/>
              </a:rPr>
              <a:t>c</a:t>
            </a:r>
            <a:r>
              <a:rPr sz="3400" dirty="0">
                <a:solidFill>
                  <a:srgbClr val="B5121B"/>
                </a:solidFill>
                <a:latin typeface="Calibri"/>
                <a:cs typeface="Calibri"/>
              </a:rPr>
              <a:t>s</a:t>
            </a:r>
            <a:r>
              <a:rPr sz="3400" spc="-100" dirty="0">
                <a:solidFill>
                  <a:srgbClr val="B5121B"/>
                </a:solidFill>
                <a:latin typeface="Times New Roman"/>
                <a:cs typeface="Times New Roman"/>
              </a:rPr>
              <a:t> </a:t>
            </a:r>
            <a:r>
              <a:rPr sz="3400" dirty="0">
                <a:solidFill>
                  <a:srgbClr val="B5121B"/>
                </a:solidFill>
                <a:latin typeface="Calibri"/>
                <a:cs typeface="Calibri"/>
              </a:rPr>
              <a:t>&amp;</a:t>
            </a:r>
            <a:r>
              <a:rPr sz="3400" dirty="0">
                <a:solidFill>
                  <a:srgbClr val="B5121B"/>
                </a:solidFill>
                <a:latin typeface="Times New Roman"/>
                <a:cs typeface="Times New Roman"/>
              </a:rPr>
              <a:t> </a:t>
            </a:r>
            <a:r>
              <a:rPr sz="3400" spc="5" dirty="0">
                <a:solidFill>
                  <a:srgbClr val="B5121B"/>
                </a:solidFill>
                <a:latin typeface="Calibri"/>
                <a:cs typeface="Calibri"/>
              </a:rPr>
              <a:t>C</a:t>
            </a:r>
            <a:r>
              <a:rPr sz="3400" spc="-10" dirty="0">
                <a:solidFill>
                  <a:srgbClr val="B5121B"/>
                </a:solidFill>
                <a:latin typeface="Calibri"/>
                <a:cs typeface="Calibri"/>
              </a:rPr>
              <a:t>as</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5" dirty="0">
                <a:solidFill>
                  <a:srgbClr val="B5121B"/>
                </a:solidFill>
                <a:latin typeface="Calibri"/>
                <a:cs typeface="Calibri"/>
              </a:rPr>
              <a:t>S</a:t>
            </a:r>
            <a:r>
              <a:rPr sz="3400" spc="-15" dirty="0">
                <a:solidFill>
                  <a:srgbClr val="B5121B"/>
                </a:solidFill>
                <a:latin typeface="Calibri"/>
                <a:cs typeface="Calibri"/>
              </a:rPr>
              <a:t>t</a:t>
            </a:r>
            <a:r>
              <a:rPr sz="3400" spc="-10" dirty="0">
                <a:solidFill>
                  <a:srgbClr val="B5121B"/>
                </a:solidFill>
                <a:latin typeface="Calibri"/>
                <a:cs typeface="Calibri"/>
              </a:rPr>
              <a:t>ud</a:t>
            </a:r>
            <a:r>
              <a:rPr sz="3400" spc="-5" dirty="0">
                <a:solidFill>
                  <a:srgbClr val="B5121B"/>
                </a:solidFill>
                <a:latin typeface="Calibri"/>
                <a:cs typeface="Calibri"/>
              </a:rPr>
              <a:t>i</a:t>
            </a:r>
            <a:r>
              <a:rPr sz="3400" spc="-15" dirty="0">
                <a:solidFill>
                  <a:srgbClr val="B5121B"/>
                </a:solidFill>
                <a:latin typeface="Calibri"/>
                <a:cs typeface="Calibri"/>
              </a:rPr>
              <a:t>e</a:t>
            </a:r>
            <a:r>
              <a:rPr sz="3400" dirty="0">
                <a:solidFill>
                  <a:srgbClr val="B5121B"/>
                </a:solidFill>
                <a:latin typeface="Calibri"/>
                <a:cs typeface="Calibri"/>
              </a:rPr>
              <a:t>s</a:t>
            </a:r>
            <a:endParaRPr sz="3400">
              <a:latin typeface="Calibri"/>
              <a:cs typeface="Calibri"/>
            </a:endParaRPr>
          </a:p>
        </p:txBody>
      </p:sp>
      <p:sp>
        <p:nvSpPr>
          <p:cNvPr id="5" name="object 5"/>
          <p:cNvSpPr txBox="1"/>
          <p:nvPr/>
        </p:nvSpPr>
        <p:spPr>
          <a:xfrm>
            <a:off x="707390" y="2257014"/>
            <a:ext cx="7606030" cy="2841804"/>
          </a:xfrm>
          <a:prstGeom prst="rect">
            <a:avLst/>
          </a:prstGeom>
        </p:spPr>
        <p:txBody>
          <a:bodyPr vert="horz" wrap="square" lIns="0" tIns="0" rIns="0" bIns="0" rtlCol="0">
            <a:spAutoFit/>
          </a:bodyPr>
          <a:lstStyle/>
          <a:p>
            <a:pPr marL="12700" algn="just">
              <a:lnSpc>
                <a:spcPct val="100000"/>
              </a:lnSpc>
            </a:pPr>
            <a:r>
              <a:rPr sz="2800" spc="5" dirty="0">
                <a:solidFill>
                  <a:srgbClr val="B5121B"/>
                </a:solidFill>
                <a:latin typeface="Calibri"/>
                <a:cs typeface="Calibri"/>
              </a:rPr>
              <a:t>C</a:t>
            </a:r>
            <a:r>
              <a:rPr sz="2800" dirty="0">
                <a:solidFill>
                  <a:srgbClr val="B5121B"/>
                </a:solidFill>
                <a:latin typeface="Calibri"/>
                <a:cs typeface="Calibri"/>
              </a:rPr>
              <a:t>o</a:t>
            </a:r>
            <a:r>
              <a:rPr sz="2800" spc="-15" dirty="0">
                <a:solidFill>
                  <a:srgbClr val="B5121B"/>
                </a:solidFill>
                <a:latin typeface="Calibri"/>
                <a:cs typeface="Calibri"/>
              </a:rPr>
              <a:t>n</a:t>
            </a:r>
            <a:r>
              <a:rPr sz="2800" spc="-40" dirty="0">
                <a:solidFill>
                  <a:srgbClr val="B5121B"/>
                </a:solidFill>
                <a:latin typeface="Calibri"/>
                <a:cs typeface="Calibri"/>
              </a:rPr>
              <a:t>t</a:t>
            </a:r>
            <a:r>
              <a:rPr sz="2800" spc="-10" dirty="0">
                <a:solidFill>
                  <a:srgbClr val="B5121B"/>
                </a:solidFill>
                <a:latin typeface="Calibri"/>
                <a:cs typeface="Calibri"/>
              </a:rPr>
              <a:t>e</a:t>
            </a:r>
            <a:r>
              <a:rPr sz="2800" spc="-15" dirty="0">
                <a:solidFill>
                  <a:srgbClr val="B5121B"/>
                </a:solidFill>
                <a:latin typeface="Calibri"/>
                <a:cs typeface="Calibri"/>
              </a:rPr>
              <a:t>n</a:t>
            </a:r>
            <a:r>
              <a:rPr sz="2800" dirty="0">
                <a:solidFill>
                  <a:srgbClr val="B5121B"/>
                </a:solidFill>
                <a:latin typeface="Calibri"/>
                <a:cs typeface="Calibri"/>
              </a:rPr>
              <a:t>ts</a:t>
            </a:r>
            <a:endParaRPr sz="2800" dirty="0">
              <a:latin typeface="Calibri"/>
              <a:cs typeface="Calibri"/>
            </a:endParaRP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1</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a:t>
            </a:r>
            <a:r>
              <a:rPr sz="2600" spc="-25" dirty="0">
                <a:latin typeface="Calibri"/>
                <a:cs typeface="Calibri"/>
              </a:rPr>
              <a:t>ma</a:t>
            </a:r>
            <a:r>
              <a:rPr sz="2600" dirty="0">
                <a:latin typeface="Calibri"/>
                <a:cs typeface="Calibri"/>
              </a:rPr>
              <a:t>l</a:t>
            </a:r>
            <a:r>
              <a:rPr sz="2600" spc="-50"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20" dirty="0">
                <a:latin typeface="Calibri"/>
                <a:cs typeface="Calibri"/>
              </a:rPr>
              <a:t>P</a:t>
            </a:r>
            <a:r>
              <a:rPr sz="2600" spc="-60" dirty="0">
                <a:latin typeface="Calibri"/>
                <a:cs typeface="Calibri"/>
              </a:rPr>
              <a:t>r</a:t>
            </a:r>
            <a:r>
              <a:rPr sz="2600" spc="-10" dirty="0">
                <a:latin typeface="Calibri"/>
                <a:cs typeface="Calibri"/>
              </a:rPr>
              <a:t>ed</a:t>
            </a:r>
            <a:r>
              <a:rPr sz="2600" dirty="0">
                <a:latin typeface="Calibri"/>
                <a:cs typeface="Calibri"/>
              </a:rPr>
              <a:t>i</a:t>
            </a:r>
            <a:r>
              <a:rPr sz="2600" spc="-15" dirty="0">
                <a:latin typeface="Calibri"/>
                <a:cs typeface="Calibri"/>
              </a:rPr>
              <a:t>c</a:t>
            </a:r>
            <a:r>
              <a:rPr sz="2600" spc="-5" dirty="0">
                <a:latin typeface="Calibri"/>
                <a:cs typeface="Calibri"/>
              </a:rPr>
              <a:t>t</a:t>
            </a:r>
            <a:r>
              <a:rPr sz="2600" dirty="0">
                <a:latin typeface="Calibri"/>
                <a:cs typeface="Calibri"/>
              </a:rPr>
              <a:t>i</a:t>
            </a:r>
            <a:r>
              <a:rPr sz="2600" spc="-30" dirty="0">
                <a:latin typeface="Calibri"/>
                <a:cs typeface="Calibri"/>
              </a:rPr>
              <a:t>v</a:t>
            </a:r>
            <a:r>
              <a:rPr sz="2600" spc="-15" dirty="0">
                <a:latin typeface="Calibri"/>
                <a:cs typeface="Calibri"/>
              </a:rPr>
              <a:t>e</a:t>
            </a:r>
            <a:r>
              <a:rPr sz="2600" spc="-85"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2</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u="heavy" spc="-30" dirty="0">
                <a:latin typeface="Calibri"/>
                <a:cs typeface="Calibri"/>
              </a:rPr>
              <a:t>M</a:t>
            </a:r>
            <a:r>
              <a:rPr sz="2600" u="heavy" spc="-10" dirty="0">
                <a:latin typeface="Calibri"/>
                <a:cs typeface="Calibri"/>
              </a:rPr>
              <a:t>u</a:t>
            </a:r>
            <a:r>
              <a:rPr sz="2600" u="heavy" dirty="0">
                <a:latin typeface="Calibri"/>
                <a:cs typeface="Calibri"/>
              </a:rPr>
              <a:t>l</a:t>
            </a:r>
            <a:r>
              <a:rPr sz="2600" u="heavy" spc="-5" dirty="0">
                <a:latin typeface="Calibri"/>
                <a:cs typeface="Calibri"/>
              </a:rPr>
              <a:t>t</a:t>
            </a:r>
            <a:r>
              <a:rPr sz="2600" u="heavy" dirty="0">
                <a:latin typeface="Calibri"/>
                <a:cs typeface="Calibri"/>
              </a:rPr>
              <a:t>i</a:t>
            </a:r>
            <a:r>
              <a:rPr sz="2600" u="heavy" spc="-50" dirty="0">
                <a:latin typeface="Calibri"/>
                <a:cs typeface="Calibri"/>
              </a:rPr>
              <a:t>v</a:t>
            </a:r>
            <a:r>
              <a:rPr sz="2600" u="heavy" spc="-25" dirty="0">
                <a:latin typeface="Calibri"/>
                <a:cs typeface="Calibri"/>
              </a:rPr>
              <a:t>ar</a:t>
            </a:r>
            <a:r>
              <a:rPr sz="2600" u="heavy" dirty="0">
                <a:latin typeface="Calibri"/>
                <a:cs typeface="Calibri"/>
              </a:rPr>
              <a:t>i</a:t>
            </a:r>
            <a:r>
              <a:rPr sz="2600" u="heavy" spc="-10" dirty="0">
                <a:latin typeface="Calibri"/>
                <a:cs typeface="Calibri"/>
              </a:rPr>
              <a:t>ab</a:t>
            </a:r>
            <a:r>
              <a:rPr sz="2600" u="heavy" dirty="0">
                <a:latin typeface="Calibri"/>
                <a:cs typeface="Calibri"/>
              </a:rPr>
              <a:t>l</a:t>
            </a:r>
            <a:r>
              <a:rPr sz="2600" u="heavy" spc="-15" dirty="0">
                <a:latin typeface="Calibri"/>
                <a:cs typeface="Calibri"/>
              </a:rPr>
              <a:t>e</a:t>
            </a:r>
            <a:r>
              <a:rPr sz="2600" u="heavy" spc="15" dirty="0">
                <a:latin typeface="Calibri"/>
                <a:cs typeface="Calibri"/>
              </a:rPr>
              <a:t> </a:t>
            </a:r>
            <a:r>
              <a:rPr sz="2600" u="heavy" spc="-10" dirty="0">
                <a:latin typeface="Calibri"/>
                <a:cs typeface="Calibri"/>
              </a:rPr>
              <a:t>C</a:t>
            </a:r>
            <a:r>
              <a:rPr sz="2600" u="heavy" spc="5" dirty="0">
                <a:latin typeface="Calibri"/>
                <a:cs typeface="Calibri"/>
              </a:rPr>
              <a:t>o</a:t>
            </a:r>
            <a:r>
              <a:rPr sz="2600" u="heavy" spc="-30" dirty="0">
                <a:latin typeface="Calibri"/>
                <a:cs typeface="Calibri"/>
              </a:rPr>
              <a:t>n</a:t>
            </a:r>
            <a:r>
              <a:rPr sz="2600" u="heavy" spc="-5" dirty="0">
                <a:latin typeface="Calibri"/>
                <a:cs typeface="Calibri"/>
              </a:rPr>
              <a:t>t</a:t>
            </a:r>
            <a:r>
              <a:rPr sz="2600" u="heavy" spc="-60" dirty="0">
                <a:latin typeface="Calibri"/>
                <a:cs typeface="Calibri"/>
              </a:rPr>
              <a:t>r</a:t>
            </a:r>
            <a:r>
              <a:rPr sz="2600" u="heavy" spc="5" dirty="0">
                <a:latin typeface="Calibri"/>
                <a:cs typeface="Calibri"/>
              </a:rPr>
              <a:t>o</a:t>
            </a:r>
            <a:r>
              <a:rPr sz="2600" u="heavy" dirty="0">
                <a:latin typeface="Calibri"/>
                <a:cs typeface="Calibri"/>
              </a:rPr>
              <a:t>l</a:t>
            </a:r>
            <a:endParaRPr sz="2600" dirty="0">
              <a:latin typeface="Calibri"/>
              <a:cs typeface="Calibri"/>
            </a:endParaRP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3</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10" dirty="0">
                <a:latin typeface="Calibri"/>
                <a:cs typeface="Calibri"/>
              </a:rPr>
              <a:t>I</a:t>
            </a:r>
            <a:r>
              <a:rPr sz="2600" dirty="0">
                <a:latin typeface="Calibri"/>
                <a:cs typeface="Calibri"/>
              </a:rPr>
              <a:t>m</a:t>
            </a:r>
            <a:r>
              <a:rPr sz="2600" spc="-10" dirty="0">
                <a:latin typeface="Calibri"/>
                <a:cs typeface="Calibri"/>
              </a:rPr>
              <a:t>p</a:t>
            </a:r>
            <a:r>
              <a:rPr sz="2600" dirty="0">
                <a:latin typeface="Calibri"/>
                <a:cs typeface="Calibri"/>
              </a:rPr>
              <a:t>l</a:t>
            </a:r>
            <a:r>
              <a:rPr sz="2600" spc="-10" dirty="0">
                <a:latin typeface="Calibri"/>
                <a:cs typeface="Calibri"/>
              </a:rPr>
              <a:t>e</a:t>
            </a:r>
            <a:r>
              <a:rPr sz="2600" spc="-25" dirty="0">
                <a:latin typeface="Calibri"/>
                <a:cs typeface="Calibri"/>
              </a:rPr>
              <a:t>m</a:t>
            </a:r>
            <a:r>
              <a:rPr sz="2600" spc="-10" dirty="0">
                <a:latin typeface="Calibri"/>
                <a:cs typeface="Calibri"/>
              </a:rPr>
              <a:t>e</a:t>
            </a:r>
            <a:r>
              <a:rPr sz="2600" spc="-30" dirty="0">
                <a:latin typeface="Calibri"/>
                <a:cs typeface="Calibri"/>
              </a:rPr>
              <a:t>n</a:t>
            </a:r>
            <a:r>
              <a:rPr sz="2600" spc="-45" dirty="0">
                <a:latin typeface="Calibri"/>
                <a:cs typeface="Calibri"/>
              </a:rPr>
              <a:t>t</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20" dirty="0">
                <a:latin typeface="Times New Roman"/>
                <a:cs typeface="Times New Roman"/>
              </a:rPr>
              <a:t> </a:t>
            </a:r>
            <a:r>
              <a:rPr sz="2600" spc="-35" dirty="0">
                <a:latin typeface="Calibri"/>
                <a:cs typeface="Calibri"/>
              </a:rPr>
              <a:t>F</a:t>
            </a:r>
            <a:r>
              <a:rPr sz="2600" spc="5" dirty="0">
                <a:latin typeface="Calibri"/>
                <a:cs typeface="Calibri"/>
              </a:rPr>
              <a:t>o</a:t>
            </a:r>
            <a:r>
              <a:rPr sz="2600" spc="-20" dirty="0">
                <a:latin typeface="Calibri"/>
                <a:cs typeface="Calibri"/>
              </a:rPr>
              <a:t>rms</a:t>
            </a:r>
            <a:endParaRPr sz="2600" dirty="0">
              <a:latin typeface="Calibri"/>
              <a:cs typeface="Calibri"/>
            </a:endParaRPr>
          </a:p>
          <a:p>
            <a:pPr marL="241300" indent="-228600" algn="just">
              <a:lnSpc>
                <a:spcPct val="100000"/>
              </a:lnSpc>
              <a:spcBef>
                <a:spcPts val="36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4</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Ada</a:t>
            </a:r>
            <a:r>
              <a:rPr sz="2600" spc="-30" dirty="0">
                <a:latin typeface="Calibri"/>
                <a:cs typeface="Calibri"/>
              </a:rPr>
              <a:t>p</a:t>
            </a:r>
            <a:r>
              <a:rPr sz="2600" spc="-5" dirty="0">
                <a:latin typeface="Calibri"/>
                <a:cs typeface="Calibri"/>
              </a:rPr>
              <a:t>t</a:t>
            </a:r>
            <a:r>
              <a:rPr sz="2600" dirty="0">
                <a:latin typeface="Calibri"/>
                <a:cs typeface="Calibri"/>
              </a:rPr>
              <a:t>i</a:t>
            </a:r>
            <a:r>
              <a:rPr sz="2600" spc="-30" dirty="0">
                <a:latin typeface="Calibri"/>
                <a:cs typeface="Calibri"/>
              </a:rPr>
              <a:t>v</a:t>
            </a:r>
            <a:r>
              <a:rPr sz="2600" spc="-15" dirty="0">
                <a:latin typeface="Calibri"/>
                <a:cs typeface="Calibri"/>
              </a:rPr>
              <a:t>e</a:t>
            </a:r>
            <a:r>
              <a:rPr sz="2600" spc="-65"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20" dirty="0">
                <a:latin typeface="Calibri"/>
                <a:cs typeface="Calibri"/>
              </a:rPr>
              <a:t>N</a:t>
            </a:r>
            <a:r>
              <a:rPr sz="2600" spc="5" dirty="0">
                <a:latin typeface="Calibri"/>
                <a:cs typeface="Calibri"/>
              </a:rPr>
              <a:t>o</a:t>
            </a:r>
            <a:r>
              <a:rPr sz="2600" spc="-10" dirty="0">
                <a:latin typeface="Calibri"/>
                <a:cs typeface="Calibri"/>
              </a:rPr>
              <a:t>n</a:t>
            </a:r>
            <a:r>
              <a:rPr sz="2600" dirty="0">
                <a:latin typeface="Calibri"/>
                <a:cs typeface="Calibri"/>
              </a:rPr>
              <a:t>li</a:t>
            </a:r>
            <a:r>
              <a:rPr sz="2600" spc="-25" dirty="0">
                <a:latin typeface="Calibri"/>
                <a:cs typeface="Calibri"/>
              </a:rPr>
              <a:t>n</a:t>
            </a:r>
            <a:r>
              <a:rPr sz="2600" spc="-10" dirty="0">
                <a:latin typeface="Calibri"/>
                <a:cs typeface="Calibri"/>
              </a:rPr>
              <a:t>e</a:t>
            </a:r>
            <a:r>
              <a:rPr sz="2600" spc="-25" dirty="0">
                <a:latin typeface="Calibri"/>
                <a:cs typeface="Calibri"/>
              </a:rPr>
              <a:t>a</a:t>
            </a:r>
            <a:r>
              <a:rPr sz="2600" spc="-10" dirty="0">
                <a:latin typeface="Calibri"/>
                <a:cs typeface="Calibri"/>
              </a:rPr>
              <a:t>r</a:t>
            </a:r>
            <a:r>
              <a:rPr sz="2600" spc="-80"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p>
          <a:p>
            <a:pPr>
              <a:lnSpc>
                <a:spcPct val="100000"/>
              </a:lnSpc>
              <a:spcBef>
                <a:spcPts val="52"/>
              </a:spcBef>
            </a:pPr>
            <a:endParaRPr sz="3850" dirty="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marR="5080">
              <a:lnSpc>
                <a:spcPct val="100000"/>
              </a:lnSpc>
            </a:pPr>
            <a:r>
              <a:rPr spc="5" dirty="0">
                <a:solidFill>
                  <a:srgbClr val="C00000"/>
                </a:solidFill>
                <a:latin typeface="Calibri"/>
                <a:cs typeface="Calibri"/>
              </a:rPr>
              <a:t>Co</a:t>
            </a:r>
            <a:r>
              <a:rPr spc="-10" dirty="0">
                <a:solidFill>
                  <a:srgbClr val="C00000"/>
                </a:solidFill>
                <a:latin typeface="Calibri"/>
                <a:cs typeface="Calibri"/>
              </a:rPr>
              <a:t>up</a:t>
            </a:r>
            <a:r>
              <a:rPr spc="-5" dirty="0">
                <a:solidFill>
                  <a:srgbClr val="C00000"/>
                </a:solidFill>
                <a:latin typeface="Calibri"/>
                <a:cs typeface="Calibri"/>
              </a:rPr>
              <a:t>l</a:t>
            </a:r>
            <a:r>
              <a:rPr spc="-15" dirty="0">
                <a:solidFill>
                  <a:srgbClr val="C00000"/>
                </a:solidFill>
                <a:latin typeface="Calibri"/>
                <a:cs typeface="Calibri"/>
              </a:rPr>
              <a:t>e</a:t>
            </a:r>
            <a:r>
              <a:rPr spc="-20" dirty="0">
                <a:solidFill>
                  <a:srgbClr val="C00000"/>
                </a:solidFill>
                <a:latin typeface="Calibri"/>
                <a:cs typeface="Calibri"/>
              </a:rPr>
              <a:t>d</a:t>
            </a:r>
            <a:r>
              <a:rPr spc="-120" dirty="0">
                <a:solidFill>
                  <a:srgbClr val="C00000"/>
                </a:solidFill>
                <a:latin typeface="Times New Roman"/>
                <a:cs typeface="Times New Roman"/>
              </a:rPr>
              <a:t> </a:t>
            </a:r>
            <a:r>
              <a:rPr spc="-45" dirty="0">
                <a:solidFill>
                  <a:srgbClr val="C00000"/>
                </a:solidFill>
                <a:latin typeface="Calibri"/>
                <a:cs typeface="Calibri"/>
              </a:rPr>
              <a:t>S</a:t>
            </a:r>
            <a:r>
              <a:rPr spc="-60" dirty="0">
                <a:solidFill>
                  <a:srgbClr val="C00000"/>
                </a:solidFill>
                <a:latin typeface="Calibri"/>
                <a:cs typeface="Calibri"/>
              </a:rPr>
              <a:t>y</a:t>
            </a:r>
            <a:r>
              <a:rPr spc="-50" dirty="0">
                <a:solidFill>
                  <a:srgbClr val="C00000"/>
                </a:solidFill>
                <a:latin typeface="Calibri"/>
                <a:cs typeface="Calibri"/>
              </a:rPr>
              <a:t>s</a:t>
            </a:r>
            <a:r>
              <a:rPr spc="-55" dirty="0">
                <a:solidFill>
                  <a:srgbClr val="C00000"/>
                </a:solidFill>
                <a:latin typeface="Calibri"/>
                <a:cs typeface="Calibri"/>
              </a:rPr>
              <a:t>t</a:t>
            </a:r>
            <a:r>
              <a:rPr spc="-15" dirty="0">
                <a:solidFill>
                  <a:srgbClr val="C00000"/>
                </a:solidFill>
                <a:latin typeface="Calibri"/>
                <a:cs typeface="Calibri"/>
              </a:rPr>
              <a:t>e</a:t>
            </a:r>
            <a:r>
              <a:rPr spc="-30" dirty="0">
                <a:solidFill>
                  <a:srgbClr val="C00000"/>
                </a:solidFill>
                <a:latin typeface="Calibri"/>
                <a:cs typeface="Calibri"/>
              </a:rPr>
              <a:t>m</a:t>
            </a:r>
            <a:r>
              <a:rPr spc="-90" dirty="0">
                <a:solidFill>
                  <a:srgbClr val="C00000"/>
                </a:solidFill>
                <a:latin typeface="Times New Roman"/>
                <a:cs typeface="Times New Roman"/>
              </a:rPr>
              <a:t> </a:t>
            </a:r>
            <a:r>
              <a:rPr spc="-5" dirty="0">
                <a:solidFill>
                  <a:srgbClr val="C00000"/>
                </a:solidFill>
                <a:latin typeface="Calibri"/>
                <a:cs typeface="Calibri"/>
              </a:rPr>
              <a:t>i</a:t>
            </a:r>
            <a:r>
              <a:rPr dirty="0">
                <a:solidFill>
                  <a:srgbClr val="C00000"/>
                </a:solidFill>
                <a:latin typeface="Calibri"/>
                <a:cs typeface="Calibri"/>
              </a:rPr>
              <a:t>n</a:t>
            </a:r>
            <a:r>
              <a:rPr spc="-80" dirty="0">
                <a:solidFill>
                  <a:srgbClr val="C00000"/>
                </a:solidFill>
                <a:latin typeface="Times New Roman"/>
                <a:cs typeface="Times New Roman"/>
              </a:rPr>
              <a:t> </a:t>
            </a:r>
            <a:r>
              <a:rPr spc="5" dirty="0">
                <a:solidFill>
                  <a:srgbClr val="C00000"/>
                </a:solidFill>
                <a:latin typeface="Calibri"/>
                <a:cs typeface="Calibri"/>
              </a:rPr>
              <a:t>O</a:t>
            </a:r>
            <a:r>
              <a:rPr spc="-30" dirty="0">
                <a:solidFill>
                  <a:srgbClr val="C00000"/>
                </a:solidFill>
                <a:latin typeface="Calibri"/>
                <a:cs typeface="Calibri"/>
              </a:rPr>
              <a:t>p</a:t>
            </a:r>
            <a:r>
              <a:rPr spc="-15" dirty="0">
                <a:solidFill>
                  <a:srgbClr val="C00000"/>
                </a:solidFill>
                <a:latin typeface="Calibri"/>
                <a:cs typeface="Calibri"/>
              </a:rPr>
              <a:t>e</a:t>
            </a:r>
            <a:r>
              <a:rPr dirty="0">
                <a:solidFill>
                  <a:srgbClr val="C00000"/>
                </a:solidFill>
                <a:latin typeface="Calibri"/>
                <a:cs typeface="Calibri"/>
              </a:rPr>
              <a:t>n</a:t>
            </a:r>
            <a:r>
              <a:rPr dirty="0">
                <a:solidFill>
                  <a:srgbClr val="C00000"/>
                </a:solidFill>
                <a:latin typeface="Times New Roman"/>
                <a:cs typeface="Times New Roman"/>
              </a:rPr>
              <a:t> </a:t>
            </a:r>
            <a:r>
              <a:rPr spc="-10" dirty="0">
                <a:solidFill>
                  <a:srgbClr val="C00000"/>
                </a:solidFill>
                <a:latin typeface="Calibri"/>
                <a:cs typeface="Calibri"/>
              </a:rPr>
              <a:t>L</a:t>
            </a:r>
            <a:r>
              <a:rPr spc="5" dirty="0">
                <a:solidFill>
                  <a:srgbClr val="C00000"/>
                </a:solidFill>
                <a:latin typeface="Calibri"/>
                <a:cs typeface="Calibri"/>
              </a:rPr>
              <a:t>oo</a:t>
            </a:r>
            <a:r>
              <a:rPr dirty="0">
                <a:solidFill>
                  <a:srgbClr val="C00000"/>
                </a:solidFill>
                <a:latin typeface="Calibri"/>
                <a:cs typeface="Calibri"/>
              </a:rPr>
              <a:t>p</a:t>
            </a:r>
            <a:r>
              <a:rPr spc="-100" dirty="0">
                <a:solidFill>
                  <a:srgbClr val="C00000"/>
                </a:solidFill>
                <a:latin typeface="Times New Roman"/>
                <a:cs typeface="Times New Roman"/>
              </a:rPr>
              <a:t> </a:t>
            </a:r>
            <a:r>
              <a:rPr spc="5" dirty="0">
                <a:solidFill>
                  <a:srgbClr val="C00000"/>
                </a:solidFill>
                <a:latin typeface="Calibri"/>
                <a:cs typeface="Calibri"/>
              </a:rPr>
              <a:t>(</a:t>
            </a:r>
            <a:r>
              <a:rPr spc="-20" dirty="0">
                <a:solidFill>
                  <a:srgbClr val="C00000"/>
                </a:solidFill>
                <a:latin typeface="Calibri"/>
                <a:cs typeface="Calibri"/>
              </a:rPr>
              <a:t>N</a:t>
            </a:r>
            <a:r>
              <a:rPr dirty="0">
                <a:solidFill>
                  <a:srgbClr val="C00000"/>
                </a:solidFill>
                <a:latin typeface="Calibri"/>
                <a:cs typeface="Calibri"/>
              </a:rPr>
              <a:t>o</a:t>
            </a:r>
            <a:r>
              <a:rPr spc="-125" dirty="0">
                <a:solidFill>
                  <a:srgbClr val="C00000"/>
                </a:solidFill>
                <a:latin typeface="Times New Roman"/>
                <a:cs typeface="Times New Roman"/>
              </a:rPr>
              <a:t> </a:t>
            </a:r>
            <a:r>
              <a:rPr spc="5" dirty="0">
                <a:solidFill>
                  <a:srgbClr val="C00000"/>
                </a:solidFill>
                <a:latin typeface="Calibri"/>
                <a:cs typeface="Calibri"/>
              </a:rPr>
              <a:t>Co</a:t>
            </a:r>
            <a:r>
              <a:rPr spc="-50" dirty="0">
                <a:solidFill>
                  <a:srgbClr val="C00000"/>
                </a:solidFill>
                <a:latin typeface="Calibri"/>
                <a:cs typeface="Calibri"/>
              </a:rPr>
              <a:t>n</a:t>
            </a:r>
            <a:r>
              <a:rPr spc="-15" dirty="0">
                <a:solidFill>
                  <a:srgbClr val="C00000"/>
                </a:solidFill>
                <a:latin typeface="Calibri"/>
                <a:cs typeface="Calibri"/>
              </a:rPr>
              <a:t>t</a:t>
            </a:r>
            <a:r>
              <a:rPr spc="-80" dirty="0">
                <a:solidFill>
                  <a:srgbClr val="C00000"/>
                </a:solidFill>
                <a:latin typeface="Calibri"/>
                <a:cs typeface="Calibri"/>
              </a:rPr>
              <a:t>r</a:t>
            </a:r>
            <a:r>
              <a:rPr spc="5" dirty="0">
                <a:solidFill>
                  <a:srgbClr val="C00000"/>
                </a:solidFill>
                <a:latin typeface="Calibri"/>
                <a:cs typeface="Calibri"/>
              </a:rPr>
              <a:t>o</a:t>
            </a:r>
            <a:r>
              <a:rPr spc="-5" dirty="0">
                <a:solidFill>
                  <a:srgbClr val="C00000"/>
                </a:solidFill>
                <a:latin typeface="Calibri"/>
                <a:cs typeface="Calibri"/>
              </a:rPr>
              <a:t>ll</a:t>
            </a:r>
            <a:r>
              <a:rPr spc="-15" dirty="0">
                <a:solidFill>
                  <a:srgbClr val="C00000"/>
                </a:solidFill>
                <a:latin typeface="Calibri"/>
                <a:cs typeface="Calibri"/>
              </a:rPr>
              <a:t>e</a:t>
            </a:r>
            <a:r>
              <a:rPr spc="-25" dirty="0">
                <a:solidFill>
                  <a:srgbClr val="C00000"/>
                </a:solidFill>
                <a:latin typeface="Calibri"/>
                <a:cs typeface="Calibri"/>
              </a:rPr>
              <a:t>r</a:t>
            </a:r>
            <a:r>
              <a:rPr dirty="0">
                <a:solidFill>
                  <a:srgbClr val="C00000"/>
                </a:solidFill>
                <a:latin typeface="Calibri"/>
                <a:cs typeface="Calibri"/>
              </a:rPr>
              <a:t>)</a:t>
            </a:r>
          </a:p>
        </p:txBody>
      </p:sp>
      <p:sp>
        <p:nvSpPr>
          <p:cNvPr id="6" name="object 6"/>
          <p:cNvSpPr/>
          <p:nvPr/>
        </p:nvSpPr>
        <p:spPr>
          <a:xfrm>
            <a:off x="3592829" y="2302514"/>
            <a:ext cx="2001520" cy="1366520"/>
          </a:xfrm>
          <a:custGeom>
            <a:avLst/>
            <a:gdLst/>
            <a:ahLst/>
            <a:cxnLst/>
            <a:rect l="l" t="t" r="r" b="b"/>
            <a:pathLst>
              <a:path w="2001520" h="1366520">
                <a:moveTo>
                  <a:pt x="0" y="1366515"/>
                </a:moveTo>
                <a:lnTo>
                  <a:pt x="2001524" y="1366515"/>
                </a:lnTo>
                <a:lnTo>
                  <a:pt x="2001524" y="0"/>
                </a:lnTo>
                <a:lnTo>
                  <a:pt x="0" y="0"/>
                </a:lnTo>
                <a:lnTo>
                  <a:pt x="0" y="1366515"/>
                </a:lnTo>
                <a:close/>
              </a:path>
            </a:pathLst>
          </a:custGeom>
          <a:solidFill>
            <a:srgbClr val="FF0D06"/>
          </a:solidFill>
        </p:spPr>
        <p:txBody>
          <a:bodyPr wrap="square" lIns="0" tIns="0" rIns="0" bIns="0" rtlCol="0"/>
          <a:lstStyle/>
          <a:p>
            <a:endParaRPr/>
          </a:p>
        </p:txBody>
      </p:sp>
      <p:sp>
        <p:nvSpPr>
          <p:cNvPr id="7" name="object 7"/>
          <p:cNvSpPr/>
          <p:nvPr/>
        </p:nvSpPr>
        <p:spPr>
          <a:xfrm>
            <a:off x="3592829" y="2302514"/>
            <a:ext cx="2001520" cy="1366520"/>
          </a:xfrm>
          <a:custGeom>
            <a:avLst/>
            <a:gdLst/>
            <a:ahLst/>
            <a:cxnLst/>
            <a:rect l="l" t="t" r="r" b="b"/>
            <a:pathLst>
              <a:path w="2001520" h="1366520">
                <a:moveTo>
                  <a:pt x="0" y="1366515"/>
                </a:moveTo>
                <a:lnTo>
                  <a:pt x="2001524" y="1366515"/>
                </a:lnTo>
                <a:lnTo>
                  <a:pt x="2001524" y="0"/>
                </a:lnTo>
                <a:lnTo>
                  <a:pt x="0" y="0"/>
                </a:lnTo>
                <a:lnTo>
                  <a:pt x="0" y="1366515"/>
                </a:lnTo>
                <a:close/>
              </a:path>
            </a:pathLst>
          </a:custGeom>
          <a:ln w="12700">
            <a:solidFill>
              <a:srgbClr val="2E528E"/>
            </a:solidFill>
          </a:ln>
        </p:spPr>
        <p:txBody>
          <a:bodyPr wrap="square" lIns="0" tIns="0" rIns="0" bIns="0" rtlCol="0"/>
          <a:lstStyle/>
          <a:p>
            <a:endParaRPr/>
          </a:p>
        </p:txBody>
      </p:sp>
      <p:sp>
        <p:nvSpPr>
          <p:cNvPr id="8" name="object 8"/>
          <p:cNvSpPr txBox="1"/>
          <p:nvPr/>
        </p:nvSpPr>
        <p:spPr>
          <a:xfrm>
            <a:off x="4141536" y="2876140"/>
            <a:ext cx="899794"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a:t>
            </a:r>
            <a:r>
              <a:rPr sz="1800" spc="5" dirty="0">
                <a:latin typeface="Calibri"/>
                <a:cs typeface="Calibri"/>
              </a:rPr>
              <a:t>y</a:t>
            </a:r>
            <a:r>
              <a:rPr sz="1800" spc="-10" dirty="0">
                <a:latin typeface="Calibri"/>
                <a:cs typeface="Calibri"/>
              </a:rPr>
              <a:t>n</a:t>
            </a:r>
            <a:r>
              <a:rPr sz="1800" spc="-5" dirty="0">
                <a:latin typeface="Calibri"/>
                <a:cs typeface="Calibri"/>
              </a:rPr>
              <a:t>a</a:t>
            </a:r>
            <a:r>
              <a:rPr sz="1800" spc="-15" dirty="0">
                <a:latin typeface="Calibri"/>
                <a:cs typeface="Calibri"/>
              </a:rPr>
              <a:t>m</a:t>
            </a:r>
            <a:r>
              <a:rPr sz="1800" spc="5" dirty="0">
                <a:latin typeface="Calibri"/>
                <a:cs typeface="Calibri"/>
              </a:rPr>
              <a:t>i</a:t>
            </a:r>
            <a:r>
              <a:rPr sz="1800" spc="-15" dirty="0">
                <a:latin typeface="Calibri"/>
                <a:cs typeface="Calibri"/>
              </a:rPr>
              <a:t>c</a:t>
            </a:r>
            <a:r>
              <a:rPr sz="1800" dirty="0">
                <a:latin typeface="Calibri"/>
                <a:cs typeface="Calibri"/>
              </a:rPr>
              <a:t>s</a:t>
            </a:r>
            <a:endParaRPr sz="1800">
              <a:latin typeface="Calibri"/>
              <a:cs typeface="Calibri"/>
            </a:endParaRPr>
          </a:p>
        </p:txBody>
      </p:sp>
      <p:sp>
        <p:nvSpPr>
          <p:cNvPr id="11" name="object 11"/>
          <p:cNvSpPr/>
          <p:nvPr/>
        </p:nvSpPr>
        <p:spPr>
          <a:xfrm>
            <a:off x="5594360" y="2983230"/>
            <a:ext cx="1034415" cy="1905"/>
          </a:xfrm>
          <a:custGeom>
            <a:avLst/>
            <a:gdLst/>
            <a:ahLst/>
            <a:cxnLst/>
            <a:rect l="l" t="t" r="r" b="b"/>
            <a:pathLst>
              <a:path w="1034415" h="1905">
                <a:moveTo>
                  <a:pt x="0" y="0"/>
                </a:moveTo>
                <a:lnTo>
                  <a:pt x="1033851" y="1523"/>
                </a:lnTo>
              </a:path>
            </a:pathLst>
          </a:custGeom>
          <a:ln w="38099">
            <a:solidFill>
              <a:srgbClr val="000000"/>
            </a:solidFill>
          </a:ln>
        </p:spPr>
        <p:txBody>
          <a:bodyPr wrap="square" lIns="0" tIns="0" rIns="0" bIns="0" rtlCol="0"/>
          <a:lstStyle/>
          <a:p>
            <a:endParaRPr/>
          </a:p>
        </p:txBody>
      </p:sp>
      <p:sp>
        <p:nvSpPr>
          <p:cNvPr id="12" name="object 12"/>
          <p:cNvSpPr/>
          <p:nvPr/>
        </p:nvSpPr>
        <p:spPr>
          <a:xfrm>
            <a:off x="6513789" y="2917911"/>
            <a:ext cx="114935" cy="133350"/>
          </a:xfrm>
          <a:custGeom>
            <a:avLst/>
            <a:gdLst/>
            <a:ahLst/>
            <a:cxnLst/>
            <a:rect l="l" t="t" r="r" b="b"/>
            <a:pathLst>
              <a:path w="114934" h="133350">
                <a:moveTo>
                  <a:pt x="213" y="0"/>
                </a:moveTo>
                <a:lnTo>
                  <a:pt x="114421" y="66842"/>
                </a:lnTo>
                <a:lnTo>
                  <a:pt x="0" y="133349"/>
                </a:lnTo>
              </a:path>
            </a:pathLst>
          </a:custGeom>
          <a:ln w="38099">
            <a:solidFill>
              <a:srgbClr val="000000"/>
            </a:solidFill>
          </a:ln>
        </p:spPr>
        <p:txBody>
          <a:bodyPr wrap="square" lIns="0" tIns="0" rIns="0" bIns="0" rtlCol="0"/>
          <a:lstStyle/>
          <a:p>
            <a:endParaRPr/>
          </a:p>
        </p:txBody>
      </p:sp>
      <p:sp>
        <p:nvSpPr>
          <p:cNvPr id="13" name="object 13"/>
          <p:cNvSpPr txBox="1"/>
          <p:nvPr/>
        </p:nvSpPr>
        <p:spPr>
          <a:xfrm>
            <a:off x="6895355" y="2826597"/>
            <a:ext cx="254000"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Y1</a:t>
            </a:r>
            <a:endParaRPr sz="1800">
              <a:latin typeface="Calibri"/>
              <a:cs typeface="Calibri"/>
            </a:endParaRPr>
          </a:p>
        </p:txBody>
      </p:sp>
      <p:sp>
        <p:nvSpPr>
          <p:cNvPr id="15" name="object 15"/>
          <p:cNvSpPr txBox="1"/>
          <p:nvPr/>
        </p:nvSpPr>
        <p:spPr>
          <a:xfrm>
            <a:off x="1902949" y="2849457"/>
            <a:ext cx="28892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U1</a:t>
            </a:r>
            <a:endParaRPr sz="1800">
              <a:latin typeface="Calibri"/>
              <a:cs typeface="Calibri"/>
            </a:endParaRPr>
          </a:p>
        </p:txBody>
      </p:sp>
      <p:sp>
        <p:nvSpPr>
          <p:cNvPr id="16" name="object 16"/>
          <p:cNvSpPr/>
          <p:nvPr/>
        </p:nvSpPr>
        <p:spPr>
          <a:xfrm>
            <a:off x="2452365" y="2983230"/>
            <a:ext cx="1075690" cy="1905"/>
          </a:xfrm>
          <a:custGeom>
            <a:avLst/>
            <a:gdLst/>
            <a:ahLst/>
            <a:cxnLst/>
            <a:rect l="l" t="t" r="r" b="b"/>
            <a:pathLst>
              <a:path w="1075689" h="1905">
                <a:moveTo>
                  <a:pt x="0" y="0"/>
                </a:moveTo>
                <a:lnTo>
                  <a:pt x="1075358" y="1523"/>
                </a:lnTo>
              </a:path>
            </a:pathLst>
          </a:custGeom>
          <a:ln w="38099">
            <a:solidFill>
              <a:srgbClr val="000000"/>
            </a:solidFill>
          </a:ln>
        </p:spPr>
        <p:txBody>
          <a:bodyPr wrap="square" lIns="0" tIns="0" rIns="0" bIns="0" rtlCol="0"/>
          <a:lstStyle/>
          <a:p>
            <a:endParaRPr/>
          </a:p>
        </p:txBody>
      </p:sp>
      <p:sp>
        <p:nvSpPr>
          <p:cNvPr id="17" name="object 17"/>
          <p:cNvSpPr/>
          <p:nvPr/>
        </p:nvSpPr>
        <p:spPr>
          <a:xfrm>
            <a:off x="3413333" y="2917911"/>
            <a:ext cx="114935" cy="133350"/>
          </a:xfrm>
          <a:custGeom>
            <a:avLst/>
            <a:gdLst/>
            <a:ahLst/>
            <a:cxnLst/>
            <a:rect l="l" t="t" r="r" b="b"/>
            <a:pathLst>
              <a:path w="114935" h="133350">
                <a:moveTo>
                  <a:pt x="182" y="0"/>
                </a:moveTo>
                <a:lnTo>
                  <a:pt x="114391" y="66842"/>
                </a:lnTo>
                <a:lnTo>
                  <a:pt x="0" y="133349"/>
                </a:lnTo>
              </a:path>
            </a:pathLst>
          </a:custGeom>
          <a:ln w="38099">
            <a:solidFill>
              <a:srgbClr val="000000"/>
            </a:solidFill>
          </a:ln>
        </p:spPr>
        <p:txBody>
          <a:bodyPr wrap="square" lIns="0" tIns="0" rIns="0" bIns="0" rtlCol="0"/>
          <a:lstStyle/>
          <a:p>
            <a:endParaRPr/>
          </a:p>
        </p:txBody>
      </p:sp>
      <p:sp>
        <p:nvSpPr>
          <p:cNvPr id="20" name="object 20"/>
          <p:cNvSpPr/>
          <p:nvPr/>
        </p:nvSpPr>
        <p:spPr>
          <a:xfrm>
            <a:off x="2410455" y="3309206"/>
            <a:ext cx="1117600" cy="1338580"/>
          </a:xfrm>
          <a:custGeom>
            <a:avLst/>
            <a:gdLst/>
            <a:ahLst/>
            <a:cxnLst/>
            <a:rect l="l" t="t" r="r" b="b"/>
            <a:pathLst>
              <a:path w="1117600" h="1338579">
                <a:moveTo>
                  <a:pt x="0" y="0"/>
                </a:moveTo>
                <a:lnTo>
                  <a:pt x="1117055" y="1337959"/>
                </a:lnTo>
              </a:path>
            </a:pathLst>
          </a:custGeom>
          <a:ln w="38099">
            <a:solidFill>
              <a:srgbClr val="000000"/>
            </a:solidFill>
          </a:ln>
        </p:spPr>
        <p:txBody>
          <a:bodyPr wrap="square" lIns="0" tIns="0" rIns="0" bIns="0" rtlCol="0"/>
          <a:lstStyle/>
          <a:p>
            <a:endParaRPr dirty="0"/>
          </a:p>
        </p:txBody>
      </p:sp>
      <p:grpSp>
        <p:nvGrpSpPr>
          <p:cNvPr id="25" name="Group 24">
            <a:extLst>
              <a:ext uri="{FF2B5EF4-FFF2-40B4-BE49-F238E27FC236}">
                <a16:creationId xmlns:a16="http://schemas.microsoft.com/office/drawing/2014/main" id="{3738AE8E-9B67-B8B1-7326-1947521F4EDE}"/>
              </a:ext>
            </a:extLst>
          </p:cNvPr>
          <p:cNvGrpSpPr/>
          <p:nvPr/>
        </p:nvGrpSpPr>
        <p:grpSpPr>
          <a:xfrm>
            <a:off x="2046771" y="4316729"/>
            <a:ext cx="5051829" cy="1369060"/>
            <a:chOff x="2046771" y="4316729"/>
            <a:chExt cx="5051829" cy="1369060"/>
          </a:xfrm>
        </p:grpSpPr>
        <p:sp>
          <p:nvSpPr>
            <p:cNvPr id="3" name="object 3"/>
            <p:cNvSpPr/>
            <p:nvPr/>
          </p:nvSpPr>
          <p:spPr>
            <a:xfrm>
              <a:off x="3592829" y="4316729"/>
              <a:ext cx="2001520" cy="1369060"/>
            </a:xfrm>
            <a:custGeom>
              <a:avLst/>
              <a:gdLst/>
              <a:ahLst/>
              <a:cxnLst/>
              <a:rect l="l" t="t" r="r" b="b"/>
              <a:pathLst>
                <a:path w="2001520" h="1369060">
                  <a:moveTo>
                    <a:pt x="0" y="1369064"/>
                  </a:moveTo>
                  <a:lnTo>
                    <a:pt x="2001524" y="1369064"/>
                  </a:lnTo>
                  <a:lnTo>
                    <a:pt x="2001524" y="0"/>
                  </a:lnTo>
                  <a:lnTo>
                    <a:pt x="0" y="0"/>
                  </a:lnTo>
                  <a:lnTo>
                    <a:pt x="0" y="1369064"/>
                  </a:lnTo>
                  <a:close/>
                </a:path>
              </a:pathLst>
            </a:custGeom>
            <a:solidFill>
              <a:srgbClr val="FF0D06"/>
            </a:solidFill>
          </p:spPr>
          <p:txBody>
            <a:bodyPr wrap="square" lIns="0" tIns="0" rIns="0" bIns="0" rtlCol="0"/>
            <a:lstStyle/>
            <a:p>
              <a:endParaRPr/>
            </a:p>
          </p:txBody>
        </p:sp>
        <p:sp>
          <p:nvSpPr>
            <p:cNvPr id="4" name="object 4"/>
            <p:cNvSpPr/>
            <p:nvPr/>
          </p:nvSpPr>
          <p:spPr>
            <a:xfrm>
              <a:off x="3592829" y="4316729"/>
              <a:ext cx="2001520" cy="1369060"/>
            </a:xfrm>
            <a:custGeom>
              <a:avLst/>
              <a:gdLst/>
              <a:ahLst/>
              <a:cxnLst/>
              <a:rect l="l" t="t" r="r" b="b"/>
              <a:pathLst>
                <a:path w="2001520" h="1369060">
                  <a:moveTo>
                    <a:pt x="0" y="1369064"/>
                  </a:moveTo>
                  <a:lnTo>
                    <a:pt x="2001524" y="1369064"/>
                  </a:lnTo>
                  <a:lnTo>
                    <a:pt x="2001524" y="0"/>
                  </a:lnTo>
                  <a:lnTo>
                    <a:pt x="0" y="0"/>
                  </a:lnTo>
                  <a:lnTo>
                    <a:pt x="0" y="1369064"/>
                  </a:lnTo>
                  <a:close/>
                </a:path>
              </a:pathLst>
            </a:custGeom>
            <a:ln w="12700">
              <a:solidFill>
                <a:srgbClr val="2E528E"/>
              </a:solidFill>
            </a:ln>
          </p:spPr>
          <p:txBody>
            <a:bodyPr wrap="square" lIns="0" tIns="0" rIns="0" bIns="0" rtlCol="0"/>
            <a:lstStyle/>
            <a:p>
              <a:endParaRPr/>
            </a:p>
          </p:txBody>
        </p:sp>
        <p:sp>
          <p:nvSpPr>
            <p:cNvPr id="5" name="object 5"/>
            <p:cNvSpPr txBox="1"/>
            <p:nvPr/>
          </p:nvSpPr>
          <p:spPr>
            <a:xfrm>
              <a:off x="4141536" y="4892381"/>
              <a:ext cx="899794"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a:t>
              </a:r>
              <a:r>
                <a:rPr sz="1800" spc="5" dirty="0">
                  <a:latin typeface="Calibri"/>
                  <a:cs typeface="Calibri"/>
                </a:rPr>
                <a:t>y</a:t>
              </a:r>
              <a:r>
                <a:rPr sz="1800" spc="-10" dirty="0">
                  <a:latin typeface="Calibri"/>
                  <a:cs typeface="Calibri"/>
                </a:rPr>
                <a:t>n</a:t>
              </a:r>
              <a:r>
                <a:rPr sz="1800" spc="-5" dirty="0">
                  <a:latin typeface="Calibri"/>
                  <a:cs typeface="Calibri"/>
                </a:rPr>
                <a:t>a</a:t>
              </a:r>
              <a:r>
                <a:rPr sz="1800" spc="-15" dirty="0">
                  <a:latin typeface="Calibri"/>
                  <a:cs typeface="Calibri"/>
                </a:rPr>
                <a:t>m</a:t>
              </a:r>
              <a:r>
                <a:rPr sz="1800" spc="5" dirty="0">
                  <a:latin typeface="Calibri"/>
                  <a:cs typeface="Calibri"/>
                </a:rPr>
                <a:t>i</a:t>
              </a:r>
              <a:r>
                <a:rPr sz="1800" spc="-15" dirty="0">
                  <a:latin typeface="Calibri"/>
                  <a:cs typeface="Calibri"/>
                </a:rPr>
                <a:t>c</a:t>
              </a:r>
              <a:r>
                <a:rPr sz="1800" dirty="0">
                  <a:latin typeface="Calibri"/>
                  <a:cs typeface="Calibri"/>
                </a:rPr>
                <a:t>s</a:t>
              </a:r>
              <a:endParaRPr sz="1800">
                <a:latin typeface="Calibri"/>
                <a:cs typeface="Calibri"/>
              </a:endParaRPr>
            </a:p>
          </p:txBody>
        </p:sp>
        <p:sp>
          <p:nvSpPr>
            <p:cNvPr id="9" name="object 9"/>
            <p:cNvSpPr/>
            <p:nvPr/>
          </p:nvSpPr>
          <p:spPr>
            <a:xfrm>
              <a:off x="5594360" y="4979670"/>
              <a:ext cx="1034415" cy="1905"/>
            </a:xfrm>
            <a:custGeom>
              <a:avLst/>
              <a:gdLst/>
              <a:ahLst/>
              <a:cxnLst/>
              <a:rect l="l" t="t" r="r" b="b"/>
              <a:pathLst>
                <a:path w="1034415" h="1904">
                  <a:moveTo>
                    <a:pt x="0" y="0"/>
                  </a:moveTo>
                  <a:lnTo>
                    <a:pt x="1033851" y="1536"/>
                  </a:lnTo>
                </a:path>
              </a:pathLst>
            </a:custGeom>
            <a:ln w="38099">
              <a:solidFill>
                <a:srgbClr val="000000"/>
              </a:solidFill>
            </a:ln>
          </p:spPr>
          <p:txBody>
            <a:bodyPr wrap="square" lIns="0" tIns="0" rIns="0" bIns="0" rtlCol="0"/>
            <a:lstStyle/>
            <a:p>
              <a:endParaRPr/>
            </a:p>
          </p:txBody>
        </p:sp>
        <p:sp>
          <p:nvSpPr>
            <p:cNvPr id="10" name="object 10"/>
            <p:cNvSpPr/>
            <p:nvPr/>
          </p:nvSpPr>
          <p:spPr>
            <a:xfrm>
              <a:off x="6513789" y="4914351"/>
              <a:ext cx="114935" cy="133350"/>
            </a:xfrm>
            <a:custGeom>
              <a:avLst/>
              <a:gdLst/>
              <a:ahLst/>
              <a:cxnLst/>
              <a:rect l="l" t="t" r="r" b="b"/>
              <a:pathLst>
                <a:path w="114934" h="133350">
                  <a:moveTo>
                    <a:pt x="213" y="0"/>
                  </a:moveTo>
                  <a:lnTo>
                    <a:pt x="114421" y="66854"/>
                  </a:lnTo>
                  <a:lnTo>
                    <a:pt x="0" y="133349"/>
                  </a:lnTo>
                </a:path>
              </a:pathLst>
            </a:custGeom>
            <a:ln w="38099">
              <a:solidFill>
                <a:srgbClr val="000000"/>
              </a:solidFill>
            </a:ln>
          </p:spPr>
          <p:txBody>
            <a:bodyPr wrap="square" lIns="0" tIns="0" rIns="0" bIns="0" rtlCol="0"/>
            <a:lstStyle/>
            <a:p>
              <a:endParaRPr/>
            </a:p>
          </p:txBody>
        </p:sp>
        <p:sp>
          <p:nvSpPr>
            <p:cNvPr id="14" name="object 14"/>
            <p:cNvSpPr txBox="1"/>
            <p:nvPr/>
          </p:nvSpPr>
          <p:spPr>
            <a:xfrm>
              <a:off x="6844600" y="4822048"/>
              <a:ext cx="254000"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Y2</a:t>
              </a:r>
              <a:endParaRPr sz="1800">
                <a:latin typeface="Calibri"/>
                <a:cs typeface="Calibri"/>
              </a:endParaRPr>
            </a:p>
          </p:txBody>
        </p:sp>
        <p:sp>
          <p:nvSpPr>
            <p:cNvPr id="18" name="object 18"/>
            <p:cNvSpPr/>
            <p:nvPr/>
          </p:nvSpPr>
          <p:spPr>
            <a:xfrm>
              <a:off x="2612385" y="5035546"/>
              <a:ext cx="942975" cy="0"/>
            </a:xfrm>
            <a:custGeom>
              <a:avLst/>
              <a:gdLst/>
              <a:ahLst/>
              <a:cxnLst/>
              <a:rect l="l" t="t" r="r" b="b"/>
              <a:pathLst>
                <a:path w="942975">
                  <a:moveTo>
                    <a:pt x="0" y="0"/>
                  </a:moveTo>
                  <a:lnTo>
                    <a:pt x="942374" y="0"/>
                  </a:lnTo>
                </a:path>
              </a:pathLst>
            </a:custGeom>
            <a:ln w="38099">
              <a:solidFill>
                <a:srgbClr val="44536A"/>
              </a:solidFill>
            </a:ln>
          </p:spPr>
          <p:txBody>
            <a:bodyPr wrap="square" lIns="0" tIns="0" rIns="0" bIns="0" rtlCol="0"/>
            <a:lstStyle/>
            <a:p>
              <a:endParaRPr/>
            </a:p>
          </p:txBody>
        </p:sp>
        <p:sp>
          <p:nvSpPr>
            <p:cNvPr id="19" name="object 19"/>
            <p:cNvSpPr/>
            <p:nvPr/>
          </p:nvSpPr>
          <p:spPr>
            <a:xfrm>
              <a:off x="3440460" y="4968871"/>
              <a:ext cx="114300" cy="133350"/>
            </a:xfrm>
            <a:custGeom>
              <a:avLst/>
              <a:gdLst/>
              <a:ahLst/>
              <a:cxnLst/>
              <a:rect l="l" t="t" r="r" b="b"/>
              <a:pathLst>
                <a:path w="114300" h="133350">
                  <a:moveTo>
                    <a:pt x="0" y="0"/>
                  </a:moveTo>
                  <a:lnTo>
                    <a:pt x="114299" y="66674"/>
                  </a:lnTo>
                  <a:lnTo>
                    <a:pt x="0" y="133349"/>
                  </a:lnTo>
                </a:path>
              </a:pathLst>
            </a:custGeom>
            <a:ln w="38099">
              <a:solidFill>
                <a:srgbClr val="44536A"/>
              </a:solidFill>
            </a:ln>
          </p:spPr>
          <p:txBody>
            <a:bodyPr wrap="square" lIns="0" tIns="0" rIns="0" bIns="0" rtlCol="0"/>
            <a:lstStyle/>
            <a:p>
              <a:endParaRPr/>
            </a:p>
          </p:txBody>
        </p:sp>
        <p:sp>
          <p:nvSpPr>
            <p:cNvPr id="21" name="object 21"/>
            <p:cNvSpPr/>
            <p:nvPr/>
          </p:nvSpPr>
          <p:spPr>
            <a:xfrm>
              <a:off x="3445001" y="4589489"/>
              <a:ext cx="124460" cy="130810"/>
            </a:xfrm>
            <a:custGeom>
              <a:avLst/>
              <a:gdLst/>
              <a:ahLst/>
              <a:cxnLst/>
              <a:rect l="l" t="t" r="r" b="b"/>
              <a:pathLst>
                <a:path w="124460" h="130810">
                  <a:moveTo>
                    <a:pt x="102382" y="0"/>
                  </a:moveTo>
                  <a:lnTo>
                    <a:pt x="124449" y="130469"/>
                  </a:lnTo>
                  <a:lnTo>
                    <a:pt x="0" y="85450"/>
                  </a:lnTo>
                </a:path>
              </a:pathLst>
            </a:custGeom>
            <a:ln w="38099">
              <a:solidFill>
                <a:srgbClr val="000000"/>
              </a:solidFill>
            </a:ln>
          </p:spPr>
          <p:txBody>
            <a:bodyPr wrap="square" lIns="0" tIns="0" rIns="0" bIns="0" rtlCol="0"/>
            <a:lstStyle/>
            <a:p>
              <a:endParaRPr/>
            </a:p>
          </p:txBody>
        </p:sp>
        <p:sp>
          <p:nvSpPr>
            <p:cNvPr id="22" name="object 22"/>
            <p:cNvSpPr txBox="1"/>
            <p:nvPr/>
          </p:nvSpPr>
          <p:spPr>
            <a:xfrm>
              <a:off x="2046771" y="4895238"/>
              <a:ext cx="288925" cy="254000"/>
            </a:xfrm>
            <a:prstGeom prst="rect">
              <a:avLst/>
            </a:prstGeom>
          </p:spPr>
          <p:txBody>
            <a:bodyPr vert="horz" wrap="square" lIns="0" tIns="0" rIns="0" bIns="0" rtlCol="0">
              <a:spAutoFit/>
            </a:bodyPr>
            <a:lstStyle/>
            <a:p>
              <a:pPr marL="12700">
                <a:lnSpc>
                  <a:spcPct val="100000"/>
                </a:lnSpc>
              </a:pPr>
              <a:r>
                <a:rPr sz="1800" spc="-10" dirty="0">
                  <a:solidFill>
                    <a:srgbClr val="44536A"/>
                  </a:solidFill>
                  <a:latin typeface="Calibri"/>
                  <a:cs typeface="Calibri"/>
                </a:rPr>
                <a:t>U2</a:t>
              </a:r>
              <a:endParaRPr sz="1800">
                <a:latin typeface="Calibri"/>
                <a:cs typeface="Calibri"/>
              </a:endParaRPr>
            </a:p>
          </p:txBody>
        </p:sp>
      </p:grpSp>
      <p:sp>
        <p:nvSpPr>
          <p:cNvPr id="23" name="object 23"/>
          <p:cNvSpPr/>
          <p:nvPr/>
        </p:nvSpPr>
        <p:spPr>
          <a:xfrm>
            <a:off x="2381250" y="3337194"/>
            <a:ext cx="1189355" cy="1410335"/>
          </a:xfrm>
          <a:custGeom>
            <a:avLst/>
            <a:gdLst/>
            <a:ahLst/>
            <a:cxnLst/>
            <a:rect l="l" t="t" r="r" b="b"/>
            <a:pathLst>
              <a:path w="1189354" h="1410335">
                <a:moveTo>
                  <a:pt x="0" y="1410065"/>
                </a:moveTo>
                <a:lnTo>
                  <a:pt x="1188933" y="0"/>
                </a:lnTo>
              </a:path>
            </a:pathLst>
          </a:custGeom>
          <a:ln w="38099">
            <a:solidFill>
              <a:srgbClr val="44536A"/>
            </a:solidFill>
          </a:ln>
        </p:spPr>
        <p:txBody>
          <a:bodyPr wrap="square" lIns="0" tIns="0" rIns="0" bIns="0" rtlCol="0"/>
          <a:lstStyle/>
          <a:p>
            <a:endParaRPr/>
          </a:p>
        </p:txBody>
      </p:sp>
      <p:sp>
        <p:nvSpPr>
          <p:cNvPr id="24" name="object 24"/>
          <p:cNvSpPr/>
          <p:nvPr/>
        </p:nvSpPr>
        <p:spPr>
          <a:xfrm>
            <a:off x="3445550" y="3337194"/>
            <a:ext cx="125095" cy="130810"/>
          </a:xfrm>
          <a:custGeom>
            <a:avLst/>
            <a:gdLst/>
            <a:ahLst/>
            <a:cxnLst/>
            <a:rect l="l" t="t" r="r" b="b"/>
            <a:pathLst>
              <a:path w="125095" h="130810">
                <a:moveTo>
                  <a:pt x="101955" y="130362"/>
                </a:moveTo>
                <a:lnTo>
                  <a:pt x="124632" y="0"/>
                </a:lnTo>
                <a:lnTo>
                  <a:pt x="0" y="44409"/>
                </a:lnTo>
              </a:path>
            </a:pathLst>
          </a:custGeom>
          <a:ln w="38099">
            <a:solidFill>
              <a:srgbClr val="44536A"/>
            </a:solidFill>
          </a:ln>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567" y="728606"/>
            <a:ext cx="3478529" cy="915035"/>
          </a:xfrm>
          <a:prstGeom prst="rect">
            <a:avLst/>
          </a:prstGeom>
        </p:spPr>
        <p:txBody>
          <a:bodyPr vert="horz" wrap="square" lIns="0" tIns="0" rIns="0" bIns="0" rtlCol="0">
            <a:spAutoFit/>
          </a:bodyPr>
          <a:lstStyle/>
          <a:p>
            <a:pPr marL="12700" marR="5080">
              <a:lnSpc>
                <a:spcPts val="3600"/>
              </a:lnSpc>
            </a:pPr>
            <a:r>
              <a:rPr sz="3400" spc="-10" dirty="0">
                <a:solidFill>
                  <a:srgbClr val="C00000"/>
                </a:solidFill>
                <a:latin typeface="Calibri"/>
                <a:cs typeface="Calibri"/>
              </a:rPr>
              <a:t>Lab</a:t>
            </a:r>
            <a:r>
              <a:rPr sz="3400" spc="-15" dirty="0">
                <a:solidFill>
                  <a:srgbClr val="C00000"/>
                </a:solidFill>
                <a:latin typeface="Calibri"/>
                <a:cs typeface="Calibri"/>
              </a:rPr>
              <a:t>o</a:t>
            </a:r>
            <a:r>
              <a:rPr sz="3400" spc="-85" dirty="0">
                <a:solidFill>
                  <a:srgbClr val="C00000"/>
                </a:solidFill>
                <a:latin typeface="Calibri"/>
                <a:cs typeface="Calibri"/>
              </a:rPr>
              <a:t>r</a:t>
            </a:r>
            <a:r>
              <a:rPr sz="3400" spc="-50" dirty="0">
                <a:solidFill>
                  <a:srgbClr val="C00000"/>
                </a:solidFill>
                <a:latin typeface="Calibri"/>
                <a:cs typeface="Calibri"/>
              </a:rPr>
              <a:t>a</a:t>
            </a:r>
            <a:r>
              <a:rPr sz="3400" spc="-55" dirty="0">
                <a:solidFill>
                  <a:srgbClr val="C00000"/>
                </a:solidFill>
                <a:latin typeface="Calibri"/>
                <a:cs typeface="Calibri"/>
              </a:rPr>
              <a:t>t</a:t>
            </a:r>
            <a:r>
              <a:rPr sz="3400" spc="-15" dirty="0">
                <a:solidFill>
                  <a:srgbClr val="C00000"/>
                </a:solidFill>
                <a:latin typeface="Calibri"/>
                <a:cs typeface="Calibri"/>
              </a:rPr>
              <a:t>o</a:t>
            </a:r>
            <a:r>
              <a:rPr sz="3400" spc="-5" dirty="0">
                <a:solidFill>
                  <a:srgbClr val="C00000"/>
                </a:solidFill>
                <a:latin typeface="Calibri"/>
                <a:cs typeface="Calibri"/>
              </a:rPr>
              <a:t>r</a:t>
            </a:r>
            <a:r>
              <a:rPr sz="3400" spc="-20" dirty="0">
                <a:solidFill>
                  <a:srgbClr val="C00000"/>
                </a:solidFill>
                <a:latin typeface="Calibri"/>
                <a:cs typeface="Calibri"/>
              </a:rPr>
              <a:t>y</a:t>
            </a:r>
            <a:r>
              <a:rPr sz="3400" spc="-75" dirty="0">
                <a:solidFill>
                  <a:srgbClr val="C00000"/>
                </a:solidFill>
                <a:latin typeface="Times New Roman"/>
                <a:cs typeface="Times New Roman"/>
              </a:rPr>
              <a:t> </a:t>
            </a:r>
            <a:r>
              <a:rPr sz="3400" spc="5" dirty="0">
                <a:solidFill>
                  <a:srgbClr val="C00000"/>
                </a:solidFill>
                <a:latin typeface="Calibri"/>
                <a:cs typeface="Calibri"/>
              </a:rPr>
              <a:t>Co</a:t>
            </a:r>
            <a:r>
              <a:rPr sz="3400" spc="-10" dirty="0">
                <a:solidFill>
                  <a:srgbClr val="C00000"/>
                </a:solidFill>
                <a:latin typeface="Calibri"/>
                <a:cs typeface="Calibri"/>
              </a:rPr>
              <a:t>up</a:t>
            </a:r>
            <a:r>
              <a:rPr sz="3400" spc="-5" dirty="0">
                <a:solidFill>
                  <a:srgbClr val="C00000"/>
                </a:solidFill>
                <a:latin typeface="Calibri"/>
                <a:cs typeface="Calibri"/>
              </a:rPr>
              <a:t>l</a:t>
            </a:r>
            <a:r>
              <a:rPr sz="3400" spc="-15" dirty="0">
                <a:solidFill>
                  <a:srgbClr val="C00000"/>
                </a:solidFill>
                <a:latin typeface="Calibri"/>
                <a:cs typeface="Calibri"/>
              </a:rPr>
              <a:t>ed</a:t>
            </a:r>
            <a:r>
              <a:rPr sz="3400" spc="-5" dirty="0">
                <a:solidFill>
                  <a:srgbClr val="C00000"/>
                </a:solidFill>
                <a:latin typeface="Times New Roman"/>
                <a:cs typeface="Times New Roman"/>
              </a:rPr>
              <a:t> </a:t>
            </a:r>
            <a:r>
              <a:rPr sz="3400" spc="5" dirty="0">
                <a:solidFill>
                  <a:srgbClr val="C00000"/>
                </a:solidFill>
                <a:latin typeface="Calibri"/>
                <a:cs typeface="Calibri"/>
              </a:rPr>
              <a:t>D</a:t>
            </a:r>
            <a:r>
              <a:rPr sz="3400" spc="-25" dirty="0">
                <a:solidFill>
                  <a:srgbClr val="C00000"/>
                </a:solidFill>
                <a:latin typeface="Calibri"/>
                <a:cs typeface="Calibri"/>
              </a:rPr>
              <a:t>r</a:t>
            </a:r>
            <a:r>
              <a:rPr sz="3400" spc="-5" dirty="0">
                <a:solidFill>
                  <a:srgbClr val="C00000"/>
                </a:solidFill>
                <a:latin typeface="Calibri"/>
                <a:cs typeface="Calibri"/>
              </a:rPr>
              <a:t>i</a:t>
            </a:r>
            <a:r>
              <a:rPr sz="3400" spc="-60" dirty="0">
                <a:solidFill>
                  <a:srgbClr val="C00000"/>
                </a:solidFill>
                <a:latin typeface="Calibri"/>
                <a:cs typeface="Calibri"/>
              </a:rPr>
              <a:t>v</a:t>
            </a:r>
            <a:r>
              <a:rPr sz="3400" spc="-15" dirty="0">
                <a:solidFill>
                  <a:srgbClr val="C00000"/>
                </a:solidFill>
                <a:latin typeface="Calibri"/>
                <a:cs typeface="Calibri"/>
              </a:rPr>
              <a:t>es</a:t>
            </a:r>
            <a:r>
              <a:rPr sz="3400" spc="-120" dirty="0">
                <a:solidFill>
                  <a:srgbClr val="C00000"/>
                </a:solidFill>
                <a:latin typeface="Times New Roman"/>
                <a:cs typeface="Times New Roman"/>
              </a:rPr>
              <a:t> </a:t>
            </a:r>
            <a:r>
              <a:rPr sz="3400" spc="-45" dirty="0">
                <a:solidFill>
                  <a:srgbClr val="C00000"/>
                </a:solidFill>
                <a:latin typeface="Calibri"/>
                <a:cs typeface="Calibri"/>
              </a:rPr>
              <a:t>S</a:t>
            </a:r>
            <a:r>
              <a:rPr sz="3400" spc="-60" dirty="0">
                <a:solidFill>
                  <a:srgbClr val="C00000"/>
                </a:solidFill>
                <a:latin typeface="Calibri"/>
                <a:cs typeface="Calibri"/>
              </a:rPr>
              <a:t>y</a:t>
            </a:r>
            <a:r>
              <a:rPr sz="3400" spc="-50" dirty="0">
                <a:solidFill>
                  <a:srgbClr val="C00000"/>
                </a:solidFill>
                <a:latin typeface="Calibri"/>
                <a:cs typeface="Calibri"/>
              </a:rPr>
              <a:t>s</a:t>
            </a:r>
            <a:r>
              <a:rPr sz="3400" spc="-55" dirty="0">
                <a:solidFill>
                  <a:srgbClr val="C00000"/>
                </a:solidFill>
                <a:latin typeface="Calibri"/>
                <a:cs typeface="Calibri"/>
              </a:rPr>
              <a:t>t</a:t>
            </a:r>
            <a:r>
              <a:rPr sz="3400" spc="-20" dirty="0">
                <a:solidFill>
                  <a:srgbClr val="C00000"/>
                </a:solidFill>
                <a:latin typeface="Calibri"/>
                <a:cs typeface="Calibri"/>
              </a:rPr>
              <a:t>em</a:t>
            </a:r>
            <a:endParaRPr sz="3400">
              <a:latin typeface="Calibri"/>
              <a:cs typeface="Calibri"/>
            </a:endParaRPr>
          </a:p>
        </p:txBody>
      </p:sp>
      <p:sp>
        <p:nvSpPr>
          <p:cNvPr id="3" name="object 3"/>
          <p:cNvSpPr/>
          <p:nvPr/>
        </p:nvSpPr>
        <p:spPr>
          <a:xfrm>
            <a:off x="828044" y="2209800"/>
            <a:ext cx="4575563" cy="320677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692140" y="2077736"/>
            <a:ext cx="2989575" cy="3525499"/>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713" rIns="0" bIns="0" rtlCol="0">
            <a:spAutoFit/>
          </a:bodyPr>
          <a:lstStyle/>
          <a:p>
            <a:pPr marL="80645">
              <a:lnSpc>
                <a:spcPct val="100000"/>
              </a:lnSpc>
            </a:pPr>
            <a:r>
              <a:rPr spc="5" dirty="0">
                <a:latin typeface="Calibri"/>
                <a:cs typeface="Calibri"/>
              </a:rPr>
              <a:t>O</a:t>
            </a:r>
            <a:r>
              <a:rPr spc="-30" dirty="0">
                <a:latin typeface="Calibri"/>
                <a:cs typeface="Calibri"/>
              </a:rPr>
              <a:t>p</a:t>
            </a:r>
            <a:r>
              <a:rPr spc="-15" dirty="0">
                <a:latin typeface="Calibri"/>
                <a:cs typeface="Calibri"/>
              </a:rPr>
              <a:t>e</a:t>
            </a:r>
            <a:r>
              <a:rPr dirty="0">
                <a:latin typeface="Calibri"/>
                <a:cs typeface="Calibri"/>
              </a:rPr>
              <a:t>n</a:t>
            </a:r>
            <a:r>
              <a:rPr spc="-100" dirty="0">
                <a:latin typeface="Times New Roman"/>
                <a:cs typeface="Times New Roman"/>
              </a:rPr>
              <a:t> </a:t>
            </a:r>
            <a:r>
              <a:rPr spc="-10" dirty="0">
                <a:latin typeface="Calibri"/>
                <a:cs typeface="Calibri"/>
              </a:rPr>
              <a:t>L</a:t>
            </a:r>
            <a:r>
              <a:rPr spc="5" dirty="0">
                <a:latin typeface="Calibri"/>
                <a:cs typeface="Calibri"/>
              </a:rPr>
              <a:t>oo</a:t>
            </a:r>
            <a:r>
              <a:rPr dirty="0">
                <a:latin typeface="Calibri"/>
                <a:cs typeface="Calibri"/>
              </a:rPr>
              <a:t>p</a:t>
            </a:r>
            <a:r>
              <a:rPr spc="-120" dirty="0">
                <a:latin typeface="Times New Roman"/>
                <a:cs typeface="Times New Roman"/>
              </a:rPr>
              <a:t> </a:t>
            </a:r>
            <a:r>
              <a:rPr spc="-90" dirty="0">
                <a:latin typeface="Calibri"/>
                <a:cs typeface="Calibri"/>
              </a:rPr>
              <a:t>R</a:t>
            </a:r>
            <a:r>
              <a:rPr spc="-15" dirty="0">
                <a:latin typeface="Calibri"/>
                <a:cs typeface="Calibri"/>
              </a:rPr>
              <a:t>e</a:t>
            </a:r>
            <a:r>
              <a:rPr spc="-10" dirty="0">
                <a:latin typeface="Calibri"/>
                <a:cs typeface="Calibri"/>
              </a:rPr>
              <a:t>sp</a:t>
            </a:r>
            <a:r>
              <a:rPr spc="5" dirty="0">
                <a:latin typeface="Calibri"/>
                <a:cs typeface="Calibri"/>
              </a:rPr>
              <a:t>o</a:t>
            </a:r>
            <a:r>
              <a:rPr spc="-10" dirty="0">
                <a:latin typeface="Calibri"/>
                <a:cs typeface="Calibri"/>
              </a:rPr>
              <a:t>ns</a:t>
            </a:r>
            <a:r>
              <a:rPr spc="-20" dirty="0">
                <a:latin typeface="Calibri"/>
                <a:cs typeface="Calibri"/>
              </a:rPr>
              <a:t>e</a:t>
            </a:r>
          </a:p>
        </p:txBody>
      </p:sp>
      <p:sp>
        <p:nvSpPr>
          <p:cNvPr id="3" name="object 3"/>
          <p:cNvSpPr/>
          <p:nvPr/>
        </p:nvSpPr>
        <p:spPr>
          <a:xfrm>
            <a:off x="2396121" y="2136410"/>
            <a:ext cx="1960880" cy="1489075"/>
          </a:xfrm>
          <a:custGeom>
            <a:avLst/>
            <a:gdLst/>
            <a:ahLst/>
            <a:cxnLst/>
            <a:rect l="l" t="t" r="r" b="b"/>
            <a:pathLst>
              <a:path w="1960879" h="1489075">
                <a:moveTo>
                  <a:pt x="0" y="1488972"/>
                </a:moveTo>
                <a:lnTo>
                  <a:pt x="1960793" y="1488972"/>
                </a:lnTo>
                <a:lnTo>
                  <a:pt x="1960793" y="0"/>
                </a:lnTo>
                <a:lnTo>
                  <a:pt x="0" y="0"/>
                </a:lnTo>
                <a:lnTo>
                  <a:pt x="0" y="1488972"/>
                </a:lnTo>
                <a:close/>
              </a:path>
            </a:pathLst>
          </a:custGeom>
          <a:solidFill>
            <a:srgbClr val="FFFFFF"/>
          </a:solidFill>
        </p:spPr>
        <p:txBody>
          <a:bodyPr wrap="square" lIns="0" tIns="0" rIns="0" bIns="0" rtlCol="0"/>
          <a:lstStyle/>
          <a:p>
            <a:endParaRPr/>
          </a:p>
        </p:txBody>
      </p:sp>
      <p:sp>
        <p:nvSpPr>
          <p:cNvPr id="4" name="object 4"/>
          <p:cNvSpPr/>
          <p:nvPr/>
        </p:nvSpPr>
        <p:spPr>
          <a:xfrm>
            <a:off x="2396120" y="2136433"/>
            <a:ext cx="1960880" cy="0"/>
          </a:xfrm>
          <a:custGeom>
            <a:avLst/>
            <a:gdLst/>
            <a:ahLst/>
            <a:cxnLst/>
            <a:rect l="l" t="t" r="r" b="b"/>
            <a:pathLst>
              <a:path w="1960879">
                <a:moveTo>
                  <a:pt x="0" y="0"/>
                </a:moveTo>
                <a:lnTo>
                  <a:pt x="1960786" y="0"/>
                </a:lnTo>
              </a:path>
            </a:pathLst>
          </a:custGeom>
          <a:ln w="10516">
            <a:solidFill>
              <a:srgbClr val="000000"/>
            </a:solidFill>
          </a:ln>
        </p:spPr>
        <p:txBody>
          <a:bodyPr wrap="square" lIns="0" tIns="0" rIns="0" bIns="0" rtlCol="0"/>
          <a:lstStyle/>
          <a:p>
            <a:endParaRPr/>
          </a:p>
        </p:txBody>
      </p:sp>
      <p:sp>
        <p:nvSpPr>
          <p:cNvPr id="5" name="object 5"/>
          <p:cNvSpPr/>
          <p:nvPr/>
        </p:nvSpPr>
        <p:spPr>
          <a:xfrm>
            <a:off x="4356906"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 name="object 6"/>
          <p:cNvSpPr/>
          <p:nvPr/>
        </p:nvSpPr>
        <p:spPr>
          <a:xfrm>
            <a:off x="2396120" y="3625411"/>
            <a:ext cx="1960880" cy="0"/>
          </a:xfrm>
          <a:custGeom>
            <a:avLst/>
            <a:gdLst/>
            <a:ahLst/>
            <a:cxnLst/>
            <a:rect l="l" t="t" r="r" b="b"/>
            <a:pathLst>
              <a:path w="1960879">
                <a:moveTo>
                  <a:pt x="0" y="0"/>
                </a:moveTo>
                <a:lnTo>
                  <a:pt x="1960786" y="0"/>
                </a:lnTo>
              </a:path>
            </a:pathLst>
          </a:custGeom>
          <a:ln w="10485">
            <a:solidFill>
              <a:srgbClr val="000000"/>
            </a:solidFill>
          </a:ln>
        </p:spPr>
        <p:txBody>
          <a:bodyPr wrap="square" lIns="0" tIns="0" rIns="0" bIns="0" rtlCol="0"/>
          <a:lstStyle/>
          <a:p>
            <a:endParaRPr/>
          </a:p>
        </p:txBody>
      </p:sp>
      <p:sp>
        <p:nvSpPr>
          <p:cNvPr id="7" name="object 7"/>
          <p:cNvSpPr/>
          <p:nvPr/>
        </p:nvSpPr>
        <p:spPr>
          <a:xfrm>
            <a:off x="4356906"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8" name="object 8"/>
          <p:cNvSpPr/>
          <p:nvPr/>
        </p:nvSpPr>
        <p:spPr>
          <a:xfrm>
            <a:off x="4356906" y="2136418"/>
            <a:ext cx="0" cy="1489075"/>
          </a:xfrm>
          <a:custGeom>
            <a:avLst/>
            <a:gdLst/>
            <a:ahLst/>
            <a:cxnLst/>
            <a:rect l="l" t="t" r="r" b="b"/>
            <a:pathLst>
              <a:path h="1489075">
                <a:moveTo>
                  <a:pt x="0" y="1488993"/>
                </a:moveTo>
                <a:lnTo>
                  <a:pt x="0" y="0"/>
                </a:lnTo>
              </a:path>
            </a:pathLst>
          </a:custGeom>
          <a:ln w="10485">
            <a:solidFill>
              <a:srgbClr val="000000"/>
            </a:solidFill>
          </a:ln>
        </p:spPr>
        <p:txBody>
          <a:bodyPr wrap="square" lIns="0" tIns="0" rIns="0" bIns="0" rtlCol="0"/>
          <a:lstStyle/>
          <a:p>
            <a:endParaRPr/>
          </a:p>
        </p:txBody>
      </p:sp>
      <p:sp>
        <p:nvSpPr>
          <p:cNvPr id="9" name="object 9"/>
          <p:cNvSpPr/>
          <p:nvPr/>
        </p:nvSpPr>
        <p:spPr>
          <a:xfrm>
            <a:off x="4356906"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0" name="object 10"/>
          <p:cNvSpPr/>
          <p:nvPr/>
        </p:nvSpPr>
        <p:spPr>
          <a:xfrm>
            <a:off x="2396120" y="2136417"/>
            <a:ext cx="0" cy="1489075"/>
          </a:xfrm>
          <a:custGeom>
            <a:avLst/>
            <a:gdLst/>
            <a:ahLst/>
            <a:cxnLst/>
            <a:rect l="l" t="t" r="r" b="b"/>
            <a:pathLst>
              <a:path h="1489075">
                <a:moveTo>
                  <a:pt x="0" y="1488993"/>
                </a:moveTo>
                <a:lnTo>
                  <a:pt x="0" y="0"/>
                </a:lnTo>
              </a:path>
            </a:pathLst>
          </a:custGeom>
          <a:ln w="10485">
            <a:solidFill>
              <a:srgbClr val="000000"/>
            </a:solidFill>
          </a:ln>
        </p:spPr>
        <p:txBody>
          <a:bodyPr wrap="square" lIns="0" tIns="0" rIns="0" bIns="0" rtlCol="0"/>
          <a:lstStyle/>
          <a:p>
            <a:endParaRPr/>
          </a:p>
        </p:txBody>
      </p:sp>
      <p:sp>
        <p:nvSpPr>
          <p:cNvPr id="11" name="object 11"/>
          <p:cNvSpPr/>
          <p:nvPr/>
        </p:nvSpPr>
        <p:spPr>
          <a:xfrm>
            <a:off x="2396120"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 name="object 12"/>
          <p:cNvSpPr/>
          <p:nvPr/>
        </p:nvSpPr>
        <p:spPr>
          <a:xfrm>
            <a:off x="4356906"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3" name="object 13"/>
          <p:cNvSpPr/>
          <p:nvPr/>
        </p:nvSpPr>
        <p:spPr>
          <a:xfrm>
            <a:off x="2396120"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4" name="object 14"/>
          <p:cNvSpPr/>
          <p:nvPr/>
        </p:nvSpPr>
        <p:spPr>
          <a:xfrm>
            <a:off x="2390877" y="3621532"/>
            <a:ext cx="15875" cy="0"/>
          </a:xfrm>
          <a:custGeom>
            <a:avLst/>
            <a:gdLst/>
            <a:ahLst/>
            <a:cxnLst/>
            <a:rect l="l" t="t" r="r" b="b"/>
            <a:pathLst>
              <a:path w="15875">
                <a:moveTo>
                  <a:pt x="0" y="0"/>
                </a:moveTo>
                <a:lnTo>
                  <a:pt x="15733" y="0"/>
                </a:lnTo>
              </a:path>
            </a:pathLst>
          </a:custGeom>
          <a:ln w="18244">
            <a:solidFill>
              <a:srgbClr val="000000"/>
            </a:solidFill>
          </a:ln>
        </p:spPr>
        <p:txBody>
          <a:bodyPr wrap="square" lIns="0" tIns="0" rIns="0" bIns="0" rtlCol="0"/>
          <a:lstStyle/>
          <a:p>
            <a:endParaRPr/>
          </a:p>
        </p:txBody>
      </p:sp>
      <p:sp>
        <p:nvSpPr>
          <p:cNvPr id="15" name="object 15"/>
          <p:cNvSpPr/>
          <p:nvPr/>
        </p:nvSpPr>
        <p:spPr>
          <a:xfrm>
            <a:off x="2396120" y="3604440"/>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 name="object 16"/>
          <p:cNvSpPr/>
          <p:nvPr/>
        </p:nvSpPr>
        <p:spPr>
          <a:xfrm>
            <a:off x="2396120" y="214690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7" name="object 17"/>
          <p:cNvSpPr txBox="1"/>
          <p:nvPr/>
        </p:nvSpPr>
        <p:spPr>
          <a:xfrm>
            <a:off x="2341488" y="3651599"/>
            <a:ext cx="125095" cy="224790"/>
          </a:xfrm>
          <a:prstGeom prst="rect">
            <a:avLst/>
          </a:prstGeom>
        </p:spPr>
        <p:txBody>
          <a:bodyPr vert="horz" wrap="square" lIns="0" tIns="0" rIns="0" bIns="0" rtlCol="0">
            <a:spAutoFit/>
          </a:bodyPr>
          <a:lstStyle/>
          <a:p>
            <a:pPr marL="12700">
              <a:lnSpc>
                <a:spcPct val="100000"/>
              </a:lnSpc>
            </a:pPr>
            <a:r>
              <a:rPr sz="1550" spc="5" dirty="0">
                <a:latin typeface="Times New Roman"/>
                <a:cs typeface="Times New Roman"/>
              </a:rPr>
              <a:t>0</a:t>
            </a:r>
            <a:endParaRPr sz="1550">
              <a:latin typeface="Times New Roman"/>
              <a:cs typeface="Times New Roman"/>
            </a:endParaRPr>
          </a:p>
        </p:txBody>
      </p:sp>
      <p:sp>
        <p:nvSpPr>
          <p:cNvPr id="18" name="object 18"/>
          <p:cNvSpPr/>
          <p:nvPr/>
        </p:nvSpPr>
        <p:spPr>
          <a:xfrm>
            <a:off x="3166800" y="3614926"/>
            <a:ext cx="10795" cy="0"/>
          </a:xfrm>
          <a:custGeom>
            <a:avLst/>
            <a:gdLst/>
            <a:ahLst/>
            <a:cxnLst/>
            <a:rect l="l" t="t" r="r" b="b"/>
            <a:pathLst>
              <a:path w="10794">
                <a:moveTo>
                  <a:pt x="0" y="0"/>
                </a:moveTo>
                <a:lnTo>
                  <a:pt x="10485" y="0"/>
                </a:lnTo>
              </a:path>
            </a:pathLst>
          </a:custGeom>
          <a:ln w="20970">
            <a:solidFill>
              <a:srgbClr val="000000"/>
            </a:solidFill>
          </a:ln>
        </p:spPr>
        <p:txBody>
          <a:bodyPr wrap="square" lIns="0" tIns="0" rIns="0" bIns="0" rtlCol="0"/>
          <a:lstStyle/>
          <a:p>
            <a:endParaRPr/>
          </a:p>
        </p:txBody>
      </p:sp>
      <p:sp>
        <p:nvSpPr>
          <p:cNvPr id="19" name="object 19"/>
          <p:cNvSpPr/>
          <p:nvPr/>
        </p:nvSpPr>
        <p:spPr>
          <a:xfrm>
            <a:off x="3172042" y="3604440"/>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20" name="object 20"/>
          <p:cNvSpPr/>
          <p:nvPr/>
        </p:nvSpPr>
        <p:spPr>
          <a:xfrm>
            <a:off x="3166800" y="2141660"/>
            <a:ext cx="10795" cy="0"/>
          </a:xfrm>
          <a:custGeom>
            <a:avLst/>
            <a:gdLst/>
            <a:ahLst/>
            <a:cxnLst/>
            <a:rect l="l" t="t" r="r" b="b"/>
            <a:pathLst>
              <a:path w="10794">
                <a:moveTo>
                  <a:pt x="0" y="0"/>
                </a:moveTo>
                <a:lnTo>
                  <a:pt x="10485" y="0"/>
                </a:lnTo>
              </a:path>
            </a:pathLst>
          </a:custGeom>
          <a:ln w="10485">
            <a:solidFill>
              <a:srgbClr val="000000"/>
            </a:solidFill>
          </a:ln>
        </p:spPr>
        <p:txBody>
          <a:bodyPr wrap="square" lIns="0" tIns="0" rIns="0" bIns="0" rtlCol="0"/>
          <a:lstStyle/>
          <a:p>
            <a:endParaRPr/>
          </a:p>
        </p:txBody>
      </p:sp>
      <p:sp>
        <p:nvSpPr>
          <p:cNvPr id="21" name="object 21"/>
          <p:cNvSpPr/>
          <p:nvPr/>
        </p:nvSpPr>
        <p:spPr>
          <a:xfrm>
            <a:off x="3172042" y="214690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22" name="object 22"/>
          <p:cNvSpPr txBox="1"/>
          <p:nvPr/>
        </p:nvSpPr>
        <p:spPr>
          <a:xfrm>
            <a:off x="3064982" y="3651612"/>
            <a:ext cx="214629" cy="224790"/>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20</a:t>
            </a:r>
            <a:endParaRPr sz="1550">
              <a:latin typeface="Times New Roman"/>
              <a:cs typeface="Times New Roman"/>
            </a:endParaRPr>
          </a:p>
        </p:txBody>
      </p:sp>
      <p:sp>
        <p:nvSpPr>
          <p:cNvPr id="23" name="object 23"/>
          <p:cNvSpPr/>
          <p:nvPr/>
        </p:nvSpPr>
        <p:spPr>
          <a:xfrm>
            <a:off x="3953234" y="3614926"/>
            <a:ext cx="10795" cy="0"/>
          </a:xfrm>
          <a:custGeom>
            <a:avLst/>
            <a:gdLst/>
            <a:ahLst/>
            <a:cxnLst/>
            <a:rect l="l" t="t" r="r" b="b"/>
            <a:pathLst>
              <a:path w="10795">
                <a:moveTo>
                  <a:pt x="0" y="0"/>
                </a:moveTo>
                <a:lnTo>
                  <a:pt x="10485" y="0"/>
                </a:lnTo>
              </a:path>
            </a:pathLst>
          </a:custGeom>
          <a:ln w="20970">
            <a:solidFill>
              <a:srgbClr val="000000"/>
            </a:solidFill>
          </a:ln>
        </p:spPr>
        <p:txBody>
          <a:bodyPr wrap="square" lIns="0" tIns="0" rIns="0" bIns="0" rtlCol="0"/>
          <a:lstStyle/>
          <a:p>
            <a:endParaRPr/>
          </a:p>
        </p:txBody>
      </p:sp>
      <p:sp>
        <p:nvSpPr>
          <p:cNvPr id="24" name="object 24"/>
          <p:cNvSpPr/>
          <p:nvPr/>
        </p:nvSpPr>
        <p:spPr>
          <a:xfrm>
            <a:off x="3958477" y="3604440"/>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25" name="object 25"/>
          <p:cNvSpPr/>
          <p:nvPr/>
        </p:nvSpPr>
        <p:spPr>
          <a:xfrm>
            <a:off x="3953234" y="2141660"/>
            <a:ext cx="10795" cy="0"/>
          </a:xfrm>
          <a:custGeom>
            <a:avLst/>
            <a:gdLst/>
            <a:ahLst/>
            <a:cxnLst/>
            <a:rect l="l" t="t" r="r" b="b"/>
            <a:pathLst>
              <a:path w="10795">
                <a:moveTo>
                  <a:pt x="0" y="0"/>
                </a:moveTo>
                <a:lnTo>
                  <a:pt x="10485" y="0"/>
                </a:lnTo>
              </a:path>
            </a:pathLst>
          </a:custGeom>
          <a:ln w="10485">
            <a:solidFill>
              <a:srgbClr val="000000"/>
            </a:solidFill>
          </a:ln>
        </p:spPr>
        <p:txBody>
          <a:bodyPr wrap="square" lIns="0" tIns="0" rIns="0" bIns="0" rtlCol="0"/>
          <a:lstStyle/>
          <a:p>
            <a:endParaRPr/>
          </a:p>
        </p:txBody>
      </p:sp>
      <p:sp>
        <p:nvSpPr>
          <p:cNvPr id="26" name="object 26"/>
          <p:cNvSpPr/>
          <p:nvPr/>
        </p:nvSpPr>
        <p:spPr>
          <a:xfrm>
            <a:off x="3958477" y="214690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27" name="object 27"/>
          <p:cNvSpPr txBox="1"/>
          <p:nvPr/>
        </p:nvSpPr>
        <p:spPr>
          <a:xfrm>
            <a:off x="3851405" y="3651612"/>
            <a:ext cx="214629" cy="224790"/>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40</a:t>
            </a:r>
            <a:endParaRPr sz="1550">
              <a:latin typeface="Times New Roman"/>
              <a:cs typeface="Times New Roman"/>
            </a:endParaRPr>
          </a:p>
        </p:txBody>
      </p:sp>
      <p:sp>
        <p:nvSpPr>
          <p:cNvPr id="28" name="object 28"/>
          <p:cNvSpPr/>
          <p:nvPr/>
        </p:nvSpPr>
        <p:spPr>
          <a:xfrm>
            <a:off x="2406611"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29" name="object 29"/>
          <p:cNvSpPr/>
          <p:nvPr/>
        </p:nvSpPr>
        <p:spPr>
          <a:xfrm>
            <a:off x="4335936"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30" name="object 30"/>
          <p:cNvSpPr txBox="1"/>
          <p:nvPr/>
        </p:nvSpPr>
        <p:spPr>
          <a:xfrm>
            <a:off x="2037399" y="3515303"/>
            <a:ext cx="335280" cy="224790"/>
          </a:xfrm>
          <a:prstGeom prst="rect">
            <a:avLst/>
          </a:prstGeom>
        </p:spPr>
        <p:txBody>
          <a:bodyPr vert="horz" wrap="square" lIns="0" tIns="0" rIns="0" bIns="0" rtlCol="0">
            <a:spAutoFit/>
          </a:bodyPr>
          <a:lstStyle/>
          <a:p>
            <a:pPr marL="12700">
              <a:lnSpc>
                <a:spcPct val="100000"/>
              </a:lnSpc>
            </a:pPr>
            <a:r>
              <a:rPr sz="1550" spc="-25" dirty="0">
                <a:latin typeface="Times New Roman"/>
                <a:cs typeface="Times New Roman"/>
              </a:rPr>
              <a:t>-</a:t>
            </a: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p:txBody>
      </p:sp>
      <p:sp>
        <p:nvSpPr>
          <p:cNvPr id="31" name="object 31"/>
          <p:cNvSpPr/>
          <p:nvPr/>
        </p:nvSpPr>
        <p:spPr>
          <a:xfrm>
            <a:off x="2396120" y="3289853"/>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32" name="object 32"/>
          <p:cNvSpPr/>
          <p:nvPr/>
        </p:nvSpPr>
        <p:spPr>
          <a:xfrm>
            <a:off x="2406611" y="328985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33" name="object 33"/>
          <p:cNvSpPr/>
          <p:nvPr/>
        </p:nvSpPr>
        <p:spPr>
          <a:xfrm>
            <a:off x="4335936" y="3289853"/>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34" name="object 34"/>
          <p:cNvSpPr/>
          <p:nvPr/>
        </p:nvSpPr>
        <p:spPr>
          <a:xfrm>
            <a:off x="4335936" y="328985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35" name="object 35"/>
          <p:cNvSpPr/>
          <p:nvPr/>
        </p:nvSpPr>
        <p:spPr>
          <a:xfrm>
            <a:off x="2396120" y="2954326"/>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36" name="object 36"/>
          <p:cNvSpPr/>
          <p:nvPr/>
        </p:nvSpPr>
        <p:spPr>
          <a:xfrm>
            <a:off x="2406611" y="29543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37" name="object 37"/>
          <p:cNvSpPr/>
          <p:nvPr/>
        </p:nvSpPr>
        <p:spPr>
          <a:xfrm>
            <a:off x="4335936" y="2954326"/>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38" name="object 38"/>
          <p:cNvSpPr/>
          <p:nvPr/>
        </p:nvSpPr>
        <p:spPr>
          <a:xfrm>
            <a:off x="4335936" y="29543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39" name="object 39"/>
          <p:cNvSpPr/>
          <p:nvPr/>
        </p:nvSpPr>
        <p:spPr>
          <a:xfrm>
            <a:off x="2396120" y="2629284"/>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40" name="object 40"/>
          <p:cNvSpPr/>
          <p:nvPr/>
        </p:nvSpPr>
        <p:spPr>
          <a:xfrm>
            <a:off x="2406611" y="26292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41" name="object 41"/>
          <p:cNvSpPr/>
          <p:nvPr/>
        </p:nvSpPr>
        <p:spPr>
          <a:xfrm>
            <a:off x="4335936" y="2629284"/>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42" name="object 42"/>
          <p:cNvSpPr/>
          <p:nvPr/>
        </p:nvSpPr>
        <p:spPr>
          <a:xfrm>
            <a:off x="4335936" y="26292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43" name="object 43"/>
          <p:cNvSpPr/>
          <p:nvPr/>
        </p:nvSpPr>
        <p:spPr>
          <a:xfrm>
            <a:off x="2396120" y="2293726"/>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44" name="object 44"/>
          <p:cNvSpPr/>
          <p:nvPr/>
        </p:nvSpPr>
        <p:spPr>
          <a:xfrm>
            <a:off x="2406611" y="22937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45" name="object 45"/>
          <p:cNvSpPr/>
          <p:nvPr/>
        </p:nvSpPr>
        <p:spPr>
          <a:xfrm>
            <a:off x="4335936" y="2293726"/>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46" name="object 46"/>
          <p:cNvSpPr/>
          <p:nvPr/>
        </p:nvSpPr>
        <p:spPr>
          <a:xfrm>
            <a:off x="4335936" y="22937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47" name="object 47"/>
          <p:cNvSpPr txBox="1"/>
          <p:nvPr/>
        </p:nvSpPr>
        <p:spPr>
          <a:xfrm>
            <a:off x="2100315" y="2183605"/>
            <a:ext cx="272415" cy="1221105"/>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6</a:t>
            </a:r>
            <a:endParaRPr sz="1550">
              <a:latin typeface="Times New Roman"/>
              <a:cs typeface="Times New Roman"/>
            </a:endParaRPr>
          </a:p>
          <a:p>
            <a:pPr marL="12700">
              <a:lnSpc>
                <a:spcPct val="100000"/>
              </a:lnSpc>
              <a:spcBef>
                <a:spcPts val="780"/>
              </a:spcBef>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4</a:t>
            </a:r>
            <a:endParaRPr sz="1550">
              <a:latin typeface="Times New Roman"/>
              <a:cs typeface="Times New Roman"/>
            </a:endParaRPr>
          </a:p>
          <a:p>
            <a:pPr marL="12700">
              <a:lnSpc>
                <a:spcPct val="100000"/>
              </a:lnSpc>
              <a:spcBef>
                <a:spcPts val="700"/>
              </a:spcBef>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a:p>
            <a:pPr marL="159385">
              <a:lnSpc>
                <a:spcPct val="100000"/>
              </a:lnSpc>
              <a:spcBef>
                <a:spcPts val="780"/>
              </a:spcBef>
            </a:pPr>
            <a:r>
              <a:rPr sz="1550" spc="5" dirty="0">
                <a:latin typeface="Times New Roman"/>
                <a:cs typeface="Times New Roman"/>
              </a:rPr>
              <a:t>0</a:t>
            </a:r>
            <a:endParaRPr sz="1550">
              <a:latin typeface="Times New Roman"/>
              <a:cs typeface="Times New Roman"/>
            </a:endParaRPr>
          </a:p>
        </p:txBody>
      </p:sp>
      <p:sp>
        <p:nvSpPr>
          <p:cNvPr id="48" name="object 48"/>
          <p:cNvSpPr/>
          <p:nvPr/>
        </p:nvSpPr>
        <p:spPr>
          <a:xfrm>
            <a:off x="4356906" y="213644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49" name="object 49"/>
          <p:cNvSpPr/>
          <p:nvPr/>
        </p:nvSpPr>
        <p:spPr>
          <a:xfrm>
            <a:off x="4356906"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50" name="object 50"/>
          <p:cNvSpPr/>
          <p:nvPr/>
        </p:nvSpPr>
        <p:spPr>
          <a:xfrm>
            <a:off x="4356906" y="213644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51" name="object 51"/>
          <p:cNvSpPr/>
          <p:nvPr/>
        </p:nvSpPr>
        <p:spPr>
          <a:xfrm>
            <a:off x="2396120" y="213644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52" name="object 52"/>
          <p:cNvSpPr/>
          <p:nvPr/>
        </p:nvSpPr>
        <p:spPr>
          <a:xfrm>
            <a:off x="2427578" y="2524401"/>
            <a:ext cx="1939925" cy="765810"/>
          </a:xfrm>
          <a:custGeom>
            <a:avLst/>
            <a:gdLst/>
            <a:ahLst/>
            <a:cxnLst/>
            <a:rect l="l" t="t" r="r" b="b"/>
            <a:pathLst>
              <a:path w="1939925" h="765810">
                <a:moveTo>
                  <a:pt x="0" y="765451"/>
                </a:moveTo>
                <a:lnTo>
                  <a:pt x="41946" y="765451"/>
                </a:lnTo>
                <a:lnTo>
                  <a:pt x="83889" y="660599"/>
                </a:lnTo>
                <a:lnTo>
                  <a:pt x="115347" y="576717"/>
                </a:lnTo>
                <a:lnTo>
                  <a:pt x="157280" y="503321"/>
                </a:lnTo>
                <a:lnTo>
                  <a:pt x="199226" y="440409"/>
                </a:lnTo>
                <a:lnTo>
                  <a:pt x="241172" y="377498"/>
                </a:lnTo>
                <a:lnTo>
                  <a:pt x="272627" y="335527"/>
                </a:lnTo>
                <a:lnTo>
                  <a:pt x="314561" y="283101"/>
                </a:lnTo>
                <a:lnTo>
                  <a:pt x="356507" y="251645"/>
                </a:lnTo>
                <a:lnTo>
                  <a:pt x="398453" y="220189"/>
                </a:lnTo>
                <a:lnTo>
                  <a:pt x="429908" y="188734"/>
                </a:lnTo>
                <a:lnTo>
                  <a:pt x="471854" y="167763"/>
                </a:lnTo>
                <a:lnTo>
                  <a:pt x="513788" y="146793"/>
                </a:lnTo>
                <a:lnTo>
                  <a:pt x="555734" y="125822"/>
                </a:lnTo>
                <a:lnTo>
                  <a:pt x="587192" y="104852"/>
                </a:lnTo>
                <a:lnTo>
                  <a:pt x="629129" y="94367"/>
                </a:lnTo>
                <a:lnTo>
                  <a:pt x="671069" y="83881"/>
                </a:lnTo>
                <a:lnTo>
                  <a:pt x="713009" y="73396"/>
                </a:lnTo>
                <a:lnTo>
                  <a:pt x="744464" y="62911"/>
                </a:lnTo>
                <a:lnTo>
                  <a:pt x="786404" y="52426"/>
                </a:lnTo>
                <a:lnTo>
                  <a:pt x="828374" y="52426"/>
                </a:lnTo>
                <a:lnTo>
                  <a:pt x="870284" y="41940"/>
                </a:lnTo>
                <a:lnTo>
                  <a:pt x="901769" y="31455"/>
                </a:lnTo>
                <a:lnTo>
                  <a:pt x="943709" y="31455"/>
                </a:lnTo>
                <a:lnTo>
                  <a:pt x="985649" y="31455"/>
                </a:lnTo>
                <a:lnTo>
                  <a:pt x="1017104" y="20970"/>
                </a:lnTo>
                <a:lnTo>
                  <a:pt x="1059044" y="20970"/>
                </a:lnTo>
                <a:lnTo>
                  <a:pt x="1100984" y="20970"/>
                </a:lnTo>
                <a:lnTo>
                  <a:pt x="1142924" y="20970"/>
                </a:lnTo>
                <a:lnTo>
                  <a:pt x="1174379" y="10485"/>
                </a:lnTo>
                <a:lnTo>
                  <a:pt x="1216319" y="10485"/>
                </a:lnTo>
                <a:lnTo>
                  <a:pt x="1488959" y="10485"/>
                </a:lnTo>
                <a:lnTo>
                  <a:pt x="1530899" y="0"/>
                </a:lnTo>
                <a:lnTo>
                  <a:pt x="1929328" y="0"/>
                </a:lnTo>
                <a:lnTo>
                  <a:pt x="1939813" y="0"/>
                </a:lnTo>
              </a:path>
            </a:pathLst>
          </a:custGeom>
          <a:ln w="10485">
            <a:solidFill>
              <a:srgbClr val="000000"/>
            </a:solidFill>
          </a:ln>
        </p:spPr>
        <p:txBody>
          <a:bodyPr wrap="square" lIns="0" tIns="0" rIns="0" bIns="0" rtlCol="0"/>
          <a:lstStyle/>
          <a:p>
            <a:endParaRPr/>
          </a:p>
        </p:txBody>
      </p:sp>
      <p:sp>
        <p:nvSpPr>
          <p:cNvPr id="53" name="object 53"/>
          <p:cNvSpPr txBox="1"/>
          <p:nvPr/>
        </p:nvSpPr>
        <p:spPr>
          <a:xfrm>
            <a:off x="3557806" y="2644959"/>
            <a:ext cx="628650" cy="311150"/>
          </a:xfrm>
          <a:prstGeom prst="rect">
            <a:avLst/>
          </a:prstGeom>
        </p:spPr>
        <p:txBody>
          <a:bodyPr vert="horz" wrap="square" lIns="0" tIns="0" rIns="0" bIns="0" rtlCol="0">
            <a:spAutoFit/>
          </a:bodyPr>
          <a:lstStyle/>
          <a:p>
            <a:pPr marL="12700">
              <a:lnSpc>
                <a:spcPts val="1475"/>
              </a:lnSpc>
            </a:pPr>
            <a:r>
              <a:rPr sz="1550" spc="5" dirty="0">
                <a:latin typeface="Times New Roman"/>
                <a:cs typeface="Times New Roman"/>
              </a:rPr>
              <a:t>u </a:t>
            </a:r>
            <a:r>
              <a:rPr sz="1550" spc="170" dirty="0">
                <a:latin typeface="Times New Roman"/>
                <a:cs typeface="Times New Roman"/>
              </a:rPr>
              <a:t> </a:t>
            </a:r>
            <a:r>
              <a:rPr sz="1550" spc="-25" dirty="0">
                <a:latin typeface="Times New Roman"/>
                <a:cs typeface="Times New Roman"/>
              </a:rPr>
              <a:t>t</a:t>
            </a:r>
            <a:r>
              <a:rPr sz="1550" spc="5" dirty="0">
                <a:latin typeface="Times New Roman"/>
                <a:cs typeface="Times New Roman"/>
              </a:rPr>
              <a:t>o</a:t>
            </a:r>
            <a:r>
              <a:rPr sz="1550" spc="65" dirty="0">
                <a:latin typeface="Times New Roman"/>
                <a:cs typeface="Times New Roman"/>
              </a:rPr>
              <a:t> </a:t>
            </a:r>
            <a:r>
              <a:rPr sz="1550" spc="5" dirty="0">
                <a:latin typeface="Times New Roman"/>
                <a:cs typeface="Times New Roman"/>
              </a:rPr>
              <a:t>y</a:t>
            </a:r>
            <a:endParaRPr sz="1550">
              <a:latin typeface="Times New Roman"/>
              <a:cs typeface="Times New Roman"/>
            </a:endParaRPr>
          </a:p>
          <a:p>
            <a:pPr marL="106680">
              <a:lnSpc>
                <a:spcPts val="1055"/>
              </a:lnSpc>
              <a:tabLst>
                <a:tab pos="536575" algn="l"/>
              </a:tabLst>
            </a:pPr>
            <a:r>
              <a:rPr sz="1200" spc="15" dirty="0">
                <a:latin typeface="Times New Roman"/>
                <a:cs typeface="Times New Roman"/>
              </a:rPr>
              <a:t>1	1</a:t>
            </a:r>
            <a:endParaRPr sz="1200">
              <a:latin typeface="Times New Roman"/>
              <a:cs typeface="Times New Roman"/>
            </a:endParaRPr>
          </a:p>
        </p:txBody>
      </p:sp>
      <p:sp>
        <p:nvSpPr>
          <p:cNvPr id="54" name="object 54"/>
          <p:cNvSpPr/>
          <p:nvPr/>
        </p:nvSpPr>
        <p:spPr>
          <a:xfrm>
            <a:off x="4975555" y="2136410"/>
            <a:ext cx="1971675" cy="1489075"/>
          </a:xfrm>
          <a:custGeom>
            <a:avLst/>
            <a:gdLst/>
            <a:ahLst/>
            <a:cxnLst/>
            <a:rect l="l" t="t" r="r" b="b"/>
            <a:pathLst>
              <a:path w="1971675" h="1489075">
                <a:moveTo>
                  <a:pt x="0" y="1488972"/>
                </a:moveTo>
                <a:lnTo>
                  <a:pt x="1971269" y="1488972"/>
                </a:lnTo>
                <a:lnTo>
                  <a:pt x="1971269" y="0"/>
                </a:lnTo>
                <a:lnTo>
                  <a:pt x="0" y="0"/>
                </a:lnTo>
                <a:lnTo>
                  <a:pt x="0" y="1488972"/>
                </a:lnTo>
                <a:close/>
              </a:path>
            </a:pathLst>
          </a:custGeom>
          <a:solidFill>
            <a:srgbClr val="FFFFFF"/>
          </a:solidFill>
        </p:spPr>
        <p:txBody>
          <a:bodyPr wrap="square" lIns="0" tIns="0" rIns="0" bIns="0" rtlCol="0"/>
          <a:lstStyle/>
          <a:p>
            <a:endParaRPr/>
          </a:p>
        </p:txBody>
      </p:sp>
      <p:sp>
        <p:nvSpPr>
          <p:cNvPr id="55" name="object 55"/>
          <p:cNvSpPr/>
          <p:nvPr/>
        </p:nvSpPr>
        <p:spPr>
          <a:xfrm>
            <a:off x="4975551" y="2136433"/>
            <a:ext cx="1971675" cy="0"/>
          </a:xfrm>
          <a:custGeom>
            <a:avLst/>
            <a:gdLst/>
            <a:ahLst/>
            <a:cxnLst/>
            <a:rect l="l" t="t" r="r" b="b"/>
            <a:pathLst>
              <a:path w="1971675">
                <a:moveTo>
                  <a:pt x="0" y="0"/>
                </a:moveTo>
                <a:lnTo>
                  <a:pt x="1971298" y="0"/>
                </a:lnTo>
              </a:path>
            </a:pathLst>
          </a:custGeom>
          <a:ln w="10516">
            <a:solidFill>
              <a:srgbClr val="000000"/>
            </a:solidFill>
          </a:ln>
        </p:spPr>
        <p:txBody>
          <a:bodyPr wrap="square" lIns="0" tIns="0" rIns="0" bIns="0" rtlCol="0"/>
          <a:lstStyle/>
          <a:p>
            <a:endParaRPr/>
          </a:p>
        </p:txBody>
      </p:sp>
      <p:sp>
        <p:nvSpPr>
          <p:cNvPr id="56" name="object 56"/>
          <p:cNvSpPr/>
          <p:nvPr/>
        </p:nvSpPr>
        <p:spPr>
          <a:xfrm>
            <a:off x="6946850"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57" name="object 57"/>
          <p:cNvSpPr/>
          <p:nvPr/>
        </p:nvSpPr>
        <p:spPr>
          <a:xfrm>
            <a:off x="4970308" y="3625411"/>
            <a:ext cx="1976755" cy="0"/>
          </a:xfrm>
          <a:custGeom>
            <a:avLst/>
            <a:gdLst/>
            <a:ahLst/>
            <a:cxnLst/>
            <a:rect l="l" t="t" r="r" b="b"/>
            <a:pathLst>
              <a:path w="1976754">
                <a:moveTo>
                  <a:pt x="0" y="0"/>
                </a:moveTo>
                <a:lnTo>
                  <a:pt x="1976541" y="0"/>
                </a:lnTo>
              </a:path>
            </a:pathLst>
          </a:custGeom>
          <a:ln w="10485">
            <a:solidFill>
              <a:srgbClr val="000000"/>
            </a:solidFill>
          </a:ln>
        </p:spPr>
        <p:txBody>
          <a:bodyPr wrap="square" lIns="0" tIns="0" rIns="0" bIns="0" rtlCol="0"/>
          <a:lstStyle/>
          <a:p>
            <a:endParaRPr/>
          </a:p>
        </p:txBody>
      </p:sp>
      <p:sp>
        <p:nvSpPr>
          <p:cNvPr id="58" name="object 58"/>
          <p:cNvSpPr/>
          <p:nvPr/>
        </p:nvSpPr>
        <p:spPr>
          <a:xfrm>
            <a:off x="6946850"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59" name="object 59"/>
          <p:cNvSpPr/>
          <p:nvPr/>
        </p:nvSpPr>
        <p:spPr>
          <a:xfrm>
            <a:off x="6946850" y="2136418"/>
            <a:ext cx="0" cy="1489075"/>
          </a:xfrm>
          <a:custGeom>
            <a:avLst/>
            <a:gdLst/>
            <a:ahLst/>
            <a:cxnLst/>
            <a:rect l="l" t="t" r="r" b="b"/>
            <a:pathLst>
              <a:path h="1489075">
                <a:moveTo>
                  <a:pt x="0" y="1488993"/>
                </a:moveTo>
                <a:lnTo>
                  <a:pt x="0" y="0"/>
                </a:lnTo>
              </a:path>
            </a:pathLst>
          </a:custGeom>
          <a:ln w="10485">
            <a:solidFill>
              <a:srgbClr val="000000"/>
            </a:solidFill>
          </a:ln>
        </p:spPr>
        <p:txBody>
          <a:bodyPr wrap="square" lIns="0" tIns="0" rIns="0" bIns="0" rtlCol="0"/>
          <a:lstStyle/>
          <a:p>
            <a:endParaRPr/>
          </a:p>
        </p:txBody>
      </p:sp>
      <p:sp>
        <p:nvSpPr>
          <p:cNvPr id="60" name="object 60"/>
          <p:cNvSpPr/>
          <p:nvPr/>
        </p:nvSpPr>
        <p:spPr>
          <a:xfrm>
            <a:off x="6946850"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1" name="object 61"/>
          <p:cNvSpPr/>
          <p:nvPr/>
        </p:nvSpPr>
        <p:spPr>
          <a:xfrm>
            <a:off x="4975551" y="2136417"/>
            <a:ext cx="0" cy="1489075"/>
          </a:xfrm>
          <a:custGeom>
            <a:avLst/>
            <a:gdLst/>
            <a:ahLst/>
            <a:cxnLst/>
            <a:rect l="l" t="t" r="r" b="b"/>
            <a:pathLst>
              <a:path h="1489075">
                <a:moveTo>
                  <a:pt x="0" y="1488993"/>
                </a:moveTo>
                <a:lnTo>
                  <a:pt x="0" y="0"/>
                </a:lnTo>
              </a:path>
            </a:pathLst>
          </a:custGeom>
          <a:ln w="10485">
            <a:solidFill>
              <a:srgbClr val="000000"/>
            </a:solidFill>
          </a:ln>
        </p:spPr>
        <p:txBody>
          <a:bodyPr wrap="square" lIns="0" tIns="0" rIns="0" bIns="0" rtlCol="0"/>
          <a:lstStyle/>
          <a:p>
            <a:endParaRPr/>
          </a:p>
        </p:txBody>
      </p:sp>
      <p:sp>
        <p:nvSpPr>
          <p:cNvPr id="62" name="object 62"/>
          <p:cNvSpPr/>
          <p:nvPr/>
        </p:nvSpPr>
        <p:spPr>
          <a:xfrm>
            <a:off x="4975551"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3" name="object 63"/>
          <p:cNvSpPr/>
          <p:nvPr/>
        </p:nvSpPr>
        <p:spPr>
          <a:xfrm>
            <a:off x="6946850"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4" name="object 64"/>
          <p:cNvSpPr/>
          <p:nvPr/>
        </p:nvSpPr>
        <p:spPr>
          <a:xfrm>
            <a:off x="4975551" y="213641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5" name="object 65"/>
          <p:cNvSpPr/>
          <p:nvPr/>
        </p:nvSpPr>
        <p:spPr>
          <a:xfrm>
            <a:off x="4975551" y="3604440"/>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6" name="object 66"/>
          <p:cNvSpPr/>
          <p:nvPr/>
        </p:nvSpPr>
        <p:spPr>
          <a:xfrm>
            <a:off x="4975551" y="214690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67" name="object 67"/>
          <p:cNvSpPr txBox="1"/>
          <p:nvPr/>
        </p:nvSpPr>
        <p:spPr>
          <a:xfrm>
            <a:off x="4920923" y="3651599"/>
            <a:ext cx="125095" cy="224790"/>
          </a:xfrm>
          <a:prstGeom prst="rect">
            <a:avLst/>
          </a:prstGeom>
        </p:spPr>
        <p:txBody>
          <a:bodyPr vert="horz" wrap="square" lIns="0" tIns="0" rIns="0" bIns="0" rtlCol="0">
            <a:spAutoFit/>
          </a:bodyPr>
          <a:lstStyle/>
          <a:p>
            <a:pPr marL="12700">
              <a:lnSpc>
                <a:spcPct val="100000"/>
              </a:lnSpc>
            </a:pPr>
            <a:r>
              <a:rPr sz="1550" spc="5" dirty="0">
                <a:latin typeface="Times New Roman"/>
                <a:cs typeface="Times New Roman"/>
              </a:rPr>
              <a:t>0</a:t>
            </a:r>
            <a:endParaRPr sz="1550">
              <a:latin typeface="Times New Roman"/>
              <a:cs typeface="Times New Roman"/>
            </a:endParaRPr>
          </a:p>
        </p:txBody>
      </p:sp>
      <p:sp>
        <p:nvSpPr>
          <p:cNvPr id="68" name="object 68"/>
          <p:cNvSpPr/>
          <p:nvPr/>
        </p:nvSpPr>
        <p:spPr>
          <a:xfrm>
            <a:off x="5756743" y="3614926"/>
            <a:ext cx="10795" cy="0"/>
          </a:xfrm>
          <a:custGeom>
            <a:avLst/>
            <a:gdLst/>
            <a:ahLst/>
            <a:cxnLst/>
            <a:rect l="l" t="t" r="r" b="b"/>
            <a:pathLst>
              <a:path w="10795">
                <a:moveTo>
                  <a:pt x="0" y="0"/>
                </a:moveTo>
                <a:lnTo>
                  <a:pt x="10485" y="0"/>
                </a:lnTo>
              </a:path>
            </a:pathLst>
          </a:custGeom>
          <a:ln w="20970">
            <a:solidFill>
              <a:srgbClr val="000000"/>
            </a:solidFill>
          </a:ln>
        </p:spPr>
        <p:txBody>
          <a:bodyPr wrap="square" lIns="0" tIns="0" rIns="0" bIns="0" rtlCol="0"/>
          <a:lstStyle/>
          <a:p>
            <a:endParaRPr/>
          </a:p>
        </p:txBody>
      </p:sp>
      <p:sp>
        <p:nvSpPr>
          <p:cNvPr id="69" name="object 69"/>
          <p:cNvSpPr/>
          <p:nvPr/>
        </p:nvSpPr>
        <p:spPr>
          <a:xfrm>
            <a:off x="5761986" y="3604440"/>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70" name="object 70"/>
          <p:cNvSpPr/>
          <p:nvPr/>
        </p:nvSpPr>
        <p:spPr>
          <a:xfrm>
            <a:off x="5756743" y="2141660"/>
            <a:ext cx="10795" cy="0"/>
          </a:xfrm>
          <a:custGeom>
            <a:avLst/>
            <a:gdLst/>
            <a:ahLst/>
            <a:cxnLst/>
            <a:rect l="l" t="t" r="r" b="b"/>
            <a:pathLst>
              <a:path w="10795">
                <a:moveTo>
                  <a:pt x="0" y="0"/>
                </a:moveTo>
                <a:lnTo>
                  <a:pt x="10485" y="0"/>
                </a:lnTo>
              </a:path>
            </a:pathLst>
          </a:custGeom>
          <a:ln w="10485">
            <a:solidFill>
              <a:srgbClr val="000000"/>
            </a:solidFill>
          </a:ln>
        </p:spPr>
        <p:txBody>
          <a:bodyPr wrap="square" lIns="0" tIns="0" rIns="0" bIns="0" rtlCol="0"/>
          <a:lstStyle/>
          <a:p>
            <a:endParaRPr/>
          </a:p>
        </p:txBody>
      </p:sp>
      <p:sp>
        <p:nvSpPr>
          <p:cNvPr id="71" name="object 71"/>
          <p:cNvSpPr/>
          <p:nvPr/>
        </p:nvSpPr>
        <p:spPr>
          <a:xfrm>
            <a:off x="5761986" y="214690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72" name="object 72"/>
          <p:cNvSpPr txBox="1"/>
          <p:nvPr/>
        </p:nvSpPr>
        <p:spPr>
          <a:xfrm>
            <a:off x="5654908" y="3651612"/>
            <a:ext cx="214629" cy="224790"/>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20</a:t>
            </a:r>
            <a:endParaRPr sz="1550">
              <a:latin typeface="Times New Roman"/>
              <a:cs typeface="Times New Roman"/>
            </a:endParaRPr>
          </a:p>
        </p:txBody>
      </p:sp>
      <p:sp>
        <p:nvSpPr>
          <p:cNvPr id="73" name="object 73"/>
          <p:cNvSpPr/>
          <p:nvPr/>
        </p:nvSpPr>
        <p:spPr>
          <a:xfrm>
            <a:off x="6543147" y="3614926"/>
            <a:ext cx="10795" cy="0"/>
          </a:xfrm>
          <a:custGeom>
            <a:avLst/>
            <a:gdLst/>
            <a:ahLst/>
            <a:cxnLst/>
            <a:rect l="l" t="t" r="r" b="b"/>
            <a:pathLst>
              <a:path w="10795">
                <a:moveTo>
                  <a:pt x="0" y="0"/>
                </a:moveTo>
                <a:lnTo>
                  <a:pt x="10485" y="0"/>
                </a:lnTo>
              </a:path>
            </a:pathLst>
          </a:custGeom>
          <a:ln w="20970">
            <a:solidFill>
              <a:srgbClr val="000000"/>
            </a:solidFill>
          </a:ln>
        </p:spPr>
        <p:txBody>
          <a:bodyPr wrap="square" lIns="0" tIns="0" rIns="0" bIns="0" rtlCol="0"/>
          <a:lstStyle/>
          <a:p>
            <a:endParaRPr/>
          </a:p>
        </p:txBody>
      </p:sp>
      <p:sp>
        <p:nvSpPr>
          <p:cNvPr id="74" name="object 74"/>
          <p:cNvSpPr/>
          <p:nvPr/>
        </p:nvSpPr>
        <p:spPr>
          <a:xfrm>
            <a:off x="6548390" y="3604440"/>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75" name="object 75"/>
          <p:cNvSpPr/>
          <p:nvPr/>
        </p:nvSpPr>
        <p:spPr>
          <a:xfrm>
            <a:off x="6543147" y="2141675"/>
            <a:ext cx="10795" cy="0"/>
          </a:xfrm>
          <a:custGeom>
            <a:avLst/>
            <a:gdLst/>
            <a:ahLst/>
            <a:cxnLst/>
            <a:rect l="l" t="t" r="r" b="b"/>
            <a:pathLst>
              <a:path w="10795">
                <a:moveTo>
                  <a:pt x="0" y="0"/>
                </a:moveTo>
                <a:lnTo>
                  <a:pt x="10485" y="0"/>
                </a:lnTo>
              </a:path>
            </a:pathLst>
          </a:custGeom>
          <a:ln w="10454">
            <a:solidFill>
              <a:srgbClr val="000000"/>
            </a:solidFill>
          </a:ln>
        </p:spPr>
        <p:txBody>
          <a:bodyPr wrap="square" lIns="0" tIns="0" rIns="0" bIns="0" rtlCol="0"/>
          <a:lstStyle/>
          <a:p>
            <a:endParaRPr/>
          </a:p>
        </p:txBody>
      </p:sp>
      <p:sp>
        <p:nvSpPr>
          <p:cNvPr id="76" name="object 76"/>
          <p:cNvSpPr/>
          <p:nvPr/>
        </p:nvSpPr>
        <p:spPr>
          <a:xfrm>
            <a:off x="6548390" y="214690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77" name="object 77"/>
          <p:cNvSpPr txBox="1"/>
          <p:nvPr/>
        </p:nvSpPr>
        <p:spPr>
          <a:xfrm>
            <a:off x="6441330" y="3651612"/>
            <a:ext cx="214629" cy="224790"/>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40</a:t>
            </a:r>
            <a:endParaRPr sz="1550">
              <a:latin typeface="Times New Roman"/>
              <a:cs typeface="Times New Roman"/>
            </a:endParaRPr>
          </a:p>
        </p:txBody>
      </p:sp>
      <p:sp>
        <p:nvSpPr>
          <p:cNvPr id="78" name="object 78"/>
          <p:cNvSpPr/>
          <p:nvPr/>
        </p:nvSpPr>
        <p:spPr>
          <a:xfrm>
            <a:off x="4986066"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79" name="object 79"/>
          <p:cNvSpPr/>
          <p:nvPr/>
        </p:nvSpPr>
        <p:spPr>
          <a:xfrm>
            <a:off x="6925880"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80" name="object 80"/>
          <p:cNvSpPr txBox="1"/>
          <p:nvPr/>
        </p:nvSpPr>
        <p:spPr>
          <a:xfrm>
            <a:off x="4616847" y="3515303"/>
            <a:ext cx="335280" cy="224790"/>
          </a:xfrm>
          <a:prstGeom prst="rect">
            <a:avLst/>
          </a:prstGeom>
        </p:spPr>
        <p:txBody>
          <a:bodyPr vert="horz" wrap="square" lIns="0" tIns="0" rIns="0" bIns="0" rtlCol="0">
            <a:spAutoFit/>
          </a:bodyPr>
          <a:lstStyle/>
          <a:p>
            <a:pPr marL="12700">
              <a:lnSpc>
                <a:spcPct val="100000"/>
              </a:lnSpc>
            </a:pPr>
            <a:r>
              <a:rPr sz="1550" spc="-25" dirty="0">
                <a:latin typeface="Times New Roman"/>
                <a:cs typeface="Times New Roman"/>
              </a:rPr>
              <a:t>-</a:t>
            </a: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p:txBody>
      </p:sp>
      <p:sp>
        <p:nvSpPr>
          <p:cNvPr id="81" name="object 81"/>
          <p:cNvSpPr/>
          <p:nvPr/>
        </p:nvSpPr>
        <p:spPr>
          <a:xfrm>
            <a:off x="4975551" y="3289853"/>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82" name="object 82"/>
          <p:cNvSpPr/>
          <p:nvPr/>
        </p:nvSpPr>
        <p:spPr>
          <a:xfrm>
            <a:off x="4986066" y="328985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83" name="object 83"/>
          <p:cNvSpPr/>
          <p:nvPr/>
        </p:nvSpPr>
        <p:spPr>
          <a:xfrm>
            <a:off x="6925880" y="3289853"/>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84" name="object 84"/>
          <p:cNvSpPr/>
          <p:nvPr/>
        </p:nvSpPr>
        <p:spPr>
          <a:xfrm>
            <a:off x="6925880" y="3289853"/>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85" name="object 85"/>
          <p:cNvSpPr/>
          <p:nvPr/>
        </p:nvSpPr>
        <p:spPr>
          <a:xfrm>
            <a:off x="4975551" y="2954326"/>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86" name="object 86"/>
          <p:cNvSpPr/>
          <p:nvPr/>
        </p:nvSpPr>
        <p:spPr>
          <a:xfrm>
            <a:off x="4986066" y="29543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87" name="object 87"/>
          <p:cNvSpPr/>
          <p:nvPr/>
        </p:nvSpPr>
        <p:spPr>
          <a:xfrm>
            <a:off x="6925880" y="2954326"/>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88" name="object 88"/>
          <p:cNvSpPr/>
          <p:nvPr/>
        </p:nvSpPr>
        <p:spPr>
          <a:xfrm>
            <a:off x="6925880" y="29543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89" name="object 89"/>
          <p:cNvSpPr/>
          <p:nvPr/>
        </p:nvSpPr>
        <p:spPr>
          <a:xfrm>
            <a:off x="4975551" y="2629284"/>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90" name="object 90"/>
          <p:cNvSpPr/>
          <p:nvPr/>
        </p:nvSpPr>
        <p:spPr>
          <a:xfrm>
            <a:off x="4986066" y="26292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91" name="object 91"/>
          <p:cNvSpPr/>
          <p:nvPr/>
        </p:nvSpPr>
        <p:spPr>
          <a:xfrm>
            <a:off x="6925880" y="2629284"/>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92" name="object 92"/>
          <p:cNvSpPr/>
          <p:nvPr/>
        </p:nvSpPr>
        <p:spPr>
          <a:xfrm>
            <a:off x="6925880" y="26292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93" name="object 93"/>
          <p:cNvSpPr/>
          <p:nvPr/>
        </p:nvSpPr>
        <p:spPr>
          <a:xfrm>
            <a:off x="4975551" y="2293726"/>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94" name="object 94"/>
          <p:cNvSpPr/>
          <p:nvPr/>
        </p:nvSpPr>
        <p:spPr>
          <a:xfrm>
            <a:off x="4986066" y="22937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95" name="object 95"/>
          <p:cNvSpPr/>
          <p:nvPr/>
        </p:nvSpPr>
        <p:spPr>
          <a:xfrm>
            <a:off x="6925880" y="2293726"/>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96" name="object 96"/>
          <p:cNvSpPr/>
          <p:nvPr/>
        </p:nvSpPr>
        <p:spPr>
          <a:xfrm>
            <a:off x="6925880" y="229372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97" name="object 97"/>
          <p:cNvSpPr txBox="1"/>
          <p:nvPr/>
        </p:nvSpPr>
        <p:spPr>
          <a:xfrm>
            <a:off x="4679763" y="2183605"/>
            <a:ext cx="272415" cy="1221105"/>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6</a:t>
            </a:r>
            <a:endParaRPr sz="1550">
              <a:latin typeface="Times New Roman"/>
              <a:cs typeface="Times New Roman"/>
            </a:endParaRPr>
          </a:p>
          <a:p>
            <a:pPr marL="12700">
              <a:lnSpc>
                <a:spcPct val="100000"/>
              </a:lnSpc>
              <a:spcBef>
                <a:spcPts val="780"/>
              </a:spcBef>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4</a:t>
            </a:r>
            <a:endParaRPr sz="1550">
              <a:latin typeface="Times New Roman"/>
              <a:cs typeface="Times New Roman"/>
            </a:endParaRPr>
          </a:p>
          <a:p>
            <a:pPr marL="12700">
              <a:lnSpc>
                <a:spcPct val="100000"/>
              </a:lnSpc>
              <a:spcBef>
                <a:spcPts val="700"/>
              </a:spcBef>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a:p>
            <a:pPr marL="159385">
              <a:lnSpc>
                <a:spcPct val="100000"/>
              </a:lnSpc>
              <a:spcBef>
                <a:spcPts val="780"/>
              </a:spcBef>
            </a:pPr>
            <a:r>
              <a:rPr sz="1550" spc="5" dirty="0">
                <a:latin typeface="Times New Roman"/>
                <a:cs typeface="Times New Roman"/>
              </a:rPr>
              <a:t>0</a:t>
            </a:r>
            <a:endParaRPr sz="1550">
              <a:latin typeface="Times New Roman"/>
              <a:cs typeface="Times New Roman"/>
            </a:endParaRPr>
          </a:p>
        </p:txBody>
      </p:sp>
      <p:sp>
        <p:nvSpPr>
          <p:cNvPr id="98" name="object 98"/>
          <p:cNvSpPr/>
          <p:nvPr/>
        </p:nvSpPr>
        <p:spPr>
          <a:xfrm>
            <a:off x="6946850" y="213644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99" name="object 99"/>
          <p:cNvSpPr/>
          <p:nvPr/>
        </p:nvSpPr>
        <p:spPr>
          <a:xfrm>
            <a:off x="6946850" y="3625411"/>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00" name="object 100"/>
          <p:cNvSpPr/>
          <p:nvPr/>
        </p:nvSpPr>
        <p:spPr>
          <a:xfrm>
            <a:off x="6946850" y="213644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01" name="object 101"/>
          <p:cNvSpPr/>
          <p:nvPr/>
        </p:nvSpPr>
        <p:spPr>
          <a:xfrm>
            <a:off x="4975551" y="2136448"/>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02" name="object 102"/>
          <p:cNvSpPr/>
          <p:nvPr/>
        </p:nvSpPr>
        <p:spPr>
          <a:xfrm>
            <a:off x="5007006" y="2367092"/>
            <a:ext cx="1950720" cy="1111885"/>
          </a:xfrm>
          <a:custGeom>
            <a:avLst/>
            <a:gdLst/>
            <a:ahLst/>
            <a:cxnLst/>
            <a:rect l="l" t="t" r="r" b="b"/>
            <a:pathLst>
              <a:path w="1950720" h="1111885">
                <a:moveTo>
                  <a:pt x="0" y="922760"/>
                </a:moveTo>
                <a:lnTo>
                  <a:pt x="41970" y="922760"/>
                </a:lnTo>
                <a:lnTo>
                  <a:pt x="83879" y="1111494"/>
                </a:lnTo>
                <a:lnTo>
                  <a:pt x="125850" y="933245"/>
                </a:lnTo>
                <a:lnTo>
                  <a:pt x="157305" y="555747"/>
                </a:lnTo>
                <a:lnTo>
                  <a:pt x="199245" y="188764"/>
                </a:lnTo>
                <a:lnTo>
                  <a:pt x="241185" y="0"/>
                </a:lnTo>
                <a:lnTo>
                  <a:pt x="283125" y="10515"/>
                </a:lnTo>
                <a:lnTo>
                  <a:pt x="314579" y="178279"/>
                </a:lnTo>
                <a:lnTo>
                  <a:pt x="356519" y="377498"/>
                </a:lnTo>
                <a:lnTo>
                  <a:pt x="398459" y="513806"/>
                </a:lnTo>
                <a:lnTo>
                  <a:pt x="440399" y="555747"/>
                </a:lnTo>
                <a:lnTo>
                  <a:pt x="471854" y="503321"/>
                </a:lnTo>
                <a:lnTo>
                  <a:pt x="513794" y="398469"/>
                </a:lnTo>
                <a:lnTo>
                  <a:pt x="555734" y="314587"/>
                </a:lnTo>
                <a:lnTo>
                  <a:pt x="597674" y="272646"/>
                </a:lnTo>
                <a:lnTo>
                  <a:pt x="629129" y="272646"/>
                </a:lnTo>
                <a:lnTo>
                  <a:pt x="671069" y="314587"/>
                </a:lnTo>
                <a:lnTo>
                  <a:pt x="713039" y="367013"/>
                </a:lnTo>
                <a:lnTo>
                  <a:pt x="754979" y="408954"/>
                </a:lnTo>
                <a:lnTo>
                  <a:pt x="786434" y="408954"/>
                </a:lnTo>
                <a:lnTo>
                  <a:pt x="828374" y="398469"/>
                </a:lnTo>
                <a:lnTo>
                  <a:pt x="870314" y="367013"/>
                </a:lnTo>
                <a:lnTo>
                  <a:pt x="912254" y="346042"/>
                </a:lnTo>
                <a:lnTo>
                  <a:pt x="954194" y="335557"/>
                </a:lnTo>
                <a:lnTo>
                  <a:pt x="985649" y="346042"/>
                </a:lnTo>
                <a:lnTo>
                  <a:pt x="1027589" y="356528"/>
                </a:lnTo>
                <a:lnTo>
                  <a:pt x="1069529" y="367013"/>
                </a:lnTo>
                <a:lnTo>
                  <a:pt x="1111469" y="377498"/>
                </a:lnTo>
                <a:lnTo>
                  <a:pt x="1142954" y="377498"/>
                </a:lnTo>
                <a:lnTo>
                  <a:pt x="1184864" y="367013"/>
                </a:lnTo>
                <a:lnTo>
                  <a:pt x="1226834" y="367013"/>
                </a:lnTo>
                <a:lnTo>
                  <a:pt x="1268774" y="356528"/>
                </a:lnTo>
                <a:lnTo>
                  <a:pt x="1300229" y="356528"/>
                </a:lnTo>
                <a:lnTo>
                  <a:pt x="1342169" y="356528"/>
                </a:lnTo>
                <a:lnTo>
                  <a:pt x="1384109" y="356528"/>
                </a:lnTo>
                <a:lnTo>
                  <a:pt x="1426049" y="367013"/>
                </a:lnTo>
                <a:lnTo>
                  <a:pt x="1457504" y="367013"/>
                </a:lnTo>
                <a:lnTo>
                  <a:pt x="1499444" y="367013"/>
                </a:lnTo>
                <a:lnTo>
                  <a:pt x="1541384" y="367013"/>
                </a:lnTo>
                <a:lnTo>
                  <a:pt x="1583323" y="367013"/>
                </a:lnTo>
                <a:lnTo>
                  <a:pt x="1614778" y="356528"/>
                </a:lnTo>
                <a:lnTo>
                  <a:pt x="1656718" y="356528"/>
                </a:lnTo>
                <a:lnTo>
                  <a:pt x="1698658" y="356528"/>
                </a:lnTo>
                <a:lnTo>
                  <a:pt x="1740598" y="367013"/>
                </a:lnTo>
                <a:lnTo>
                  <a:pt x="1939843" y="367013"/>
                </a:lnTo>
                <a:lnTo>
                  <a:pt x="1950321" y="367013"/>
                </a:lnTo>
              </a:path>
            </a:pathLst>
          </a:custGeom>
          <a:ln w="10485">
            <a:solidFill>
              <a:srgbClr val="000000"/>
            </a:solidFill>
          </a:ln>
        </p:spPr>
        <p:txBody>
          <a:bodyPr wrap="square" lIns="0" tIns="0" rIns="0" bIns="0" rtlCol="0"/>
          <a:lstStyle/>
          <a:p>
            <a:endParaRPr/>
          </a:p>
        </p:txBody>
      </p:sp>
      <p:sp>
        <p:nvSpPr>
          <p:cNvPr id="103" name="object 103"/>
          <p:cNvSpPr txBox="1"/>
          <p:nvPr/>
        </p:nvSpPr>
        <p:spPr>
          <a:xfrm>
            <a:off x="6137241" y="2886132"/>
            <a:ext cx="628650" cy="311150"/>
          </a:xfrm>
          <a:prstGeom prst="rect">
            <a:avLst/>
          </a:prstGeom>
        </p:spPr>
        <p:txBody>
          <a:bodyPr vert="horz" wrap="square" lIns="0" tIns="0" rIns="0" bIns="0" rtlCol="0">
            <a:spAutoFit/>
          </a:bodyPr>
          <a:lstStyle/>
          <a:p>
            <a:pPr marL="12700">
              <a:lnSpc>
                <a:spcPts val="1475"/>
              </a:lnSpc>
            </a:pPr>
            <a:r>
              <a:rPr sz="1550" spc="5" dirty="0">
                <a:latin typeface="Times New Roman"/>
                <a:cs typeface="Times New Roman"/>
              </a:rPr>
              <a:t>u </a:t>
            </a:r>
            <a:r>
              <a:rPr sz="1550" spc="170" dirty="0">
                <a:latin typeface="Times New Roman"/>
                <a:cs typeface="Times New Roman"/>
              </a:rPr>
              <a:t> </a:t>
            </a:r>
            <a:r>
              <a:rPr sz="1550" spc="-25" dirty="0">
                <a:latin typeface="Times New Roman"/>
                <a:cs typeface="Times New Roman"/>
              </a:rPr>
              <a:t>t</a:t>
            </a:r>
            <a:r>
              <a:rPr sz="1550" spc="5" dirty="0">
                <a:latin typeface="Times New Roman"/>
                <a:cs typeface="Times New Roman"/>
              </a:rPr>
              <a:t>o</a:t>
            </a:r>
            <a:r>
              <a:rPr sz="1550" spc="65" dirty="0">
                <a:latin typeface="Times New Roman"/>
                <a:cs typeface="Times New Roman"/>
              </a:rPr>
              <a:t> </a:t>
            </a:r>
            <a:r>
              <a:rPr sz="1550" spc="5" dirty="0">
                <a:latin typeface="Times New Roman"/>
                <a:cs typeface="Times New Roman"/>
              </a:rPr>
              <a:t>y</a:t>
            </a:r>
            <a:endParaRPr sz="1550">
              <a:latin typeface="Times New Roman"/>
              <a:cs typeface="Times New Roman"/>
            </a:endParaRPr>
          </a:p>
          <a:p>
            <a:pPr marL="106680">
              <a:lnSpc>
                <a:spcPts val="1055"/>
              </a:lnSpc>
              <a:tabLst>
                <a:tab pos="536575" algn="l"/>
              </a:tabLst>
            </a:pPr>
            <a:r>
              <a:rPr sz="1200" spc="15" dirty="0">
                <a:latin typeface="Times New Roman"/>
                <a:cs typeface="Times New Roman"/>
              </a:rPr>
              <a:t>1	2</a:t>
            </a:r>
            <a:endParaRPr sz="1200">
              <a:latin typeface="Times New Roman"/>
              <a:cs typeface="Times New Roman"/>
            </a:endParaRPr>
          </a:p>
        </p:txBody>
      </p:sp>
      <p:sp>
        <p:nvSpPr>
          <p:cNvPr id="104" name="object 104"/>
          <p:cNvSpPr/>
          <p:nvPr/>
        </p:nvSpPr>
        <p:spPr>
          <a:xfrm>
            <a:off x="2396121" y="4223074"/>
            <a:ext cx="1960880" cy="1489075"/>
          </a:xfrm>
          <a:custGeom>
            <a:avLst/>
            <a:gdLst/>
            <a:ahLst/>
            <a:cxnLst/>
            <a:rect l="l" t="t" r="r" b="b"/>
            <a:pathLst>
              <a:path w="1960879" h="1489075">
                <a:moveTo>
                  <a:pt x="0" y="1488984"/>
                </a:moveTo>
                <a:lnTo>
                  <a:pt x="1960793" y="1488984"/>
                </a:lnTo>
                <a:lnTo>
                  <a:pt x="1960793" y="0"/>
                </a:lnTo>
                <a:lnTo>
                  <a:pt x="0" y="0"/>
                </a:lnTo>
                <a:lnTo>
                  <a:pt x="0" y="1488984"/>
                </a:lnTo>
                <a:close/>
              </a:path>
            </a:pathLst>
          </a:custGeom>
          <a:solidFill>
            <a:srgbClr val="FFFFFF"/>
          </a:solidFill>
        </p:spPr>
        <p:txBody>
          <a:bodyPr wrap="square" lIns="0" tIns="0" rIns="0" bIns="0" rtlCol="0"/>
          <a:lstStyle/>
          <a:p>
            <a:endParaRPr/>
          </a:p>
        </p:txBody>
      </p:sp>
      <p:sp>
        <p:nvSpPr>
          <p:cNvPr id="105" name="object 105"/>
          <p:cNvSpPr/>
          <p:nvPr/>
        </p:nvSpPr>
        <p:spPr>
          <a:xfrm>
            <a:off x="2396120" y="4223094"/>
            <a:ext cx="1960880" cy="0"/>
          </a:xfrm>
          <a:custGeom>
            <a:avLst/>
            <a:gdLst/>
            <a:ahLst/>
            <a:cxnLst/>
            <a:rect l="l" t="t" r="r" b="b"/>
            <a:pathLst>
              <a:path w="1960879">
                <a:moveTo>
                  <a:pt x="0" y="0"/>
                </a:moveTo>
                <a:lnTo>
                  <a:pt x="1960786" y="0"/>
                </a:lnTo>
              </a:path>
            </a:pathLst>
          </a:custGeom>
          <a:ln w="10507">
            <a:solidFill>
              <a:srgbClr val="000000"/>
            </a:solidFill>
          </a:ln>
        </p:spPr>
        <p:txBody>
          <a:bodyPr wrap="square" lIns="0" tIns="0" rIns="0" bIns="0" rtlCol="0"/>
          <a:lstStyle/>
          <a:p>
            <a:endParaRPr/>
          </a:p>
        </p:txBody>
      </p:sp>
      <p:sp>
        <p:nvSpPr>
          <p:cNvPr id="106" name="object 106"/>
          <p:cNvSpPr/>
          <p:nvPr/>
        </p:nvSpPr>
        <p:spPr>
          <a:xfrm>
            <a:off x="4356906" y="42230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07" name="object 107"/>
          <p:cNvSpPr/>
          <p:nvPr/>
        </p:nvSpPr>
        <p:spPr>
          <a:xfrm>
            <a:off x="2396120" y="5712074"/>
            <a:ext cx="1960880" cy="0"/>
          </a:xfrm>
          <a:custGeom>
            <a:avLst/>
            <a:gdLst/>
            <a:ahLst/>
            <a:cxnLst/>
            <a:rect l="l" t="t" r="r" b="b"/>
            <a:pathLst>
              <a:path w="1960879">
                <a:moveTo>
                  <a:pt x="0" y="0"/>
                </a:moveTo>
                <a:lnTo>
                  <a:pt x="1960786" y="0"/>
                </a:lnTo>
              </a:path>
            </a:pathLst>
          </a:custGeom>
          <a:ln w="10510">
            <a:solidFill>
              <a:srgbClr val="000000"/>
            </a:solidFill>
          </a:ln>
        </p:spPr>
        <p:txBody>
          <a:bodyPr wrap="square" lIns="0" tIns="0" rIns="0" bIns="0" rtlCol="0"/>
          <a:lstStyle/>
          <a:p>
            <a:endParaRPr/>
          </a:p>
        </p:txBody>
      </p:sp>
      <p:sp>
        <p:nvSpPr>
          <p:cNvPr id="108" name="object 108"/>
          <p:cNvSpPr/>
          <p:nvPr/>
        </p:nvSpPr>
        <p:spPr>
          <a:xfrm>
            <a:off x="4356906" y="571206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09" name="object 109"/>
          <p:cNvSpPr/>
          <p:nvPr/>
        </p:nvSpPr>
        <p:spPr>
          <a:xfrm>
            <a:off x="4356906" y="4223096"/>
            <a:ext cx="0" cy="1489075"/>
          </a:xfrm>
          <a:custGeom>
            <a:avLst/>
            <a:gdLst/>
            <a:ahLst/>
            <a:cxnLst/>
            <a:rect l="l" t="t" r="r" b="b"/>
            <a:pathLst>
              <a:path h="1489075">
                <a:moveTo>
                  <a:pt x="0" y="1488990"/>
                </a:moveTo>
                <a:lnTo>
                  <a:pt x="0" y="0"/>
                </a:lnTo>
              </a:path>
            </a:pathLst>
          </a:custGeom>
          <a:ln w="10485">
            <a:solidFill>
              <a:srgbClr val="000000"/>
            </a:solidFill>
          </a:ln>
        </p:spPr>
        <p:txBody>
          <a:bodyPr wrap="square" lIns="0" tIns="0" rIns="0" bIns="0" rtlCol="0"/>
          <a:lstStyle/>
          <a:p>
            <a:endParaRPr/>
          </a:p>
        </p:txBody>
      </p:sp>
      <p:sp>
        <p:nvSpPr>
          <p:cNvPr id="110" name="object 110"/>
          <p:cNvSpPr/>
          <p:nvPr/>
        </p:nvSpPr>
        <p:spPr>
          <a:xfrm>
            <a:off x="4356906" y="422309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11" name="object 111"/>
          <p:cNvSpPr/>
          <p:nvPr/>
        </p:nvSpPr>
        <p:spPr>
          <a:xfrm>
            <a:off x="2396120" y="4223096"/>
            <a:ext cx="0" cy="1489075"/>
          </a:xfrm>
          <a:custGeom>
            <a:avLst/>
            <a:gdLst/>
            <a:ahLst/>
            <a:cxnLst/>
            <a:rect l="l" t="t" r="r" b="b"/>
            <a:pathLst>
              <a:path h="1489075">
                <a:moveTo>
                  <a:pt x="0" y="1488990"/>
                </a:moveTo>
                <a:lnTo>
                  <a:pt x="0" y="0"/>
                </a:lnTo>
              </a:path>
            </a:pathLst>
          </a:custGeom>
          <a:ln w="10485">
            <a:solidFill>
              <a:srgbClr val="000000"/>
            </a:solidFill>
          </a:ln>
        </p:spPr>
        <p:txBody>
          <a:bodyPr wrap="square" lIns="0" tIns="0" rIns="0" bIns="0" rtlCol="0"/>
          <a:lstStyle/>
          <a:p>
            <a:endParaRPr/>
          </a:p>
        </p:txBody>
      </p:sp>
      <p:sp>
        <p:nvSpPr>
          <p:cNvPr id="112" name="object 112"/>
          <p:cNvSpPr/>
          <p:nvPr/>
        </p:nvSpPr>
        <p:spPr>
          <a:xfrm>
            <a:off x="2396120" y="422309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13" name="object 113"/>
          <p:cNvSpPr/>
          <p:nvPr/>
        </p:nvSpPr>
        <p:spPr>
          <a:xfrm>
            <a:off x="4356906" y="571207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14" name="object 114"/>
          <p:cNvSpPr/>
          <p:nvPr/>
        </p:nvSpPr>
        <p:spPr>
          <a:xfrm>
            <a:off x="2396120" y="422309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15" name="object 115"/>
          <p:cNvSpPr/>
          <p:nvPr/>
        </p:nvSpPr>
        <p:spPr>
          <a:xfrm>
            <a:off x="2396120" y="569109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16" name="object 116"/>
          <p:cNvSpPr/>
          <p:nvPr/>
        </p:nvSpPr>
        <p:spPr>
          <a:xfrm>
            <a:off x="2396120" y="42335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17" name="object 117"/>
          <p:cNvSpPr txBox="1"/>
          <p:nvPr/>
        </p:nvSpPr>
        <p:spPr>
          <a:xfrm>
            <a:off x="2341488" y="5738282"/>
            <a:ext cx="125095" cy="224790"/>
          </a:xfrm>
          <a:prstGeom prst="rect">
            <a:avLst/>
          </a:prstGeom>
        </p:spPr>
        <p:txBody>
          <a:bodyPr vert="horz" wrap="square" lIns="0" tIns="0" rIns="0" bIns="0" rtlCol="0">
            <a:spAutoFit/>
          </a:bodyPr>
          <a:lstStyle/>
          <a:p>
            <a:pPr marL="12700">
              <a:lnSpc>
                <a:spcPct val="100000"/>
              </a:lnSpc>
            </a:pPr>
            <a:r>
              <a:rPr sz="1550" spc="5" dirty="0">
                <a:latin typeface="Times New Roman"/>
                <a:cs typeface="Times New Roman"/>
              </a:rPr>
              <a:t>0</a:t>
            </a:r>
            <a:endParaRPr sz="1550">
              <a:latin typeface="Times New Roman"/>
              <a:cs typeface="Times New Roman"/>
            </a:endParaRPr>
          </a:p>
        </p:txBody>
      </p:sp>
      <p:sp>
        <p:nvSpPr>
          <p:cNvPr id="118" name="object 118"/>
          <p:cNvSpPr/>
          <p:nvPr/>
        </p:nvSpPr>
        <p:spPr>
          <a:xfrm>
            <a:off x="3166800" y="5701591"/>
            <a:ext cx="10795" cy="0"/>
          </a:xfrm>
          <a:custGeom>
            <a:avLst/>
            <a:gdLst/>
            <a:ahLst/>
            <a:cxnLst/>
            <a:rect l="l" t="t" r="r" b="b"/>
            <a:pathLst>
              <a:path w="10794">
                <a:moveTo>
                  <a:pt x="0" y="0"/>
                </a:moveTo>
                <a:lnTo>
                  <a:pt x="10485" y="0"/>
                </a:lnTo>
              </a:path>
            </a:pathLst>
          </a:custGeom>
          <a:ln w="20967">
            <a:solidFill>
              <a:srgbClr val="000000"/>
            </a:solidFill>
          </a:ln>
        </p:spPr>
        <p:txBody>
          <a:bodyPr wrap="square" lIns="0" tIns="0" rIns="0" bIns="0" rtlCol="0"/>
          <a:lstStyle/>
          <a:p>
            <a:endParaRPr/>
          </a:p>
        </p:txBody>
      </p:sp>
      <p:sp>
        <p:nvSpPr>
          <p:cNvPr id="119" name="object 119"/>
          <p:cNvSpPr/>
          <p:nvPr/>
        </p:nvSpPr>
        <p:spPr>
          <a:xfrm>
            <a:off x="3172042" y="5691107"/>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0" name="object 120"/>
          <p:cNvSpPr/>
          <p:nvPr/>
        </p:nvSpPr>
        <p:spPr>
          <a:xfrm>
            <a:off x="3166800" y="4228340"/>
            <a:ext cx="10795" cy="0"/>
          </a:xfrm>
          <a:custGeom>
            <a:avLst/>
            <a:gdLst/>
            <a:ahLst/>
            <a:cxnLst/>
            <a:rect l="l" t="t" r="r" b="b"/>
            <a:pathLst>
              <a:path w="10794">
                <a:moveTo>
                  <a:pt x="0" y="0"/>
                </a:moveTo>
                <a:lnTo>
                  <a:pt x="10485" y="0"/>
                </a:lnTo>
              </a:path>
            </a:pathLst>
          </a:custGeom>
          <a:ln w="10488">
            <a:solidFill>
              <a:srgbClr val="000000"/>
            </a:solidFill>
          </a:ln>
        </p:spPr>
        <p:txBody>
          <a:bodyPr wrap="square" lIns="0" tIns="0" rIns="0" bIns="0" rtlCol="0"/>
          <a:lstStyle/>
          <a:p>
            <a:endParaRPr/>
          </a:p>
        </p:txBody>
      </p:sp>
      <p:sp>
        <p:nvSpPr>
          <p:cNvPr id="121" name="object 121"/>
          <p:cNvSpPr/>
          <p:nvPr/>
        </p:nvSpPr>
        <p:spPr>
          <a:xfrm>
            <a:off x="3172042" y="42335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2" name="object 122"/>
          <p:cNvSpPr/>
          <p:nvPr/>
        </p:nvSpPr>
        <p:spPr>
          <a:xfrm>
            <a:off x="3953234" y="5701591"/>
            <a:ext cx="10795" cy="0"/>
          </a:xfrm>
          <a:custGeom>
            <a:avLst/>
            <a:gdLst/>
            <a:ahLst/>
            <a:cxnLst/>
            <a:rect l="l" t="t" r="r" b="b"/>
            <a:pathLst>
              <a:path w="10795">
                <a:moveTo>
                  <a:pt x="0" y="0"/>
                </a:moveTo>
                <a:lnTo>
                  <a:pt x="10485" y="0"/>
                </a:lnTo>
              </a:path>
            </a:pathLst>
          </a:custGeom>
          <a:ln w="20967">
            <a:solidFill>
              <a:srgbClr val="000000"/>
            </a:solidFill>
          </a:ln>
        </p:spPr>
        <p:txBody>
          <a:bodyPr wrap="square" lIns="0" tIns="0" rIns="0" bIns="0" rtlCol="0"/>
          <a:lstStyle/>
          <a:p>
            <a:endParaRPr/>
          </a:p>
        </p:txBody>
      </p:sp>
      <p:sp>
        <p:nvSpPr>
          <p:cNvPr id="123" name="object 123"/>
          <p:cNvSpPr/>
          <p:nvPr/>
        </p:nvSpPr>
        <p:spPr>
          <a:xfrm>
            <a:off x="3958477" y="5691107"/>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4" name="object 124"/>
          <p:cNvSpPr/>
          <p:nvPr/>
        </p:nvSpPr>
        <p:spPr>
          <a:xfrm>
            <a:off x="3953234" y="4228340"/>
            <a:ext cx="10795" cy="0"/>
          </a:xfrm>
          <a:custGeom>
            <a:avLst/>
            <a:gdLst/>
            <a:ahLst/>
            <a:cxnLst/>
            <a:rect l="l" t="t" r="r" b="b"/>
            <a:pathLst>
              <a:path w="10795">
                <a:moveTo>
                  <a:pt x="0" y="0"/>
                </a:moveTo>
                <a:lnTo>
                  <a:pt x="10485" y="0"/>
                </a:lnTo>
              </a:path>
            </a:pathLst>
          </a:custGeom>
          <a:ln w="10488">
            <a:solidFill>
              <a:srgbClr val="000000"/>
            </a:solidFill>
          </a:ln>
        </p:spPr>
        <p:txBody>
          <a:bodyPr wrap="square" lIns="0" tIns="0" rIns="0" bIns="0" rtlCol="0"/>
          <a:lstStyle/>
          <a:p>
            <a:endParaRPr/>
          </a:p>
        </p:txBody>
      </p:sp>
      <p:sp>
        <p:nvSpPr>
          <p:cNvPr id="125" name="object 125"/>
          <p:cNvSpPr/>
          <p:nvPr/>
        </p:nvSpPr>
        <p:spPr>
          <a:xfrm>
            <a:off x="3958477" y="42335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6" name="object 126"/>
          <p:cNvSpPr/>
          <p:nvPr/>
        </p:nvSpPr>
        <p:spPr>
          <a:xfrm>
            <a:off x="2406611" y="571207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7" name="object 127"/>
          <p:cNvSpPr/>
          <p:nvPr/>
        </p:nvSpPr>
        <p:spPr>
          <a:xfrm>
            <a:off x="4335936" y="571207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28" name="object 128"/>
          <p:cNvSpPr/>
          <p:nvPr/>
        </p:nvSpPr>
        <p:spPr>
          <a:xfrm>
            <a:off x="2396120" y="5376532"/>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129" name="object 129"/>
          <p:cNvSpPr/>
          <p:nvPr/>
        </p:nvSpPr>
        <p:spPr>
          <a:xfrm>
            <a:off x="2406611" y="537653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30" name="object 130"/>
          <p:cNvSpPr/>
          <p:nvPr/>
        </p:nvSpPr>
        <p:spPr>
          <a:xfrm>
            <a:off x="4335936" y="5376532"/>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131" name="object 131"/>
          <p:cNvSpPr/>
          <p:nvPr/>
        </p:nvSpPr>
        <p:spPr>
          <a:xfrm>
            <a:off x="4335936" y="537653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32" name="object 132"/>
          <p:cNvSpPr/>
          <p:nvPr/>
        </p:nvSpPr>
        <p:spPr>
          <a:xfrm>
            <a:off x="2396120" y="5040992"/>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133" name="object 133"/>
          <p:cNvSpPr/>
          <p:nvPr/>
        </p:nvSpPr>
        <p:spPr>
          <a:xfrm>
            <a:off x="2406611" y="504099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34" name="object 134"/>
          <p:cNvSpPr/>
          <p:nvPr/>
        </p:nvSpPr>
        <p:spPr>
          <a:xfrm>
            <a:off x="4335936" y="5040992"/>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135" name="object 135"/>
          <p:cNvSpPr/>
          <p:nvPr/>
        </p:nvSpPr>
        <p:spPr>
          <a:xfrm>
            <a:off x="4335936" y="504099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36" name="object 136"/>
          <p:cNvSpPr/>
          <p:nvPr/>
        </p:nvSpPr>
        <p:spPr>
          <a:xfrm>
            <a:off x="2396120" y="4715929"/>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137" name="object 137"/>
          <p:cNvSpPr/>
          <p:nvPr/>
        </p:nvSpPr>
        <p:spPr>
          <a:xfrm>
            <a:off x="2406611" y="4715929"/>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38" name="object 138"/>
          <p:cNvSpPr/>
          <p:nvPr/>
        </p:nvSpPr>
        <p:spPr>
          <a:xfrm>
            <a:off x="4335936" y="4715929"/>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139" name="object 139"/>
          <p:cNvSpPr/>
          <p:nvPr/>
        </p:nvSpPr>
        <p:spPr>
          <a:xfrm>
            <a:off x="4335936" y="4715929"/>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40" name="object 140"/>
          <p:cNvSpPr/>
          <p:nvPr/>
        </p:nvSpPr>
        <p:spPr>
          <a:xfrm>
            <a:off x="2396120" y="4380387"/>
            <a:ext cx="10795" cy="0"/>
          </a:xfrm>
          <a:custGeom>
            <a:avLst/>
            <a:gdLst/>
            <a:ahLst/>
            <a:cxnLst/>
            <a:rect l="l" t="t" r="r" b="b"/>
            <a:pathLst>
              <a:path w="10794">
                <a:moveTo>
                  <a:pt x="0" y="0"/>
                </a:moveTo>
                <a:lnTo>
                  <a:pt x="10491" y="0"/>
                </a:lnTo>
              </a:path>
            </a:pathLst>
          </a:custGeom>
          <a:ln w="10485">
            <a:solidFill>
              <a:srgbClr val="000000"/>
            </a:solidFill>
          </a:ln>
        </p:spPr>
        <p:txBody>
          <a:bodyPr wrap="square" lIns="0" tIns="0" rIns="0" bIns="0" rtlCol="0"/>
          <a:lstStyle/>
          <a:p>
            <a:endParaRPr/>
          </a:p>
        </p:txBody>
      </p:sp>
      <p:sp>
        <p:nvSpPr>
          <p:cNvPr id="141" name="object 141"/>
          <p:cNvSpPr/>
          <p:nvPr/>
        </p:nvSpPr>
        <p:spPr>
          <a:xfrm>
            <a:off x="2406611" y="4380387"/>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42" name="object 142"/>
          <p:cNvSpPr/>
          <p:nvPr/>
        </p:nvSpPr>
        <p:spPr>
          <a:xfrm>
            <a:off x="4335936" y="4380387"/>
            <a:ext cx="21590" cy="0"/>
          </a:xfrm>
          <a:custGeom>
            <a:avLst/>
            <a:gdLst/>
            <a:ahLst/>
            <a:cxnLst/>
            <a:rect l="l" t="t" r="r" b="b"/>
            <a:pathLst>
              <a:path w="21589">
                <a:moveTo>
                  <a:pt x="20969" y="0"/>
                </a:moveTo>
                <a:lnTo>
                  <a:pt x="0" y="0"/>
                </a:lnTo>
              </a:path>
            </a:pathLst>
          </a:custGeom>
          <a:ln w="10485">
            <a:solidFill>
              <a:srgbClr val="000000"/>
            </a:solidFill>
          </a:ln>
        </p:spPr>
        <p:txBody>
          <a:bodyPr wrap="square" lIns="0" tIns="0" rIns="0" bIns="0" rtlCol="0"/>
          <a:lstStyle/>
          <a:p>
            <a:endParaRPr/>
          </a:p>
        </p:txBody>
      </p:sp>
      <p:sp>
        <p:nvSpPr>
          <p:cNvPr id="143" name="object 143"/>
          <p:cNvSpPr/>
          <p:nvPr/>
        </p:nvSpPr>
        <p:spPr>
          <a:xfrm>
            <a:off x="4335936" y="4380387"/>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44" name="object 144"/>
          <p:cNvSpPr txBox="1"/>
          <p:nvPr/>
        </p:nvSpPr>
        <p:spPr>
          <a:xfrm>
            <a:off x="2918195" y="5738282"/>
            <a:ext cx="872490" cy="445134"/>
          </a:xfrm>
          <a:prstGeom prst="rect">
            <a:avLst/>
          </a:prstGeom>
        </p:spPr>
        <p:txBody>
          <a:bodyPr vert="horz" wrap="square" lIns="0" tIns="0" rIns="0" bIns="0" rtlCol="0">
            <a:spAutoFit/>
          </a:bodyPr>
          <a:lstStyle/>
          <a:p>
            <a:pPr marL="159385">
              <a:lnSpc>
                <a:spcPts val="1795"/>
              </a:lnSpc>
            </a:pPr>
            <a:r>
              <a:rPr sz="1550" spc="-40" dirty="0">
                <a:latin typeface="Times New Roman"/>
                <a:cs typeface="Times New Roman"/>
              </a:rPr>
              <a:t>20</a:t>
            </a:r>
            <a:endParaRPr sz="1550">
              <a:latin typeface="Times New Roman"/>
              <a:cs typeface="Times New Roman"/>
            </a:endParaRPr>
          </a:p>
          <a:p>
            <a:pPr marL="12700">
              <a:lnSpc>
                <a:spcPts val="1795"/>
              </a:lnSpc>
            </a:pPr>
            <a:r>
              <a:rPr sz="1550" spc="55" dirty="0">
                <a:latin typeface="Times New Roman"/>
                <a:cs typeface="Times New Roman"/>
              </a:rPr>
              <a:t>s</a:t>
            </a:r>
            <a:r>
              <a:rPr sz="1550" spc="-35" dirty="0">
                <a:latin typeface="Times New Roman"/>
                <a:cs typeface="Times New Roman"/>
              </a:rPr>
              <a:t>a</a:t>
            </a:r>
            <a:r>
              <a:rPr sz="1550" spc="-55" dirty="0">
                <a:latin typeface="Times New Roman"/>
                <a:cs typeface="Times New Roman"/>
              </a:rPr>
              <a:t>m</a:t>
            </a:r>
            <a:r>
              <a:rPr sz="1550" spc="45" dirty="0">
                <a:latin typeface="Times New Roman"/>
                <a:cs typeface="Times New Roman"/>
              </a:rPr>
              <a:t>p</a:t>
            </a:r>
            <a:r>
              <a:rPr sz="1550" spc="-110" dirty="0">
                <a:latin typeface="Times New Roman"/>
                <a:cs typeface="Times New Roman"/>
              </a:rPr>
              <a:t>l</a:t>
            </a:r>
            <a:r>
              <a:rPr sz="1550" spc="5" dirty="0">
                <a:latin typeface="Times New Roman"/>
                <a:cs typeface="Times New Roman"/>
              </a:rPr>
              <a:t>e</a:t>
            </a:r>
            <a:r>
              <a:rPr sz="1550" spc="-15" dirty="0">
                <a:latin typeface="Times New Roman"/>
                <a:cs typeface="Times New Roman"/>
              </a:rPr>
              <a:t> </a:t>
            </a:r>
            <a:r>
              <a:rPr sz="1550" spc="-40" dirty="0">
                <a:latin typeface="Times New Roman"/>
                <a:cs typeface="Times New Roman"/>
              </a:rPr>
              <a:t>n</a:t>
            </a:r>
            <a:r>
              <a:rPr sz="1550" spc="45" dirty="0">
                <a:latin typeface="Times New Roman"/>
                <a:cs typeface="Times New Roman"/>
              </a:rPr>
              <a:t>o</a:t>
            </a:r>
            <a:r>
              <a:rPr sz="1550" dirty="0">
                <a:latin typeface="Times New Roman"/>
                <a:cs typeface="Times New Roman"/>
              </a:rPr>
              <a:t>.</a:t>
            </a:r>
            <a:endParaRPr sz="1550">
              <a:latin typeface="Times New Roman"/>
              <a:cs typeface="Times New Roman"/>
            </a:endParaRPr>
          </a:p>
        </p:txBody>
      </p:sp>
      <p:sp>
        <p:nvSpPr>
          <p:cNvPr id="145" name="object 145"/>
          <p:cNvSpPr txBox="1"/>
          <p:nvPr/>
        </p:nvSpPr>
        <p:spPr>
          <a:xfrm>
            <a:off x="3851405" y="5738282"/>
            <a:ext cx="214629" cy="224790"/>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40</a:t>
            </a:r>
            <a:endParaRPr sz="1550">
              <a:latin typeface="Times New Roman"/>
              <a:cs typeface="Times New Roman"/>
            </a:endParaRPr>
          </a:p>
        </p:txBody>
      </p:sp>
      <p:sp>
        <p:nvSpPr>
          <p:cNvPr id="146" name="object 146"/>
          <p:cNvSpPr txBox="1"/>
          <p:nvPr/>
        </p:nvSpPr>
        <p:spPr>
          <a:xfrm>
            <a:off x="2037399" y="5601979"/>
            <a:ext cx="335280" cy="224790"/>
          </a:xfrm>
          <a:prstGeom prst="rect">
            <a:avLst/>
          </a:prstGeom>
        </p:spPr>
        <p:txBody>
          <a:bodyPr vert="horz" wrap="square" lIns="0" tIns="0" rIns="0" bIns="0" rtlCol="0">
            <a:spAutoFit/>
          </a:bodyPr>
          <a:lstStyle/>
          <a:p>
            <a:pPr marL="12700">
              <a:lnSpc>
                <a:spcPct val="100000"/>
              </a:lnSpc>
            </a:pPr>
            <a:r>
              <a:rPr sz="1550" spc="-25" dirty="0">
                <a:latin typeface="Times New Roman"/>
                <a:cs typeface="Times New Roman"/>
              </a:rPr>
              <a:t>-</a:t>
            </a: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p:txBody>
      </p:sp>
      <p:sp>
        <p:nvSpPr>
          <p:cNvPr id="147" name="object 147"/>
          <p:cNvSpPr txBox="1"/>
          <p:nvPr/>
        </p:nvSpPr>
        <p:spPr>
          <a:xfrm>
            <a:off x="2100315" y="4270293"/>
            <a:ext cx="272415" cy="1221105"/>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6</a:t>
            </a:r>
            <a:endParaRPr sz="1550">
              <a:latin typeface="Times New Roman"/>
              <a:cs typeface="Times New Roman"/>
            </a:endParaRPr>
          </a:p>
          <a:p>
            <a:pPr marL="12700">
              <a:lnSpc>
                <a:spcPct val="100000"/>
              </a:lnSpc>
              <a:spcBef>
                <a:spcPts val="780"/>
              </a:spcBef>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4</a:t>
            </a:r>
            <a:endParaRPr sz="1550">
              <a:latin typeface="Times New Roman"/>
              <a:cs typeface="Times New Roman"/>
            </a:endParaRPr>
          </a:p>
          <a:p>
            <a:pPr marL="12700">
              <a:lnSpc>
                <a:spcPct val="100000"/>
              </a:lnSpc>
              <a:spcBef>
                <a:spcPts val="700"/>
              </a:spcBef>
            </a:pP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a:p>
            <a:pPr marL="159385">
              <a:lnSpc>
                <a:spcPct val="100000"/>
              </a:lnSpc>
              <a:spcBef>
                <a:spcPts val="780"/>
              </a:spcBef>
            </a:pPr>
            <a:r>
              <a:rPr sz="1550" spc="5" dirty="0">
                <a:latin typeface="Times New Roman"/>
                <a:cs typeface="Times New Roman"/>
              </a:rPr>
              <a:t>0</a:t>
            </a:r>
            <a:endParaRPr sz="1550">
              <a:latin typeface="Times New Roman"/>
              <a:cs typeface="Times New Roman"/>
            </a:endParaRPr>
          </a:p>
        </p:txBody>
      </p:sp>
      <p:sp>
        <p:nvSpPr>
          <p:cNvPr id="148" name="object 148"/>
          <p:cNvSpPr/>
          <p:nvPr/>
        </p:nvSpPr>
        <p:spPr>
          <a:xfrm>
            <a:off x="4356906" y="422310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49" name="object 149"/>
          <p:cNvSpPr/>
          <p:nvPr/>
        </p:nvSpPr>
        <p:spPr>
          <a:xfrm>
            <a:off x="4356906" y="571208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50" name="object 150"/>
          <p:cNvSpPr/>
          <p:nvPr/>
        </p:nvSpPr>
        <p:spPr>
          <a:xfrm>
            <a:off x="4356906" y="422310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51" name="object 151"/>
          <p:cNvSpPr/>
          <p:nvPr/>
        </p:nvSpPr>
        <p:spPr>
          <a:xfrm>
            <a:off x="2396120" y="422310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52" name="object 152"/>
          <p:cNvSpPr/>
          <p:nvPr/>
        </p:nvSpPr>
        <p:spPr>
          <a:xfrm>
            <a:off x="2427578" y="4527180"/>
            <a:ext cx="1939925" cy="849630"/>
          </a:xfrm>
          <a:custGeom>
            <a:avLst/>
            <a:gdLst/>
            <a:ahLst/>
            <a:cxnLst/>
            <a:rect l="l" t="t" r="r" b="b"/>
            <a:pathLst>
              <a:path w="1939925" h="849629">
                <a:moveTo>
                  <a:pt x="0" y="849342"/>
                </a:moveTo>
                <a:lnTo>
                  <a:pt x="41946" y="849342"/>
                </a:lnTo>
                <a:lnTo>
                  <a:pt x="83889" y="733993"/>
                </a:lnTo>
                <a:lnTo>
                  <a:pt x="115347" y="639626"/>
                </a:lnTo>
                <a:lnTo>
                  <a:pt x="157280" y="555735"/>
                </a:lnTo>
                <a:lnTo>
                  <a:pt x="199226" y="482344"/>
                </a:lnTo>
                <a:lnTo>
                  <a:pt x="241172" y="419421"/>
                </a:lnTo>
                <a:lnTo>
                  <a:pt x="272627" y="366998"/>
                </a:lnTo>
                <a:lnTo>
                  <a:pt x="314561" y="325051"/>
                </a:lnTo>
                <a:lnTo>
                  <a:pt x="356507" y="283107"/>
                </a:lnTo>
                <a:lnTo>
                  <a:pt x="398453" y="241172"/>
                </a:lnTo>
                <a:lnTo>
                  <a:pt x="429908" y="209704"/>
                </a:lnTo>
                <a:lnTo>
                  <a:pt x="471854" y="188737"/>
                </a:lnTo>
                <a:lnTo>
                  <a:pt x="513788" y="157281"/>
                </a:lnTo>
                <a:lnTo>
                  <a:pt x="555734" y="136314"/>
                </a:lnTo>
                <a:lnTo>
                  <a:pt x="587192" y="125825"/>
                </a:lnTo>
                <a:lnTo>
                  <a:pt x="629129" y="104858"/>
                </a:lnTo>
                <a:lnTo>
                  <a:pt x="671069" y="94367"/>
                </a:lnTo>
                <a:lnTo>
                  <a:pt x="713009" y="83878"/>
                </a:lnTo>
                <a:lnTo>
                  <a:pt x="744464" y="73390"/>
                </a:lnTo>
                <a:lnTo>
                  <a:pt x="786404" y="62911"/>
                </a:lnTo>
                <a:lnTo>
                  <a:pt x="828374" y="52423"/>
                </a:lnTo>
                <a:lnTo>
                  <a:pt x="870284" y="52423"/>
                </a:lnTo>
                <a:lnTo>
                  <a:pt x="901769" y="41934"/>
                </a:lnTo>
                <a:lnTo>
                  <a:pt x="943709" y="41934"/>
                </a:lnTo>
                <a:lnTo>
                  <a:pt x="985649" y="31455"/>
                </a:lnTo>
                <a:lnTo>
                  <a:pt x="1017104" y="31455"/>
                </a:lnTo>
                <a:lnTo>
                  <a:pt x="1059044" y="20967"/>
                </a:lnTo>
                <a:lnTo>
                  <a:pt x="1100984" y="20967"/>
                </a:lnTo>
                <a:lnTo>
                  <a:pt x="1142924" y="20967"/>
                </a:lnTo>
                <a:lnTo>
                  <a:pt x="1174379" y="20967"/>
                </a:lnTo>
                <a:lnTo>
                  <a:pt x="1216319" y="20967"/>
                </a:lnTo>
                <a:lnTo>
                  <a:pt x="1258259" y="10476"/>
                </a:lnTo>
                <a:lnTo>
                  <a:pt x="1803508" y="10476"/>
                </a:lnTo>
                <a:lnTo>
                  <a:pt x="1845448" y="0"/>
                </a:lnTo>
                <a:lnTo>
                  <a:pt x="1887388" y="0"/>
                </a:lnTo>
                <a:lnTo>
                  <a:pt x="1929328" y="0"/>
                </a:lnTo>
                <a:lnTo>
                  <a:pt x="1939813" y="0"/>
                </a:lnTo>
              </a:path>
            </a:pathLst>
          </a:custGeom>
          <a:ln w="10485">
            <a:solidFill>
              <a:srgbClr val="000000"/>
            </a:solidFill>
          </a:ln>
        </p:spPr>
        <p:txBody>
          <a:bodyPr wrap="square" lIns="0" tIns="0" rIns="0" bIns="0" rtlCol="0"/>
          <a:lstStyle/>
          <a:p>
            <a:endParaRPr/>
          </a:p>
        </p:txBody>
      </p:sp>
      <p:sp>
        <p:nvSpPr>
          <p:cNvPr id="153" name="object 153"/>
          <p:cNvSpPr txBox="1"/>
          <p:nvPr/>
        </p:nvSpPr>
        <p:spPr>
          <a:xfrm>
            <a:off x="3557906" y="4731620"/>
            <a:ext cx="628650" cy="311150"/>
          </a:xfrm>
          <a:prstGeom prst="rect">
            <a:avLst/>
          </a:prstGeom>
        </p:spPr>
        <p:txBody>
          <a:bodyPr vert="horz" wrap="square" lIns="0" tIns="0" rIns="0" bIns="0" rtlCol="0">
            <a:spAutoFit/>
          </a:bodyPr>
          <a:lstStyle/>
          <a:p>
            <a:pPr marL="12700">
              <a:lnSpc>
                <a:spcPts val="1475"/>
              </a:lnSpc>
            </a:pPr>
            <a:r>
              <a:rPr sz="1550" spc="5" dirty="0">
                <a:latin typeface="Times New Roman"/>
                <a:cs typeface="Times New Roman"/>
              </a:rPr>
              <a:t>u </a:t>
            </a:r>
            <a:r>
              <a:rPr sz="1550" spc="170" dirty="0">
                <a:latin typeface="Times New Roman"/>
                <a:cs typeface="Times New Roman"/>
              </a:rPr>
              <a:t> </a:t>
            </a:r>
            <a:r>
              <a:rPr sz="1550" spc="-25" dirty="0">
                <a:latin typeface="Times New Roman"/>
                <a:cs typeface="Times New Roman"/>
              </a:rPr>
              <a:t>t</a:t>
            </a:r>
            <a:r>
              <a:rPr sz="1550" spc="5" dirty="0">
                <a:latin typeface="Times New Roman"/>
                <a:cs typeface="Times New Roman"/>
              </a:rPr>
              <a:t>o</a:t>
            </a:r>
            <a:r>
              <a:rPr sz="1550" spc="65" dirty="0">
                <a:latin typeface="Times New Roman"/>
                <a:cs typeface="Times New Roman"/>
              </a:rPr>
              <a:t> </a:t>
            </a:r>
            <a:r>
              <a:rPr sz="1550" spc="5" dirty="0">
                <a:latin typeface="Times New Roman"/>
                <a:cs typeface="Times New Roman"/>
              </a:rPr>
              <a:t>y</a:t>
            </a:r>
            <a:endParaRPr sz="1550">
              <a:latin typeface="Times New Roman"/>
              <a:cs typeface="Times New Roman"/>
            </a:endParaRPr>
          </a:p>
          <a:p>
            <a:pPr marL="106680">
              <a:lnSpc>
                <a:spcPts val="1055"/>
              </a:lnSpc>
              <a:tabLst>
                <a:tab pos="536575" algn="l"/>
              </a:tabLst>
            </a:pPr>
            <a:r>
              <a:rPr sz="1200" spc="15" dirty="0">
                <a:latin typeface="Times New Roman"/>
                <a:cs typeface="Times New Roman"/>
              </a:rPr>
              <a:t>2	1</a:t>
            </a:r>
            <a:endParaRPr sz="1200">
              <a:latin typeface="Times New Roman"/>
              <a:cs typeface="Times New Roman"/>
            </a:endParaRPr>
          </a:p>
        </p:txBody>
      </p:sp>
      <p:sp>
        <p:nvSpPr>
          <p:cNvPr id="154" name="object 154"/>
          <p:cNvSpPr/>
          <p:nvPr/>
        </p:nvSpPr>
        <p:spPr>
          <a:xfrm>
            <a:off x="4975555" y="4223074"/>
            <a:ext cx="1971675" cy="1489075"/>
          </a:xfrm>
          <a:custGeom>
            <a:avLst/>
            <a:gdLst/>
            <a:ahLst/>
            <a:cxnLst/>
            <a:rect l="l" t="t" r="r" b="b"/>
            <a:pathLst>
              <a:path w="1971675" h="1489075">
                <a:moveTo>
                  <a:pt x="0" y="1488984"/>
                </a:moveTo>
                <a:lnTo>
                  <a:pt x="1971269" y="1488984"/>
                </a:lnTo>
                <a:lnTo>
                  <a:pt x="1971269" y="0"/>
                </a:lnTo>
                <a:lnTo>
                  <a:pt x="0" y="0"/>
                </a:lnTo>
                <a:lnTo>
                  <a:pt x="0" y="1488984"/>
                </a:lnTo>
                <a:close/>
              </a:path>
            </a:pathLst>
          </a:custGeom>
          <a:solidFill>
            <a:srgbClr val="FFFFFF"/>
          </a:solidFill>
        </p:spPr>
        <p:txBody>
          <a:bodyPr wrap="square" lIns="0" tIns="0" rIns="0" bIns="0" rtlCol="0"/>
          <a:lstStyle/>
          <a:p>
            <a:endParaRPr/>
          </a:p>
        </p:txBody>
      </p:sp>
      <p:sp>
        <p:nvSpPr>
          <p:cNvPr id="155" name="object 155"/>
          <p:cNvSpPr/>
          <p:nvPr/>
        </p:nvSpPr>
        <p:spPr>
          <a:xfrm>
            <a:off x="4975551" y="4223094"/>
            <a:ext cx="1971675" cy="0"/>
          </a:xfrm>
          <a:custGeom>
            <a:avLst/>
            <a:gdLst/>
            <a:ahLst/>
            <a:cxnLst/>
            <a:rect l="l" t="t" r="r" b="b"/>
            <a:pathLst>
              <a:path w="1971675">
                <a:moveTo>
                  <a:pt x="0" y="0"/>
                </a:moveTo>
                <a:lnTo>
                  <a:pt x="1971298" y="0"/>
                </a:lnTo>
              </a:path>
            </a:pathLst>
          </a:custGeom>
          <a:ln w="10507">
            <a:solidFill>
              <a:srgbClr val="000000"/>
            </a:solidFill>
          </a:ln>
        </p:spPr>
        <p:txBody>
          <a:bodyPr wrap="square" lIns="0" tIns="0" rIns="0" bIns="0" rtlCol="0"/>
          <a:lstStyle/>
          <a:p>
            <a:endParaRPr/>
          </a:p>
        </p:txBody>
      </p:sp>
      <p:sp>
        <p:nvSpPr>
          <p:cNvPr id="156" name="object 156"/>
          <p:cNvSpPr/>
          <p:nvPr/>
        </p:nvSpPr>
        <p:spPr>
          <a:xfrm>
            <a:off x="6946850" y="42230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57" name="object 157"/>
          <p:cNvSpPr/>
          <p:nvPr/>
        </p:nvSpPr>
        <p:spPr>
          <a:xfrm>
            <a:off x="4975551" y="5712074"/>
            <a:ext cx="1971675" cy="0"/>
          </a:xfrm>
          <a:custGeom>
            <a:avLst/>
            <a:gdLst/>
            <a:ahLst/>
            <a:cxnLst/>
            <a:rect l="l" t="t" r="r" b="b"/>
            <a:pathLst>
              <a:path w="1971675">
                <a:moveTo>
                  <a:pt x="0" y="0"/>
                </a:moveTo>
                <a:lnTo>
                  <a:pt x="1971298" y="0"/>
                </a:lnTo>
              </a:path>
            </a:pathLst>
          </a:custGeom>
          <a:ln w="10510">
            <a:solidFill>
              <a:srgbClr val="000000"/>
            </a:solidFill>
          </a:ln>
        </p:spPr>
        <p:txBody>
          <a:bodyPr wrap="square" lIns="0" tIns="0" rIns="0" bIns="0" rtlCol="0"/>
          <a:lstStyle/>
          <a:p>
            <a:endParaRPr/>
          </a:p>
        </p:txBody>
      </p:sp>
      <p:sp>
        <p:nvSpPr>
          <p:cNvPr id="158" name="object 158"/>
          <p:cNvSpPr/>
          <p:nvPr/>
        </p:nvSpPr>
        <p:spPr>
          <a:xfrm>
            <a:off x="6946850" y="571207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59" name="object 159"/>
          <p:cNvSpPr/>
          <p:nvPr/>
        </p:nvSpPr>
        <p:spPr>
          <a:xfrm>
            <a:off x="6946850" y="4223096"/>
            <a:ext cx="0" cy="1489075"/>
          </a:xfrm>
          <a:custGeom>
            <a:avLst/>
            <a:gdLst/>
            <a:ahLst/>
            <a:cxnLst/>
            <a:rect l="l" t="t" r="r" b="b"/>
            <a:pathLst>
              <a:path h="1489075">
                <a:moveTo>
                  <a:pt x="0" y="1488990"/>
                </a:moveTo>
                <a:lnTo>
                  <a:pt x="0" y="0"/>
                </a:lnTo>
              </a:path>
            </a:pathLst>
          </a:custGeom>
          <a:ln w="10485">
            <a:solidFill>
              <a:srgbClr val="000000"/>
            </a:solidFill>
          </a:ln>
        </p:spPr>
        <p:txBody>
          <a:bodyPr wrap="square" lIns="0" tIns="0" rIns="0" bIns="0" rtlCol="0"/>
          <a:lstStyle/>
          <a:p>
            <a:endParaRPr/>
          </a:p>
        </p:txBody>
      </p:sp>
      <p:sp>
        <p:nvSpPr>
          <p:cNvPr id="160" name="object 160"/>
          <p:cNvSpPr/>
          <p:nvPr/>
        </p:nvSpPr>
        <p:spPr>
          <a:xfrm>
            <a:off x="6946850" y="422309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1" name="object 161"/>
          <p:cNvSpPr/>
          <p:nvPr/>
        </p:nvSpPr>
        <p:spPr>
          <a:xfrm>
            <a:off x="4975551" y="4223096"/>
            <a:ext cx="0" cy="1489075"/>
          </a:xfrm>
          <a:custGeom>
            <a:avLst/>
            <a:gdLst/>
            <a:ahLst/>
            <a:cxnLst/>
            <a:rect l="l" t="t" r="r" b="b"/>
            <a:pathLst>
              <a:path h="1489075">
                <a:moveTo>
                  <a:pt x="0" y="1488990"/>
                </a:moveTo>
                <a:lnTo>
                  <a:pt x="0" y="0"/>
                </a:lnTo>
              </a:path>
            </a:pathLst>
          </a:custGeom>
          <a:ln w="10485">
            <a:solidFill>
              <a:srgbClr val="000000"/>
            </a:solidFill>
          </a:ln>
        </p:spPr>
        <p:txBody>
          <a:bodyPr wrap="square" lIns="0" tIns="0" rIns="0" bIns="0" rtlCol="0"/>
          <a:lstStyle/>
          <a:p>
            <a:endParaRPr/>
          </a:p>
        </p:txBody>
      </p:sp>
      <p:sp>
        <p:nvSpPr>
          <p:cNvPr id="162" name="object 162"/>
          <p:cNvSpPr/>
          <p:nvPr/>
        </p:nvSpPr>
        <p:spPr>
          <a:xfrm>
            <a:off x="4975551" y="422309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3" name="object 163"/>
          <p:cNvSpPr/>
          <p:nvPr/>
        </p:nvSpPr>
        <p:spPr>
          <a:xfrm>
            <a:off x="6946850" y="571207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4" name="object 164"/>
          <p:cNvSpPr/>
          <p:nvPr/>
        </p:nvSpPr>
        <p:spPr>
          <a:xfrm>
            <a:off x="4975551" y="422309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5" name="object 165"/>
          <p:cNvSpPr/>
          <p:nvPr/>
        </p:nvSpPr>
        <p:spPr>
          <a:xfrm>
            <a:off x="4975551" y="569109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6" name="object 166"/>
          <p:cNvSpPr/>
          <p:nvPr/>
        </p:nvSpPr>
        <p:spPr>
          <a:xfrm>
            <a:off x="4975551" y="42335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67" name="object 167"/>
          <p:cNvSpPr txBox="1"/>
          <p:nvPr/>
        </p:nvSpPr>
        <p:spPr>
          <a:xfrm>
            <a:off x="4920923" y="5738282"/>
            <a:ext cx="125095" cy="224790"/>
          </a:xfrm>
          <a:prstGeom prst="rect">
            <a:avLst/>
          </a:prstGeom>
        </p:spPr>
        <p:txBody>
          <a:bodyPr vert="horz" wrap="square" lIns="0" tIns="0" rIns="0" bIns="0" rtlCol="0">
            <a:spAutoFit/>
          </a:bodyPr>
          <a:lstStyle/>
          <a:p>
            <a:pPr marL="12700">
              <a:lnSpc>
                <a:spcPct val="100000"/>
              </a:lnSpc>
            </a:pPr>
            <a:r>
              <a:rPr sz="1550" spc="5" dirty="0">
                <a:latin typeface="Times New Roman"/>
                <a:cs typeface="Times New Roman"/>
              </a:rPr>
              <a:t>0</a:t>
            </a:r>
            <a:endParaRPr sz="1550">
              <a:latin typeface="Times New Roman"/>
              <a:cs typeface="Times New Roman"/>
            </a:endParaRPr>
          </a:p>
        </p:txBody>
      </p:sp>
      <p:sp>
        <p:nvSpPr>
          <p:cNvPr id="168" name="object 168"/>
          <p:cNvSpPr/>
          <p:nvPr/>
        </p:nvSpPr>
        <p:spPr>
          <a:xfrm>
            <a:off x="5756743" y="5701591"/>
            <a:ext cx="10795" cy="0"/>
          </a:xfrm>
          <a:custGeom>
            <a:avLst/>
            <a:gdLst/>
            <a:ahLst/>
            <a:cxnLst/>
            <a:rect l="l" t="t" r="r" b="b"/>
            <a:pathLst>
              <a:path w="10795">
                <a:moveTo>
                  <a:pt x="0" y="0"/>
                </a:moveTo>
                <a:lnTo>
                  <a:pt x="10485" y="0"/>
                </a:lnTo>
              </a:path>
            </a:pathLst>
          </a:custGeom>
          <a:ln w="20967">
            <a:solidFill>
              <a:srgbClr val="000000"/>
            </a:solidFill>
          </a:ln>
        </p:spPr>
        <p:txBody>
          <a:bodyPr wrap="square" lIns="0" tIns="0" rIns="0" bIns="0" rtlCol="0"/>
          <a:lstStyle/>
          <a:p>
            <a:endParaRPr/>
          </a:p>
        </p:txBody>
      </p:sp>
      <p:sp>
        <p:nvSpPr>
          <p:cNvPr id="169" name="object 169"/>
          <p:cNvSpPr/>
          <p:nvPr/>
        </p:nvSpPr>
        <p:spPr>
          <a:xfrm>
            <a:off x="5761986" y="5691107"/>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70" name="object 170"/>
          <p:cNvSpPr/>
          <p:nvPr/>
        </p:nvSpPr>
        <p:spPr>
          <a:xfrm>
            <a:off x="5756743" y="4228340"/>
            <a:ext cx="10795" cy="0"/>
          </a:xfrm>
          <a:custGeom>
            <a:avLst/>
            <a:gdLst/>
            <a:ahLst/>
            <a:cxnLst/>
            <a:rect l="l" t="t" r="r" b="b"/>
            <a:pathLst>
              <a:path w="10795">
                <a:moveTo>
                  <a:pt x="0" y="0"/>
                </a:moveTo>
                <a:lnTo>
                  <a:pt x="10485" y="0"/>
                </a:lnTo>
              </a:path>
            </a:pathLst>
          </a:custGeom>
          <a:ln w="10488">
            <a:solidFill>
              <a:srgbClr val="000000"/>
            </a:solidFill>
          </a:ln>
        </p:spPr>
        <p:txBody>
          <a:bodyPr wrap="square" lIns="0" tIns="0" rIns="0" bIns="0" rtlCol="0"/>
          <a:lstStyle/>
          <a:p>
            <a:endParaRPr/>
          </a:p>
        </p:txBody>
      </p:sp>
      <p:sp>
        <p:nvSpPr>
          <p:cNvPr id="171" name="object 171"/>
          <p:cNvSpPr/>
          <p:nvPr/>
        </p:nvSpPr>
        <p:spPr>
          <a:xfrm>
            <a:off x="5761986" y="42335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72" name="object 172"/>
          <p:cNvSpPr/>
          <p:nvPr/>
        </p:nvSpPr>
        <p:spPr>
          <a:xfrm>
            <a:off x="6543147" y="5701591"/>
            <a:ext cx="10795" cy="0"/>
          </a:xfrm>
          <a:custGeom>
            <a:avLst/>
            <a:gdLst/>
            <a:ahLst/>
            <a:cxnLst/>
            <a:rect l="l" t="t" r="r" b="b"/>
            <a:pathLst>
              <a:path w="10795">
                <a:moveTo>
                  <a:pt x="0" y="0"/>
                </a:moveTo>
                <a:lnTo>
                  <a:pt x="10485" y="0"/>
                </a:lnTo>
              </a:path>
            </a:pathLst>
          </a:custGeom>
          <a:ln w="20967">
            <a:solidFill>
              <a:srgbClr val="000000"/>
            </a:solidFill>
          </a:ln>
        </p:spPr>
        <p:txBody>
          <a:bodyPr wrap="square" lIns="0" tIns="0" rIns="0" bIns="0" rtlCol="0"/>
          <a:lstStyle/>
          <a:p>
            <a:endParaRPr/>
          </a:p>
        </p:txBody>
      </p:sp>
      <p:sp>
        <p:nvSpPr>
          <p:cNvPr id="173" name="object 173"/>
          <p:cNvSpPr/>
          <p:nvPr/>
        </p:nvSpPr>
        <p:spPr>
          <a:xfrm>
            <a:off x="6548390" y="5691107"/>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74" name="object 174"/>
          <p:cNvSpPr/>
          <p:nvPr/>
        </p:nvSpPr>
        <p:spPr>
          <a:xfrm>
            <a:off x="6543147" y="4228340"/>
            <a:ext cx="10795" cy="0"/>
          </a:xfrm>
          <a:custGeom>
            <a:avLst/>
            <a:gdLst/>
            <a:ahLst/>
            <a:cxnLst/>
            <a:rect l="l" t="t" r="r" b="b"/>
            <a:pathLst>
              <a:path w="10795">
                <a:moveTo>
                  <a:pt x="0" y="0"/>
                </a:moveTo>
                <a:lnTo>
                  <a:pt x="10485" y="0"/>
                </a:lnTo>
              </a:path>
            </a:pathLst>
          </a:custGeom>
          <a:ln w="10488">
            <a:solidFill>
              <a:srgbClr val="000000"/>
            </a:solidFill>
          </a:ln>
        </p:spPr>
        <p:txBody>
          <a:bodyPr wrap="square" lIns="0" tIns="0" rIns="0" bIns="0" rtlCol="0"/>
          <a:lstStyle/>
          <a:p>
            <a:endParaRPr/>
          </a:p>
        </p:txBody>
      </p:sp>
      <p:sp>
        <p:nvSpPr>
          <p:cNvPr id="175" name="object 175"/>
          <p:cNvSpPr/>
          <p:nvPr/>
        </p:nvSpPr>
        <p:spPr>
          <a:xfrm>
            <a:off x="6548390" y="423358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76" name="object 176"/>
          <p:cNvSpPr/>
          <p:nvPr/>
        </p:nvSpPr>
        <p:spPr>
          <a:xfrm>
            <a:off x="4975551" y="5544304"/>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177" name="object 177"/>
          <p:cNvSpPr/>
          <p:nvPr/>
        </p:nvSpPr>
        <p:spPr>
          <a:xfrm>
            <a:off x="4986066" y="554430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78" name="object 178"/>
          <p:cNvSpPr/>
          <p:nvPr/>
        </p:nvSpPr>
        <p:spPr>
          <a:xfrm>
            <a:off x="6925880" y="5544304"/>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179" name="object 179"/>
          <p:cNvSpPr/>
          <p:nvPr/>
        </p:nvSpPr>
        <p:spPr>
          <a:xfrm>
            <a:off x="6925880" y="5544304"/>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80" name="object 180"/>
          <p:cNvSpPr/>
          <p:nvPr/>
        </p:nvSpPr>
        <p:spPr>
          <a:xfrm>
            <a:off x="4975551" y="5208762"/>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181" name="object 181"/>
          <p:cNvSpPr/>
          <p:nvPr/>
        </p:nvSpPr>
        <p:spPr>
          <a:xfrm>
            <a:off x="4986066" y="520876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82" name="object 182"/>
          <p:cNvSpPr/>
          <p:nvPr/>
        </p:nvSpPr>
        <p:spPr>
          <a:xfrm>
            <a:off x="6925880" y="5208762"/>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183" name="object 183"/>
          <p:cNvSpPr/>
          <p:nvPr/>
        </p:nvSpPr>
        <p:spPr>
          <a:xfrm>
            <a:off x="6925880" y="5208762"/>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84" name="object 184"/>
          <p:cNvSpPr/>
          <p:nvPr/>
        </p:nvSpPr>
        <p:spPr>
          <a:xfrm>
            <a:off x="4975551" y="4883699"/>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185" name="object 185"/>
          <p:cNvSpPr/>
          <p:nvPr/>
        </p:nvSpPr>
        <p:spPr>
          <a:xfrm>
            <a:off x="4986066" y="4883699"/>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86" name="object 186"/>
          <p:cNvSpPr/>
          <p:nvPr/>
        </p:nvSpPr>
        <p:spPr>
          <a:xfrm>
            <a:off x="6925880" y="4883699"/>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187" name="object 187"/>
          <p:cNvSpPr/>
          <p:nvPr/>
        </p:nvSpPr>
        <p:spPr>
          <a:xfrm>
            <a:off x="6925880" y="4883699"/>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88" name="object 188"/>
          <p:cNvSpPr/>
          <p:nvPr/>
        </p:nvSpPr>
        <p:spPr>
          <a:xfrm>
            <a:off x="4975551" y="4548159"/>
            <a:ext cx="10795" cy="0"/>
          </a:xfrm>
          <a:custGeom>
            <a:avLst/>
            <a:gdLst/>
            <a:ahLst/>
            <a:cxnLst/>
            <a:rect l="l" t="t" r="r" b="b"/>
            <a:pathLst>
              <a:path w="10795">
                <a:moveTo>
                  <a:pt x="0" y="0"/>
                </a:moveTo>
                <a:lnTo>
                  <a:pt x="10515" y="0"/>
                </a:lnTo>
              </a:path>
            </a:pathLst>
          </a:custGeom>
          <a:ln w="10485">
            <a:solidFill>
              <a:srgbClr val="000000"/>
            </a:solidFill>
          </a:ln>
        </p:spPr>
        <p:txBody>
          <a:bodyPr wrap="square" lIns="0" tIns="0" rIns="0" bIns="0" rtlCol="0"/>
          <a:lstStyle/>
          <a:p>
            <a:endParaRPr/>
          </a:p>
        </p:txBody>
      </p:sp>
      <p:sp>
        <p:nvSpPr>
          <p:cNvPr id="189" name="object 189"/>
          <p:cNvSpPr/>
          <p:nvPr/>
        </p:nvSpPr>
        <p:spPr>
          <a:xfrm>
            <a:off x="4986066" y="4548159"/>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90" name="object 190"/>
          <p:cNvSpPr/>
          <p:nvPr/>
        </p:nvSpPr>
        <p:spPr>
          <a:xfrm>
            <a:off x="6925880" y="4548159"/>
            <a:ext cx="21590" cy="0"/>
          </a:xfrm>
          <a:custGeom>
            <a:avLst/>
            <a:gdLst/>
            <a:ahLst/>
            <a:cxnLst/>
            <a:rect l="l" t="t" r="r" b="b"/>
            <a:pathLst>
              <a:path w="21590">
                <a:moveTo>
                  <a:pt x="20969" y="0"/>
                </a:moveTo>
                <a:lnTo>
                  <a:pt x="0" y="0"/>
                </a:lnTo>
              </a:path>
            </a:pathLst>
          </a:custGeom>
          <a:ln w="10485">
            <a:solidFill>
              <a:srgbClr val="000000"/>
            </a:solidFill>
          </a:ln>
        </p:spPr>
        <p:txBody>
          <a:bodyPr wrap="square" lIns="0" tIns="0" rIns="0" bIns="0" rtlCol="0"/>
          <a:lstStyle/>
          <a:p>
            <a:endParaRPr/>
          </a:p>
        </p:txBody>
      </p:sp>
      <p:sp>
        <p:nvSpPr>
          <p:cNvPr id="191" name="object 191"/>
          <p:cNvSpPr/>
          <p:nvPr/>
        </p:nvSpPr>
        <p:spPr>
          <a:xfrm>
            <a:off x="6925880" y="4548159"/>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92" name="object 192"/>
          <p:cNvSpPr/>
          <p:nvPr/>
        </p:nvSpPr>
        <p:spPr>
          <a:xfrm>
            <a:off x="6946850" y="422310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93" name="object 193"/>
          <p:cNvSpPr/>
          <p:nvPr/>
        </p:nvSpPr>
        <p:spPr>
          <a:xfrm>
            <a:off x="6946850" y="5712086"/>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94" name="object 194"/>
          <p:cNvSpPr/>
          <p:nvPr/>
        </p:nvSpPr>
        <p:spPr>
          <a:xfrm>
            <a:off x="6946850" y="422310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95" name="object 195"/>
          <p:cNvSpPr/>
          <p:nvPr/>
        </p:nvSpPr>
        <p:spPr>
          <a:xfrm>
            <a:off x="4975551" y="4223105"/>
            <a:ext cx="0" cy="0"/>
          </a:xfrm>
          <a:custGeom>
            <a:avLst/>
            <a:gdLst/>
            <a:ahLst/>
            <a:cxnLst/>
            <a:rect l="l" t="t" r="r" b="b"/>
            <a:pathLst>
              <a:path>
                <a:moveTo>
                  <a:pt x="0" y="0"/>
                </a:moveTo>
                <a:lnTo>
                  <a:pt x="0" y="0"/>
                </a:lnTo>
              </a:path>
            </a:pathLst>
          </a:custGeom>
          <a:ln w="10485">
            <a:solidFill>
              <a:srgbClr val="000000"/>
            </a:solidFill>
          </a:ln>
        </p:spPr>
        <p:txBody>
          <a:bodyPr wrap="square" lIns="0" tIns="0" rIns="0" bIns="0" rtlCol="0"/>
          <a:lstStyle/>
          <a:p>
            <a:endParaRPr/>
          </a:p>
        </p:txBody>
      </p:sp>
      <p:sp>
        <p:nvSpPr>
          <p:cNvPr id="196" name="object 196"/>
          <p:cNvSpPr/>
          <p:nvPr/>
        </p:nvSpPr>
        <p:spPr>
          <a:xfrm>
            <a:off x="5007006" y="4317463"/>
            <a:ext cx="1950720" cy="1038225"/>
          </a:xfrm>
          <a:custGeom>
            <a:avLst/>
            <a:gdLst/>
            <a:ahLst/>
            <a:cxnLst/>
            <a:rect l="l" t="t" r="r" b="b"/>
            <a:pathLst>
              <a:path w="1950720" h="1038225">
                <a:moveTo>
                  <a:pt x="0" y="230684"/>
                </a:moveTo>
                <a:lnTo>
                  <a:pt x="41970" y="230684"/>
                </a:lnTo>
                <a:lnTo>
                  <a:pt x="83879" y="0"/>
                </a:lnTo>
                <a:lnTo>
                  <a:pt x="125850" y="136314"/>
                </a:lnTo>
                <a:lnTo>
                  <a:pt x="157305" y="471856"/>
                </a:lnTo>
                <a:lnTo>
                  <a:pt x="199245" y="828375"/>
                </a:lnTo>
                <a:lnTo>
                  <a:pt x="241185" y="1027600"/>
                </a:lnTo>
                <a:lnTo>
                  <a:pt x="283125" y="1038092"/>
                </a:lnTo>
                <a:lnTo>
                  <a:pt x="314579" y="901778"/>
                </a:lnTo>
                <a:lnTo>
                  <a:pt x="356519" y="713028"/>
                </a:lnTo>
                <a:lnTo>
                  <a:pt x="398459" y="576714"/>
                </a:lnTo>
                <a:lnTo>
                  <a:pt x="440399" y="524279"/>
                </a:lnTo>
                <a:lnTo>
                  <a:pt x="471854" y="566223"/>
                </a:lnTo>
                <a:lnTo>
                  <a:pt x="513794" y="650114"/>
                </a:lnTo>
                <a:lnTo>
                  <a:pt x="555734" y="744484"/>
                </a:lnTo>
                <a:lnTo>
                  <a:pt x="597674" y="786428"/>
                </a:lnTo>
                <a:lnTo>
                  <a:pt x="629129" y="786428"/>
                </a:lnTo>
                <a:lnTo>
                  <a:pt x="671069" y="754972"/>
                </a:lnTo>
                <a:lnTo>
                  <a:pt x="713039" y="702537"/>
                </a:lnTo>
                <a:lnTo>
                  <a:pt x="754979" y="671081"/>
                </a:lnTo>
                <a:lnTo>
                  <a:pt x="786434" y="660605"/>
                </a:lnTo>
                <a:lnTo>
                  <a:pt x="828374" y="671081"/>
                </a:lnTo>
                <a:lnTo>
                  <a:pt x="870314" y="692061"/>
                </a:lnTo>
                <a:lnTo>
                  <a:pt x="912254" y="713028"/>
                </a:lnTo>
                <a:lnTo>
                  <a:pt x="954194" y="723517"/>
                </a:lnTo>
                <a:lnTo>
                  <a:pt x="985649" y="723517"/>
                </a:lnTo>
                <a:lnTo>
                  <a:pt x="1027589" y="713028"/>
                </a:lnTo>
                <a:lnTo>
                  <a:pt x="1069529" y="702537"/>
                </a:lnTo>
                <a:lnTo>
                  <a:pt x="1111469" y="692061"/>
                </a:lnTo>
                <a:lnTo>
                  <a:pt x="1142954" y="692061"/>
                </a:lnTo>
                <a:lnTo>
                  <a:pt x="1184864" y="692061"/>
                </a:lnTo>
                <a:lnTo>
                  <a:pt x="1226834" y="702537"/>
                </a:lnTo>
                <a:lnTo>
                  <a:pt x="1268774" y="702537"/>
                </a:lnTo>
                <a:lnTo>
                  <a:pt x="1300229" y="713028"/>
                </a:lnTo>
                <a:lnTo>
                  <a:pt x="1342169" y="713028"/>
                </a:lnTo>
                <a:lnTo>
                  <a:pt x="1384109" y="702537"/>
                </a:lnTo>
                <a:lnTo>
                  <a:pt x="1426049" y="702537"/>
                </a:lnTo>
                <a:lnTo>
                  <a:pt x="1457504" y="702537"/>
                </a:lnTo>
                <a:lnTo>
                  <a:pt x="1939843" y="702537"/>
                </a:lnTo>
                <a:lnTo>
                  <a:pt x="1950321" y="702537"/>
                </a:lnTo>
              </a:path>
            </a:pathLst>
          </a:custGeom>
          <a:ln w="10485">
            <a:solidFill>
              <a:srgbClr val="000000"/>
            </a:solidFill>
          </a:ln>
        </p:spPr>
        <p:txBody>
          <a:bodyPr wrap="square" lIns="0" tIns="0" rIns="0" bIns="0" rtlCol="0"/>
          <a:lstStyle/>
          <a:p>
            <a:endParaRPr/>
          </a:p>
        </p:txBody>
      </p:sp>
      <p:sp>
        <p:nvSpPr>
          <p:cNvPr id="197" name="object 197"/>
          <p:cNvSpPr txBox="1"/>
          <p:nvPr/>
        </p:nvSpPr>
        <p:spPr>
          <a:xfrm>
            <a:off x="5508108" y="5738282"/>
            <a:ext cx="872490" cy="445134"/>
          </a:xfrm>
          <a:prstGeom prst="rect">
            <a:avLst/>
          </a:prstGeom>
        </p:spPr>
        <p:txBody>
          <a:bodyPr vert="horz" wrap="square" lIns="0" tIns="0" rIns="0" bIns="0" rtlCol="0">
            <a:spAutoFit/>
          </a:bodyPr>
          <a:lstStyle/>
          <a:p>
            <a:pPr marL="159385">
              <a:lnSpc>
                <a:spcPts val="1795"/>
              </a:lnSpc>
            </a:pPr>
            <a:r>
              <a:rPr sz="1550" spc="-40" dirty="0">
                <a:latin typeface="Times New Roman"/>
                <a:cs typeface="Times New Roman"/>
              </a:rPr>
              <a:t>20</a:t>
            </a:r>
            <a:endParaRPr sz="1550">
              <a:latin typeface="Times New Roman"/>
              <a:cs typeface="Times New Roman"/>
            </a:endParaRPr>
          </a:p>
          <a:p>
            <a:pPr marL="12700">
              <a:lnSpc>
                <a:spcPts val="1795"/>
              </a:lnSpc>
            </a:pPr>
            <a:r>
              <a:rPr sz="1550" spc="55" dirty="0">
                <a:latin typeface="Times New Roman"/>
                <a:cs typeface="Times New Roman"/>
              </a:rPr>
              <a:t>s</a:t>
            </a:r>
            <a:r>
              <a:rPr sz="1550" spc="-35" dirty="0">
                <a:latin typeface="Times New Roman"/>
                <a:cs typeface="Times New Roman"/>
              </a:rPr>
              <a:t>a</a:t>
            </a:r>
            <a:r>
              <a:rPr sz="1550" spc="-55" dirty="0">
                <a:latin typeface="Times New Roman"/>
                <a:cs typeface="Times New Roman"/>
              </a:rPr>
              <a:t>m</a:t>
            </a:r>
            <a:r>
              <a:rPr sz="1550" spc="45" dirty="0">
                <a:latin typeface="Times New Roman"/>
                <a:cs typeface="Times New Roman"/>
              </a:rPr>
              <a:t>p</a:t>
            </a:r>
            <a:r>
              <a:rPr sz="1550" spc="-110" dirty="0">
                <a:latin typeface="Times New Roman"/>
                <a:cs typeface="Times New Roman"/>
              </a:rPr>
              <a:t>l</a:t>
            </a:r>
            <a:r>
              <a:rPr sz="1550" spc="5" dirty="0">
                <a:latin typeface="Times New Roman"/>
                <a:cs typeface="Times New Roman"/>
              </a:rPr>
              <a:t>e</a:t>
            </a:r>
            <a:r>
              <a:rPr sz="1550" spc="-15" dirty="0">
                <a:latin typeface="Times New Roman"/>
                <a:cs typeface="Times New Roman"/>
              </a:rPr>
              <a:t> </a:t>
            </a:r>
            <a:r>
              <a:rPr sz="1550" spc="-40" dirty="0">
                <a:latin typeface="Times New Roman"/>
                <a:cs typeface="Times New Roman"/>
              </a:rPr>
              <a:t>n</a:t>
            </a:r>
            <a:r>
              <a:rPr sz="1550" spc="45" dirty="0">
                <a:latin typeface="Times New Roman"/>
                <a:cs typeface="Times New Roman"/>
              </a:rPr>
              <a:t>o</a:t>
            </a:r>
            <a:r>
              <a:rPr sz="1550" dirty="0">
                <a:latin typeface="Times New Roman"/>
                <a:cs typeface="Times New Roman"/>
              </a:rPr>
              <a:t>.</a:t>
            </a:r>
            <a:endParaRPr sz="1550">
              <a:latin typeface="Times New Roman"/>
              <a:cs typeface="Times New Roman"/>
            </a:endParaRPr>
          </a:p>
        </p:txBody>
      </p:sp>
      <p:sp>
        <p:nvSpPr>
          <p:cNvPr id="198" name="object 198"/>
          <p:cNvSpPr txBox="1"/>
          <p:nvPr/>
        </p:nvSpPr>
        <p:spPr>
          <a:xfrm>
            <a:off x="6441330" y="5738282"/>
            <a:ext cx="214629" cy="224790"/>
          </a:xfrm>
          <a:prstGeom prst="rect">
            <a:avLst/>
          </a:prstGeom>
        </p:spPr>
        <p:txBody>
          <a:bodyPr vert="horz" wrap="square" lIns="0" tIns="0" rIns="0" bIns="0" rtlCol="0">
            <a:spAutoFit/>
          </a:bodyPr>
          <a:lstStyle/>
          <a:p>
            <a:pPr marL="12700">
              <a:lnSpc>
                <a:spcPct val="100000"/>
              </a:lnSpc>
            </a:pPr>
            <a:r>
              <a:rPr sz="1550" spc="-40" dirty="0">
                <a:latin typeface="Times New Roman"/>
                <a:cs typeface="Times New Roman"/>
              </a:rPr>
              <a:t>40</a:t>
            </a:r>
            <a:endParaRPr sz="1550">
              <a:latin typeface="Times New Roman"/>
              <a:cs typeface="Times New Roman"/>
            </a:endParaRPr>
          </a:p>
        </p:txBody>
      </p:sp>
      <p:sp>
        <p:nvSpPr>
          <p:cNvPr id="199" name="object 199"/>
          <p:cNvSpPr txBox="1"/>
          <p:nvPr/>
        </p:nvSpPr>
        <p:spPr>
          <a:xfrm>
            <a:off x="4616847" y="4438048"/>
            <a:ext cx="335280" cy="1221105"/>
          </a:xfrm>
          <a:prstGeom prst="rect">
            <a:avLst/>
          </a:prstGeom>
        </p:spPr>
        <p:txBody>
          <a:bodyPr vert="horz" wrap="square" lIns="0" tIns="0" rIns="0" bIns="0" rtlCol="0">
            <a:spAutoFit/>
          </a:bodyPr>
          <a:lstStyle/>
          <a:p>
            <a:pPr marL="222250">
              <a:lnSpc>
                <a:spcPct val="100000"/>
              </a:lnSpc>
            </a:pPr>
            <a:r>
              <a:rPr sz="1550" spc="5" dirty="0">
                <a:latin typeface="Times New Roman"/>
                <a:cs typeface="Times New Roman"/>
              </a:rPr>
              <a:t>0</a:t>
            </a:r>
            <a:endParaRPr sz="1550">
              <a:latin typeface="Times New Roman"/>
              <a:cs typeface="Times New Roman"/>
            </a:endParaRPr>
          </a:p>
          <a:p>
            <a:pPr marL="12700">
              <a:lnSpc>
                <a:spcPct val="100000"/>
              </a:lnSpc>
              <a:spcBef>
                <a:spcPts val="780"/>
              </a:spcBef>
            </a:pPr>
            <a:r>
              <a:rPr sz="1550" spc="-25" dirty="0">
                <a:latin typeface="Times New Roman"/>
                <a:cs typeface="Times New Roman"/>
              </a:rPr>
              <a:t>-</a:t>
            </a: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2</a:t>
            </a:r>
            <a:endParaRPr sz="1550">
              <a:latin typeface="Times New Roman"/>
              <a:cs typeface="Times New Roman"/>
            </a:endParaRPr>
          </a:p>
          <a:p>
            <a:pPr marL="12700">
              <a:lnSpc>
                <a:spcPct val="100000"/>
              </a:lnSpc>
              <a:spcBef>
                <a:spcPts val="700"/>
              </a:spcBef>
            </a:pPr>
            <a:r>
              <a:rPr sz="1550" spc="-25" dirty="0">
                <a:latin typeface="Times New Roman"/>
                <a:cs typeface="Times New Roman"/>
              </a:rPr>
              <a:t>-</a:t>
            </a: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4</a:t>
            </a:r>
            <a:endParaRPr sz="1550">
              <a:latin typeface="Times New Roman"/>
              <a:cs typeface="Times New Roman"/>
            </a:endParaRPr>
          </a:p>
          <a:p>
            <a:pPr marL="12700">
              <a:lnSpc>
                <a:spcPct val="100000"/>
              </a:lnSpc>
              <a:spcBef>
                <a:spcPts val="780"/>
              </a:spcBef>
            </a:pPr>
            <a:r>
              <a:rPr sz="1550" spc="-25" dirty="0">
                <a:latin typeface="Times New Roman"/>
                <a:cs typeface="Times New Roman"/>
              </a:rPr>
              <a:t>-</a:t>
            </a:r>
            <a:r>
              <a:rPr sz="1550" spc="-40" dirty="0">
                <a:latin typeface="Times New Roman"/>
                <a:cs typeface="Times New Roman"/>
              </a:rPr>
              <a:t>0</a:t>
            </a:r>
            <a:r>
              <a:rPr sz="1550" spc="20" dirty="0">
                <a:latin typeface="Times New Roman"/>
                <a:cs typeface="Times New Roman"/>
              </a:rPr>
              <a:t>.</a:t>
            </a:r>
            <a:r>
              <a:rPr sz="1550" spc="5" dirty="0">
                <a:latin typeface="Times New Roman"/>
                <a:cs typeface="Times New Roman"/>
              </a:rPr>
              <a:t>6</a:t>
            </a:r>
            <a:endParaRPr sz="1550">
              <a:latin typeface="Times New Roman"/>
              <a:cs typeface="Times New Roman"/>
            </a:endParaRPr>
          </a:p>
        </p:txBody>
      </p:sp>
      <p:sp>
        <p:nvSpPr>
          <p:cNvPr id="200" name="object 200"/>
          <p:cNvSpPr txBox="1"/>
          <p:nvPr/>
        </p:nvSpPr>
        <p:spPr>
          <a:xfrm>
            <a:off x="6137258" y="4647734"/>
            <a:ext cx="628650" cy="311150"/>
          </a:xfrm>
          <a:prstGeom prst="rect">
            <a:avLst/>
          </a:prstGeom>
        </p:spPr>
        <p:txBody>
          <a:bodyPr vert="horz" wrap="square" lIns="0" tIns="0" rIns="0" bIns="0" rtlCol="0">
            <a:spAutoFit/>
          </a:bodyPr>
          <a:lstStyle/>
          <a:p>
            <a:pPr marL="12700">
              <a:lnSpc>
                <a:spcPts val="1475"/>
              </a:lnSpc>
            </a:pPr>
            <a:r>
              <a:rPr sz="1550" spc="5" dirty="0">
                <a:latin typeface="Times New Roman"/>
                <a:cs typeface="Times New Roman"/>
              </a:rPr>
              <a:t>u </a:t>
            </a:r>
            <a:r>
              <a:rPr sz="1550" spc="170" dirty="0">
                <a:latin typeface="Times New Roman"/>
                <a:cs typeface="Times New Roman"/>
              </a:rPr>
              <a:t> </a:t>
            </a:r>
            <a:r>
              <a:rPr sz="1550" spc="-25" dirty="0">
                <a:latin typeface="Times New Roman"/>
                <a:cs typeface="Times New Roman"/>
              </a:rPr>
              <a:t>t</a:t>
            </a:r>
            <a:r>
              <a:rPr sz="1550" spc="5" dirty="0">
                <a:latin typeface="Times New Roman"/>
                <a:cs typeface="Times New Roman"/>
              </a:rPr>
              <a:t>o</a:t>
            </a:r>
            <a:r>
              <a:rPr sz="1550" spc="65" dirty="0">
                <a:latin typeface="Times New Roman"/>
                <a:cs typeface="Times New Roman"/>
              </a:rPr>
              <a:t> </a:t>
            </a:r>
            <a:r>
              <a:rPr sz="1550" spc="5" dirty="0">
                <a:latin typeface="Times New Roman"/>
                <a:cs typeface="Times New Roman"/>
              </a:rPr>
              <a:t>y</a:t>
            </a:r>
            <a:endParaRPr sz="1550">
              <a:latin typeface="Times New Roman"/>
              <a:cs typeface="Times New Roman"/>
            </a:endParaRPr>
          </a:p>
          <a:p>
            <a:pPr marL="106680">
              <a:lnSpc>
                <a:spcPts val="1055"/>
              </a:lnSpc>
              <a:tabLst>
                <a:tab pos="536575" algn="l"/>
              </a:tabLst>
            </a:pPr>
            <a:r>
              <a:rPr sz="1200" spc="15" dirty="0">
                <a:latin typeface="Times New Roman"/>
                <a:cs typeface="Times New Roman"/>
              </a:rPr>
              <a:t>2	2</a:t>
            </a:r>
            <a:endParaRPr sz="12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40" dirty="0">
                <a:latin typeface="Calibri"/>
                <a:cs typeface="Calibri"/>
              </a:rPr>
              <a:t>M</a:t>
            </a:r>
            <a:r>
              <a:rPr spc="-10" dirty="0">
                <a:latin typeface="Calibri"/>
                <a:cs typeface="Calibri"/>
              </a:rPr>
              <a:t>u</a:t>
            </a:r>
            <a:r>
              <a:rPr spc="-5" dirty="0">
                <a:latin typeface="Calibri"/>
                <a:cs typeface="Calibri"/>
              </a:rPr>
              <a:t>ltipl</a:t>
            </a:r>
            <a:r>
              <a:rPr spc="15" dirty="0">
                <a:latin typeface="Calibri"/>
                <a:cs typeface="Calibri"/>
              </a:rPr>
              <a:t>e</a:t>
            </a:r>
            <a:r>
              <a:rPr spc="-5" dirty="0">
                <a:latin typeface="Calibri"/>
                <a:cs typeface="Calibri"/>
              </a:rPr>
              <a:t>-</a:t>
            </a:r>
            <a:r>
              <a:rPr spc="-10" dirty="0">
                <a:latin typeface="Calibri"/>
                <a:cs typeface="Calibri"/>
              </a:rPr>
              <a:t>L</a:t>
            </a:r>
            <a:r>
              <a:rPr spc="5" dirty="0">
                <a:latin typeface="Calibri"/>
                <a:cs typeface="Calibri"/>
              </a:rPr>
              <a:t>oo</a:t>
            </a:r>
            <a:r>
              <a:rPr dirty="0">
                <a:latin typeface="Calibri"/>
                <a:cs typeface="Calibri"/>
              </a:rPr>
              <a:t>p</a:t>
            </a:r>
            <a:r>
              <a:rPr spc="-120" dirty="0">
                <a:latin typeface="Times New Roman"/>
                <a:cs typeface="Times New Roman"/>
              </a:rPr>
              <a:t> </a:t>
            </a:r>
            <a:r>
              <a:rPr spc="5" dirty="0">
                <a:latin typeface="Calibri"/>
                <a:cs typeface="Calibri"/>
              </a:rPr>
              <a:t>Co</a:t>
            </a:r>
            <a:r>
              <a:rPr spc="-50" dirty="0">
                <a:latin typeface="Calibri"/>
                <a:cs typeface="Calibri"/>
              </a:rPr>
              <a:t>n</a:t>
            </a:r>
            <a:r>
              <a:rPr spc="-15" dirty="0">
                <a:latin typeface="Calibri"/>
                <a:cs typeface="Calibri"/>
              </a:rPr>
              <a:t>t</a:t>
            </a:r>
            <a:r>
              <a:rPr spc="-85" dirty="0">
                <a:latin typeface="Calibri"/>
                <a:cs typeface="Calibri"/>
              </a:rPr>
              <a:t>r</a:t>
            </a:r>
            <a:r>
              <a:rPr spc="5" dirty="0">
                <a:latin typeface="Calibri"/>
                <a:cs typeface="Calibri"/>
              </a:rPr>
              <a:t>ol</a:t>
            </a:r>
          </a:p>
        </p:txBody>
      </p:sp>
      <p:grpSp>
        <p:nvGrpSpPr>
          <p:cNvPr id="62" name="Group 61">
            <a:extLst>
              <a:ext uri="{FF2B5EF4-FFF2-40B4-BE49-F238E27FC236}">
                <a16:creationId xmlns:a16="http://schemas.microsoft.com/office/drawing/2014/main" id="{0D8BCF58-C582-2854-C46D-F31C62F060C2}"/>
              </a:ext>
            </a:extLst>
          </p:cNvPr>
          <p:cNvGrpSpPr/>
          <p:nvPr/>
        </p:nvGrpSpPr>
        <p:grpSpPr>
          <a:xfrm>
            <a:off x="610874" y="2310127"/>
            <a:ext cx="7853276" cy="1369060"/>
            <a:chOff x="610874" y="2310127"/>
            <a:chExt cx="7853276" cy="1369060"/>
          </a:xfrm>
        </p:grpSpPr>
        <p:sp>
          <p:nvSpPr>
            <p:cNvPr id="45" name="object 6">
              <a:extLst>
                <a:ext uri="{FF2B5EF4-FFF2-40B4-BE49-F238E27FC236}">
                  <a16:creationId xmlns:a16="http://schemas.microsoft.com/office/drawing/2014/main" id="{5C402B34-4D53-A551-ECF4-BFB59011E389}"/>
                </a:ext>
              </a:extLst>
            </p:cNvPr>
            <p:cNvSpPr/>
            <p:nvPr/>
          </p:nvSpPr>
          <p:spPr>
            <a:xfrm>
              <a:off x="4908560" y="2310127"/>
              <a:ext cx="1998980" cy="1369060"/>
            </a:xfrm>
            <a:custGeom>
              <a:avLst/>
              <a:gdLst/>
              <a:ahLst/>
              <a:cxnLst/>
              <a:rect l="l" t="t" r="r" b="b"/>
              <a:pathLst>
                <a:path w="1998979" h="1369060">
                  <a:moveTo>
                    <a:pt x="0" y="1369051"/>
                  </a:moveTo>
                  <a:lnTo>
                    <a:pt x="1998975" y="1369051"/>
                  </a:lnTo>
                  <a:lnTo>
                    <a:pt x="1998975" y="0"/>
                  </a:lnTo>
                  <a:lnTo>
                    <a:pt x="0" y="0"/>
                  </a:lnTo>
                  <a:lnTo>
                    <a:pt x="0" y="1369051"/>
                  </a:lnTo>
                  <a:close/>
                </a:path>
              </a:pathLst>
            </a:custGeom>
            <a:solidFill>
              <a:srgbClr val="FF0D06"/>
            </a:solidFill>
          </p:spPr>
          <p:txBody>
            <a:bodyPr wrap="square" lIns="0" tIns="0" rIns="0" bIns="0" rtlCol="0"/>
            <a:lstStyle/>
            <a:p>
              <a:endParaRPr/>
            </a:p>
          </p:txBody>
        </p:sp>
        <p:sp>
          <p:nvSpPr>
            <p:cNvPr id="46" name="object 7">
              <a:extLst>
                <a:ext uri="{FF2B5EF4-FFF2-40B4-BE49-F238E27FC236}">
                  <a16:creationId xmlns:a16="http://schemas.microsoft.com/office/drawing/2014/main" id="{65E4F1FC-2D13-2A68-5B10-506378A9BBAB}"/>
                </a:ext>
              </a:extLst>
            </p:cNvPr>
            <p:cNvSpPr/>
            <p:nvPr/>
          </p:nvSpPr>
          <p:spPr>
            <a:xfrm>
              <a:off x="4908560" y="2310127"/>
              <a:ext cx="1998980" cy="1369060"/>
            </a:xfrm>
            <a:custGeom>
              <a:avLst/>
              <a:gdLst/>
              <a:ahLst/>
              <a:cxnLst/>
              <a:rect l="l" t="t" r="r" b="b"/>
              <a:pathLst>
                <a:path w="1998979" h="1369060">
                  <a:moveTo>
                    <a:pt x="0" y="1369051"/>
                  </a:moveTo>
                  <a:lnTo>
                    <a:pt x="1998975" y="1369051"/>
                  </a:lnTo>
                  <a:lnTo>
                    <a:pt x="1998975" y="0"/>
                  </a:lnTo>
                  <a:lnTo>
                    <a:pt x="0" y="0"/>
                  </a:lnTo>
                  <a:lnTo>
                    <a:pt x="0" y="1369051"/>
                  </a:lnTo>
                  <a:close/>
                </a:path>
              </a:pathLst>
            </a:custGeom>
            <a:ln w="12700">
              <a:solidFill>
                <a:srgbClr val="2E528E"/>
              </a:solidFill>
            </a:ln>
          </p:spPr>
          <p:txBody>
            <a:bodyPr wrap="square" lIns="0" tIns="0" rIns="0" bIns="0" rtlCol="0"/>
            <a:lstStyle/>
            <a:p>
              <a:endParaRPr/>
            </a:p>
          </p:txBody>
        </p:sp>
        <p:sp>
          <p:nvSpPr>
            <p:cNvPr id="47" name="object 8">
              <a:extLst>
                <a:ext uri="{FF2B5EF4-FFF2-40B4-BE49-F238E27FC236}">
                  <a16:creationId xmlns:a16="http://schemas.microsoft.com/office/drawing/2014/main" id="{E2A2B5F2-84F5-9977-6EDF-60DC72C6CA1B}"/>
                </a:ext>
              </a:extLst>
            </p:cNvPr>
            <p:cNvSpPr txBox="1"/>
            <p:nvPr/>
          </p:nvSpPr>
          <p:spPr>
            <a:xfrm>
              <a:off x="5456330" y="2884674"/>
              <a:ext cx="899794"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a:t>
              </a:r>
              <a:r>
                <a:rPr sz="1800" spc="5" dirty="0">
                  <a:latin typeface="Calibri"/>
                  <a:cs typeface="Calibri"/>
                </a:rPr>
                <a:t>y</a:t>
              </a:r>
              <a:r>
                <a:rPr sz="1800" spc="-10" dirty="0">
                  <a:latin typeface="Calibri"/>
                  <a:cs typeface="Calibri"/>
                </a:rPr>
                <a:t>n</a:t>
              </a:r>
              <a:r>
                <a:rPr sz="1800" spc="-5" dirty="0">
                  <a:latin typeface="Calibri"/>
                  <a:cs typeface="Calibri"/>
                </a:rPr>
                <a:t>a</a:t>
              </a:r>
              <a:r>
                <a:rPr sz="1800" spc="-15" dirty="0">
                  <a:latin typeface="Calibri"/>
                  <a:cs typeface="Calibri"/>
                </a:rPr>
                <a:t>m</a:t>
              </a:r>
              <a:r>
                <a:rPr sz="1800" spc="5" dirty="0">
                  <a:latin typeface="Calibri"/>
                  <a:cs typeface="Calibri"/>
                </a:rPr>
                <a:t>i</a:t>
              </a:r>
              <a:r>
                <a:rPr sz="1800" spc="-15" dirty="0">
                  <a:latin typeface="Calibri"/>
                  <a:cs typeface="Calibri"/>
                </a:rPr>
                <a:t>c</a:t>
              </a:r>
              <a:r>
                <a:rPr sz="1800" dirty="0">
                  <a:latin typeface="Calibri"/>
                  <a:cs typeface="Calibri"/>
                </a:rPr>
                <a:t>s</a:t>
              </a:r>
              <a:endParaRPr sz="1800">
                <a:latin typeface="Calibri"/>
                <a:cs typeface="Calibri"/>
              </a:endParaRPr>
            </a:p>
          </p:txBody>
        </p:sp>
        <p:sp>
          <p:nvSpPr>
            <p:cNvPr id="48" name="object 11">
              <a:extLst>
                <a:ext uri="{FF2B5EF4-FFF2-40B4-BE49-F238E27FC236}">
                  <a16:creationId xmlns:a16="http://schemas.microsoft.com/office/drawing/2014/main" id="{DE7FF09B-2FC5-A5C8-C446-F2D8DEB3B10D}"/>
                </a:ext>
              </a:extLst>
            </p:cNvPr>
            <p:cNvSpPr/>
            <p:nvPr/>
          </p:nvSpPr>
          <p:spPr>
            <a:xfrm>
              <a:off x="6907529" y="2993379"/>
              <a:ext cx="1034415" cy="1905"/>
            </a:xfrm>
            <a:custGeom>
              <a:avLst/>
              <a:gdLst/>
              <a:ahLst/>
              <a:cxnLst/>
              <a:rect l="l" t="t" r="r" b="b"/>
              <a:pathLst>
                <a:path w="1034415" h="1905">
                  <a:moveTo>
                    <a:pt x="0" y="0"/>
                  </a:moveTo>
                  <a:lnTo>
                    <a:pt x="1033851" y="1554"/>
                  </a:lnTo>
                </a:path>
              </a:pathLst>
            </a:custGeom>
            <a:ln w="38099">
              <a:solidFill>
                <a:srgbClr val="000000"/>
              </a:solidFill>
            </a:ln>
          </p:spPr>
          <p:txBody>
            <a:bodyPr wrap="square" lIns="0" tIns="0" rIns="0" bIns="0" rtlCol="0"/>
            <a:lstStyle/>
            <a:p>
              <a:endParaRPr/>
            </a:p>
          </p:txBody>
        </p:sp>
        <p:sp>
          <p:nvSpPr>
            <p:cNvPr id="49" name="object 12">
              <a:extLst>
                <a:ext uri="{FF2B5EF4-FFF2-40B4-BE49-F238E27FC236}">
                  <a16:creationId xmlns:a16="http://schemas.microsoft.com/office/drawing/2014/main" id="{D2AA031C-5B8A-9F5F-9671-BE7E1B2140DE}"/>
                </a:ext>
              </a:extLst>
            </p:cNvPr>
            <p:cNvSpPr/>
            <p:nvPr/>
          </p:nvSpPr>
          <p:spPr>
            <a:xfrm>
              <a:off x="7826958" y="2928061"/>
              <a:ext cx="114935" cy="133350"/>
            </a:xfrm>
            <a:custGeom>
              <a:avLst/>
              <a:gdLst/>
              <a:ahLst/>
              <a:cxnLst/>
              <a:rect l="l" t="t" r="r" b="b"/>
              <a:pathLst>
                <a:path w="114934" h="133350">
                  <a:moveTo>
                    <a:pt x="213" y="0"/>
                  </a:moveTo>
                  <a:lnTo>
                    <a:pt x="114421" y="66873"/>
                  </a:lnTo>
                  <a:lnTo>
                    <a:pt x="0" y="133349"/>
                  </a:lnTo>
                </a:path>
              </a:pathLst>
            </a:custGeom>
            <a:ln w="38099">
              <a:solidFill>
                <a:srgbClr val="000000"/>
              </a:solidFill>
            </a:ln>
          </p:spPr>
          <p:txBody>
            <a:bodyPr wrap="square" lIns="0" tIns="0" rIns="0" bIns="0" rtlCol="0"/>
            <a:lstStyle/>
            <a:p>
              <a:endParaRPr/>
            </a:p>
          </p:txBody>
        </p:sp>
        <p:sp>
          <p:nvSpPr>
            <p:cNvPr id="50" name="object 13">
              <a:extLst>
                <a:ext uri="{FF2B5EF4-FFF2-40B4-BE49-F238E27FC236}">
                  <a16:creationId xmlns:a16="http://schemas.microsoft.com/office/drawing/2014/main" id="{0EF6EF5F-B268-77E6-F14E-3D448CF2C06E}"/>
                </a:ext>
              </a:extLst>
            </p:cNvPr>
            <p:cNvSpPr txBox="1"/>
            <p:nvPr/>
          </p:nvSpPr>
          <p:spPr>
            <a:xfrm>
              <a:off x="8210150" y="2835132"/>
              <a:ext cx="254000"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Y1</a:t>
              </a:r>
              <a:endParaRPr sz="1800">
                <a:latin typeface="Calibri"/>
                <a:cs typeface="Calibri"/>
              </a:endParaRPr>
            </a:p>
          </p:txBody>
        </p:sp>
        <p:sp>
          <p:nvSpPr>
            <p:cNvPr id="51" name="object 15">
              <a:extLst>
                <a:ext uri="{FF2B5EF4-FFF2-40B4-BE49-F238E27FC236}">
                  <a16:creationId xmlns:a16="http://schemas.microsoft.com/office/drawing/2014/main" id="{B44F9BAD-B4C5-1E68-CA7D-69318F75B681}"/>
                </a:ext>
              </a:extLst>
            </p:cNvPr>
            <p:cNvSpPr txBox="1"/>
            <p:nvPr/>
          </p:nvSpPr>
          <p:spPr>
            <a:xfrm>
              <a:off x="3937617" y="2569955"/>
              <a:ext cx="28892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U1</a:t>
              </a:r>
              <a:endParaRPr sz="1800">
                <a:latin typeface="Calibri"/>
                <a:cs typeface="Calibri"/>
              </a:endParaRPr>
            </a:p>
          </p:txBody>
        </p:sp>
        <p:sp>
          <p:nvSpPr>
            <p:cNvPr id="52" name="object 16">
              <a:extLst>
                <a:ext uri="{FF2B5EF4-FFF2-40B4-BE49-F238E27FC236}">
                  <a16:creationId xmlns:a16="http://schemas.microsoft.com/office/drawing/2014/main" id="{C17400B3-20CD-ED28-D965-106B0676B35E}"/>
                </a:ext>
              </a:extLst>
            </p:cNvPr>
            <p:cNvSpPr/>
            <p:nvPr/>
          </p:nvSpPr>
          <p:spPr>
            <a:xfrm>
              <a:off x="3768089" y="2990850"/>
              <a:ext cx="1075690" cy="1905"/>
            </a:xfrm>
            <a:custGeom>
              <a:avLst/>
              <a:gdLst/>
              <a:ahLst/>
              <a:cxnLst/>
              <a:rect l="l" t="t" r="r" b="b"/>
              <a:pathLst>
                <a:path w="1075689" h="1905">
                  <a:moveTo>
                    <a:pt x="0" y="0"/>
                  </a:moveTo>
                  <a:lnTo>
                    <a:pt x="1075364" y="1523"/>
                  </a:lnTo>
                </a:path>
              </a:pathLst>
            </a:custGeom>
            <a:ln w="38099">
              <a:solidFill>
                <a:srgbClr val="000000"/>
              </a:solidFill>
            </a:ln>
          </p:spPr>
          <p:txBody>
            <a:bodyPr wrap="square" lIns="0" tIns="0" rIns="0" bIns="0" rtlCol="0"/>
            <a:lstStyle/>
            <a:p>
              <a:endParaRPr/>
            </a:p>
          </p:txBody>
        </p:sp>
        <p:sp>
          <p:nvSpPr>
            <p:cNvPr id="53" name="object 17">
              <a:extLst>
                <a:ext uri="{FF2B5EF4-FFF2-40B4-BE49-F238E27FC236}">
                  <a16:creationId xmlns:a16="http://schemas.microsoft.com/office/drawing/2014/main" id="{725EB1DA-9F4D-BB7E-9CA1-09B513B07CC9}"/>
                </a:ext>
              </a:extLst>
            </p:cNvPr>
            <p:cNvSpPr/>
            <p:nvPr/>
          </p:nvSpPr>
          <p:spPr>
            <a:xfrm>
              <a:off x="4729063" y="2925531"/>
              <a:ext cx="114935" cy="133350"/>
            </a:xfrm>
            <a:custGeom>
              <a:avLst/>
              <a:gdLst/>
              <a:ahLst/>
              <a:cxnLst/>
              <a:rect l="l" t="t" r="r" b="b"/>
              <a:pathLst>
                <a:path w="114935" h="133350">
                  <a:moveTo>
                    <a:pt x="182" y="0"/>
                  </a:moveTo>
                  <a:lnTo>
                    <a:pt x="114360" y="66842"/>
                  </a:lnTo>
                  <a:lnTo>
                    <a:pt x="0" y="133349"/>
                  </a:lnTo>
                </a:path>
              </a:pathLst>
            </a:custGeom>
            <a:ln w="38099">
              <a:solidFill>
                <a:srgbClr val="000000"/>
              </a:solidFill>
            </a:ln>
          </p:spPr>
          <p:txBody>
            <a:bodyPr wrap="square" lIns="0" tIns="0" rIns="0" bIns="0" rtlCol="0"/>
            <a:lstStyle/>
            <a:p>
              <a:endParaRPr/>
            </a:p>
          </p:txBody>
        </p:sp>
        <p:sp>
          <p:nvSpPr>
            <p:cNvPr id="55" name="object 25">
              <a:extLst>
                <a:ext uri="{FF2B5EF4-FFF2-40B4-BE49-F238E27FC236}">
                  <a16:creationId xmlns:a16="http://schemas.microsoft.com/office/drawing/2014/main" id="{46B1D9C7-0189-3F91-DA68-7A762C6CBCEB}"/>
                </a:ext>
              </a:extLst>
            </p:cNvPr>
            <p:cNvSpPr/>
            <p:nvPr/>
          </p:nvSpPr>
          <p:spPr>
            <a:xfrm>
              <a:off x="1695450" y="2310127"/>
              <a:ext cx="1998980" cy="1369060"/>
            </a:xfrm>
            <a:custGeom>
              <a:avLst/>
              <a:gdLst/>
              <a:ahLst/>
              <a:cxnLst/>
              <a:rect l="l" t="t" r="r" b="b"/>
              <a:pathLst>
                <a:path w="1998979" h="1369060">
                  <a:moveTo>
                    <a:pt x="0" y="1369051"/>
                  </a:moveTo>
                  <a:lnTo>
                    <a:pt x="1998975" y="1369051"/>
                  </a:lnTo>
                  <a:lnTo>
                    <a:pt x="1998975" y="0"/>
                  </a:lnTo>
                  <a:lnTo>
                    <a:pt x="0" y="0"/>
                  </a:lnTo>
                  <a:lnTo>
                    <a:pt x="0" y="1369051"/>
                  </a:lnTo>
                  <a:close/>
                </a:path>
              </a:pathLst>
            </a:custGeom>
            <a:solidFill>
              <a:srgbClr val="FF0D06"/>
            </a:solidFill>
          </p:spPr>
          <p:txBody>
            <a:bodyPr wrap="square" lIns="0" tIns="0" rIns="0" bIns="0" rtlCol="0"/>
            <a:lstStyle/>
            <a:p>
              <a:endParaRPr/>
            </a:p>
          </p:txBody>
        </p:sp>
        <p:sp>
          <p:nvSpPr>
            <p:cNvPr id="56" name="object 26">
              <a:extLst>
                <a:ext uri="{FF2B5EF4-FFF2-40B4-BE49-F238E27FC236}">
                  <a16:creationId xmlns:a16="http://schemas.microsoft.com/office/drawing/2014/main" id="{32F4F249-5B82-E79C-F8A0-C49D91F57E68}"/>
                </a:ext>
              </a:extLst>
            </p:cNvPr>
            <p:cNvSpPr/>
            <p:nvPr/>
          </p:nvSpPr>
          <p:spPr>
            <a:xfrm>
              <a:off x="1695450" y="2310127"/>
              <a:ext cx="1998980" cy="1369060"/>
            </a:xfrm>
            <a:custGeom>
              <a:avLst/>
              <a:gdLst/>
              <a:ahLst/>
              <a:cxnLst/>
              <a:rect l="l" t="t" r="r" b="b"/>
              <a:pathLst>
                <a:path w="1998979" h="1369060">
                  <a:moveTo>
                    <a:pt x="0" y="1369051"/>
                  </a:moveTo>
                  <a:lnTo>
                    <a:pt x="1998975" y="1369051"/>
                  </a:lnTo>
                  <a:lnTo>
                    <a:pt x="1998975" y="0"/>
                  </a:lnTo>
                  <a:lnTo>
                    <a:pt x="0" y="0"/>
                  </a:lnTo>
                  <a:lnTo>
                    <a:pt x="0" y="1369051"/>
                  </a:lnTo>
                  <a:close/>
                </a:path>
              </a:pathLst>
            </a:custGeom>
            <a:ln w="12700">
              <a:solidFill>
                <a:srgbClr val="2E528E"/>
              </a:solidFill>
            </a:ln>
          </p:spPr>
          <p:txBody>
            <a:bodyPr wrap="square" lIns="0" tIns="0" rIns="0" bIns="0" rtlCol="0"/>
            <a:lstStyle/>
            <a:p>
              <a:endParaRPr/>
            </a:p>
          </p:txBody>
        </p:sp>
        <p:sp>
          <p:nvSpPr>
            <p:cNvPr id="57" name="object 27">
              <a:extLst>
                <a:ext uri="{FF2B5EF4-FFF2-40B4-BE49-F238E27FC236}">
                  <a16:creationId xmlns:a16="http://schemas.microsoft.com/office/drawing/2014/main" id="{536B27A0-B3C7-BCC7-D8AF-4A0AF3D208ED}"/>
                </a:ext>
              </a:extLst>
            </p:cNvPr>
            <p:cNvSpPr txBox="1"/>
            <p:nvPr/>
          </p:nvSpPr>
          <p:spPr>
            <a:xfrm>
              <a:off x="2230096" y="2884674"/>
              <a:ext cx="928369" cy="254000"/>
            </a:xfrm>
            <a:prstGeom prst="rect">
              <a:avLst/>
            </a:prstGeom>
          </p:spPr>
          <p:txBody>
            <a:bodyPr vert="horz" wrap="square" lIns="0" tIns="0" rIns="0" bIns="0" rtlCol="0">
              <a:spAutoFit/>
            </a:bodyPr>
            <a:lstStyle/>
            <a:p>
              <a:pPr marL="12700">
                <a:lnSpc>
                  <a:spcPct val="100000"/>
                </a:lnSpc>
              </a:pPr>
              <a:r>
                <a:rPr sz="1800" spc="-35" dirty="0">
                  <a:latin typeface="Calibri"/>
                  <a:cs typeface="Calibri"/>
                </a:rPr>
                <a:t>c</a:t>
              </a:r>
              <a:r>
                <a:rPr sz="1800" spc="-10" dirty="0">
                  <a:latin typeface="Calibri"/>
                  <a:cs typeface="Calibri"/>
                </a:rPr>
                <a:t>o</a:t>
              </a:r>
              <a:r>
                <a:rPr sz="1800" spc="-30" dirty="0">
                  <a:latin typeface="Calibri"/>
                  <a:cs typeface="Calibri"/>
                </a:rPr>
                <a:t>n</a:t>
              </a:r>
              <a:r>
                <a:rPr sz="1800" spc="-15" dirty="0">
                  <a:latin typeface="Calibri"/>
                  <a:cs typeface="Calibri"/>
                </a:rPr>
                <a:t>t</a:t>
              </a:r>
              <a:r>
                <a:rPr sz="1800" spc="-40" dirty="0">
                  <a:latin typeface="Calibri"/>
                  <a:cs typeface="Calibri"/>
                </a:rPr>
                <a:t>r</a:t>
              </a:r>
              <a:r>
                <a:rPr sz="1800" spc="-10" dirty="0">
                  <a:latin typeface="Calibri"/>
                  <a:cs typeface="Calibri"/>
                </a:rPr>
                <a:t>o</a:t>
              </a:r>
              <a:r>
                <a:rPr sz="1800" spc="5" dirty="0">
                  <a:latin typeface="Calibri"/>
                  <a:cs typeface="Calibri"/>
                </a:rPr>
                <a:t>ll</a:t>
              </a:r>
              <a:r>
                <a:rPr sz="1800" spc="-10" dirty="0">
                  <a:latin typeface="Calibri"/>
                  <a:cs typeface="Calibri"/>
                </a:rPr>
                <a:t>er</a:t>
              </a:r>
              <a:endParaRPr sz="1800">
                <a:latin typeface="Calibri"/>
                <a:cs typeface="Calibri"/>
              </a:endParaRPr>
            </a:p>
          </p:txBody>
        </p:sp>
        <p:sp>
          <p:nvSpPr>
            <p:cNvPr id="58" name="object 33">
              <a:extLst>
                <a:ext uri="{FF2B5EF4-FFF2-40B4-BE49-F238E27FC236}">
                  <a16:creationId xmlns:a16="http://schemas.microsoft.com/office/drawing/2014/main" id="{FF763D19-B388-CFC6-C9A6-43187A4158A6}"/>
                </a:ext>
              </a:extLst>
            </p:cNvPr>
            <p:cNvSpPr txBox="1"/>
            <p:nvPr/>
          </p:nvSpPr>
          <p:spPr>
            <a:xfrm>
              <a:off x="892187" y="2569879"/>
              <a:ext cx="28003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D1</a:t>
              </a:r>
              <a:endParaRPr sz="1800">
                <a:latin typeface="Calibri"/>
                <a:cs typeface="Calibri"/>
              </a:endParaRPr>
            </a:p>
          </p:txBody>
        </p:sp>
        <p:sp>
          <p:nvSpPr>
            <p:cNvPr id="59" name="object 34">
              <a:extLst>
                <a:ext uri="{FF2B5EF4-FFF2-40B4-BE49-F238E27FC236}">
                  <a16:creationId xmlns:a16="http://schemas.microsoft.com/office/drawing/2014/main" id="{CBFBDED0-C9C5-4572-591E-9F9679B07557}"/>
                </a:ext>
              </a:extLst>
            </p:cNvPr>
            <p:cNvSpPr/>
            <p:nvPr/>
          </p:nvSpPr>
          <p:spPr>
            <a:xfrm>
              <a:off x="610874" y="2993379"/>
              <a:ext cx="1075690" cy="1905"/>
            </a:xfrm>
            <a:custGeom>
              <a:avLst/>
              <a:gdLst/>
              <a:ahLst/>
              <a:cxnLst/>
              <a:rect l="l" t="t" r="r" b="b"/>
              <a:pathLst>
                <a:path w="1075689" h="1905">
                  <a:moveTo>
                    <a:pt x="0" y="0"/>
                  </a:moveTo>
                  <a:lnTo>
                    <a:pt x="1075361" y="1554"/>
                  </a:lnTo>
                </a:path>
              </a:pathLst>
            </a:custGeom>
            <a:ln w="38099">
              <a:solidFill>
                <a:srgbClr val="000000"/>
              </a:solidFill>
            </a:ln>
          </p:spPr>
          <p:txBody>
            <a:bodyPr wrap="square" lIns="0" tIns="0" rIns="0" bIns="0" rtlCol="0"/>
            <a:lstStyle/>
            <a:p>
              <a:endParaRPr/>
            </a:p>
          </p:txBody>
        </p:sp>
        <p:sp>
          <p:nvSpPr>
            <p:cNvPr id="60" name="object 35">
              <a:extLst>
                <a:ext uri="{FF2B5EF4-FFF2-40B4-BE49-F238E27FC236}">
                  <a16:creationId xmlns:a16="http://schemas.microsoft.com/office/drawing/2014/main" id="{E2426BE3-D52D-2629-6FB8-9F252CAAE3B5}"/>
                </a:ext>
              </a:extLst>
            </p:cNvPr>
            <p:cNvSpPr/>
            <p:nvPr/>
          </p:nvSpPr>
          <p:spPr>
            <a:xfrm>
              <a:off x="1571838" y="2928091"/>
              <a:ext cx="114935" cy="133350"/>
            </a:xfrm>
            <a:custGeom>
              <a:avLst/>
              <a:gdLst/>
              <a:ahLst/>
              <a:cxnLst/>
              <a:rect l="l" t="t" r="r" b="b"/>
              <a:pathLst>
                <a:path w="114935" h="133350">
                  <a:moveTo>
                    <a:pt x="192" y="0"/>
                  </a:moveTo>
                  <a:lnTo>
                    <a:pt x="114385" y="66842"/>
                  </a:lnTo>
                  <a:lnTo>
                    <a:pt x="0" y="133349"/>
                  </a:lnTo>
                </a:path>
              </a:pathLst>
            </a:custGeom>
            <a:ln w="38099">
              <a:solidFill>
                <a:srgbClr val="000000"/>
              </a:solidFill>
            </a:ln>
          </p:spPr>
          <p:txBody>
            <a:bodyPr wrap="square" lIns="0" tIns="0" rIns="0" bIns="0" rtlCol="0"/>
            <a:lstStyle/>
            <a:p>
              <a:endParaRPr/>
            </a:p>
          </p:txBody>
        </p:sp>
      </p:grpSp>
      <p:grpSp>
        <p:nvGrpSpPr>
          <p:cNvPr id="102" name="Group 101">
            <a:extLst>
              <a:ext uri="{FF2B5EF4-FFF2-40B4-BE49-F238E27FC236}">
                <a16:creationId xmlns:a16="http://schemas.microsoft.com/office/drawing/2014/main" id="{87EE735C-68D8-81BF-7458-93C8408FA2D3}"/>
              </a:ext>
            </a:extLst>
          </p:cNvPr>
          <p:cNvGrpSpPr/>
          <p:nvPr/>
        </p:nvGrpSpPr>
        <p:grpSpPr>
          <a:xfrm>
            <a:off x="2711220" y="1733550"/>
            <a:ext cx="3360014" cy="562610"/>
            <a:chOff x="2711220" y="1733550"/>
            <a:chExt cx="3360014" cy="562610"/>
          </a:xfrm>
        </p:grpSpPr>
        <p:sp>
          <p:nvSpPr>
            <p:cNvPr id="63" name="object 37">
              <a:extLst>
                <a:ext uri="{FF2B5EF4-FFF2-40B4-BE49-F238E27FC236}">
                  <a16:creationId xmlns:a16="http://schemas.microsoft.com/office/drawing/2014/main" id="{19080FD7-7AAC-6054-AB28-9094A8101764}"/>
                </a:ext>
              </a:extLst>
            </p:cNvPr>
            <p:cNvSpPr/>
            <p:nvPr/>
          </p:nvSpPr>
          <p:spPr>
            <a:xfrm>
              <a:off x="2711220" y="1733550"/>
              <a:ext cx="479425" cy="534670"/>
            </a:xfrm>
            <a:custGeom>
              <a:avLst/>
              <a:gdLst/>
              <a:ahLst/>
              <a:cxnLst/>
              <a:rect l="l" t="t" r="r" b="b"/>
              <a:pathLst>
                <a:path w="479425" h="534669">
                  <a:moveTo>
                    <a:pt x="478877" y="0"/>
                  </a:moveTo>
                  <a:lnTo>
                    <a:pt x="0" y="534497"/>
                  </a:lnTo>
                </a:path>
              </a:pathLst>
            </a:custGeom>
            <a:ln w="38099">
              <a:solidFill>
                <a:srgbClr val="000000"/>
              </a:solidFill>
            </a:ln>
          </p:spPr>
          <p:txBody>
            <a:bodyPr wrap="square" lIns="0" tIns="0" rIns="0" bIns="0" rtlCol="0"/>
            <a:lstStyle/>
            <a:p>
              <a:endParaRPr/>
            </a:p>
          </p:txBody>
        </p:sp>
        <p:sp>
          <p:nvSpPr>
            <p:cNvPr id="64" name="object 38">
              <a:extLst>
                <a:ext uri="{FF2B5EF4-FFF2-40B4-BE49-F238E27FC236}">
                  <a16:creationId xmlns:a16="http://schemas.microsoft.com/office/drawing/2014/main" id="{2607EFDD-3515-0CD6-1088-0DAC423CFABE}"/>
                </a:ext>
              </a:extLst>
            </p:cNvPr>
            <p:cNvSpPr/>
            <p:nvPr/>
          </p:nvSpPr>
          <p:spPr>
            <a:xfrm>
              <a:off x="2711220" y="2138446"/>
              <a:ext cx="126364" cy="130175"/>
            </a:xfrm>
            <a:custGeom>
              <a:avLst/>
              <a:gdLst/>
              <a:ahLst/>
              <a:cxnLst/>
              <a:rect l="l" t="t" r="r" b="b"/>
              <a:pathLst>
                <a:path w="126364" h="130175">
                  <a:moveTo>
                    <a:pt x="26596" y="0"/>
                  </a:moveTo>
                  <a:lnTo>
                    <a:pt x="0" y="129631"/>
                  </a:lnTo>
                  <a:lnTo>
                    <a:pt x="125931" y="88971"/>
                  </a:lnTo>
                </a:path>
              </a:pathLst>
            </a:custGeom>
            <a:ln w="38099">
              <a:solidFill>
                <a:srgbClr val="000000"/>
              </a:solidFill>
            </a:ln>
          </p:spPr>
          <p:txBody>
            <a:bodyPr wrap="square" lIns="0" tIns="0" rIns="0" bIns="0" rtlCol="0"/>
            <a:lstStyle/>
            <a:p>
              <a:endParaRPr/>
            </a:p>
          </p:txBody>
        </p:sp>
        <p:sp>
          <p:nvSpPr>
            <p:cNvPr id="65" name="object 39">
              <a:extLst>
                <a:ext uri="{FF2B5EF4-FFF2-40B4-BE49-F238E27FC236}">
                  <a16:creationId xmlns:a16="http://schemas.microsoft.com/office/drawing/2014/main" id="{ECC75180-5388-615B-DC83-6A94D720CE18}"/>
                </a:ext>
              </a:extLst>
            </p:cNvPr>
            <p:cNvSpPr/>
            <p:nvPr/>
          </p:nvSpPr>
          <p:spPr>
            <a:xfrm>
              <a:off x="3173729" y="1733550"/>
              <a:ext cx="2178050" cy="0"/>
            </a:xfrm>
            <a:custGeom>
              <a:avLst/>
              <a:gdLst/>
              <a:ahLst/>
              <a:cxnLst/>
              <a:rect l="l" t="t" r="r" b="b"/>
              <a:pathLst>
                <a:path w="2178050">
                  <a:moveTo>
                    <a:pt x="2177856" y="0"/>
                  </a:moveTo>
                  <a:lnTo>
                    <a:pt x="0" y="0"/>
                  </a:lnTo>
                </a:path>
              </a:pathLst>
            </a:custGeom>
            <a:ln w="38099">
              <a:solidFill>
                <a:srgbClr val="000000"/>
              </a:solidFill>
            </a:ln>
          </p:spPr>
          <p:txBody>
            <a:bodyPr wrap="square" lIns="0" tIns="0" rIns="0" bIns="0" rtlCol="0"/>
            <a:lstStyle/>
            <a:p>
              <a:endParaRPr/>
            </a:p>
          </p:txBody>
        </p:sp>
        <p:sp>
          <p:nvSpPr>
            <p:cNvPr id="66" name="object 40">
              <a:extLst>
                <a:ext uri="{FF2B5EF4-FFF2-40B4-BE49-F238E27FC236}">
                  <a16:creationId xmlns:a16="http://schemas.microsoft.com/office/drawing/2014/main" id="{DE3A54A2-26A5-658A-51AF-D175B238B51F}"/>
                </a:ext>
              </a:extLst>
            </p:cNvPr>
            <p:cNvSpPr/>
            <p:nvPr/>
          </p:nvSpPr>
          <p:spPr>
            <a:xfrm>
              <a:off x="5337809" y="1733550"/>
              <a:ext cx="733425" cy="562610"/>
            </a:xfrm>
            <a:custGeom>
              <a:avLst/>
              <a:gdLst/>
              <a:ahLst/>
              <a:cxnLst/>
              <a:rect l="l" t="t" r="r" b="b"/>
              <a:pathLst>
                <a:path w="733425" h="562610">
                  <a:moveTo>
                    <a:pt x="732830" y="562295"/>
                  </a:moveTo>
                  <a:lnTo>
                    <a:pt x="0" y="0"/>
                  </a:lnTo>
                </a:path>
              </a:pathLst>
            </a:custGeom>
            <a:ln w="38099">
              <a:solidFill>
                <a:srgbClr val="000000"/>
              </a:solidFill>
            </a:ln>
          </p:spPr>
          <p:txBody>
            <a:bodyPr wrap="square" lIns="0" tIns="0" rIns="0" bIns="0" rtlCol="0"/>
            <a:lstStyle/>
            <a:p>
              <a:endParaRPr/>
            </a:p>
          </p:txBody>
        </p:sp>
      </p:grpSp>
      <p:grpSp>
        <p:nvGrpSpPr>
          <p:cNvPr id="85" name="Group 84">
            <a:extLst>
              <a:ext uri="{FF2B5EF4-FFF2-40B4-BE49-F238E27FC236}">
                <a16:creationId xmlns:a16="http://schemas.microsoft.com/office/drawing/2014/main" id="{5A764372-77B5-3900-0E8B-2ABF04AAC0C8}"/>
              </a:ext>
            </a:extLst>
          </p:cNvPr>
          <p:cNvGrpSpPr/>
          <p:nvPr/>
        </p:nvGrpSpPr>
        <p:grpSpPr>
          <a:xfrm>
            <a:off x="610874" y="4304026"/>
            <a:ext cx="7802531" cy="1389379"/>
            <a:chOff x="610874" y="4304026"/>
            <a:chExt cx="7802531" cy="1389379"/>
          </a:xfrm>
        </p:grpSpPr>
        <p:sp>
          <p:nvSpPr>
            <p:cNvPr id="68" name="object 3">
              <a:extLst>
                <a:ext uri="{FF2B5EF4-FFF2-40B4-BE49-F238E27FC236}">
                  <a16:creationId xmlns:a16="http://schemas.microsoft.com/office/drawing/2014/main" id="{4D70AC3A-FC52-CF5E-2297-B1400FAE5374}"/>
                </a:ext>
              </a:extLst>
            </p:cNvPr>
            <p:cNvSpPr/>
            <p:nvPr/>
          </p:nvSpPr>
          <p:spPr>
            <a:xfrm>
              <a:off x="4908560" y="4326885"/>
              <a:ext cx="1998980" cy="1366520"/>
            </a:xfrm>
            <a:custGeom>
              <a:avLst/>
              <a:gdLst/>
              <a:ahLst/>
              <a:cxnLst/>
              <a:rect l="l" t="t" r="r" b="b"/>
              <a:pathLst>
                <a:path w="1998979" h="1366520">
                  <a:moveTo>
                    <a:pt x="0" y="1366528"/>
                  </a:moveTo>
                  <a:lnTo>
                    <a:pt x="1998975" y="1366528"/>
                  </a:lnTo>
                  <a:lnTo>
                    <a:pt x="1998975" y="0"/>
                  </a:lnTo>
                  <a:lnTo>
                    <a:pt x="0" y="0"/>
                  </a:lnTo>
                  <a:lnTo>
                    <a:pt x="0" y="1366528"/>
                  </a:lnTo>
                  <a:close/>
                </a:path>
              </a:pathLst>
            </a:custGeom>
            <a:solidFill>
              <a:srgbClr val="FF0D06"/>
            </a:solidFill>
          </p:spPr>
          <p:txBody>
            <a:bodyPr wrap="square" lIns="0" tIns="0" rIns="0" bIns="0" rtlCol="0"/>
            <a:lstStyle/>
            <a:p>
              <a:endParaRPr/>
            </a:p>
          </p:txBody>
        </p:sp>
        <p:sp>
          <p:nvSpPr>
            <p:cNvPr id="69" name="object 4">
              <a:extLst>
                <a:ext uri="{FF2B5EF4-FFF2-40B4-BE49-F238E27FC236}">
                  <a16:creationId xmlns:a16="http://schemas.microsoft.com/office/drawing/2014/main" id="{9464AB67-D0F5-6099-E897-CFDD7523DB8B}"/>
                </a:ext>
              </a:extLst>
            </p:cNvPr>
            <p:cNvSpPr/>
            <p:nvPr/>
          </p:nvSpPr>
          <p:spPr>
            <a:xfrm>
              <a:off x="4908560" y="4326885"/>
              <a:ext cx="1998980" cy="1366520"/>
            </a:xfrm>
            <a:custGeom>
              <a:avLst/>
              <a:gdLst/>
              <a:ahLst/>
              <a:cxnLst/>
              <a:rect l="l" t="t" r="r" b="b"/>
              <a:pathLst>
                <a:path w="1998979" h="1366520">
                  <a:moveTo>
                    <a:pt x="0" y="1366528"/>
                  </a:moveTo>
                  <a:lnTo>
                    <a:pt x="1998975" y="1366528"/>
                  </a:lnTo>
                  <a:lnTo>
                    <a:pt x="1998975" y="0"/>
                  </a:lnTo>
                  <a:lnTo>
                    <a:pt x="0" y="0"/>
                  </a:lnTo>
                  <a:lnTo>
                    <a:pt x="0" y="1366528"/>
                  </a:lnTo>
                  <a:close/>
                </a:path>
              </a:pathLst>
            </a:custGeom>
            <a:ln w="12700">
              <a:solidFill>
                <a:srgbClr val="2E528E"/>
              </a:solidFill>
            </a:ln>
          </p:spPr>
          <p:txBody>
            <a:bodyPr wrap="square" lIns="0" tIns="0" rIns="0" bIns="0" rtlCol="0"/>
            <a:lstStyle/>
            <a:p>
              <a:endParaRPr/>
            </a:p>
          </p:txBody>
        </p:sp>
        <p:sp>
          <p:nvSpPr>
            <p:cNvPr id="70" name="object 5">
              <a:extLst>
                <a:ext uri="{FF2B5EF4-FFF2-40B4-BE49-F238E27FC236}">
                  <a16:creationId xmlns:a16="http://schemas.microsoft.com/office/drawing/2014/main" id="{A08E4BDE-A27D-AEA2-8DD7-94E563736100}"/>
                </a:ext>
              </a:extLst>
            </p:cNvPr>
            <p:cNvSpPr txBox="1"/>
            <p:nvPr/>
          </p:nvSpPr>
          <p:spPr>
            <a:xfrm>
              <a:off x="5456330" y="4900903"/>
              <a:ext cx="899794"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a:t>
              </a:r>
              <a:r>
                <a:rPr sz="1800" spc="5" dirty="0">
                  <a:latin typeface="Calibri"/>
                  <a:cs typeface="Calibri"/>
                </a:rPr>
                <a:t>y</a:t>
              </a:r>
              <a:r>
                <a:rPr sz="1800" spc="-10" dirty="0">
                  <a:latin typeface="Calibri"/>
                  <a:cs typeface="Calibri"/>
                </a:rPr>
                <a:t>n</a:t>
              </a:r>
              <a:r>
                <a:rPr sz="1800" spc="-5" dirty="0">
                  <a:latin typeface="Calibri"/>
                  <a:cs typeface="Calibri"/>
                </a:rPr>
                <a:t>a</a:t>
              </a:r>
              <a:r>
                <a:rPr sz="1800" spc="-15" dirty="0">
                  <a:latin typeface="Calibri"/>
                  <a:cs typeface="Calibri"/>
                </a:rPr>
                <a:t>m</a:t>
              </a:r>
              <a:r>
                <a:rPr sz="1800" spc="5" dirty="0">
                  <a:latin typeface="Calibri"/>
                  <a:cs typeface="Calibri"/>
                </a:rPr>
                <a:t>i</a:t>
              </a:r>
              <a:r>
                <a:rPr sz="1800" spc="-15" dirty="0">
                  <a:latin typeface="Calibri"/>
                  <a:cs typeface="Calibri"/>
                </a:rPr>
                <a:t>c</a:t>
              </a:r>
              <a:r>
                <a:rPr sz="1800" dirty="0">
                  <a:latin typeface="Calibri"/>
                  <a:cs typeface="Calibri"/>
                </a:rPr>
                <a:t>s</a:t>
              </a:r>
              <a:endParaRPr sz="1800">
                <a:latin typeface="Calibri"/>
                <a:cs typeface="Calibri"/>
              </a:endParaRPr>
            </a:p>
          </p:txBody>
        </p:sp>
        <p:sp>
          <p:nvSpPr>
            <p:cNvPr id="71" name="object 9">
              <a:extLst>
                <a:ext uri="{FF2B5EF4-FFF2-40B4-BE49-F238E27FC236}">
                  <a16:creationId xmlns:a16="http://schemas.microsoft.com/office/drawing/2014/main" id="{0C76DB31-3372-7639-1C46-4C1ED0D86A14}"/>
                </a:ext>
              </a:extLst>
            </p:cNvPr>
            <p:cNvSpPr/>
            <p:nvPr/>
          </p:nvSpPr>
          <p:spPr>
            <a:xfrm>
              <a:off x="6907529" y="4987290"/>
              <a:ext cx="1034415" cy="1905"/>
            </a:xfrm>
            <a:custGeom>
              <a:avLst/>
              <a:gdLst/>
              <a:ahLst/>
              <a:cxnLst/>
              <a:rect l="l" t="t" r="r" b="b"/>
              <a:pathLst>
                <a:path w="1034415" h="1904">
                  <a:moveTo>
                    <a:pt x="0" y="0"/>
                  </a:moveTo>
                  <a:lnTo>
                    <a:pt x="1033851" y="1536"/>
                  </a:lnTo>
                </a:path>
              </a:pathLst>
            </a:custGeom>
            <a:ln w="38099">
              <a:solidFill>
                <a:srgbClr val="000000"/>
              </a:solidFill>
            </a:ln>
          </p:spPr>
          <p:txBody>
            <a:bodyPr wrap="square" lIns="0" tIns="0" rIns="0" bIns="0" rtlCol="0"/>
            <a:lstStyle/>
            <a:p>
              <a:endParaRPr/>
            </a:p>
          </p:txBody>
        </p:sp>
        <p:sp>
          <p:nvSpPr>
            <p:cNvPr id="72" name="object 10">
              <a:extLst>
                <a:ext uri="{FF2B5EF4-FFF2-40B4-BE49-F238E27FC236}">
                  <a16:creationId xmlns:a16="http://schemas.microsoft.com/office/drawing/2014/main" id="{5A880EE7-E89C-8F6D-8B6C-9F223B4173DC}"/>
                </a:ext>
              </a:extLst>
            </p:cNvPr>
            <p:cNvSpPr/>
            <p:nvPr/>
          </p:nvSpPr>
          <p:spPr>
            <a:xfrm>
              <a:off x="7826958" y="4921971"/>
              <a:ext cx="114935" cy="133350"/>
            </a:xfrm>
            <a:custGeom>
              <a:avLst/>
              <a:gdLst/>
              <a:ahLst/>
              <a:cxnLst/>
              <a:rect l="l" t="t" r="r" b="b"/>
              <a:pathLst>
                <a:path w="114934" h="133350">
                  <a:moveTo>
                    <a:pt x="213" y="0"/>
                  </a:moveTo>
                  <a:lnTo>
                    <a:pt x="114421" y="66854"/>
                  </a:lnTo>
                  <a:lnTo>
                    <a:pt x="0" y="133349"/>
                  </a:lnTo>
                </a:path>
              </a:pathLst>
            </a:custGeom>
            <a:ln w="38099">
              <a:solidFill>
                <a:srgbClr val="000000"/>
              </a:solidFill>
            </a:ln>
          </p:spPr>
          <p:txBody>
            <a:bodyPr wrap="square" lIns="0" tIns="0" rIns="0" bIns="0" rtlCol="0"/>
            <a:lstStyle/>
            <a:p>
              <a:endParaRPr/>
            </a:p>
          </p:txBody>
        </p:sp>
        <p:sp>
          <p:nvSpPr>
            <p:cNvPr id="73" name="object 14">
              <a:extLst>
                <a:ext uri="{FF2B5EF4-FFF2-40B4-BE49-F238E27FC236}">
                  <a16:creationId xmlns:a16="http://schemas.microsoft.com/office/drawing/2014/main" id="{9B043FD0-9CCC-1301-9FD8-B69FCDB59E0A}"/>
                </a:ext>
              </a:extLst>
            </p:cNvPr>
            <p:cNvSpPr txBox="1"/>
            <p:nvPr/>
          </p:nvSpPr>
          <p:spPr>
            <a:xfrm>
              <a:off x="8159405" y="4830583"/>
              <a:ext cx="254000"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Y2</a:t>
              </a:r>
              <a:endParaRPr sz="1800">
                <a:latin typeface="Calibri"/>
                <a:cs typeface="Calibri"/>
              </a:endParaRPr>
            </a:p>
          </p:txBody>
        </p:sp>
        <p:sp>
          <p:nvSpPr>
            <p:cNvPr id="74" name="object 18">
              <a:extLst>
                <a:ext uri="{FF2B5EF4-FFF2-40B4-BE49-F238E27FC236}">
                  <a16:creationId xmlns:a16="http://schemas.microsoft.com/office/drawing/2014/main" id="{C7E5D380-853B-EA42-3074-B32665CF200C}"/>
                </a:ext>
              </a:extLst>
            </p:cNvPr>
            <p:cNvSpPr/>
            <p:nvPr/>
          </p:nvSpPr>
          <p:spPr>
            <a:xfrm>
              <a:off x="3768089" y="5043165"/>
              <a:ext cx="1103630" cy="0"/>
            </a:xfrm>
            <a:custGeom>
              <a:avLst/>
              <a:gdLst/>
              <a:ahLst/>
              <a:cxnLst/>
              <a:rect l="l" t="t" r="r" b="b"/>
              <a:pathLst>
                <a:path w="1103629">
                  <a:moveTo>
                    <a:pt x="0" y="0"/>
                  </a:moveTo>
                  <a:lnTo>
                    <a:pt x="1103528" y="0"/>
                  </a:lnTo>
                </a:path>
              </a:pathLst>
            </a:custGeom>
            <a:ln w="38099">
              <a:solidFill>
                <a:srgbClr val="44536A"/>
              </a:solidFill>
            </a:ln>
          </p:spPr>
          <p:txBody>
            <a:bodyPr wrap="square" lIns="0" tIns="0" rIns="0" bIns="0" rtlCol="0"/>
            <a:lstStyle/>
            <a:p>
              <a:endParaRPr/>
            </a:p>
          </p:txBody>
        </p:sp>
        <p:sp>
          <p:nvSpPr>
            <p:cNvPr id="75" name="object 19">
              <a:extLst>
                <a:ext uri="{FF2B5EF4-FFF2-40B4-BE49-F238E27FC236}">
                  <a16:creationId xmlns:a16="http://schemas.microsoft.com/office/drawing/2014/main" id="{BDD2189C-43F4-8568-2E6A-5EE86892D75F}"/>
                </a:ext>
              </a:extLst>
            </p:cNvPr>
            <p:cNvSpPr/>
            <p:nvPr/>
          </p:nvSpPr>
          <p:spPr>
            <a:xfrm>
              <a:off x="4757318" y="4976490"/>
              <a:ext cx="114300" cy="133350"/>
            </a:xfrm>
            <a:custGeom>
              <a:avLst/>
              <a:gdLst/>
              <a:ahLst/>
              <a:cxnLst/>
              <a:rect l="l" t="t" r="r" b="b"/>
              <a:pathLst>
                <a:path w="114300" h="133350">
                  <a:moveTo>
                    <a:pt x="0" y="0"/>
                  </a:moveTo>
                  <a:lnTo>
                    <a:pt x="114299" y="66674"/>
                  </a:lnTo>
                  <a:lnTo>
                    <a:pt x="0" y="133349"/>
                  </a:lnTo>
                </a:path>
              </a:pathLst>
            </a:custGeom>
            <a:ln w="38099">
              <a:solidFill>
                <a:srgbClr val="44536A"/>
              </a:solidFill>
            </a:ln>
          </p:spPr>
          <p:txBody>
            <a:bodyPr wrap="square" lIns="0" tIns="0" rIns="0" bIns="0" rtlCol="0"/>
            <a:lstStyle/>
            <a:p>
              <a:endParaRPr/>
            </a:p>
          </p:txBody>
        </p:sp>
        <p:sp>
          <p:nvSpPr>
            <p:cNvPr id="77" name="object 22">
              <a:extLst>
                <a:ext uri="{FF2B5EF4-FFF2-40B4-BE49-F238E27FC236}">
                  <a16:creationId xmlns:a16="http://schemas.microsoft.com/office/drawing/2014/main" id="{4F4D1795-5448-9102-D129-806EBA5B3506}"/>
                </a:ext>
              </a:extLst>
            </p:cNvPr>
            <p:cNvSpPr txBox="1"/>
            <p:nvPr/>
          </p:nvSpPr>
          <p:spPr>
            <a:xfrm>
              <a:off x="3988539" y="5234176"/>
              <a:ext cx="288925" cy="254000"/>
            </a:xfrm>
            <a:prstGeom prst="rect">
              <a:avLst/>
            </a:prstGeom>
          </p:spPr>
          <p:txBody>
            <a:bodyPr vert="horz" wrap="square" lIns="0" tIns="0" rIns="0" bIns="0" rtlCol="0">
              <a:spAutoFit/>
            </a:bodyPr>
            <a:lstStyle/>
            <a:p>
              <a:pPr marL="12700">
                <a:lnSpc>
                  <a:spcPct val="100000"/>
                </a:lnSpc>
              </a:pPr>
              <a:r>
                <a:rPr sz="1800" spc="-10" dirty="0">
                  <a:solidFill>
                    <a:srgbClr val="44536A"/>
                  </a:solidFill>
                  <a:latin typeface="Calibri"/>
                  <a:cs typeface="Calibri"/>
                </a:rPr>
                <a:t>U2</a:t>
              </a:r>
              <a:endParaRPr sz="1800">
                <a:latin typeface="Calibri"/>
                <a:cs typeface="Calibri"/>
              </a:endParaRPr>
            </a:p>
          </p:txBody>
        </p:sp>
        <p:sp>
          <p:nvSpPr>
            <p:cNvPr id="78" name="object 28">
              <a:extLst>
                <a:ext uri="{FF2B5EF4-FFF2-40B4-BE49-F238E27FC236}">
                  <a16:creationId xmlns:a16="http://schemas.microsoft.com/office/drawing/2014/main" id="{B1F360A8-0AB1-F5A9-9888-5A210C1BCBC5}"/>
                </a:ext>
              </a:extLst>
            </p:cNvPr>
            <p:cNvSpPr/>
            <p:nvPr/>
          </p:nvSpPr>
          <p:spPr>
            <a:xfrm>
              <a:off x="1695450" y="4304026"/>
              <a:ext cx="1998980" cy="1366520"/>
            </a:xfrm>
            <a:custGeom>
              <a:avLst/>
              <a:gdLst/>
              <a:ahLst/>
              <a:cxnLst/>
              <a:rect l="l" t="t" r="r" b="b"/>
              <a:pathLst>
                <a:path w="1998979" h="1366520">
                  <a:moveTo>
                    <a:pt x="0" y="1366528"/>
                  </a:moveTo>
                  <a:lnTo>
                    <a:pt x="1998975" y="1366528"/>
                  </a:lnTo>
                  <a:lnTo>
                    <a:pt x="1998975" y="0"/>
                  </a:lnTo>
                  <a:lnTo>
                    <a:pt x="0" y="0"/>
                  </a:lnTo>
                  <a:lnTo>
                    <a:pt x="0" y="1366528"/>
                  </a:lnTo>
                  <a:close/>
                </a:path>
              </a:pathLst>
            </a:custGeom>
            <a:solidFill>
              <a:srgbClr val="FF0D06"/>
            </a:solidFill>
          </p:spPr>
          <p:txBody>
            <a:bodyPr wrap="square" lIns="0" tIns="0" rIns="0" bIns="0" rtlCol="0"/>
            <a:lstStyle/>
            <a:p>
              <a:endParaRPr/>
            </a:p>
          </p:txBody>
        </p:sp>
        <p:sp>
          <p:nvSpPr>
            <p:cNvPr id="79" name="object 29">
              <a:extLst>
                <a:ext uri="{FF2B5EF4-FFF2-40B4-BE49-F238E27FC236}">
                  <a16:creationId xmlns:a16="http://schemas.microsoft.com/office/drawing/2014/main" id="{1C9E806C-0202-A6C7-58FD-5A25F3063042}"/>
                </a:ext>
              </a:extLst>
            </p:cNvPr>
            <p:cNvSpPr/>
            <p:nvPr/>
          </p:nvSpPr>
          <p:spPr>
            <a:xfrm>
              <a:off x="1695450" y="4304026"/>
              <a:ext cx="1998980" cy="1366520"/>
            </a:xfrm>
            <a:custGeom>
              <a:avLst/>
              <a:gdLst/>
              <a:ahLst/>
              <a:cxnLst/>
              <a:rect l="l" t="t" r="r" b="b"/>
              <a:pathLst>
                <a:path w="1998979" h="1366520">
                  <a:moveTo>
                    <a:pt x="0" y="1366528"/>
                  </a:moveTo>
                  <a:lnTo>
                    <a:pt x="1998975" y="1366528"/>
                  </a:lnTo>
                  <a:lnTo>
                    <a:pt x="1998975" y="0"/>
                  </a:lnTo>
                  <a:lnTo>
                    <a:pt x="0" y="0"/>
                  </a:lnTo>
                  <a:lnTo>
                    <a:pt x="0" y="1366528"/>
                  </a:lnTo>
                  <a:close/>
                </a:path>
              </a:pathLst>
            </a:custGeom>
            <a:ln w="12700">
              <a:solidFill>
                <a:srgbClr val="2E528E"/>
              </a:solidFill>
            </a:ln>
          </p:spPr>
          <p:txBody>
            <a:bodyPr wrap="square" lIns="0" tIns="0" rIns="0" bIns="0" rtlCol="0"/>
            <a:lstStyle/>
            <a:p>
              <a:endParaRPr/>
            </a:p>
          </p:txBody>
        </p:sp>
        <p:sp>
          <p:nvSpPr>
            <p:cNvPr id="80" name="object 30">
              <a:extLst>
                <a:ext uri="{FF2B5EF4-FFF2-40B4-BE49-F238E27FC236}">
                  <a16:creationId xmlns:a16="http://schemas.microsoft.com/office/drawing/2014/main" id="{E3783DA9-5A00-5F07-012B-19ACDDC80FBD}"/>
                </a:ext>
              </a:extLst>
            </p:cNvPr>
            <p:cNvSpPr txBox="1"/>
            <p:nvPr/>
          </p:nvSpPr>
          <p:spPr>
            <a:xfrm>
              <a:off x="2230096" y="4878462"/>
              <a:ext cx="928369" cy="254000"/>
            </a:xfrm>
            <a:prstGeom prst="rect">
              <a:avLst/>
            </a:prstGeom>
          </p:spPr>
          <p:txBody>
            <a:bodyPr vert="horz" wrap="square" lIns="0" tIns="0" rIns="0" bIns="0" rtlCol="0">
              <a:spAutoFit/>
            </a:bodyPr>
            <a:lstStyle/>
            <a:p>
              <a:pPr marL="12700">
                <a:lnSpc>
                  <a:spcPct val="100000"/>
                </a:lnSpc>
              </a:pPr>
              <a:r>
                <a:rPr sz="1800" spc="-35" dirty="0">
                  <a:latin typeface="Calibri"/>
                  <a:cs typeface="Calibri"/>
                </a:rPr>
                <a:t>c</a:t>
              </a:r>
              <a:r>
                <a:rPr sz="1800" spc="-10" dirty="0">
                  <a:latin typeface="Calibri"/>
                  <a:cs typeface="Calibri"/>
                </a:rPr>
                <a:t>o</a:t>
              </a:r>
              <a:r>
                <a:rPr sz="1800" spc="-30" dirty="0">
                  <a:latin typeface="Calibri"/>
                  <a:cs typeface="Calibri"/>
                </a:rPr>
                <a:t>n</a:t>
              </a:r>
              <a:r>
                <a:rPr sz="1800" spc="-15" dirty="0">
                  <a:latin typeface="Calibri"/>
                  <a:cs typeface="Calibri"/>
                </a:rPr>
                <a:t>t</a:t>
              </a:r>
              <a:r>
                <a:rPr sz="1800" spc="-40" dirty="0">
                  <a:latin typeface="Calibri"/>
                  <a:cs typeface="Calibri"/>
                </a:rPr>
                <a:t>r</a:t>
              </a:r>
              <a:r>
                <a:rPr sz="1800" spc="-10" dirty="0">
                  <a:latin typeface="Calibri"/>
                  <a:cs typeface="Calibri"/>
                </a:rPr>
                <a:t>o</a:t>
              </a:r>
              <a:r>
                <a:rPr sz="1800" spc="5" dirty="0">
                  <a:latin typeface="Calibri"/>
                  <a:cs typeface="Calibri"/>
                </a:rPr>
                <a:t>ll</a:t>
              </a:r>
              <a:r>
                <a:rPr sz="1800" spc="-10" dirty="0">
                  <a:latin typeface="Calibri"/>
                  <a:cs typeface="Calibri"/>
                </a:rPr>
                <a:t>er</a:t>
              </a:r>
              <a:endParaRPr sz="1800">
                <a:latin typeface="Calibri"/>
                <a:cs typeface="Calibri"/>
              </a:endParaRPr>
            </a:p>
          </p:txBody>
        </p:sp>
        <p:sp>
          <p:nvSpPr>
            <p:cNvPr id="81" name="object 31">
              <a:extLst>
                <a:ext uri="{FF2B5EF4-FFF2-40B4-BE49-F238E27FC236}">
                  <a16:creationId xmlns:a16="http://schemas.microsoft.com/office/drawing/2014/main" id="{2F4F71B3-3CC6-E85D-FD97-9C360A73F1D5}"/>
                </a:ext>
              </a:extLst>
            </p:cNvPr>
            <p:cNvSpPr/>
            <p:nvPr/>
          </p:nvSpPr>
          <p:spPr>
            <a:xfrm>
              <a:off x="610874" y="5010150"/>
              <a:ext cx="1075690" cy="1905"/>
            </a:xfrm>
            <a:custGeom>
              <a:avLst/>
              <a:gdLst/>
              <a:ahLst/>
              <a:cxnLst/>
              <a:rect l="l" t="t" r="r" b="b"/>
              <a:pathLst>
                <a:path w="1075689" h="1904">
                  <a:moveTo>
                    <a:pt x="0" y="0"/>
                  </a:moveTo>
                  <a:lnTo>
                    <a:pt x="1075361" y="1536"/>
                  </a:lnTo>
                </a:path>
              </a:pathLst>
            </a:custGeom>
            <a:ln w="38099">
              <a:solidFill>
                <a:srgbClr val="000000"/>
              </a:solidFill>
            </a:ln>
          </p:spPr>
          <p:txBody>
            <a:bodyPr wrap="square" lIns="0" tIns="0" rIns="0" bIns="0" rtlCol="0"/>
            <a:lstStyle/>
            <a:p>
              <a:endParaRPr/>
            </a:p>
          </p:txBody>
        </p:sp>
        <p:sp>
          <p:nvSpPr>
            <p:cNvPr id="82" name="object 32">
              <a:extLst>
                <a:ext uri="{FF2B5EF4-FFF2-40B4-BE49-F238E27FC236}">
                  <a16:creationId xmlns:a16="http://schemas.microsoft.com/office/drawing/2014/main" id="{7988DECA-3697-70AB-E827-A782E10A9E91}"/>
                </a:ext>
              </a:extLst>
            </p:cNvPr>
            <p:cNvSpPr/>
            <p:nvPr/>
          </p:nvSpPr>
          <p:spPr>
            <a:xfrm>
              <a:off x="1571838" y="4944843"/>
              <a:ext cx="114935" cy="133350"/>
            </a:xfrm>
            <a:custGeom>
              <a:avLst/>
              <a:gdLst/>
              <a:ahLst/>
              <a:cxnLst/>
              <a:rect l="l" t="t" r="r" b="b"/>
              <a:pathLst>
                <a:path w="114935" h="133350">
                  <a:moveTo>
                    <a:pt x="192" y="0"/>
                  </a:moveTo>
                  <a:lnTo>
                    <a:pt x="114385" y="66842"/>
                  </a:lnTo>
                  <a:lnTo>
                    <a:pt x="0" y="133349"/>
                  </a:lnTo>
                </a:path>
              </a:pathLst>
            </a:custGeom>
            <a:ln w="38099">
              <a:solidFill>
                <a:srgbClr val="000000"/>
              </a:solidFill>
            </a:ln>
          </p:spPr>
          <p:txBody>
            <a:bodyPr wrap="square" lIns="0" tIns="0" rIns="0" bIns="0" rtlCol="0"/>
            <a:lstStyle/>
            <a:p>
              <a:endParaRPr/>
            </a:p>
          </p:txBody>
        </p:sp>
        <p:sp>
          <p:nvSpPr>
            <p:cNvPr id="83" name="object 36">
              <a:extLst>
                <a:ext uri="{FF2B5EF4-FFF2-40B4-BE49-F238E27FC236}">
                  <a16:creationId xmlns:a16="http://schemas.microsoft.com/office/drawing/2014/main" id="{CD9FA423-1A4C-4875-A351-08A0078D3B41}"/>
                </a:ext>
              </a:extLst>
            </p:cNvPr>
            <p:cNvSpPr txBox="1"/>
            <p:nvPr/>
          </p:nvSpPr>
          <p:spPr>
            <a:xfrm>
              <a:off x="906879" y="4586108"/>
              <a:ext cx="28003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D2</a:t>
              </a:r>
              <a:endParaRPr sz="1800">
                <a:latin typeface="Calibri"/>
                <a:cs typeface="Calibri"/>
              </a:endParaRPr>
            </a:p>
          </p:txBody>
        </p:sp>
      </p:grpSp>
      <p:grpSp>
        <p:nvGrpSpPr>
          <p:cNvPr id="90" name="Group 89">
            <a:extLst>
              <a:ext uri="{FF2B5EF4-FFF2-40B4-BE49-F238E27FC236}">
                <a16:creationId xmlns:a16="http://schemas.microsoft.com/office/drawing/2014/main" id="{47A24443-0DBB-8381-7B6D-58BA030342AF}"/>
              </a:ext>
            </a:extLst>
          </p:cNvPr>
          <p:cNvGrpSpPr/>
          <p:nvPr/>
        </p:nvGrpSpPr>
        <p:grpSpPr>
          <a:xfrm>
            <a:off x="2710863" y="5693414"/>
            <a:ext cx="3197166" cy="721351"/>
            <a:chOff x="2710863" y="5693414"/>
            <a:chExt cx="3197166" cy="721351"/>
          </a:xfrm>
        </p:grpSpPr>
        <p:sp>
          <p:nvSpPr>
            <p:cNvPr id="86" name="object 41">
              <a:extLst>
                <a:ext uri="{FF2B5EF4-FFF2-40B4-BE49-F238E27FC236}">
                  <a16:creationId xmlns:a16="http://schemas.microsoft.com/office/drawing/2014/main" id="{2C28AA85-4111-D73F-7B56-BE77479026CB}"/>
                </a:ext>
              </a:extLst>
            </p:cNvPr>
            <p:cNvSpPr/>
            <p:nvPr/>
          </p:nvSpPr>
          <p:spPr>
            <a:xfrm>
              <a:off x="2712326" y="5703332"/>
              <a:ext cx="403860" cy="709930"/>
            </a:xfrm>
            <a:custGeom>
              <a:avLst/>
              <a:gdLst/>
              <a:ahLst/>
              <a:cxnLst/>
              <a:rect l="l" t="t" r="r" b="b"/>
              <a:pathLst>
                <a:path w="403860" h="709929">
                  <a:moveTo>
                    <a:pt x="403643" y="709742"/>
                  </a:moveTo>
                  <a:lnTo>
                    <a:pt x="0" y="0"/>
                  </a:lnTo>
                </a:path>
              </a:pathLst>
            </a:custGeom>
            <a:ln w="38099">
              <a:solidFill>
                <a:srgbClr val="000000"/>
              </a:solidFill>
            </a:ln>
          </p:spPr>
          <p:txBody>
            <a:bodyPr wrap="square" lIns="0" tIns="0" rIns="0" bIns="0" rtlCol="0"/>
            <a:lstStyle/>
            <a:p>
              <a:endParaRPr/>
            </a:p>
          </p:txBody>
        </p:sp>
        <p:sp>
          <p:nvSpPr>
            <p:cNvPr id="87" name="object 42">
              <a:extLst>
                <a:ext uri="{FF2B5EF4-FFF2-40B4-BE49-F238E27FC236}">
                  <a16:creationId xmlns:a16="http://schemas.microsoft.com/office/drawing/2014/main" id="{62D03A6F-EC16-0907-8175-02862BD6D2D3}"/>
                </a:ext>
              </a:extLst>
            </p:cNvPr>
            <p:cNvSpPr/>
            <p:nvPr/>
          </p:nvSpPr>
          <p:spPr>
            <a:xfrm>
              <a:off x="2710863" y="5703332"/>
              <a:ext cx="116205" cy="132715"/>
            </a:xfrm>
            <a:custGeom>
              <a:avLst/>
              <a:gdLst/>
              <a:ahLst/>
              <a:cxnLst/>
              <a:rect l="l" t="t" r="r" b="b"/>
              <a:pathLst>
                <a:path w="116205" h="132714">
                  <a:moveTo>
                    <a:pt x="0" y="132325"/>
                  </a:moveTo>
                  <a:lnTo>
                    <a:pt x="1463" y="0"/>
                  </a:lnTo>
                  <a:lnTo>
                    <a:pt x="115906" y="66400"/>
                  </a:lnTo>
                </a:path>
              </a:pathLst>
            </a:custGeom>
            <a:ln w="38099">
              <a:solidFill>
                <a:srgbClr val="000000"/>
              </a:solidFill>
            </a:ln>
          </p:spPr>
          <p:txBody>
            <a:bodyPr wrap="square" lIns="0" tIns="0" rIns="0" bIns="0" rtlCol="0"/>
            <a:lstStyle/>
            <a:p>
              <a:endParaRPr/>
            </a:p>
          </p:txBody>
        </p:sp>
        <p:sp>
          <p:nvSpPr>
            <p:cNvPr id="88" name="object 43">
              <a:extLst>
                <a:ext uri="{FF2B5EF4-FFF2-40B4-BE49-F238E27FC236}">
                  <a16:creationId xmlns:a16="http://schemas.microsoft.com/office/drawing/2014/main" id="{3E126B23-7D4C-579A-5066-4E6782064CA2}"/>
                </a:ext>
              </a:extLst>
            </p:cNvPr>
            <p:cNvSpPr/>
            <p:nvPr/>
          </p:nvSpPr>
          <p:spPr>
            <a:xfrm>
              <a:off x="3100059" y="6414765"/>
              <a:ext cx="2178050" cy="0"/>
            </a:xfrm>
            <a:custGeom>
              <a:avLst/>
              <a:gdLst/>
              <a:ahLst/>
              <a:cxnLst/>
              <a:rect l="l" t="t" r="r" b="b"/>
              <a:pathLst>
                <a:path w="2178050">
                  <a:moveTo>
                    <a:pt x="2177856" y="0"/>
                  </a:moveTo>
                  <a:lnTo>
                    <a:pt x="0" y="0"/>
                  </a:lnTo>
                </a:path>
              </a:pathLst>
            </a:custGeom>
            <a:ln w="38099">
              <a:solidFill>
                <a:srgbClr val="000000"/>
              </a:solidFill>
            </a:ln>
          </p:spPr>
          <p:txBody>
            <a:bodyPr wrap="square" lIns="0" tIns="0" rIns="0" bIns="0" rtlCol="0"/>
            <a:lstStyle/>
            <a:p>
              <a:endParaRPr/>
            </a:p>
          </p:txBody>
        </p:sp>
        <p:sp>
          <p:nvSpPr>
            <p:cNvPr id="89" name="object 44">
              <a:extLst>
                <a:ext uri="{FF2B5EF4-FFF2-40B4-BE49-F238E27FC236}">
                  <a16:creationId xmlns:a16="http://schemas.microsoft.com/office/drawing/2014/main" id="{C2793522-2235-5564-47F4-C8275C33FB66}"/>
                </a:ext>
              </a:extLst>
            </p:cNvPr>
            <p:cNvSpPr/>
            <p:nvPr/>
          </p:nvSpPr>
          <p:spPr>
            <a:xfrm>
              <a:off x="5264139" y="5693414"/>
              <a:ext cx="643890" cy="720725"/>
            </a:xfrm>
            <a:custGeom>
              <a:avLst/>
              <a:gdLst/>
              <a:ahLst/>
              <a:cxnLst/>
              <a:rect l="l" t="t" r="r" b="b"/>
              <a:pathLst>
                <a:path w="643889" h="720725">
                  <a:moveTo>
                    <a:pt x="643707" y="0"/>
                  </a:moveTo>
                  <a:lnTo>
                    <a:pt x="0" y="720376"/>
                  </a:lnTo>
                </a:path>
              </a:pathLst>
            </a:custGeom>
            <a:ln w="38099">
              <a:solidFill>
                <a:srgbClr val="000000"/>
              </a:solidFill>
            </a:ln>
          </p:spPr>
          <p:txBody>
            <a:bodyPr wrap="square" lIns="0" tIns="0" rIns="0" bIns="0" rtlCol="0"/>
            <a:lstStyle/>
            <a:p>
              <a:endParaRPr/>
            </a:p>
          </p:txBody>
        </p:sp>
      </p:grpSp>
      <p:grpSp>
        <p:nvGrpSpPr>
          <p:cNvPr id="101" name="Group 100">
            <a:extLst>
              <a:ext uri="{FF2B5EF4-FFF2-40B4-BE49-F238E27FC236}">
                <a16:creationId xmlns:a16="http://schemas.microsoft.com/office/drawing/2014/main" id="{CCA5D08B-29E3-4488-8CFB-25EC4D3D8C31}"/>
              </a:ext>
            </a:extLst>
          </p:cNvPr>
          <p:cNvGrpSpPr/>
          <p:nvPr/>
        </p:nvGrpSpPr>
        <p:grpSpPr>
          <a:xfrm>
            <a:off x="3694419" y="2569955"/>
            <a:ext cx="1191270" cy="2918221"/>
            <a:chOff x="3694419" y="2569955"/>
            <a:chExt cx="1191270" cy="2918221"/>
          </a:xfrm>
        </p:grpSpPr>
        <p:sp>
          <p:nvSpPr>
            <p:cNvPr id="91" name="object 15">
              <a:extLst>
                <a:ext uri="{FF2B5EF4-FFF2-40B4-BE49-F238E27FC236}">
                  <a16:creationId xmlns:a16="http://schemas.microsoft.com/office/drawing/2014/main" id="{D301411F-FF5F-3729-D102-44499CCA58A1}"/>
                </a:ext>
              </a:extLst>
            </p:cNvPr>
            <p:cNvSpPr txBox="1"/>
            <p:nvPr/>
          </p:nvSpPr>
          <p:spPr>
            <a:xfrm>
              <a:off x="3937617" y="2569955"/>
              <a:ext cx="28892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U1</a:t>
              </a:r>
              <a:endParaRPr sz="1800">
                <a:latin typeface="Calibri"/>
                <a:cs typeface="Calibri"/>
              </a:endParaRPr>
            </a:p>
          </p:txBody>
        </p:sp>
        <p:sp>
          <p:nvSpPr>
            <p:cNvPr id="93" name="object 17">
              <a:extLst>
                <a:ext uri="{FF2B5EF4-FFF2-40B4-BE49-F238E27FC236}">
                  <a16:creationId xmlns:a16="http://schemas.microsoft.com/office/drawing/2014/main" id="{8DDCB39E-7B91-FB4B-F4DB-1D2808F1A8AB}"/>
                </a:ext>
              </a:extLst>
            </p:cNvPr>
            <p:cNvSpPr/>
            <p:nvPr/>
          </p:nvSpPr>
          <p:spPr>
            <a:xfrm>
              <a:off x="4729063" y="2925531"/>
              <a:ext cx="114935" cy="133350"/>
            </a:xfrm>
            <a:custGeom>
              <a:avLst/>
              <a:gdLst/>
              <a:ahLst/>
              <a:cxnLst/>
              <a:rect l="l" t="t" r="r" b="b"/>
              <a:pathLst>
                <a:path w="114935" h="133350">
                  <a:moveTo>
                    <a:pt x="182" y="0"/>
                  </a:moveTo>
                  <a:lnTo>
                    <a:pt x="114360" y="66842"/>
                  </a:lnTo>
                  <a:lnTo>
                    <a:pt x="0" y="133349"/>
                  </a:lnTo>
                </a:path>
              </a:pathLst>
            </a:custGeom>
            <a:ln w="38099">
              <a:solidFill>
                <a:srgbClr val="000000"/>
              </a:solidFill>
            </a:ln>
          </p:spPr>
          <p:txBody>
            <a:bodyPr wrap="square" lIns="0" tIns="0" rIns="0" bIns="0" rtlCol="0"/>
            <a:lstStyle/>
            <a:p>
              <a:endParaRPr/>
            </a:p>
          </p:txBody>
        </p:sp>
        <p:sp>
          <p:nvSpPr>
            <p:cNvPr id="95" name="object 19">
              <a:extLst>
                <a:ext uri="{FF2B5EF4-FFF2-40B4-BE49-F238E27FC236}">
                  <a16:creationId xmlns:a16="http://schemas.microsoft.com/office/drawing/2014/main" id="{8A0D3802-4FB7-3643-5183-37739FAB0701}"/>
                </a:ext>
              </a:extLst>
            </p:cNvPr>
            <p:cNvSpPr/>
            <p:nvPr/>
          </p:nvSpPr>
          <p:spPr>
            <a:xfrm>
              <a:off x="4757318" y="4976490"/>
              <a:ext cx="114300" cy="133350"/>
            </a:xfrm>
            <a:custGeom>
              <a:avLst/>
              <a:gdLst/>
              <a:ahLst/>
              <a:cxnLst/>
              <a:rect l="l" t="t" r="r" b="b"/>
              <a:pathLst>
                <a:path w="114300" h="133350">
                  <a:moveTo>
                    <a:pt x="0" y="0"/>
                  </a:moveTo>
                  <a:lnTo>
                    <a:pt x="114299" y="66674"/>
                  </a:lnTo>
                  <a:lnTo>
                    <a:pt x="0" y="133349"/>
                  </a:lnTo>
                </a:path>
              </a:pathLst>
            </a:custGeom>
            <a:ln w="38099">
              <a:solidFill>
                <a:srgbClr val="44536A"/>
              </a:solidFill>
            </a:ln>
          </p:spPr>
          <p:txBody>
            <a:bodyPr wrap="square" lIns="0" tIns="0" rIns="0" bIns="0" rtlCol="0"/>
            <a:lstStyle/>
            <a:p>
              <a:endParaRPr/>
            </a:p>
          </p:txBody>
        </p:sp>
        <p:sp>
          <p:nvSpPr>
            <p:cNvPr id="96" name="object 20">
              <a:extLst>
                <a:ext uri="{FF2B5EF4-FFF2-40B4-BE49-F238E27FC236}">
                  <a16:creationId xmlns:a16="http://schemas.microsoft.com/office/drawing/2014/main" id="{6E03DFE0-D31E-A96A-4738-1A6BF53CB917}"/>
                </a:ext>
              </a:extLst>
            </p:cNvPr>
            <p:cNvSpPr/>
            <p:nvPr/>
          </p:nvSpPr>
          <p:spPr>
            <a:xfrm>
              <a:off x="3768089" y="3389619"/>
              <a:ext cx="1117600" cy="1338580"/>
            </a:xfrm>
            <a:custGeom>
              <a:avLst/>
              <a:gdLst/>
              <a:ahLst/>
              <a:cxnLst/>
              <a:rect l="l" t="t" r="r" b="b"/>
              <a:pathLst>
                <a:path w="1117600" h="1338579">
                  <a:moveTo>
                    <a:pt x="0" y="0"/>
                  </a:moveTo>
                  <a:lnTo>
                    <a:pt x="1117061" y="1337959"/>
                  </a:lnTo>
                </a:path>
              </a:pathLst>
            </a:custGeom>
            <a:ln w="38099">
              <a:solidFill>
                <a:srgbClr val="000000"/>
              </a:solidFill>
            </a:ln>
          </p:spPr>
          <p:txBody>
            <a:bodyPr wrap="square" lIns="0" tIns="0" rIns="0" bIns="0" rtlCol="0"/>
            <a:lstStyle/>
            <a:p>
              <a:endParaRPr/>
            </a:p>
          </p:txBody>
        </p:sp>
        <p:sp>
          <p:nvSpPr>
            <p:cNvPr id="97" name="object 21">
              <a:extLst>
                <a:ext uri="{FF2B5EF4-FFF2-40B4-BE49-F238E27FC236}">
                  <a16:creationId xmlns:a16="http://schemas.microsoft.com/office/drawing/2014/main" id="{99F5A094-038D-CA77-5429-DE2A637B02D8}"/>
                </a:ext>
              </a:extLst>
            </p:cNvPr>
            <p:cNvSpPr/>
            <p:nvPr/>
          </p:nvSpPr>
          <p:spPr>
            <a:xfrm>
              <a:off x="4760731" y="4597109"/>
              <a:ext cx="124460" cy="130810"/>
            </a:xfrm>
            <a:custGeom>
              <a:avLst/>
              <a:gdLst/>
              <a:ahLst/>
              <a:cxnLst/>
              <a:rect l="l" t="t" r="r" b="b"/>
              <a:pathLst>
                <a:path w="124460" h="130810">
                  <a:moveTo>
                    <a:pt x="102351" y="0"/>
                  </a:moveTo>
                  <a:lnTo>
                    <a:pt x="124449" y="130469"/>
                  </a:lnTo>
                  <a:lnTo>
                    <a:pt x="0" y="85450"/>
                  </a:lnTo>
                </a:path>
              </a:pathLst>
            </a:custGeom>
            <a:ln w="38099">
              <a:solidFill>
                <a:srgbClr val="000000"/>
              </a:solidFill>
            </a:ln>
          </p:spPr>
          <p:txBody>
            <a:bodyPr wrap="square" lIns="0" tIns="0" rIns="0" bIns="0" rtlCol="0"/>
            <a:lstStyle/>
            <a:p>
              <a:endParaRPr/>
            </a:p>
          </p:txBody>
        </p:sp>
        <p:sp>
          <p:nvSpPr>
            <p:cNvPr id="98" name="object 22">
              <a:extLst>
                <a:ext uri="{FF2B5EF4-FFF2-40B4-BE49-F238E27FC236}">
                  <a16:creationId xmlns:a16="http://schemas.microsoft.com/office/drawing/2014/main" id="{F8E06962-7394-C935-13B7-E3B020AD15AD}"/>
                </a:ext>
              </a:extLst>
            </p:cNvPr>
            <p:cNvSpPr txBox="1"/>
            <p:nvPr/>
          </p:nvSpPr>
          <p:spPr>
            <a:xfrm>
              <a:off x="3988539" y="5234176"/>
              <a:ext cx="288925" cy="254000"/>
            </a:xfrm>
            <a:prstGeom prst="rect">
              <a:avLst/>
            </a:prstGeom>
          </p:spPr>
          <p:txBody>
            <a:bodyPr vert="horz" wrap="square" lIns="0" tIns="0" rIns="0" bIns="0" rtlCol="0">
              <a:spAutoFit/>
            </a:bodyPr>
            <a:lstStyle/>
            <a:p>
              <a:pPr marL="12700">
                <a:lnSpc>
                  <a:spcPct val="100000"/>
                </a:lnSpc>
              </a:pPr>
              <a:r>
                <a:rPr sz="1800" spc="-10" dirty="0">
                  <a:solidFill>
                    <a:srgbClr val="44536A"/>
                  </a:solidFill>
                  <a:latin typeface="Calibri"/>
                  <a:cs typeface="Calibri"/>
                </a:rPr>
                <a:t>U2</a:t>
              </a:r>
              <a:endParaRPr sz="1800">
                <a:latin typeface="Calibri"/>
                <a:cs typeface="Calibri"/>
              </a:endParaRPr>
            </a:p>
          </p:txBody>
        </p:sp>
        <p:sp>
          <p:nvSpPr>
            <p:cNvPr id="99" name="object 23">
              <a:extLst>
                <a:ext uri="{FF2B5EF4-FFF2-40B4-BE49-F238E27FC236}">
                  <a16:creationId xmlns:a16="http://schemas.microsoft.com/office/drawing/2014/main" id="{F0C48D60-18CD-BA79-25AB-2AA497508476}"/>
                </a:ext>
              </a:extLst>
            </p:cNvPr>
            <p:cNvSpPr/>
            <p:nvPr/>
          </p:nvSpPr>
          <p:spPr>
            <a:xfrm>
              <a:off x="3694419" y="3347344"/>
              <a:ext cx="1189355" cy="1410335"/>
            </a:xfrm>
            <a:custGeom>
              <a:avLst/>
              <a:gdLst/>
              <a:ahLst/>
              <a:cxnLst/>
              <a:rect l="l" t="t" r="r" b="b"/>
              <a:pathLst>
                <a:path w="1189354" h="1410335">
                  <a:moveTo>
                    <a:pt x="0" y="1410071"/>
                  </a:moveTo>
                  <a:lnTo>
                    <a:pt x="1188933" y="0"/>
                  </a:lnTo>
                </a:path>
              </a:pathLst>
            </a:custGeom>
            <a:ln w="38099">
              <a:solidFill>
                <a:srgbClr val="44536A"/>
              </a:solidFill>
            </a:ln>
          </p:spPr>
          <p:txBody>
            <a:bodyPr wrap="square" lIns="0" tIns="0" rIns="0" bIns="0" rtlCol="0"/>
            <a:lstStyle/>
            <a:p>
              <a:endParaRPr/>
            </a:p>
          </p:txBody>
        </p:sp>
        <p:sp>
          <p:nvSpPr>
            <p:cNvPr id="100" name="object 24">
              <a:extLst>
                <a:ext uri="{FF2B5EF4-FFF2-40B4-BE49-F238E27FC236}">
                  <a16:creationId xmlns:a16="http://schemas.microsoft.com/office/drawing/2014/main" id="{1AFE5C52-A1CD-3C56-6049-F7E060516897}"/>
                </a:ext>
              </a:extLst>
            </p:cNvPr>
            <p:cNvSpPr/>
            <p:nvPr/>
          </p:nvSpPr>
          <p:spPr>
            <a:xfrm>
              <a:off x="4758720" y="3347344"/>
              <a:ext cx="125095" cy="130810"/>
            </a:xfrm>
            <a:custGeom>
              <a:avLst/>
              <a:gdLst/>
              <a:ahLst/>
              <a:cxnLst/>
              <a:rect l="l" t="t" r="r" b="b"/>
              <a:pathLst>
                <a:path w="125095" h="130810">
                  <a:moveTo>
                    <a:pt x="101955" y="130362"/>
                  </a:moveTo>
                  <a:lnTo>
                    <a:pt x="124632" y="0"/>
                  </a:lnTo>
                  <a:lnTo>
                    <a:pt x="0" y="44409"/>
                  </a:lnTo>
                </a:path>
              </a:pathLst>
            </a:custGeom>
            <a:ln w="38099">
              <a:solidFill>
                <a:srgbClr val="44536A"/>
              </a:solidFill>
            </a:ln>
          </p:spPr>
          <p:txBody>
            <a:bodyPr wrap="square" lIns="0" tIns="0" rIns="0" bIns="0" rtlCol="0"/>
            <a:lstStyle/>
            <a:p>
              <a:endParaRPr/>
            </a:p>
          </p:txBody>
        </p:sp>
      </p:grpSp>
    </p:spTree>
    <p:extLst>
      <p:ext uri="{BB962C8B-B14F-4D97-AF65-F5344CB8AC3E}">
        <p14:creationId xmlns:p14="http://schemas.microsoft.com/office/powerpoint/2010/main" val="123821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4399" rIns="0" bIns="0" rtlCol="0">
            <a:spAutoFit/>
          </a:bodyPr>
          <a:lstStyle/>
          <a:p>
            <a:pPr marL="59690">
              <a:lnSpc>
                <a:spcPct val="100000"/>
              </a:lnSpc>
            </a:pPr>
            <a:r>
              <a:rPr spc="-10" dirty="0">
                <a:latin typeface="Calibri"/>
                <a:cs typeface="Calibri"/>
              </a:rPr>
              <a:t>Mu</a:t>
            </a:r>
            <a:r>
              <a:rPr spc="-5" dirty="0">
                <a:latin typeface="Calibri"/>
                <a:cs typeface="Calibri"/>
              </a:rPr>
              <a:t>l</a:t>
            </a:r>
            <a:r>
              <a:rPr spc="-15" dirty="0">
                <a:latin typeface="Calibri"/>
                <a:cs typeface="Calibri"/>
              </a:rPr>
              <a:t>t</a:t>
            </a:r>
            <a:r>
              <a:rPr spc="-5" dirty="0">
                <a:latin typeface="Calibri"/>
                <a:cs typeface="Calibri"/>
              </a:rPr>
              <a:t>i</a:t>
            </a:r>
            <a:r>
              <a:rPr spc="-80" dirty="0">
                <a:latin typeface="Calibri"/>
                <a:cs typeface="Calibri"/>
              </a:rPr>
              <a:t>v</a:t>
            </a:r>
            <a:r>
              <a:rPr spc="-10" dirty="0">
                <a:latin typeface="Calibri"/>
                <a:cs typeface="Calibri"/>
              </a:rPr>
              <a:t>ar</a:t>
            </a:r>
            <a:r>
              <a:rPr spc="-5" dirty="0">
                <a:latin typeface="Calibri"/>
                <a:cs typeface="Calibri"/>
              </a:rPr>
              <a:t>i</a:t>
            </a:r>
            <a:r>
              <a:rPr spc="-10" dirty="0">
                <a:latin typeface="Calibri"/>
                <a:cs typeface="Calibri"/>
              </a:rPr>
              <a:t>ab</a:t>
            </a:r>
            <a:r>
              <a:rPr spc="-5" dirty="0">
                <a:latin typeface="Calibri"/>
                <a:cs typeface="Calibri"/>
              </a:rPr>
              <a:t>l</a:t>
            </a:r>
            <a:r>
              <a:rPr spc="-20" dirty="0">
                <a:latin typeface="Calibri"/>
                <a:cs typeface="Calibri"/>
              </a:rPr>
              <a:t>e</a:t>
            </a:r>
            <a:r>
              <a:rPr spc="-65" dirty="0">
                <a:latin typeface="Times New Roman"/>
                <a:cs typeface="Times New Roman"/>
              </a:rPr>
              <a:t> </a:t>
            </a:r>
            <a:r>
              <a:rPr spc="5" dirty="0">
                <a:latin typeface="Calibri"/>
                <a:cs typeface="Calibri"/>
              </a:rPr>
              <a:t>Co</a:t>
            </a:r>
            <a:r>
              <a:rPr spc="-50" dirty="0">
                <a:latin typeface="Calibri"/>
                <a:cs typeface="Calibri"/>
              </a:rPr>
              <a:t>n</a:t>
            </a:r>
            <a:r>
              <a:rPr spc="-15" dirty="0">
                <a:latin typeface="Calibri"/>
                <a:cs typeface="Calibri"/>
              </a:rPr>
              <a:t>t</a:t>
            </a:r>
            <a:r>
              <a:rPr spc="-85" dirty="0">
                <a:latin typeface="Calibri"/>
                <a:cs typeface="Calibri"/>
              </a:rPr>
              <a:t>r</a:t>
            </a:r>
            <a:r>
              <a:rPr spc="5" dirty="0">
                <a:latin typeface="Calibri"/>
                <a:cs typeface="Calibri"/>
              </a:rPr>
              <a:t>o</a:t>
            </a:r>
            <a:r>
              <a:rPr dirty="0">
                <a:latin typeface="Calibri"/>
                <a:cs typeface="Calibri"/>
              </a:rPr>
              <a:t>l</a:t>
            </a:r>
          </a:p>
        </p:txBody>
      </p:sp>
      <p:sp>
        <p:nvSpPr>
          <p:cNvPr id="3" name="object 3"/>
          <p:cNvSpPr/>
          <p:nvPr/>
        </p:nvSpPr>
        <p:spPr>
          <a:xfrm>
            <a:off x="4994909" y="4179570"/>
            <a:ext cx="1998980" cy="1366520"/>
          </a:xfrm>
          <a:custGeom>
            <a:avLst/>
            <a:gdLst/>
            <a:ahLst/>
            <a:cxnLst/>
            <a:rect l="l" t="t" r="r" b="b"/>
            <a:pathLst>
              <a:path w="1998979" h="1366520">
                <a:moveTo>
                  <a:pt x="0" y="1366515"/>
                </a:moveTo>
                <a:lnTo>
                  <a:pt x="1998975" y="1366515"/>
                </a:lnTo>
                <a:lnTo>
                  <a:pt x="1998975" y="0"/>
                </a:lnTo>
                <a:lnTo>
                  <a:pt x="0" y="0"/>
                </a:lnTo>
                <a:lnTo>
                  <a:pt x="0" y="1366515"/>
                </a:lnTo>
                <a:close/>
              </a:path>
            </a:pathLst>
          </a:custGeom>
          <a:solidFill>
            <a:srgbClr val="FF0D06"/>
          </a:solidFill>
        </p:spPr>
        <p:txBody>
          <a:bodyPr wrap="square" lIns="0" tIns="0" rIns="0" bIns="0" rtlCol="0"/>
          <a:lstStyle/>
          <a:p>
            <a:endParaRPr/>
          </a:p>
        </p:txBody>
      </p:sp>
      <p:sp>
        <p:nvSpPr>
          <p:cNvPr id="4" name="object 4"/>
          <p:cNvSpPr/>
          <p:nvPr/>
        </p:nvSpPr>
        <p:spPr>
          <a:xfrm>
            <a:off x="4994909" y="4179570"/>
            <a:ext cx="1998980" cy="1366520"/>
          </a:xfrm>
          <a:custGeom>
            <a:avLst/>
            <a:gdLst/>
            <a:ahLst/>
            <a:cxnLst/>
            <a:rect l="l" t="t" r="r" b="b"/>
            <a:pathLst>
              <a:path w="1998979" h="1366520">
                <a:moveTo>
                  <a:pt x="0" y="1366515"/>
                </a:moveTo>
                <a:lnTo>
                  <a:pt x="1998975" y="1366515"/>
                </a:lnTo>
                <a:lnTo>
                  <a:pt x="1998975" y="0"/>
                </a:lnTo>
                <a:lnTo>
                  <a:pt x="0" y="0"/>
                </a:lnTo>
                <a:lnTo>
                  <a:pt x="0" y="1366515"/>
                </a:lnTo>
                <a:close/>
              </a:path>
            </a:pathLst>
          </a:custGeom>
          <a:ln w="12700">
            <a:solidFill>
              <a:srgbClr val="2E528E"/>
            </a:solidFill>
          </a:ln>
        </p:spPr>
        <p:txBody>
          <a:bodyPr wrap="square" lIns="0" tIns="0" rIns="0" bIns="0" rtlCol="0"/>
          <a:lstStyle/>
          <a:p>
            <a:endParaRPr/>
          </a:p>
        </p:txBody>
      </p:sp>
      <p:sp>
        <p:nvSpPr>
          <p:cNvPr id="5" name="object 5"/>
          <p:cNvSpPr txBox="1"/>
          <p:nvPr/>
        </p:nvSpPr>
        <p:spPr>
          <a:xfrm>
            <a:off x="5542474" y="4753519"/>
            <a:ext cx="899794"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a:t>
            </a:r>
            <a:r>
              <a:rPr sz="1800" spc="5" dirty="0">
                <a:latin typeface="Calibri"/>
                <a:cs typeface="Calibri"/>
              </a:rPr>
              <a:t>y</a:t>
            </a:r>
            <a:r>
              <a:rPr sz="1800" spc="-10" dirty="0">
                <a:latin typeface="Calibri"/>
                <a:cs typeface="Calibri"/>
              </a:rPr>
              <a:t>n</a:t>
            </a:r>
            <a:r>
              <a:rPr sz="1800" spc="-5" dirty="0">
                <a:latin typeface="Calibri"/>
                <a:cs typeface="Calibri"/>
              </a:rPr>
              <a:t>a</a:t>
            </a:r>
            <a:r>
              <a:rPr sz="1800" spc="-15" dirty="0">
                <a:latin typeface="Calibri"/>
                <a:cs typeface="Calibri"/>
              </a:rPr>
              <a:t>m</a:t>
            </a:r>
            <a:r>
              <a:rPr sz="1800" spc="5" dirty="0">
                <a:latin typeface="Calibri"/>
                <a:cs typeface="Calibri"/>
              </a:rPr>
              <a:t>i</a:t>
            </a:r>
            <a:r>
              <a:rPr sz="1800" spc="-15" dirty="0">
                <a:latin typeface="Calibri"/>
                <a:cs typeface="Calibri"/>
              </a:rPr>
              <a:t>c</a:t>
            </a:r>
            <a:r>
              <a:rPr sz="1800" dirty="0">
                <a:latin typeface="Calibri"/>
                <a:cs typeface="Calibri"/>
              </a:rPr>
              <a:t>s</a:t>
            </a:r>
            <a:endParaRPr sz="1800">
              <a:latin typeface="Calibri"/>
              <a:cs typeface="Calibri"/>
            </a:endParaRPr>
          </a:p>
        </p:txBody>
      </p:sp>
      <p:sp>
        <p:nvSpPr>
          <p:cNvPr id="6" name="object 6"/>
          <p:cNvSpPr/>
          <p:nvPr/>
        </p:nvSpPr>
        <p:spPr>
          <a:xfrm>
            <a:off x="4994909" y="2162812"/>
            <a:ext cx="1998980" cy="1366520"/>
          </a:xfrm>
          <a:custGeom>
            <a:avLst/>
            <a:gdLst/>
            <a:ahLst/>
            <a:cxnLst/>
            <a:rect l="l" t="t" r="r" b="b"/>
            <a:pathLst>
              <a:path w="1998979" h="1366520">
                <a:moveTo>
                  <a:pt x="0" y="1366528"/>
                </a:moveTo>
                <a:lnTo>
                  <a:pt x="1998975" y="1366528"/>
                </a:lnTo>
                <a:lnTo>
                  <a:pt x="1998975" y="0"/>
                </a:lnTo>
                <a:lnTo>
                  <a:pt x="0" y="0"/>
                </a:lnTo>
                <a:lnTo>
                  <a:pt x="0" y="1366528"/>
                </a:lnTo>
                <a:close/>
              </a:path>
            </a:pathLst>
          </a:custGeom>
          <a:solidFill>
            <a:srgbClr val="FF0D06"/>
          </a:solidFill>
        </p:spPr>
        <p:txBody>
          <a:bodyPr wrap="square" lIns="0" tIns="0" rIns="0" bIns="0" rtlCol="0"/>
          <a:lstStyle/>
          <a:p>
            <a:endParaRPr/>
          </a:p>
        </p:txBody>
      </p:sp>
      <p:sp>
        <p:nvSpPr>
          <p:cNvPr id="7" name="object 7"/>
          <p:cNvSpPr/>
          <p:nvPr/>
        </p:nvSpPr>
        <p:spPr>
          <a:xfrm>
            <a:off x="4994909" y="2162812"/>
            <a:ext cx="1998980" cy="1366520"/>
          </a:xfrm>
          <a:custGeom>
            <a:avLst/>
            <a:gdLst/>
            <a:ahLst/>
            <a:cxnLst/>
            <a:rect l="l" t="t" r="r" b="b"/>
            <a:pathLst>
              <a:path w="1998979" h="1366520">
                <a:moveTo>
                  <a:pt x="0" y="1366528"/>
                </a:moveTo>
                <a:lnTo>
                  <a:pt x="1998975" y="1366528"/>
                </a:lnTo>
                <a:lnTo>
                  <a:pt x="1998975" y="0"/>
                </a:lnTo>
                <a:lnTo>
                  <a:pt x="0" y="0"/>
                </a:lnTo>
                <a:lnTo>
                  <a:pt x="0" y="1366528"/>
                </a:lnTo>
                <a:close/>
              </a:path>
            </a:pathLst>
          </a:custGeom>
          <a:ln w="12700">
            <a:solidFill>
              <a:srgbClr val="2E528E"/>
            </a:solidFill>
          </a:ln>
        </p:spPr>
        <p:txBody>
          <a:bodyPr wrap="square" lIns="0" tIns="0" rIns="0" bIns="0" rtlCol="0"/>
          <a:lstStyle/>
          <a:p>
            <a:endParaRPr/>
          </a:p>
        </p:txBody>
      </p:sp>
      <p:sp>
        <p:nvSpPr>
          <p:cNvPr id="8" name="object 8"/>
          <p:cNvSpPr txBox="1"/>
          <p:nvPr/>
        </p:nvSpPr>
        <p:spPr>
          <a:xfrm>
            <a:off x="5542474" y="2737291"/>
            <a:ext cx="899794"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a:t>
            </a:r>
            <a:r>
              <a:rPr sz="1800" spc="5" dirty="0">
                <a:latin typeface="Calibri"/>
                <a:cs typeface="Calibri"/>
              </a:rPr>
              <a:t>y</a:t>
            </a:r>
            <a:r>
              <a:rPr sz="1800" spc="-10" dirty="0">
                <a:latin typeface="Calibri"/>
                <a:cs typeface="Calibri"/>
              </a:rPr>
              <a:t>n</a:t>
            </a:r>
            <a:r>
              <a:rPr sz="1800" spc="-5" dirty="0">
                <a:latin typeface="Calibri"/>
                <a:cs typeface="Calibri"/>
              </a:rPr>
              <a:t>a</a:t>
            </a:r>
            <a:r>
              <a:rPr sz="1800" spc="-15" dirty="0">
                <a:latin typeface="Calibri"/>
                <a:cs typeface="Calibri"/>
              </a:rPr>
              <a:t>m</a:t>
            </a:r>
            <a:r>
              <a:rPr sz="1800" spc="5" dirty="0">
                <a:latin typeface="Calibri"/>
                <a:cs typeface="Calibri"/>
              </a:rPr>
              <a:t>i</a:t>
            </a:r>
            <a:r>
              <a:rPr sz="1800" spc="-15" dirty="0">
                <a:latin typeface="Calibri"/>
                <a:cs typeface="Calibri"/>
              </a:rPr>
              <a:t>c</a:t>
            </a:r>
            <a:r>
              <a:rPr sz="1800" dirty="0">
                <a:latin typeface="Calibri"/>
                <a:cs typeface="Calibri"/>
              </a:rPr>
              <a:t>s</a:t>
            </a:r>
            <a:endParaRPr sz="1800">
              <a:latin typeface="Calibri"/>
              <a:cs typeface="Calibri"/>
            </a:endParaRPr>
          </a:p>
        </p:txBody>
      </p:sp>
      <p:sp>
        <p:nvSpPr>
          <p:cNvPr id="9" name="object 9"/>
          <p:cNvSpPr/>
          <p:nvPr/>
        </p:nvSpPr>
        <p:spPr>
          <a:xfrm>
            <a:off x="6993879" y="4839973"/>
            <a:ext cx="1034415" cy="1905"/>
          </a:xfrm>
          <a:custGeom>
            <a:avLst/>
            <a:gdLst/>
            <a:ahLst/>
            <a:cxnLst/>
            <a:rect l="l" t="t" r="r" b="b"/>
            <a:pathLst>
              <a:path w="1034415" h="1904">
                <a:moveTo>
                  <a:pt x="0" y="0"/>
                </a:moveTo>
                <a:lnTo>
                  <a:pt x="1033851" y="1536"/>
                </a:lnTo>
              </a:path>
            </a:pathLst>
          </a:custGeom>
          <a:ln w="38099">
            <a:solidFill>
              <a:srgbClr val="000000"/>
            </a:solidFill>
          </a:ln>
        </p:spPr>
        <p:txBody>
          <a:bodyPr wrap="square" lIns="0" tIns="0" rIns="0" bIns="0" rtlCol="0"/>
          <a:lstStyle/>
          <a:p>
            <a:endParaRPr/>
          </a:p>
        </p:txBody>
      </p:sp>
      <p:sp>
        <p:nvSpPr>
          <p:cNvPr id="10" name="object 10"/>
          <p:cNvSpPr/>
          <p:nvPr/>
        </p:nvSpPr>
        <p:spPr>
          <a:xfrm>
            <a:off x="7913339" y="4774655"/>
            <a:ext cx="114935" cy="133350"/>
          </a:xfrm>
          <a:custGeom>
            <a:avLst/>
            <a:gdLst/>
            <a:ahLst/>
            <a:cxnLst/>
            <a:rect l="l" t="t" r="r" b="b"/>
            <a:pathLst>
              <a:path w="114934" h="133350">
                <a:moveTo>
                  <a:pt x="182" y="0"/>
                </a:moveTo>
                <a:lnTo>
                  <a:pt x="114391" y="66854"/>
                </a:lnTo>
                <a:lnTo>
                  <a:pt x="0" y="133349"/>
                </a:lnTo>
              </a:path>
            </a:pathLst>
          </a:custGeom>
          <a:ln w="38099">
            <a:solidFill>
              <a:srgbClr val="000000"/>
            </a:solidFill>
          </a:ln>
        </p:spPr>
        <p:txBody>
          <a:bodyPr wrap="square" lIns="0" tIns="0" rIns="0" bIns="0" rtlCol="0"/>
          <a:lstStyle/>
          <a:p>
            <a:endParaRPr/>
          </a:p>
        </p:txBody>
      </p:sp>
      <p:sp>
        <p:nvSpPr>
          <p:cNvPr id="11" name="object 11"/>
          <p:cNvSpPr/>
          <p:nvPr/>
        </p:nvSpPr>
        <p:spPr>
          <a:xfrm>
            <a:off x="6993879" y="2846070"/>
            <a:ext cx="1034415" cy="1905"/>
          </a:xfrm>
          <a:custGeom>
            <a:avLst/>
            <a:gdLst/>
            <a:ahLst/>
            <a:cxnLst/>
            <a:rect l="l" t="t" r="r" b="b"/>
            <a:pathLst>
              <a:path w="1034415" h="1905">
                <a:moveTo>
                  <a:pt x="0" y="0"/>
                </a:moveTo>
                <a:lnTo>
                  <a:pt x="1033851" y="1523"/>
                </a:lnTo>
              </a:path>
            </a:pathLst>
          </a:custGeom>
          <a:ln w="38099">
            <a:solidFill>
              <a:srgbClr val="000000"/>
            </a:solidFill>
          </a:ln>
        </p:spPr>
        <p:txBody>
          <a:bodyPr wrap="square" lIns="0" tIns="0" rIns="0" bIns="0" rtlCol="0"/>
          <a:lstStyle/>
          <a:p>
            <a:endParaRPr/>
          </a:p>
        </p:txBody>
      </p:sp>
      <p:sp>
        <p:nvSpPr>
          <p:cNvPr id="12" name="object 12"/>
          <p:cNvSpPr/>
          <p:nvPr/>
        </p:nvSpPr>
        <p:spPr>
          <a:xfrm>
            <a:off x="7913339" y="2780751"/>
            <a:ext cx="114935" cy="133350"/>
          </a:xfrm>
          <a:custGeom>
            <a:avLst/>
            <a:gdLst/>
            <a:ahLst/>
            <a:cxnLst/>
            <a:rect l="l" t="t" r="r" b="b"/>
            <a:pathLst>
              <a:path w="114934" h="133350">
                <a:moveTo>
                  <a:pt x="182" y="0"/>
                </a:moveTo>
                <a:lnTo>
                  <a:pt x="114391" y="66842"/>
                </a:lnTo>
                <a:lnTo>
                  <a:pt x="0" y="133349"/>
                </a:lnTo>
              </a:path>
            </a:pathLst>
          </a:custGeom>
          <a:ln w="38099">
            <a:solidFill>
              <a:srgbClr val="000000"/>
            </a:solidFill>
          </a:ln>
        </p:spPr>
        <p:txBody>
          <a:bodyPr wrap="square" lIns="0" tIns="0" rIns="0" bIns="0" rtlCol="0"/>
          <a:lstStyle/>
          <a:p>
            <a:endParaRPr/>
          </a:p>
        </p:txBody>
      </p:sp>
      <p:sp>
        <p:nvSpPr>
          <p:cNvPr id="13" name="object 13"/>
          <p:cNvSpPr txBox="1"/>
          <p:nvPr/>
        </p:nvSpPr>
        <p:spPr>
          <a:xfrm>
            <a:off x="8296294" y="2687748"/>
            <a:ext cx="254000"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Y1</a:t>
            </a:r>
            <a:endParaRPr sz="1800">
              <a:latin typeface="Calibri"/>
              <a:cs typeface="Calibri"/>
            </a:endParaRPr>
          </a:p>
        </p:txBody>
      </p:sp>
      <p:sp>
        <p:nvSpPr>
          <p:cNvPr id="14" name="object 14"/>
          <p:cNvSpPr txBox="1"/>
          <p:nvPr/>
        </p:nvSpPr>
        <p:spPr>
          <a:xfrm>
            <a:off x="8245550" y="4683186"/>
            <a:ext cx="254000"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Y2</a:t>
            </a:r>
            <a:endParaRPr sz="1800">
              <a:latin typeface="Calibri"/>
              <a:cs typeface="Calibri"/>
            </a:endParaRPr>
          </a:p>
        </p:txBody>
      </p:sp>
      <p:sp>
        <p:nvSpPr>
          <p:cNvPr id="15" name="object 15"/>
          <p:cNvSpPr txBox="1"/>
          <p:nvPr/>
        </p:nvSpPr>
        <p:spPr>
          <a:xfrm>
            <a:off x="4023761" y="2422572"/>
            <a:ext cx="28892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U1</a:t>
            </a:r>
            <a:endParaRPr sz="1800">
              <a:latin typeface="Calibri"/>
              <a:cs typeface="Calibri"/>
            </a:endParaRPr>
          </a:p>
        </p:txBody>
      </p:sp>
      <p:sp>
        <p:nvSpPr>
          <p:cNvPr id="16" name="object 16"/>
          <p:cNvSpPr/>
          <p:nvPr/>
        </p:nvSpPr>
        <p:spPr>
          <a:xfrm>
            <a:off x="3854439" y="2843540"/>
            <a:ext cx="1075690" cy="1905"/>
          </a:xfrm>
          <a:custGeom>
            <a:avLst/>
            <a:gdLst/>
            <a:ahLst/>
            <a:cxnLst/>
            <a:rect l="l" t="t" r="r" b="b"/>
            <a:pathLst>
              <a:path w="1075689" h="1905">
                <a:moveTo>
                  <a:pt x="0" y="0"/>
                </a:moveTo>
                <a:lnTo>
                  <a:pt x="1075364" y="1523"/>
                </a:lnTo>
              </a:path>
            </a:pathLst>
          </a:custGeom>
          <a:ln w="38099">
            <a:solidFill>
              <a:srgbClr val="000000"/>
            </a:solidFill>
          </a:ln>
        </p:spPr>
        <p:txBody>
          <a:bodyPr wrap="square" lIns="0" tIns="0" rIns="0" bIns="0" rtlCol="0"/>
          <a:lstStyle/>
          <a:p>
            <a:endParaRPr/>
          </a:p>
        </p:txBody>
      </p:sp>
      <p:sp>
        <p:nvSpPr>
          <p:cNvPr id="17" name="object 17"/>
          <p:cNvSpPr/>
          <p:nvPr/>
        </p:nvSpPr>
        <p:spPr>
          <a:xfrm>
            <a:off x="4815413" y="2778221"/>
            <a:ext cx="114935" cy="133350"/>
          </a:xfrm>
          <a:custGeom>
            <a:avLst/>
            <a:gdLst/>
            <a:ahLst/>
            <a:cxnLst/>
            <a:rect l="l" t="t" r="r" b="b"/>
            <a:pathLst>
              <a:path w="114935" h="133350">
                <a:moveTo>
                  <a:pt x="182" y="0"/>
                </a:moveTo>
                <a:lnTo>
                  <a:pt x="114391" y="66842"/>
                </a:lnTo>
                <a:lnTo>
                  <a:pt x="0" y="133349"/>
                </a:lnTo>
              </a:path>
            </a:pathLst>
          </a:custGeom>
          <a:ln w="38099">
            <a:solidFill>
              <a:srgbClr val="000000"/>
            </a:solidFill>
          </a:ln>
        </p:spPr>
        <p:txBody>
          <a:bodyPr wrap="square" lIns="0" tIns="0" rIns="0" bIns="0" rtlCol="0"/>
          <a:lstStyle/>
          <a:p>
            <a:endParaRPr/>
          </a:p>
        </p:txBody>
      </p:sp>
      <p:sp>
        <p:nvSpPr>
          <p:cNvPr id="18" name="object 18"/>
          <p:cNvSpPr/>
          <p:nvPr/>
        </p:nvSpPr>
        <p:spPr>
          <a:xfrm>
            <a:off x="3854439" y="4895850"/>
            <a:ext cx="1103630" cy="0"/>
          </a:xfrm>
          <a:custGeom>
            <a:avLst/>
            <a:gdLst/>
            <a:ahLst/>
            <a:cxnLst/>
            <a:rect l="l" t="t" r="r" b="b"/>
            <a:pathLst>
              <a:path w="1103629">
                <a:moveTo>
                  <a:pt x="0" y="0"/>
                </a:moveTo>
                <a:lnTo>
                  <a:pt x="1103528" y="0"/>
                </a:lnTo>
              </a:path>
            </a:pathLst>
          </a:custGeom>
          <a:ln w="38099">
            <a:solidFill>
              <a:srgbClr val="44536A"/>
            </a:solidFill>
          </a:ln>
        </p:spPr>
        <p:txBody>
          <a:bodyPr wrap="square" lIns="0" tIns="0" rIns="0" bIns="0" rtlCol="0"/>
          <a:lstStyle/>
          <a:p>
            <a:endParaRPr/>
          </a:p>
        </p:txBody>
      </p:sp>
      <p:sp>
        <p:nvSpPr>
          <p:cNvPr id="19" name="object 19"/>
          <p:cNvSpPr/>
          <p:nvPr/>
        </p:nvSpPr>
        <p:spPr>
          <a:xfrm>
            <a:off x="4843668" y="4829162"/>
            <a:ext cx="114300" cy="133350"/>
          </a:xfrm>
          <a:custGeom>
            <a:avLst/>
            <a:gdLst/>
            <a:ahLst/>
            <a:cxnLst/>
            <a:rect l="l" t="t" r="r" b="b"/>
            <a:pathLst>
              <a:path w="114300" h="133350">
                <a:moveTo>
                  <a:pt x="0" y="0"/>
                </a:moveTo>
                <a:lnTo>
                  <a:pt x="114299" y="66674"/>
                </a:lnTo>
                <a:lnTo>
                  <a:pt x="0" y="133349"/>
                </a:lnTo>
              </a:path>
            </a:pathLst>
          </a:custGeom>
          <a:ln w="38099">
            <a:solidFill>
              <a:srgbClr val="44536A"/>
            </a:solidFill>
          </a:ln>
        </p:spPr>
        <p:txBody>
          <a:bodyPr wrap="square" lIns="0" tIns="0" rIns="0" bIns="0" rtlCol="0"/>
          <a:lstStyle/>
          <a:p>
            <a:endParaRPr/>
          </a:p>
        </p:txBody>
      </p:sp>
      <p:sp>
        <p:nvSpPr>
          <p:cNvPr id="20" name="object 20"/>
          <p:cNvSpPr/>
          <p:nvPr/>
        </p:nvSpPr>
        <p:spPr>
          <a:xfrm>
            <a:off x="3854439" y="3242310"/>
            <a:ext cx="1117600" cy="1337945"/>
          </a:xfrm>
          <a:custGeom>
            <a:avLst/>
            <a:gdLst/>
            <a:ahLst/>
            <a:cxnLst/>
            <a:rect l="l" t="t" r="r" b="b"/>
            <a:pathLst>
              <a:path w="1117600" h="1337945">
                <a:moveTo>
                  <a:pt x="0" y="0"/>
                </a:moveTo>
                <a:lnTo>
                  <a:pt x="1117061" y="1337940"/>
                </a:lnTo>
              </a:path>
            </a:pathLst>
          </a:custGeom>
          <a:ln w="38099">
            <a:solidFill>
              <a:srgbClr val="000000"/>
            </a:solidFill>
          </a:ln>
        </p:spPr>
        <p:txBody>
          <a:bodyPr wrap="square" lIns="0" tIns="0" rIns="0" bIns="0" rtlCol="0"/>
          <a:lstStyle/>
          <a:p>
            <a:endParaRPr/>
          </a:p>
        </p:txBody>
      </p:sp>
      <p:sp>
        <p:nvSpPr>
          <p:cNvPr id="21" name="object 21"/>
          <p:cNvSpPr/>
          <p:nvPr/>
        </p:nvSpPr>
        <p:spPr>
          <a:xfrm>
            <a:off x="4847082" y="4449781"/>
            <a:ext cx="124460" cy="130810"/>
          </a:xfrm>
          <a:custGeom>
            <a:avLst/>
            <a:gdLst/>
            <a:ahLst/>
            <a:cxnLst/>
            <a:rect l="l" t="t" r="r" b="b"/>
            <a:pathLst>
              <a:path w="124460" h="130810">
                <a:moveTo>
                  <a:pt x="102382" y="0"/>
                </a:moveTo>
                <a:lnTo>
                  <a:pt x="124449" y="130469"/>
                </a:lnTo>
                <a:lnTo>
                  <a:pt x="0" y="85462"/>
                </a:lnTo>
              </a:path>
            </a:pathLst>
          </a:custGeom>
          <a:ln w="38099">
            <a:solidFill>
              <a:srgbClr val="000000"/>
            </a:solidFill>
          </a:ln>
        </p:spPr>
        <p:txBody>
          <a:bodyPr wrap="square" lIns="0" tIns="0" rIns="0" bIns="0" rtlCol="0"/>
          <a:lstStyle/>
          <a:p>
            <a:endParaRPr/>
          </a:p>
        </p:txBody>
      </p:sp>
      <p:sp>
        <p:nvSpPr>
          <p:cNvPr id="22" name="object 22"/>
          <p:cNvSpPr txBox="1"/>
          <p:nvPr/>
        </p:nvSpPr>
        <p:spPr>
          <a:xfrm>
            <a:off x="4074683" y="5086805"/>
            <a:ext cx="288925" cy="254000"/>
          </a:xfrm>
          <a:prstGeom prst="rect">
            <a:avLst/>
          </a:prstGeom>
        </p:spPr>
        <p:txBody>
          <a:bodyPr vert="horz" wrap="square" lIns="0" tIns="0" rIns="0" bIns="0" rtlCol="0">
            <a:spAutoFit/>
          </a:bodyPr>
          <a:lstStyle/>
          <a:p>
            <a:pPr marL="12700">
              <a:lnSpc>
                <a:spcPct val="100000"/>
              </a:lnSpc>
            </a:pPr>
            <a:r>
              <a:rPr sz="1800" spc="-10" dirty="0">
                <a:solidFill>
                  <a:srgbClr val="44536A"/>
                </a:solidFill>
                <a:latin typeface="Calibri"/>
                <a:cs typeface="Calibri"/>
              </a:rPr>
              <a:t>U2</a:t>
            </a:r>
            <a:endParaRPr sz="1800">
              <a:latin typeface="Calibri"/>
              <a:cs typeface="Calibri"/>
            </a:endParaRPr>
          </a:p>
        </p:txBody>
      </p:sp>
      <p:sp>
        <p:nvSpPr>
          <p:cNvPr id="23" name="object 23"/>
          <p:cNvSpPr/>
          <p:nvPr/>
        </p:nvSpPr>
        <p:spPr>
          <a:xfrm>
            <a:off x="3780800" y="3200034"/>
            <a:ext cx="1189355" cy="1410335"/>
          </a:xfrm>
          <a:custGeom>
            <a:avLst/>
            <a:gdLst/>
            <a:ahLst/>
            <a:cxnLst/>
            <a:rect l="l" t="t" r="r" b="b"/>
            <a:pathLst>
              <a:path w="1189354" h="1410335">
                <a:moveTo>
                  <a:pt x="0" y="1410065"/>
                </a:moveTo>
                <a:lnTo>
                  <a:pt x="1188933" y="0"/>
                </a:lnTo>
              </a:path>
            </a:pathLst>
          </a:custGeom>
          <a:ln w="38099">
            <a:solidFill>
              <a:srgbClr val="44536A"/>
            </a:solidFill>
          </a:ln>
        </p:spPr>
        <p:txBody>
          <a:bodyPr wrap="square" lIns="0" tIns="0" rIns="0" bIns="0" rtlCol="0"/>
          <a:lstStyle/>
          <a:p>
            <a:endParaRPr/>
          </a:p>
        </p:txBody>
      </p:sp>
      <p:sp>
        <p:nvSpPr>
          <p:cNvPr id="24" name="object 24"/>
          <p:cNvSpPr/>
          <p:nvPr/>
        </p:nvSpPr>
        <p:spPr>
          <a:xfrm>
            <a:off x="4845070" y="3200034"/>
            <a:ext cx="125095" cy="130810"/>
          </a:xfrm>
          <a:custGeom>
            <a:avLst/>
            <a:gdLst/>
            <a:ahLst/>
            <a:cxnLst/>
            <a:rect l="l" t="t" r="r" b="b"/>
            <a:pathLst>
              <a:path w="125095" h="130810">
                <a:moveTo>
                  <a:pt x="101955" y="130362"/>
                </a:moveTo>
                <a:lnTo>
                  <a:pt x="124663" y="0"/>
                </a:lnTo>
                <a:lnTo>
                  <a:pt x="0" y="44409"/>
                </a:lnTo>
              </a:path>
            </a:pathLst>
          </a:custGeom>
          <a:ln w="38099">
            <a:solidFill>
              <a:srgbClr val="44536A"/>
            </a:solidFill>
          </a:ln>
        </p:spPr>
        <p:txBody>
          <a:bodyPr wrap="square" lIns="0" tIns="0" rIns="0" bIns="0" rtlCol="0"/>
          <a:lstStyle/>
          <a:p>
            <a:endParaRPr/>
          </a:p>
        </p:txBody>
      </p:sp>
      <p:sp>
        <p:nvSpPr>
          <p:cNvPr id="25" name="object 25"/>
          <p:cNvSpPr/>
          <p:nvPr/>
        </p:nvSpPr>
        <p:spPr>
          <a:xfrm>
            <a:off x="1781805" y="2162799"/>
            <a:ext cx="1998980" cy="3312160"/>
          </a:xfrm>
          <a:custGeom>
            <a:avLst/>
            <a:gdLst/>
            <a:ahLst/>
            <a:cxnLst/>
            <a:rect l="l" t="t" r="r" b="b"/>
            <a:pathLst>
              <a:path w="1998979" h="3312160">
                <a:moveTo>
                  <a:pt x="0" y="3312170"/>
                </a:moveTo>
                <a:lnTo>
                  <a:pt x="1998988" y="3312170"/>
                </a:lnTo>
                <a:lnTo>
                  <a:pt x="1998988" y="0"/>
                </a:lnTo>
                <a:lnTo>
                  <a:pt x="0" y="0"/>
                </a:lnTo>
                <a:lnTo>
                  <a:pt x="0" y="3312170"/>
                </a:lnTo>
                <a:close/>
              </a:path>
            </a:pathLst>
          </a:custGeom>
          <a:solidFill>
            <a:srgbClr val="FF0D06"/>
          </a:solidFill>
        </p:spPr>
        <p:txBody>
          <a:bodyPr wrap="square" lIns="0" tIns="0" rIns="0" bIns="0" rtlCol="0"/>
          <a:lstStyle/>
          <a:p>
            <a:endParaRPr/>
          </a:p>
        </p:txBody>
      </p:sp>
      <p:sp>
        <p:nvSpPr>
          <p:cNvPr id="26" name="object 26"/>
          <p:cNvSpPr/>
          <p:nvPr/>
        </p:nvSpPr>
        <p:spPr>
          <a:xfrm>
            <a:off x="1781805" y="2162799"/>
            <a:ext cx="1998980" cy="3312160"/>
          </a:xfrm>
          <a:custGeom>
            <a:avLst/>
            <a:gdLst/>
            <a:ahLst/>
            <a:cxnLst/>
            <a:rect l="l" t="t" r="r" b="b"/>
            <a:pathLst>
              <a:path w="1998979" h="3312160">
                <a:moveTo>
                  <a:pt x="0" y="3312170"/>
                </a:moveTo>
                <a:lnTo>
                  <a:pt x="1998988" y="3312170"/>
                </a:lnTo>
                <a:lnTo>
                  <a:pt x="1998988" y="0"/>
                </a:lnTo>
                <a:lnTo>
                  <a:pt x="0" y="0"/>
                </a:lnTo>
                <a:lnTo>
                  <a:pt x="0" y="3312170"/>
                </a:lnTo>
                <a:close/>
              </a:path>
            </a:pathLst>
          </a:custGeom>
          <a:ln w="12700">
            <a:solidFill>
              <a:srgbClr val="2E528E"/>
            </a:solidFill>
          </a:ln>
        </p:spPr>
        <p:txBody>
          <a:bodyPr wrap="square" lIns="0" tIns="0" rIns="0" bIns="0" rtlCol="0"/>
          <a:lstStyle/>
          <a:p>
            <a:endParaRPr/>
          </a:p>
        </p:txBody>
      </p:sp>
      <p:sp>
        <p:nvSpPr>
          <p:cNvPr id="27" name="object 27"/>
          <p:cNvSpPr txBox="1"/>
          <p:nvPr/>
        </p:nvSpPr>
        <p:spPr>
          <a:xfrm>
            <a:off x="2316240" y="3709387"/>
            <a:ext cx="928369" cy="254000"/>
          </a:xfrm>
          <a:prstGeom prst="rect">
            <a:avLst/>
          </a:prstGeom>
        </p:spPr>
        <p:txBody>
          <a:bodyPr vert="horz" wrap="square" lIns="0" tIns="0" rIns="0" bIns="0" rtlCol="0">
            <a:spAutoFit/>
          </a:bodyPr>
          <a:lstStyle/>
          <a:p>
            <a:pPr marL="12700">
              <a:lnSpc>
                <a:spcPct val="100000"/>
              </a:lnSpc>
            </a:pPr>
            <a:r>
              <a:rPr sz="1800" spc="-35" dirty="0">
                <a:latin typeface="Calibri"/>
                <a:cs typeface="Calibri"/>
              </a:rPr>
              <a:t>c</a:t>
            </a:r>
            <a:r>
              <a:rPr sz="1800" spc="-10" dirty="0">
                <a:latin typeface="Calibri"/>
                <a:cs typeface="Calibri"/>
              </a:rPr>
              <a:t>o</a:t>
            </a:r>
            <a:r>
              <a:rPr sz="1800" spc="-30" dirty="0">
                <a:latin typeface="Calibri"/>
                <a:cs typeface="Calibri"/>
              </a:rPr>
              <a:t>n</a:t>
            </a:r>
            <a:r>
              <a:rPr sz="1800" spc="-15" dirty="0">
                <a:latin typeface="Calibri"/>
                <a:cs typeface="Calibri"/>
              </a:rPr>
              <a:t>t</a:t>
            </a:r>
            <a:r>
              <a:rPr sz="1800" spc="-40" dirty="0">
                <a:latin typeface="Calibri"/>
                <a:cs typeface="Calibri"/>
              </a:rPr>
              <a:t>r</a:t>
            </a:r>
            <a:r>
              <a:rPr sz="1800" spc="-10" dirty="0">
                <a:latin typeface="Calibri"/>
                <a:cs typeface="Calibri"/>
              </a:rPr>
              <a:t>o</a:t>
            </a:r>
            <a:r>
              <a:rPr sz="1800" spc="5" dirty="0">
                <a:latin typeface="Calibri"/>
                <a:cs typeface="Calibri"/>
              </a:rPr>
              <a:t>ll</a:t>
            </a:r>
            <a:r>
              <a:rPr sz="1800" spc="-10" dirty="0">
                <a:latin typeface="Calibri"/>
                <a:cs typeface="Calibri"/>
              </a:rPr>
              <a:t>er</a:t>
            </a:r>
            <a:endParaRPr sz="1800">
              <a:latin typeface="Calibri"/>
              <a:cs typeface="Calibri"/>
            </a:endParaRPr>
          </a:p>
        </p:txBody>
      </p:sp>
      <p:sp>
        <p:nvSpPr>
          <p:cNvPr id="28" name="object 28"/>
          <p:cNvSpPr/>
          <p:nvPr/>
        </p:nvSpPr>
        <p:spPr>
          <a:xfrm>
            <a:off x="697229" y="4862834"/>
            <a:ext cx="1075690" cy="1905"/>
          </a:xfrm>
          <a:custGeom>
            <a:avLst/>
            <a:gdLst/>
            <a:ahLst/>
            <a:cxnLst/>
            <a:rect l="l" t="t" r="r" b="b"/>
            <a:pathLst>
              <a:path w="1075689" h="1904">
                <a:moveTo>
                  <a:pt x="0" y="0"/>
                </a:moveTo>
                <a:lnTo>
                  <a:pt x="1075361" y="1536"/>
                </a:lnTo>
              </a:path>
            </a:pathLst>
          </a:custGeom>
          <a:ln w="38099">
            <a:solidFill>
              <a:srgbClr val="000000"/>
            </a:solidFill>
          </a:ln>
        </p:spPr>
        <p:txBody>
          <a:bodyPr wrap="square" lIns="0" tIns="0" rIns="0" bIns="0" rtlCol="0"/>
          <a:lstStyle/>
          <a:p>
            <a:endParaRPr/>
          </a:p>
        </p:txBody>
      </p:sp>
      <p:sp>
        <p:nvSpPr>
          <p:cNvPr id="29" name="object 29"/>
          <p:cNvSpPr/>
          <p:nvPr/>
        </p:nvSpPr>
        <p:spPr>
          <a:xfrm>
            <a:off x="1658194" y="4797515"/>
            <a:ext cx="114935" cy="133350"/>
          </a:xfrm>
          <a:custGeom>
            <a:avLst/>
            <a:gdLst/>
            <a:ahLst/>
            <a:cxnLst/>
            <a:rect l="l" t="t" r="r" b="b"/>
            <a:pathLst>
              <a:path w="114935" h="133350">
                <a:moveTo>
                  <a:pt x="192" y="0"/>
                </a:moveTo>
                <a:lnTo>
                  <a:pt x="114385" y="66842"/>
                </a:lnTo>
                <a:lnTo>
                  <a:pt x="0" y="133349"/>
                </a:lnTo>
              </a:path>
            </a:pathLst>
          </a:custGeom>
          <a:ln w="38099">
            <a:solidFill>
              <a:srgbClr val="000000"/>
            </a:solidFill>
          </a:ln>
        </p:spPr>
        <p:txBody>
          <a:bodyPr wrap="square" lIns="0" tIns="0" rIns="0" bIns="0" rtlCol="0"/>
          <a:lstStyle/>
          <a:p>
            <a:endParaRPr/>
          </a:p>
        </p:txBody>
      </p:sp>
      <p:sp>
        <p:nvSpPr>
          <p:cNvPr id="30" name="object 30"/>
          <p:cNvSpPr txBox="1"/>
          <p:nvPr/>
        </p:nvSpPr>
        <p:spPr>
          <a:xfrm>
            <a:off x="978328" y="2422508"/>
            <a:ext cx="28003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D1</a:t>
            </a:r>
            <a:endParaRPr sz="1800">
              <a:latin typeface="Calibri"/>
              <a:cs typeface="Calibri"/>
            </a:endParaRPr>
          </a:p>
        </p:txBody>
      </p:sp>
      <p:sp>
        <p:nvSpPr>
          <p:cNvPr id="31" name="object 31"/>
          <p:cNvSpPr/>
          <p:nvPr/>
        </p:nvSpPr>
        <p:spPr>
          <a:xfrm>
            <a:off x="697229" y="2846070"/>
            <a:ext cx="1075690" cy="1905"/>
          </a:xfrm>
          <a:custGeom>
            <a:avLst/>
            <a:gdLst/>
            <a:ahLst/>
            <a:cxnLst/>
            <a:rect l="l" t="t" r="r" b="b"/>
            <a:pathLst>
              <a:path w="1075689" h="1905">
                <a:moveTo>
                  <a:pt x="0" y="0"/>
                </a:moveTo>
                <a:lnTo>
                  <a:pt x="1075361" y="1523"/>
                </a:lnTo>
              </a:path>
            </a:pathLst>
          </a:custGeom>
          <a:ln w="38099">
            <a:solidFill>
              <a:srgbClr val="000000"/>
            </a:solidFill>
          </a:ln>
        </p:spPr>
        <p:txBody>
          <a:bodyPr wrap="square" lIns="0" tIns="0" rIns="0" bIns="0" rtlCol="0"/>
          <a:lstStyle/>
          <a:p>
            <a:endParaRPr/>
          </a:p>
        </p:txBody>
      </p:sp>
      <p:sp>
        <p:nvSpPr>
          <p:cNvPr id="32" name="object 32"/>
          <p:cNvSpPr/>
          <p:nvPr/>
        </p:nvSpPr>
        <p:spPr>
          <a:xfrm>
            <a:off x="1658194" y="2780751"/>
            <a:ext cx="114935" cy="133350"/>
          </a:xfrm>
          <a:custGeom>
            <a:avLst/>
            <a:gdLst/>
            <a:ahLst/>
            <a:cxnLst/>
            <a:rect l="l" t="t" r="r" b="b"/>
            <a:pathLst>
              <a:path w="114935" h="133350">
                <a:moveTo>
                  <a:pt x="192" y="0"/>
                </a:moveTo>
                <a:lnTo>
                  <a:pt x="114385" y="66842"/>
                </a:lnTo>
                <a:lnTo>
                  <a:pt x="0" y="133349"/>
                </a:lnTo>
              </a:path>
            </a:pathLst>
          </a:custGeom>
          <a:ln w="38099">
            <a:solidFill>
              <a:srgbClr val="000000"/>
            </a:solidFill>
          </a:ln>
        </p:spPr>
        <p:txBody>
          <a:bodyPr wrap="square" lIns="0" tIns="0" rIns="0" bIns="0" rtlCol="0"/>
          <a:lstStyle/>
          <a:p>
            <a:endParaRPr/>
          </a:p>
        </p:txBody>
      </p:sp>
      <p:sp>
        <p:nvSpPr>
          <p:cNvPr id="33" name="object 33"/>
          <p:cNvSpPr txBox="1"/>
          <p:nvPr/>
        </p:nvSpPr>
        <p:spPr>
          <a:xfrm>
            <a:off x="993021" y="4438724"/>
            <a:ext cx="280035"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D2</a:t>
            </a:r>
            <a:endParaRPr sz="1800">
              <a:latin typeface="Calibri"/>
              <a:cs typeface="Calibri"/>
            </a:endParaRPr>
          </a:p>
        </p:txBody>
      </p:sp>
      <p:sp>
        <p:nvSpPr>
          <p:cNvPr id="34" name="object 34"/>
          <p:cNvSpPr/>
          <p:nvPr/>
        </p:nvSpPr>
        <p:spPr>
          <a:xfrm>
            <a:off x="2797576" y="1586240"/>
            <a:ext cx="479425" cy="534670"/>
          </a:xfrm>
          <a:custGeom>
            <a:avLst/>
            <a:gdLst/>
            <a:ahLst/>
            <a:cxnLst/>
            <a:rect l="l" t="t" r="r" b="b"/>
            <a:pathLst>
              <a:path w="479425" h="534669">
                <a:moveTo>
                  <a:pt x="478901" y="0"/>
                </a:moveTo>
                <a:lnTo>
                  <a:pt x="0" y="534497"/>
                </a:lnTo>
              </a:path>
            </a:pathLst>
          </a:custGeom>
          <a:ln w="38099">
            <a:solidFill>
              <a:srgbClr val="000000"/>
            </a:solidFill>
          </a:ln>
        </p:spPr>
        <p:txBody>
          <a:bodyPr wrap="square" lIns="0" tIns="0" rIns="0" bIns="0" rtlCol="0"/>
          <a:lstStyle/>
          <a:p>
            <a:endParaRPr/>
          </a:p>
        </p:txBody>
      </p:sp>
      <p:sp>
        <p:nvSpPr>
          <p:cNvPr id="35" name="object 35"/>
          <p:cNvSpPr/>
          <p:nvPr/>
        </p:nvSpPr>
        <p:spPr>
          <a:xfrm>
            <a:off x="2797576" y="1991106"/>
            <a:ext cx="126364" cy="130175"/>
          </a:xfrm>
          <a:custGeom>
            <a:avLst/>
            <a:gdLst/>
            <a:ahLst/>
            <a:cxnLst/>
            <a:rect l="l" t="t" r="r" b="b"/>
            <a:pathLst>
              <a:path w="126364" h="130175">
                <a:moveTo>
                  <a:pt x="26609" y="0"/>
                </a:moveTo>
                <a:lnTo>
                  <a:pt x="0" y="129631"/>
                </a:lnTo>
                <a:lnTo>
                  <a:pt x="125931" y="89001"/>
                </a:lnTo>
              </a:path>
            </a:pathLst>
          </a:custGeom>
          <a:ln w="38099">
            <a:solidFill>
              <a:srgbClr val="000000"/>
            </a:solidFill>
          </a:ln>
        </p:spPr>
        <p:txBody>
          <a:bodyPr wrap="square" lIns="0" tIns="0" rIns="0" bIns="0" rtlCol="0"/>
          <a:lstStyle/>
          <a:p>
            <a:endParaRPr/>
          </a:p>
        </p:txBody>
      </p:sp>
      <p:sp>
        <p:nvSpPr>
          <p:cNvPr id="36" name="object 36"/>
          <p:cNvSpPr/>
          <p:nvPr/>
        </p:nvSpPr>
        <p:spPr>
          <a:xfrm>
            <a:off x="3260079" y="1586240"/>
            <a:ext cx="2178050" cy="0"/>
          </a:xfrm>
          <a:custGeom>
            <a:avLst/>
            <a:gdLst/>
            <a:ahLst/>
            <a:cxnLst/>
            <a:rect l="l" t="t" r="r" b="b"/>
            <a:pathLst>
              <a:path w="2178050">
                <a:moveTo>
                  <a:pt x="2177856" y="0"/>
                </a:moveTo>
                <a:lnTo>
                  <a:pt x="0" y="0"/>
                </a:lnTo>
              </a:path>
            </a:pathLst>
          </a:custGeom>
          <a:ln w="38099">
            <a:solidFill>
              <a:srgbClr val="000000"/>
            </a:solidFill>
          </a:ln>
        </p:spPr>
        <p:txBody>
          <a:bodyPr wrap="square" lIns="0" tIns="0" rIns="0" bIns="0" rtlCol="0"/>
          <a:lstStyle/>
          <a:p>
            <a:endParaRPr/>
          </a:p>
        </p:txBody>
      </p:sp>
      <p:sp>
        <p:nvSpPr>
          <p:cNvPr id="37" name="object 37"/>
          <p:cNvSpPr/>
          <p:nvPr/>
        </p:nvSpPr>
        <p:spPr>
          <a:xfrm>
            <a:off x="5424159" y="1586240"/>
            <a:ext cx="733425" cy="562610"/>
          </a:xfrm>
          <a:custGeom>
            <a:avLst/>
            <a:gdLst/>
            <a:ahLst/>
            <a:cxnLst/>
            <a:rect l="l" t="t" r="r" b="b"/>
            <a:pathLst>
              <a:path w="733425" h="562610">
                <a:moveTo>
                  <a:pt x="732830" y="562295"/>
                </a:moveTo>
                <a:lnTo>
                  <a:pt x="0" y="0"/>
                </a:lnTo>
              </a:path>
            </a:pathLst>
          </a:custGeom>
          <a:ln w="38099">
            <a:solidFill>
              <a:srgbClr val="000000"/>
            </a:solidFill>
          </a:ln>
        </p:spPr>
        <p:txBody>
          <a:bodyPr wrap="square" lIns="0" tIns="0" rIns="0" bIns="0" rtlCol="0"/>
          <a:lstStyle/>
          <a:p>
            <a:endParaRPr/>
          </a:p>
        </p:txBody>
      </p:sp>
      <p:sp>
        <p:nvSpPr>
          <p:cNvPr id="38" name="object 38"/>
          <p:cNvSpPr/>
          <p:nvPr/>
        </p:nvSpPr>
        <p:spPr>
          <a:xfrm>
            <a:off x="2798682" y="5556016"/>
            <a:ext cx="403860" cy="709930"/>
          </a:xfrm>
          <a:custGeom>
            <a:avLst/>
            <a:gdLst/>
            <a:ahLst/>
            <a:cxnLst/>
            <a:rect l="l" t="t" r="r" b="b"/>
            <a:pathLst>
              <a:path w="403860" h="709929">
                <a:moveTo>
                  <a:pt x="403667" y="709729"/>
                </a:moveTo>
                <a:lnTo>
                  <a:pt x="0" y="0"/>
                </a:lnTo>
              </a:path>
            </a:pathLst>
          </a:custGeom>
          <a:ln w="38099">
            <a:solidFill>
              <a:srgbClr val="000000"/>
            </a:solidFill>
          </a:ln>
        </p:spPr>
        <p:txBody>
          <a:bodyPr wrap="square" lIns="0" tIns="0" rIns="0" bIns="0" rtlCol="0"/>
          <a:lstStyle/>
          <a:p>
            <a:endParaRPr/>
          </a:p>
        </p:txBody>
      </p:sp>
      <p:sp>
        <p:nvSpPr>
          <p:cNvPr id="39" name="object 39"/>
          <p:cNvSpPr/>
          <p:nvPr/>
        </p:nvSpPr>
        <p:spPr>
          <a:xfrm>
            <a:off x="2797219" y="5556016"/>
            <a:ext cx="116205" cy="132715"/>
          </a:xfrm>
          <a:custGeom>
            <a:avLst/>
            <a:gdLst/>
            <a:ahLst/>
            <a:cxnLst/>
            <a:rect l="l" t="t" r="r" b="b"/>
            <a:pathLst>
              <a:path w="116205" h="132714">
                <a:moveTo>
                  <a:pt x="0" y="132313"/>
                </a:moveTo>
                <a:lnTo>
                  <a:pt x="1463" y="0"/>
                </a:lnTo>
                <a:lnTo>
                  <a:pt x="115918" y="66388"/>
                </a:lnTo>
              </a:path>
            </a:pathLst>
          </a:custGeom>
          <a:ln w="38099">
            <a:solidFill>
              <a:srgbClr val="000000"/>
            </a:solidFill>
          </a:ln>
        </p:spPr>
        <p:txBody>
          <a:bodyPr wrap="square" lIns="0" tIns="0" rIns="0" bIns="0" rtlCol="0"/>
          <a:lstStyle/>
          <a:p>
            <a:endParaRPr/>
          </a:p>
        </p:txBody>
      </p:sp>
      <p:sp>
        <p:nvSpPr>
          <p:cNvPr id="40" name="object 40"/>
          <p:cNvSpPr/>
          <p:nvPr/>
        </p:nvSpPr>
        <p:spPr>
          <a:xfrm>
            <a:off x="3186409" y="6267450"/>
            <a:ext cx="2178050" cy="0"/>
          </a:xfrm>
          <a:custGeom>
            <a:avLst/>
            <a:gdLst/>
            <a:ahLst/>
            <a:cxnLst/>
            <a:rect l="l" t="t" r="r" b="b"/>
            <a:pathLst>
              <a:path w="2178050">
                <a:moveTo>
                  <a:pt x="2177856" y="0"/>
                </a:moveTo>
                <a:lnTo>
                  <a:pt x="0" y="0"/>
                </a:lnTo>
              </a:path>
            </a:pathLst>
          </a:custGeom>
          <a:ln w="38099">
            <a:solidFill>
              <a:srgbClr val="000000"/>
            </a:solidFill>
          </a:ln>
        </p:spPr>
        <p:txBody>
          <a:bodyPr wrap="square" lIns="0" tIns="0" rIns="0" bIns="0" rtlCol="0"/>
          <a:lstStyle/>
          <a:p>
            <a:endParaRPr/>
          </a:p>
        </p:txBody>
      </p:sp>
      <p:sp>
        <p:nvSpPr>
          <p:cNvPr id="41" name="object 41"/>
          <p:cNvSpPr/>
          <p:nvPr/>
        </p:nvSpPr>
        <p:spPr>
          <a:xfrm>
            <a:off x="5350519" y="5546085"/>
            <a:ext cx="643890" cy="720725"/>
          </a:xfrm>
          <a:custGeom>
            <a:avLst/>
            <a:gdLst/>
            <a:ahLst/>
            <a:cxnLst/>
            <a:rect l="l" t="t" r="r" b="b"/>
            <a:pathLst>
              <a:path w="643889" h="720725">
                <a:moveTo>
                  <a:pt x="643676" y="0"/>
                </a:moveTo>
                <a:lnTo>
                  <a:pt x="0" y="720388"/>
                </a:lnTo>
              </a:path>
            </a:pathLst>
          </a:custGeom>
          <a:ln w="38099">
            <a:solidFill>
              <a:srgbClr val="000000"/>
            </a:solidFill>
          </a:ln>
        </p:spPr>
        <p:txBody>
          <a:bodyPr wrap="square" lIns="0" tIns="0" rIns="0" bIns="0" rtlCol="0"/>
          <a:lstStyle/>
          <a:p>
            <a:endParaRPr/>
          </a:p>
        </p:txBody>
      </p:sp>
      <p:sp>
        <p:nvSpPr>
          <p:cNvPr id="42" name="object 42"/>
          <p:cNvSpPr txBox="1"/>
          <p:nvPr/>
        </p:nvSpPr>
        <p:spPr>
          <a:xfrm>
            <a:off x="407590" y="6083757"/>
            <a:ext cx="2273300" cy="423193"/>
          </a:xfrm>
          <a:prstGeom prst="rect">
            <a:avLst/>
          </a:prstGeom>
        </p:spPr>
        <p:txBody>
          <a:bodyPr vert="horz" wrap="square" lIns="0" tIns="0" rIns="0" bIns="0" rtlCol="0">
            <a:spAutoFit/>
          </a:bodyPr>
          <a:lstStyle/>
          <a:p>
            <a:pPr marL="12700">
              <a:lnSpc>
                <a:spcPct val="100000"/>
              </a:lnSpc>
            </a:pPr>
            <a:r>
              <a:rPr sz="2750" b="1" spc="40" dirty="0">
                <a:latin typeface="Times New Roman"/>
                <a:cs typeface="Times New Roman"/>
              </a:rPr>
              <a:t>u</a:t>
            </a:r>
            <a:r>
              <a:rPr sz="2750" spc="55" dirty="0">
                <a:latin typeface="Times New Roman"/>
                <a:cs typeface="Times New Roman"/>
              </a:rPr>
              <a:t>(</a:t>
            </a:r>
            <a:r>
              <a:rPr sz="2750" i="1" spc="-15" dirty="0">
                <a:latin typeface="Times New Roman"/>
                <a:cs typeface="Times New Roman"/>
              </a:rPr>
              <a:t>k</a:t>
            </a:r>
            <a:r>
              <a:rPr sz="2750" i="1" spc="-450" dirty="0">
                <a:latin typeface="Times New Roman"/>
                <a:cs typeface="Times New Roman"/>
              </a:rPr>
              <a:t> </a:t>
            </a:r>
            <a:r>
              <a:rPr sz="2750" spc="-10" dirty="0">
                <a:latin typeface="Times New Roman"/>
                <a:cs typeface="Times New Roman"/>
              </a:rPr>
              <a:t>)</a:t>
            </a:r>
            <a:r>
              <a:rPr sz="2750" spc="-60" dirty="0">
                <a:latin typeface="Times New Roman"/>
                <a:cs typeface="Times New Roman"/>
              </a:rPr>
              <a:t> </a:t>
            </a:r>
            <a:r>
              <a:rPr sz="2750" spc="-15" dirty="0">
                <a:latin typeface="Symbol"/>
                <a:cs typeface="Symbol"/>
              </a:rPr>
              <a:t></a:t>
            </a:r>
            <a:r>
              <a:rPr sz="2750" spc="-50" dirty="0">
                <a:latin typeface="Times New Roman"/>
                <a:cs typeface="Times New Roman"/>
              </a:rPr>
              <a:t> </a:t>
            </a:r>
            <a:r>
              <a:rPr lang="en-NZ" sz="2750" dirty="0">
                <a:latin typeface="Symbol"/>
                <a:cs typeface="Times New Roman"/>
              </a:rPr>
              <a:t>-</a:t>
            </a:r>
            <a:r>
              <a:rPr sz="2750" b="1" spc="-25" dirty="0">
                <a:latin typeface="Times New Roman"/>
                <a:cs typeface="Times New Roman"/>
              </a:rPr>
              <a:t>K</a:t>
            </a:r>
            <a:r>
              <a:rPr sz="2750" b="1" spc="-210" dirty="0">
                <a:latin typeface="Times New Roman"/>
                <a:cs typeface="Times New Roman"/>
              </a:rPr>
              <a:t> </a:t>
            </a:r>
            <a:r>
              <a:rPr lang="en-NZ" sz="2750" b="1" spc="-30" dirty="0">
                <a:latin typeface="Symbol"/>
                <a:cs typeface="Times New Roman"/>
              </a:rPr>
              <a:t>. </a:t>
            </a:r>
            <a:r>
              <a:rPr sz="2750" b="1" spc="25" dirty="0">
                <a:latin typeface="Times New Roman"/>
                <a:cs typeface="Times New Roman"/>
              </a:rPr>
              <a:t>x</a:t>
            </a:r>
            <a:r>
              <a:rPr sz="2750" spc="55" dirty="0">
                <a:latin typeface="Times New Roman"/>
                <a:cs typeface="Times New Roman"/>
              </a:rPr>
              <a:t>(</a:t>
            </a:r>
            <a:r>
              <a:rPr sz="2750" i="1" spc="-15" dirty="0">
                <a:latin typeface="Times New Roman"/>
                <a:cs typeface="Times New Roman"/>
              </a:rPr>
              <a:t>k</a:t>
            </a:r>
            <a:r>
              <a:rPr sz="2750" i="1" spc="-450" dirty="0">
                <a:latin typeface="Times New Roman"/>
                <a:cs typeface="Times New Roman"/>
              </a:rPr>
              <a:t> </a:t>
            </a:r>
            <a:r>
              <a:rPr sz="2750" spc="-10" dirty="0">
                <a:latin typeface="Times New Roman"/>
                <a:cs typeface="Times New Roman"/>
              </a:rPr>
              <a:t>)</a:t>
            </a:r>
            <a:endParaRPr sz="2750"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567" y="728606"/>
            <a:ext cx="3998595"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Co</a:t>
            </a:r>
            <a:r>
              <a:rPr sz="3400" spc="-10" dirty="0">
                <a:solidFill>
                  <a:srgbClr val="B5121B"/>
                </a:solidFill>
                <a:latin typeface="Calibri"/>
                <a:cs typeface="Calibri"/>
              </a:rPr>
              <a:t>up</a:t>
            </a:r>
            <a:r>
              <a:rPr sz="3400" spc="-5" dirty="0">
                <a:solidFill>
                  <a:srgbClr val="B5121B"/>
                </a:solidFill>
                <a:latin typeface="Calibri"/>
                <a:cs typeface="Calibri"/>
              </a:rPr>
              <a:t>l</a:t>
            </a:r>
            <a:r>
              <a:rPr sz="3400" spc="-15" dirty="0">
                <a:solidFill>
                  <a:srgbClr val="B5121B"/>
                </a:solidFill>
                <a:latin typeface="Calibri"/>
                <a:cs typeface="Calibri"/>
              </a:rPr>
              <a:t>e</a:t>
            </a:r>
            <a:r>
              <a:rPr sz="3400" dirty="0">
                <a:solidFill>
                  <a:srgbClr val="B5121B"/>
                </a:solidFill>
                <a:latin typeface="Calibri"/>
                <a:cs typeface="Calibri"/>
              </a:rPr>
              <a:t>d</a:t>
            </a:r>
            <a:r>
              <a:rPr sz="3400" spc="-120" dirty="0">
                <a:solidFill>
                  <a:srgbClr val="B5121B"/>
                </a:solidFill>
                <a:latin typeface="Times New Roman"/>
                <a:cs typeface="Times New Roman"/>
              </a:rPr>
              <a:t> </a:t>
            </a:r>
            <a:r>
              <a:rPr sz="3400" spc="5" dirty="0">
                <a:solidFill>
                  <a:srgbClr val="B5121B"/>
                </a:solidFill>
                <a:latin typeface="Calibri"/>
                <a:cs typeface="Calibri"/>
              </a:rPr>
              <a:t>D</a:t>
            </a:r>
            <a:r>
              <a:rPr sz="3400" spc="-10" dirty="0">
                <a:solidFill>
                  <a:srgbClr val="B5121B"/>
                </a:solidFill>
                <a:latin typeface="Calibri"/>
                <a:cs typeface="Calibri"/>
              </a:rPr>
              <a:t>r</a:t>
            </a:r>
            <a:r>
              <a:rPr sz="3400" spc="-5" dirty="0">
                <a:solidFill>
                  <a:srgbClr val="B5121B"/>
                </a:solidFill>
                <a:latin typeface="Calibri"/>
                <a:cs typeface="Calibri"/>
              </a:rPr>
              <a:t>i</a:t>
            </a:r>
            <a:r>
              <a:rPr sz="3400" spc="-60" dirty="0">
                <a:solidFill>
                  <a:srgbClr val="B5121B"/>
                </a:solidFill>
                <a:latin typeface="Calibri"/>
                <a:cs typeface="Calibri"/>
              </a:rPr>
              <a:t>v</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220" dirty="0">
                <a:solidFill>
                  <a:srgbClr val="B5121B"/>
                </a:solidFill>
                <a:latin typeface="Calibri"/>
                <a:cs typeface="Calibri"/>
              </a:rPr>
              <a:t>T</a:t>
            </a:r>
            <a:r>
              <a:rPr sz="3400" spc="-85" dirty="0">
                <a:solidFill>
                  <a:srgbClr val="B5121B"/>
                </a:solidFill>
                <a:latin typeface="Calibri"/>
                <a:cs typeface="Calibri"/>
              </a:rPr>
              <a:t>r</a:t>
            </a:r>
            <a:r>
              <a:rPr sz="3400" spc="-10" dirty="0">
                <a:solidFill>
                  <a:srgbClr val="B5121B"/>
                </a:solidFill>
                <a:latin typeface="Calibri"/>
                <a:cs typeface="Calibri"/>
              </a:rPr>
              <a:t>an</a:t>
            </a:r>
            <a:r>
              <a:rPr sz="3400" spc="-50" dirty="0">
                <a:solidFill>
                  <a:srgbClr val="B5121B"/>
                </a:solidFill>
                <a:latin typeface="Calibri"/>
                <a:cs typeface="Calibri"/>
              </a:rPr>
              <a:t>s</a:t>
            </a:r>
            <a:r>
              <a:rPr sz="3400" spc="-80" dirty="0">
                <a:solidFill>
                  <a:srgbClr val="B5121B"/>
                </a:solidFill>
                <a:latin typeface="Calibri"/>
                <a:cs typeface="Calibri"/>
              </a:rPr>
              <a:t>f</a:t>
            </a:r>
            <a:r>
              <a:rPr sz="3400" spc="-15" dirty="0">
                <a:solidFill>
                  <a:srgbClr val="B5121B"/>
                </a:solidFill>
                <a:latin typeface="Calibri"/>
                <a:cs typeface="Calibri"/>
              </a:rPr>
              <a:t>er</a:t>
            </a:r>
            <a:r>
              <a:rPr sz="3400" spc="-10" dirty="0">
                <a:solidFill>
                  <a:srgbClr val="B5121B"/>
                </a:solidFill>
                <a:latin typeface="Times New Roman"/>
                <a:cs typeface="Times New Roman"/>
              </a:rPr>
              <a:t> </a:t>
            </a:r>
            <a:r>
              <a:rPr sz="3400" spc="-5" dirty="0">
                <a:solidFill>
                  <a:srgbClr val="B5121B"/>
                </a:solidFill>
                <a:latin typeface="Calibri"/>
                <a:cs typeface="Calibri"/>
              </a:rPr>
              <a:t>F</a:t>
            </a:r>
            <a:r>
              <a:rPr sz="3400" spc="-10" dirty="0">
                <a:solidFill>
                  <a:srgbClr val="B5121B"/>
                </a:solidFill>
                <a:latin typeface="Calibri"/>
                <a:cs typeface="Calibri"/>
              </a:rPr>
              <a:t>un</a:t>
            </a:r>
            <a:r>
              <a:rPr sz="3400" spc="-15" dirty="0">
                <a:solidFill>
                  <a:srgbClr val="B5121B"/>
                </a:solidFill>
                <a:latin typeface="Calibri"/>
                <a:cs typeface="Calibri"/>
              </a:rPr>
              <a:t>ct</a:t>
            </a:r>
            <a:r>
              <a:rPr sz="3400" spc="-5" dirty="0">
                <a:solidFill>
                  <a:srgbClr val="B5121B"/>
                </a:solidFill>
                <a:latin typeface="Calibri"/>
                <a:cs typeface="Calibri"/>
              </a:rPr>
              <a:t>i</a:t>
            </a:r>
            <a:r>
              <a:rPr sz="3400" spc="5" dirty="0">
                <a:solidFill>
                  <a:srgbClr val="B5121B"/>
                </a:solidFill>
                <a:latin typeface="Calibri"/>
                <a:cs typeface="Calibri"/>
              </a:rPr>
              <a:t>o</a:t>
            </a:r>
            <a:r>
              <a:rPr sz="3400" dirty="0">
                <a:solidFill>
                  <a:srgbClr val="B5121B"/>
                </a:solidFill>
                <a:latin typeface="Calibri"/>
                <a:cs typeface="Calibri"/>
              </a:rPr>
              <a:t>n</a:t>
            </a:r>
            <a:r>
              <a:rPr sz="3400" spc="-100" dirty="0">
                <a:solidFill>
                  <a:srgbClr val="B5121B"/>
                </a:solidFill>
                <a:latin typeface="Times New Roman"/>
                <a:cs typeface="Times New Roman"/>
              </a:rPr>
              <a:t> </a:t>
            </a:r>
            <a:r>
              <a:rPr sz="3400" spc="-10" dirty="0">
                <a:solidFill>
                  <a:srgbClr val="B5121B"/>
                </a:solidFill>
                <a:latin typeface="Calibri"/>
                <a:cs typeface="Calibri"/>
              </a:rPr>
              <a:t>M</a:t>
            </a:r>
            <a:r>
              <a:rPr sz="3400" spc="5" dirty="0">
                <a:solidFill>
                  <a:srgbClr val="B5121B"/>
                </a:solidFill>
                <a:latin typeface="Calibri"/>
                <a:cs typeface="Calibri"/>
              </a:rPr>
              <a:t>o</a:t>
            </a:r>
            <a:r>
              <a:rPr sz="3400" spc="-10" dirty="0">
                <a:solidFill>
                  <a:srgbClr val="B5121B"/>
                </a:solidFill>
                <a:latin typeface="Calibri"/>
                <a:cs typeface="Calibri"/>
              </a:rPr>
              <a:t>d</a:t>
            </a:r>
            <a:r>
              <a:rPr sz="3400" spc="-15" dirty="0">
                <a:solidFill>
                  <a:srgbClr val="B5121B"/>
                </a:solidFill>
                <a:latin typeface="Calibri"/>
                <a:cs typeface="Calibri"/>
              </a:rPr>
              <a:t>e</a:t>
            </a:r>
            <a:r>
              <a:rPr sz="3400" spc="-5" dirty="0">
                <a:solidFill>
                  <a:srgbClr val="B5121B"/>
                </a:solidFill>
                <a:latin typeface="Calibri"/>
                <a:cs typeface="Calibri"/>
              </a:rPr>
              <a:t>l</a:t>
            </a:r>
            <a:r>
              <a:rPr sz="3400" dirty="0">
                <a:solidFill>
                  <a:srgbClr val="B5121B"/>
                </a:solidFill>
                <a:latin typeface="Calibri"/>
                <a:cs typeface="Calibri"/>
              </a:rPr>
              <a:t>s</a:t>
            </a:r>
            <a:endParaRPr sz="3400">
              <a:latin typeface="Calibri"/>
              <a:cs typeface="Calibri"/>
            </a:endParaRPr>
          </a:p>
        </p:txBody>
      </p:sp>
      <p:sp>
        <p:nvSpPr>
          <p:cNvPr id="3" name="object 3"/>
          <p:cNvSpPr/>
          <p:nvPr/>
        </p:nvSpPr>
        <p:spPr>
          <a:xfrm>
            <a:off x="2539102" y="3271257"/>
            <a:ext cx="1376045" cy="0"/>
          </a:xfrm>
          <a:custGeom>
            <a:avLst/>
            <a:gdLst/>
            <a:ahLst/>
            <a:cxnLst/>
            <a:rect l="l" t="t" r="r" b="b"/>
            <a:pathLst>
              <a:path w="1376045">
                <a:moveTo>
                  <a:pt x="0" y="0"/>
                </a:moveTo>
                <a:lnTo>
                  <a:pt x="1375652" y="0"/>
                </a:lnTo>
              </a:path>
            </a:pathLst>
          </a:custGeom>
          <a:ln w="10692">
            <a:solidFill>
              <a:srgbClr val="000000"/>
            </a:solidFill>
          </a:ln>
        </p:spPr>
        <p:txBody>
          <a:bodyPr wrap="square" lIns="0" tIns="0" rIns="0" bIns="0" rtlCol="0"/>
          <a:lstStyle/>
          <a:p>
            <a:endParaRPr/>
          </a:p>
        </p:txBody>
      </p:sp>
      <p:sp>
        <p:nvSpPr>
          <p:cNvPr id="4" name="object 4"/>
          <p:cNvSpPr/>
          <p:nvPr/>
        </p:nvSpPr>
        <p:spPr>
          <a:xfrm>
            <a:off x="5335712" y="3271257"/>
            <a:ext cx="1376045" cy="0"/>
          </a:xfrm>
          <a:custGeom>
            <a:avLst/>
            <a:gdLst/>
            <a:ahLst/>
            <a:cxnLst/>
            <a:rect l="l" t="t" r="r" b="b"/>
            <a:pathLst>
              <a:path w="1376045">
                <a:moveTo>
                  <a:pt x="0" y="0"/>
                </a:moveTo>
                <a:lnTo>
                  <a:pt x="1375643" y="0"/>
                </a:lnTo>
              </a:path>
            </a:pathLst>
          </a:custGeom>
          <a:ln w="10692">
            <a:solidFill>
              <a:srgbClr val="000000"/>
            </a:solidFill>
          </a:ln>
        </p:spPr>
        <p:txBody>
          <a:bodyPr wrap="square" lIns="0" tIns="0" rIns="0" bIns="0" rtlCol="0"/>
          <a:lstStyle/>
          <a:p>
            <a:endParaRPr/>
          </a:p>
        </p:txBody>
      </p:sp>
      <p:sp>
        <p:nvSpPr>
          <p:cNvPr id="5" name="object 5"/>
          <p:cNvSpPr/>
          <p:nvPr/>
        </p:nvSpPr>
        <p:spPr>
          <a:xfrm>
            <a:off x="1904905" y="4057127"/>
            <a:ext cx="2643505" cy="0"/>
          </a:xfrm>
          <a:custGeom>
            <a:avLst/>
            <a:gdLst/>
            <a:ahLst/>
            <a:cxnLst/>
            <a:rect l="l" t="t" r="r" b="b"/>
            <a:pathLst>
              <a:path w="2643504">
                <a:moveTo>
                  <a:pt x="0" y="0"/>
                </a:moveTo>
                <a:lnTo>
                  <a:pt x="2643364" y="0"/>
                </a:lnTo>
              </a:path>
            </a:pathLst>
          </a:custGeom>
          <a:ln w="10692">
            <a:solidFill>
              <a:srgbClr val="000000"/>
            </a:solidFill>
          </a:ln>
        </p:spPr>
        <p:txBody>
          <a:bodyPr wrap="square" lIns="0" tIns="0" rIns="0" bIns="0" rtlCol="0"/>
          <a:lstStyle/>
          <a:p>
            <a:endParaRPr/>
          </a:p>
        </p:txBody>
      </p:sp>
      <p:sp>
        <p:nvSpPr>
          <p:cNvPr id="6" name="object 6"/>
          <p:cNvSpPr/>
          <p:nvPr/>
        </p:nvSpPr>
        <p:spPr>
          <a:xfrm>
            <a:off x="4701497" y="4057127"/>
            <a:ext cx="2643505" cy="0"/>
          </a:xfrm>
          <a:custGeom>
            <a:avLst/>
            <a:gdLst/>
            <a:ahLst/>
            <a:cxnLst/>
            <a:rect l="l" t="t" r="r" b="b"/>
            <a:pathLst>
              <a:path w="2643504">
                <a:moveTo>
                  <a:pt x="0" y="0"/>
                </a:moveTo>
                <a:lnTo>
                  <a:pt x="2643373" y="0"/>
                </a:lnTo>
              </a:path>
            </a:pathLst>
          </a:custGeom>
          <a:ln w="10692">
            <a:solidFill>
              <a:srgbClr val="000000"/>
            </a:solidFill>
          </a:ln>
        </p:spPr>
        <p:txBody>
          <a:bodyPr wrap="square" lIns="0" tIns="0" rIns="0" bIns="0" rtlCol="0"/>
          <a:lstStyle/>
          <a:p>
            <a:endParaRPr/>
          </a:p>
        </p:txBody>
      </p:sp>
      <p:sp>
        <p:nvSpPr>
          <p:cNvPr id="7" name="object 7"/>
          <p:cNvSpPr txBox="1"/>
          <p:nvPr/>
        </p:nvSpPr>
        <p:spPr>
          <a:xfrm>
            <a:off x="2691614" y="2888127"/>
            <a:ext cx="1062990" cy="348615"/>
          </a:xfrm>
          <a:prstGeom prst="rect">
            <a:avLst/>
          </a:prstGeom>
        </p:spPr>
        <p:txBody>
          <a:bodyPr vert="horz" wrap="square" lIns="0" tIns="0" rIns="0" bIns="0" rtlCol="0">
            <a:spAutoFit/>
          </a:bodyPr>
          <a:lstStyle/>
          <a:p>
            <a:pPr marL="12700">
              <a:lnSpc>
                <a:spcPct val="100000"/>
              </a:lnSpc>
            </a:pPr>
            <a:r>
              <a:rPr sz="2000" dirty="0">
                <a:latin typeface="Times New Roman"/>
                <a:cs typeface="Times New Roman"/>
              </a:rPr>
              <a:t>0.060</a:t>
            </a:r>
            <a:r>
              <a:rPr sz="2000" spc="120" dirty="0">
                <a:latin typeface="Times New Roman"/>
                <a:cs typeface="Times New Roman"/>
              </a:rPr>
              <a:t>2</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1</a:t>
            </a:r>
            <a:endParaRPr sz="2250" baseline="33333">
              <a:latin typeface="Times New Roman"/>
              <a:cs typeface="Times New Roman"/>
            </a:endParaRPr>
          </a:p>
        </p:txBody>
      </p:sp>
      <p:sp>
        <p:nvSpPr>
          <p:cNvPr id="8" name="object 8"/>
          <p:cNvSpPr txBox="1"/>
          <p:nvPr/>
        </p:nvSpPr>
        <p:spPr>
          <a:xfrm>
            <a:off x="5488146" y="2888127"/>
            <a:ext cx="1062990" cy="348615"/>
          </a:xfrm>
          <a:prstGeom prst="rect">
            <a:avLst/>
          </a:prstGeom>
        </p:spPr>
        <p:txBody>
          <a:bodyPr vert="horz" wrap="square" lIns="0" tIns="0" rIns="0" bIns="0" rtlCol="0">
            <a:spAutoFit/>
          </a:bodyPr>
          <a:lstStyle/>
          <a:p>
            <a:pPr marL="12700">
              <a:lnSpc>
                <a:spcPct val="100000"/>
              </a:lnSpc>
            </a:pPr>
            <a:r>
              <a:rPr sz="2000" dirty="0">
                <a:latin typeface="Times New Roman"/>
                <a:cs typeface="Times New Roman"/>
              </a:rPr>
              <a:t>0.066</a:t>
            </a:r>
            <a:r>
              <a:rPr sz="2000" spc="120" dirty="0">
                <a:latin typeface="Times New Roman"/>
                <a:cs typeface="Times New Roman"/>
              </a:rPr>
              <a:t>6</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1</a:t>
            </a:r>
            <a:endParaRPr sz="2250" baseline="33333">
              <a:latin typeface="Times New Roman"/>
              <a:cs typeface="Times New Roman"/>
            </a:endParaRPr>
          </a:p>
        </p:txBody>
      </p:sp>
      <p:sp>
        <p:nvSpPr>
          <p:cNvPr id="9" name="object 9"/>
          <p:cNvSpPr txBox="1"/>
          <p:nvPr/>
        </p:nvSpPr>
        <p:spPr>
          <a:xfrm>
            <a:off x="2515607" y="3279771"/>
            <a:ext cx="1390650" cy="348615"/>
          </a:xfrm>
          <a:prstGeom prst="rect">
            <a:avLst/>
          </a:prstGeom>
        </p:spPr>
        <p:txBody>
          <a:bodyPr vert="horz" wrap="square" lIns="0" tIns="0" rIns="0" bIns="0" rtlCol="0">
            <a:spAutoFit/>
          </a:bodyPr>
          <a:lstStyle/>
          <a:p>
            <a:pPr marL="12700">
              <a:lnSpc>
                <a:spcPct val="100000"/>
              </a:lnSpc>
            </a:pPr>
            <a:r>
              <a:rPr sz="2000" spc="155" dirty="0">
                <a:latin typeface="Times New Roman"/>
                <a:cs typeface="Times New Roman"/>
              </a:rPr>
              <a:t>1</a:t>
            </a:r>
            <a:r>
              <a:rPr sz="2000" dirty="0">
                <a:latin typeface="Symbol"/>
                <a:cs typeface="Symbol"/>
              </a:rPr>
              <a:t></a:t>
            </a:r>
            <a:r>
              <a:rPr sz="2000" spc="-190" dirty="0">
                <a:latin typeface="Times New Roman"/>
                <a:cs typeface="Times New Roman"/>
              </a:rPr>
              <a:t> </a:t>
            </a:r>
            <a:r>
              <a:rPr sz="2000" dirty="0">
                <a:latin typeface="Times New Roman"/>
                <a:cs typeface="Times New Roman"/>
              </a:rPr>
              <a:t>0.869</a:t>
            </a:r>
            <a:r>
              <a:rPr sz="2000" spc="125" dirty="0">
                <a:latin typeface="Times New Roman"/>
                <a:cs typeface="Times New Roman"/>
              </a:rPr>
              <a:t>6</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1</a:t>
            </a:r>
            <a:endParaRPr sz="2250" baseline="33333">
              <a:latin typeface="Times New Roman"/>
              <a:cs typeface="Times New Roman"/>
            </a:endParaRPr>
          </a:p>
        </p:txBody>
      </p:sp>
      <p:sp>
        <p:nvSpPr>
          <p:cNvPr id="10" name="object 10"/>
          <p:cNvSpPr txBox="1"/>
          <p:nvPr/>
        </p:nvSpPr>
        <p:spPr>
          <a:xfrm>
            <a:off x="4847828" y="3279771"/>
            <a:ext cx="2328545" cy="742950"/>
          </a:xfrm>
          <a:prstGeom prst="rect">
            <a:avLst/>
          </a:prstGeom>
        </p:spPr>
        <p:txBody>
          <a:bodyPr vert="horz" wrap="square" lIns="0" tIns="0" rIns="0" bIns="0" rtlCol="0">
            <a:spAutoFit/>
          </a:bodyPr>
          <a:lstStyle/>
          <a:p>
            <a:pPr marR="1270" algn="ctr">
              <a:lnSpc>
                <a:spcPct val="100000"/>
              </a:lnSpc>
            </a:pPr>
            <a:r>
              <a:rPr sz="2000" spc="155" dirty="0">
                <a:latin typeface="Times New Roman"/>
                <a:cs typeface="Times New Roman"/>
              </a:rPr>
              <a:t>1</a:t>
            </a:r>
            <a:r>
              <a:rPr sz="2000" dirty="0">
                <a:latin typeface="Symbol"/>
                <a:cs typeface="Symbol"/>
              </a:rPr>
              <a:t></a:t>
            </a:r>
            <a:r>
              <a:rPr sz="2000" spc="-195" dirty="0">
                <a:latin typeface="Times New Roman"/>
                <a:cs typeface="Times New Roman"/>
              </a:rPr>
              <a:t> </a:t>
            </a:r>
            <a:r>
              <a:rPr sz="2000" dirty="0">
                <a:latin typeface="Times New Roman"/>
                <a:cs typeface="Times New Roman"/>
              </a:rPr>
              <a:t>0.869</a:t>
            </a:r>
            <a:r>
              <a:rPr sz="2000" spc="125" dirty="0">
                <a:latin typeface="Times New Roman"/>
                <a:cs typeface="Times New Roman"/>
              </a:rPr>
              <a:t>6</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1</a:t>
            </a:r>
            <a:endParaRPr sz="2250" baseline="33333">
              <a:latin typeface="Times New Roman"/>
              <a:cs typeface="Times New Roman"/>
            </a:endParaRPr>
          </a:p>
          <a:p>
            <a:pPr algn="ctr">
              <a:lnSpc>
                <a:spcPct val="100000"/>
              </a:lnSpc>
              <a:spcBef>
                <a:spcPts val="700"/>
              </a:spcBef>
            </a:pPr>
            <a:r>
              <a:rPr sz="2000" dirty="0">
                <a:latin typeface="Times New Roman"/>
                <a:cs typeface="Times New Roman"/>
              </a:rPr>
              <a:t>0.138</a:t>
            </a:r>
            <a:r>
              <a:rPr sz="2000" spc="95" dirty="0">
                <a:latin typeface="Times New Roman"/>
                <a:cs typeface="Times New Roman"/>
              </a:rPr>
              <a:t>5</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1</a:t>
            </a:r>
            <a:r>
              <a:rPr sz="2250" spc="44" baseline="33333" dirty="0">
                <a:latin typeface="Times New Roman"/>
                <a:cs typeface="Times New Roman"/>
              </a:rPr>
              <a:t> </a:t>
            </a:r>
            <a:r>
              <a:rPr sz="2000" dirty="0">
                <a:latin typeface="Symbol"/>
                <a:cs typeface="Symbol"/>
              </a:rPr>
              <a:t></a:t>
            </a:r>
            <a:r>
              <a:rPr sz="2000" spc="-190" dirty="0">
                <a:latin typeface="Times New Roman"/>
                <a:cs typeface="Times New Roman"/>
              </a:rPr>
              <a:t> </a:t>
            </a:r>
            <a:r>
              <a:rPr sz="2000" dirty="0">
                <a:latin typeface="Times New Roman"/>
                <a:cs typeface="Times New Roman"/>
              </a:rPr>
              <a:t>0.261</a:t>
            </a:r>
            <a:r>
              <a:rPr sz="2000" spc="125" dirty="0">
                <a:latin typeface="Times New Roman"/>
                <a:cs typeface="Times New Roman"/>
              </a:rPr>
              <a:t>0</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2</a:t>
            </a:r>
            <a:endParaRPr sz="2250" baseline="33333">
              <a:latin typeface="Times New Roman"/>
              <a:cs typeface="Times New Roman"/>
            </a:endParaRPr>
          </a:p>
        </p:txBody>
      </p:sp>
      <p:sp>
        <p:nvSpPr>
          <p:cNvPr id="11" name="object 11"/>
          <p:cNvSpPr txBox="1"/>
          <p:nvPr/>
        </p:nvSpPr>
        <p:spPr>
          <a:xfrm>
            <a:off x="715808" y="3286305"/>
            <a:ext cx="819150" cy="337185"/>
          </a:xfrm>
          <a:prstGeom prst="rect">
            <a:avLst/>
          </a:prstGeom>
        </p:spPr>
        <p:txBody>
          <a:bodyPr vert="horz" wrap="square" lIns="0" tIns="0" rIns="0" bIns="0" rtlCol="0">
            <a:spAutoFit/>
          </a:bodyPr>
          <a:lstStyle/>
          <a:p>
            <a:pPr marL="12700">
              <a:lnSpc>
                <a:spcPct val="100000"/>
              </a:lnSpc>
            </a:pPr>
            <a:r>
              <a:rPr sz="3000" baseline="-4166" dirty="0">
                <a:latin typeface="Symbol"/>
                <a:cs typeface="Symbol"/>
              </a:rPr>
              <a:t></a:t>
            </a:r>
            <a:r>
              <a:rPr sz="3000" spc="-127" baseline="-4166" dirty="0">
                <a:latin typeface="Times New Roman"/>
                <a:cs typeface="Times New Roman"/>
              </a:rPr>
              <a:t> </a:t>
            </a:r>
            <a:r>
              <a:rPr sz="2000" i="1" spc="-160" dirty="0">
                <a:latin typeface="Times New Roman"/>
                <a:cs typeface="Times New Roman"/>
              </a:rPr>
              <a:t>y</a:t>
            </a:r>
            <a:r>
              <a:rPr sz="2250" spc="135" baseline="-20370" dirty="0">
                <a:latin typeface="Times New Roman"/>
                <a:cs typeface="Times New Roman"/>
              </a:rPr>
              <a:t>1</a:t>
            </a:r>
            <a:r>
              <a:rPr sz="2000" spc="50" dirty="0">
                <a:latin typeface="Times New Roman"/>
                <a:cs typeface="Times New Roman"/>
              </a:rPr>
              <a:t>(</a:t>
            </a:r>
            <a:r>
              <a:rPr sz="2000" i="1" dirty="0">
                <a:latin typeface="Times New Roman"/>
                <a:cs typeface="Times New Roman"/>
              </a:rPr>
              <a:t>k</a:t>
            </a:r>
            <a:r>
              <a:rPr sz="2000" i="1" spc="-325" dirty="0">
                <a:latin typeface="Times New Roman"/>
                <a:cs typeface="Times New Roman"/>
              </a:rPr>
              <a:t> </a:t>
            </a:r>
            <a:r>
              <a:rPr sz="2000" dirty="0">
                <a:latin typeface="Times New Roman"/>
                <a:cs typeface="Times New Roman"/>
              </a:rPr>
              <a:t>)</a:t>
            </a:r>
            <a:r>
              <a:rPr sz="2000" spc="-265" dirty="0">
                <a:latin typeface="Times New Roman"/>
                <a:cs typeface="Times New Roman"/>
              </a:rPr>
              <a:t> </a:t>
            </a:r>
            <a:r>
              <a:rPr sz="3000" baseline="-4166" dirty="0">
                <a:latin typeface="Symbol"/>
                <a:cs typeface="Symbol"/>
              </a:rPr>
              <a:t></a:t>
            </a:r>
            <a:endParaRPr sz="3000" baseline="-4166">
              <a:latin typeface="Symbol"/>
              <a:cs typeface="Symbol"/>
            </a:endParaRPr>
          </a:p>
        </p:txBody>
      </p:sp>
      <p:sp>
        <p:nvSpPr>
          <p:cNvPr id="12" name="object 12"/>
          <p:cNvSpPr txBox="1"/>
          <p:nvPr/>
        </p:nvSpPr>
        <p:spPr>
          <a:xfrm>
            <a:off x="7353536" y="3149471"/>
            <a:ext cx="946785" cy="473709"/>
          </a:xfrm>
          <a:prstGeom prst="rect">
            <a:avLst/>
          </a:prstGeom>
        </p:spPr>
        <p:txBody>
          <a:bodyPr vert="horz" wrap="square" lIns="0" tIns="0" rIns="0" bIns="0" rtlCol="0">
            <a:spAutoFit/>
          </a:bodyPr>
          <a:lstStyle/>
          <a:p>
            <a:pPr marL="12700">
              <a:lnSpc>
                <a:spcPct val="100000"/>
              </a:lnSpc>
            </a:pPr>
            <a:r>
              <a:rPr sz="3000" baseline="29166" dirty="0">
                <a:latin typeface="Symbol"/>
                <a:cs typeface="Symbol"/>
              </a:rPr>
              <a:t></a:t>
            </a:r>
            <a:r>
              <a:rPr sz="3000" spc="-217" baseline="29166" dirty="0">
                <a:latin typeface="Times New Roman"/>
                <a:cs typeface="Times New Roman"/>
              </a:rPr>
              <a:t> </a:t>
            </a:r>
            <a:r>
              <a:rPr sz="3000" spc="247" baseline="-4166" dirty="0">
                <a:latin typeface="Symbol"/>
                <a:cs typeface="Symbol"/>
              </a:rPr>
              <a:t></a:t>
            </a:r>
            <a:r>
              <a:rPr sz="2000" i="1" spc="-145" dirty="0">
                <a:latin typeface="Times New Roman"/>
                <a:cs typeface="Times New Roman"/>
              </a:rPr>
              <a:t>u</a:t>
            </a:r>
            <a:r>
              <a:rPr sz="2250" spc="135" baseline="-20370" dirty="0">
                <a:latin typeface="Times New Roman"/>
                <a:cs typeface="Times New Roman"/>
              </a:rPr>
              <a:t>1</a:t>
            </a:r>
            <a:r>
              <a:rPr sz="2000" spc="50" dirty="0">
                <a:latin typeface="Times New Roman"/>
                <a:cs typeface="Times New Roman"/>
              </a:rPr>
              <a:t>(</a:t>
            </a:r>
            <a:r>
              <a:rPr sz="2000" i="1" dirty="0">
                <a:latin typeface="Times New Roman"/>
                <a:cs typeface="Times New Roman"/>
              </a:rPr>
              <a:t>k</a:t>
            </a:r>
            <a:r>
              <a:rPr sz="2000" i="1" spc="-325" dirty="0">
                <a:latin typeface="Times New Roman"/>
                <a:cs typeface="Times New Roman"/>
              </a:rPr>
              <a:t> </a:t>
            </a:r>
            <a:r>
              <a:rPr sz="2000" dirty="0">
                <a:latin typeface="Times New Roman"/>
                <a:cs typeface="Times New Roman"/>
              </a:rPr>
              <a:t>)</a:t>
            </a:r>
            <a:r>
              <a:rPr sz="2000" spc="-265" dirty="0">
                <a:latin typeface="Times New Roman"/>
                <a:cs typeface="Times New Roman"/>
              </a:rPr>
              <a:t> </a:t>
            </a:r>
            <a:r>
              <a:rPr sz="3000" baseline="-4166" dirty="0">
                <a:latin typeface="Symbol"/>
                <a:cs typeface="Symbol"/>
              </a:rPr>
              <a:t></a:t>
            </a:r>
            <a:endParaRPr sz="3000" baseline="-4166">
              <a:latin typeface="Symbol"/>
              <a:cs typeface="Symbol"/>
            </a:endParaRPr>
          </a:p>
        </p:txBody>
      </p:sp>
      <p:sp>
        <p:nvSpPr>
          <p:cNvPr id="13" name="object 13"/>
          <p:cNvSpPr txBox="1"/>
          <p:nvPr/>
        </p:nvSpPr>
        <p:spPr>
          <a:xfrm>
            <a:off x="1778956" y="3641128"/>
            <a:ext cx="2672715" cy="381635"/>
          </a:xfrm>
          <a:prstGeom prst="rect">
            <a:avLst/>
          </a:prstGeom>
        </p:spPr>
        <p:txBody>
          <a:bodyPr vert="horz" wrap="square" lIns="0" tIns="0" rIns="0" bIns="0" rtlCol="0">
            <a:spAutoFit/>
          </a:bodyPr>
          <a:lstStyle/>
          <a:p>
            <a:pPr marL="12700">
              <a:lnSpc>
                <a:spcPct val="100000"/>
              </a:lnSpc>
            </a:pPr>
            <a:r>
              <a:rPr sz="3000" baseline="20833" dirty="0">
                <a:latin typeface="Symbol"/>
                <a:cs typeface="Symbol"/>
              </a:rPr>
              <a:t></a:t>
            </a:r>
            <a:r>
              <a:rPr sz="3000" baseline="20833" dirty="0">
                <a:latin typeface="Times New Roman"/>
                <a:cs typeface="Times New Roman"/>
              </a:rPr>
              <a:t> </a:t>
            </a:r>
            <a:r>
              <a:rPr sz="3000" spc="-247" baseline="20833" dirty="0">
                <a:latin typeface="Times New Roman"/>
                <a:cs typeface="Times New Roman"/>
              </a:rPr>
              <a:t> </a:t>
            </a:r>
            <a:r>
              <a:rPr sz="2000" spc="-5" dirty="0">
                <a:latin typeface="Symbol"/>
                <a:cs typeface="Symbol"/>
              </a:rPr>
              <a:t></a:t>
            </a:r>
            <a:r>
              <a:rPr sz="2000" dirty="0">
                <a:latin typeface="Times New Roman"/>
                <a:cs typeface="Times New Roman"/>
              </a:rPr>
              <a:t>0.115</a:t>
            </a:r>
            <a:r>
              <a:rPr sz="2000" spc="125" dirty="0">
                <a:latin typeface="Times New Roman"/>
                <a:cs typeface="Times New Roman"/>
              </a:rPr>
              <a:t>0</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1</a:t>
            </a:r>
            <a:r>
              <a:rPr sz="2250" spc="44" baseline="33333" dirty="0">
                <a:latin typeface="Times New Roman"/>
                <a:cs typeface="Times New Roman"/>
              </a:rPr>
              <a:t> </a:t>
            </a:r>
            <a:r>
              <a:rPr sz="2000" dirty="0">
                <a:latin typeface="Symbol"/>
                <a:cs typeface="Symbol"/>
              </a:rPr>
              <a:t></a:t>
            </a:r>
            <a:r>
              <a:rPr sz="2000" spc="-160" dirty="0">
                <a:latin typeface="Times New Roman"/>
                <a:cs typeface="Times New Roman"/>
              </a:rPr>
              <a:t> </a:t>
            </a:r>
            <a:r>
              <a:rPr sz="2000" dirty="0">
                <a:latin typeface="Times New Roman"/>
                <a:cs typeface="Times New Roman"/>
              </a:rPr>
              <a:t>0.260</a:t>
            </a:r>
            <a:r>
              <a:rPr sz="2000" spc="60" dirty="0">
                <a:latin typeface="Times New Roman"/>
                <a:cs typeface="Times New Roman"/>
              </a:rPr>
              <a:t>3</a:t>
            </a:r>
            <a:r>
              <a:rPr sz="2000" i="1" spc="140" dirty="0">
                <a:latin typeface="Times New Roman"/>
                <a:cs typeface="Times New Roman"/>
              </a:rPr>
              <a:t>z</a:t>
            </a:r>
            <a:r>
              <a:rPr sz="2250" spc="-15" baseline="33333" dirty="0">
                <a:latin typeface="Symbol"/>
                <a:cs typeface="Symbol"/>
              </a:rPr>
              <a:t></a:t>
            </a:r>
            <a:r>
              <a:rPr sz="2250" baseline="33333" dirty="0">
                <a:latin typeface="Times New Roman"/>
                <a:cs typeface="Times New Roman"/>
              </a:rPr>
              <a:t>2</a:t>
            </a:r>
            <a:endParaRPr sz="2250" baseline="33333">
              <a:latin typeface="Times New Roman"/>
              <a:cs typeface="Times New Roman"/>
            </a:endParaRPr>
          </a:p>
        </p:txBody>
      </p:sp>
      <p:sp>
        <p:nvSpPr>
          <p:cNvPr id="14" name="object 14"/>
          <p:cNvSpPr txBox="1"/>
          <p:nvPr/>
        </p:nvSpPr>
        <p:spPr>
          <a:xfrm>
            <a:off x="715810" y="3671223"/>
            <a:ext cx="819150" cy="346710"/>
          </a:xfrm>
          <a:prstGeom prst="rect">
            <a:avLst/>
          </a:prstGeom>
        </p:spPr>
        <p:txBody>
          <a:bodyPr vert="horz" wrap="square" lIns="0" tIns="0" rIns="0" bIns="0" rtlCol="0">
            <a:spAutoFit/>
          </a:bodyPr>
          <a:lstStyle/>
          <a:p>
            <a:pPr marL="12700">
              <a:lnSpc>
                <a:spcPct val="100000"/>
              </a:lnSpc>
            </a:pPr>
            <a:r>
              <a:rPr sz="3000" baseline="-15277" dirty="0">
                <a:latin typeface="Symbol"/>
                <a:cs typeface="Symbol"/>
              </a:rPr>
              <a:t></a:t>
            </a:r>
            <a:r>
              <a:rPr sz="3000" spc="-337" baseline="-15277" dirty="0">
                <a:latin typeface="Times New Roman"/>
                <a:cs typeface="Times New Roman"/>
              </a:rPr>
              <a:t> </a:t>
            </a:r>
            <a:r>
              <a:rPr sz="2000" i="1" spc="5" dirty="0">
                <a:latin typeface="Times New Roman"/>
                <a:cs typeface="Times New Roman"/>
              </a:rPr>
              <a:t>y</a:t>
            </a:r>
            <a:r>
              <a:rPr sz="2250" baseline="-20370" dirty="0">
                <a:latin typeface="Times New Roman"/>
                <a:cs typeface="Times New Roman"/>
              </a:rPr>
              <a:t>2</a:t>
            </a:r>
            <a:r>
              <a:rPr sz="2250" spc="-254" baseline="-20370" dirty="0">
                <a:latin typeface="Times New Roman"/>
                <a:cs typeface="Times New Roman"/>
              </a:rPr>
              <a:t> </a:t>
            </a:r>
            <a:r>
              <a:rPr sz="2000" spc="55" dirty="0">
                <a:latin typeface="Times New Roman"/>
                <a:cs typeface="Times New Roman"/>
              </a:rPr>
              <a:t>(</a:t>
            </a:r>
            <a:r>
              <a:rPr sz="2000" i="1" dirty="0">
                <a:latin typeface="Times New Roman"/>
                <a:cs typeface="Times New Roman"/>
              </a:rPr>
              <a:t>k</a:t>
            </a:r>
            <a:r>
              <a:rPr sz="2000" i="1" spc="-330" dirty="0">
                <a:latin typeface="Times New Roman"/>
                <a:cs typeface="Times New Roman"/>
              </a:rPr>
              <a:t> </a:t>
            </a:r>
            <a:r>
              <a:rPr sz="2000" spc="95" dirty="0">
                <a:latin typeface="Times New Roman"/>
                <a:cs typeface="Times New Roman"/>
              </a:rPr>
              <a:t>)</a:t>
            </a:r>
            <a:r>
              <a:rPr sz="3000" baseline="-15277" dirty="0">
                <a:latin typeface="Symbol"/>
                <a:cs typeface="Symbol"/>
              </a:rPr>
              <a:t></a:t>
            </a:r>
            <a:endParaRPr sz="3000" baseline="-15277">
              <a:latin typeface="Symbol"/>
              <a:cs typeface="Symbol"/>
            </a:endParaRPr>
          </a:p>
        </p:txBody>
      </p:sp>
      <p:sp>
        <p:nvSpPr>
          <p:cNvPr id="15" name="object 15"/>
          <p:cNvSpPr txBox="1"/>
          <p:nvPr/>
        </p:nvSpPr>
        <p:spPr>
          <a:xfrm>
            <a:off x="7353538" y="3641128"/>
            <a:ext cx="946785" cy="376555"/>
          </a:xfrm>
          <a:prstGeom prst="rect">
            <a:avLst/>
          </a:prstGeom>
        </p:spPr>
        <p:txBody>
          <a:bodyPr vert="horz" wrap="square" lIns="0" tIns="0" rIns="0" bIns="0" rtlCol="0">
            <a:spAutoFit/>
          </a:bodyPr>
          <a:lstStyle/>
          <a:p>
            <a:pPr marL="12700">
              <a:lnSpc>
                <a:spcPct val="100000"/>
              </a:lnSpc>
            </a:pPr>
            <a:r>
              <a:rPr sz="3000" baseline="5555" dirty="0">
                <a:latin typeface="Symbol"/>
                <a:cs typeface="Symbol"/>
              </a:rPr>
              <a:t></a:t>
            </a:r>
            <a:r>
              <a:rPr sz="3000" spc="-217" baseline="5555" dirty="0">
                <a:latin typeface="Times New Roman"/>
                <a:cs typeface="Times New Roman"/>
              </a:rPr>
              <a:t> </a:t>
            </a:r>
            <a:r>
              <a:rPr sz="3000" spc="30" baseline="-15277" dirty="0">
                <a:latin typeface="Symbol"/>
                <a:cs typeface="Symbol"/>
              </a:rPr>
              <a:t></a:t>
            </a:r>
            <a:r>
              <a:rPr sz="2000" i="1" spc="20" dirty="0">
                <a:latin typeface="Times New Roman"/>
                <a:cs typeface="Times New Roman"/>
              </a:rPr>
              <a:t>u</a:t>
            </a:r>
            <a:r>
              <a:rPr sz="2250" baseline="-20370" dirty="0">
                <a:latin typeface="Times New Roman"/>
                <a:cs typeface="Times New Roman"/>
              </a:rPr>
              <a:t>2</a:t>
            </a:r>
            <a:r>
              <a:rPr sz="2250" spc="-254" baseline="-20370" dirty="0">
                <a:latin typeface="Times New Roman"/>
                <a:cs typeface="Times New Roman"/>
              </a:rPr>
              <a:t> </a:t>
            </a:r>
            <a:r>
              <a:rPr sz="2000" spc="50" dirty="0">
                <a:latin typeface="Times New Roman"/>
                <a:cs typeface="Times New Roman"/>
              </a:rPr>
              <a:t>(</a:t>
            </a:r>
            <a:r>
              <a:rPr sz="2000" i="1" dirty="0">
                <a:latin typeface="Times New Roman"/>
                <a:cs typeface="Times New Roman"/>
              </a:rPr>
              <a:t>k</a:t>
            </a:r>
            <a:r>
              <a:rPr sz="2000" i="1" spc="-325" dirty="0">
                <a:latin typeface="Times New Roman"/>
                <a:cs typeface="Times New Roman"/>
              </a:rPr>
              <a:t> </a:t>
            </a:r>
            <a:r>
              <a:rPr sz="2000" spc="90" dirty="0">
                <a:latin typeface="Times New Roman"/>
                <a:cs typeface="Times New Roman"/>
              </a:rPr>
              <a:t>)</a:t>
            </a:r>
            <a:r>
              <a:rPr sz="3000" baseline="-15277" dirty="0">
                <a:latin typeface="Symbol"/>
                <a:cs typeface="Symbol"/>
              </a:rPr>
              <a:t></a:t>
            </a:r>
            <a:endParaRPr sz="3000" baseline="-15277">
              <a:latin typeface="Symbol"/>
              <a:cs typeface="Symbol"/>
            </a:endParaRPr>
          </a:p>
        </p:txBody>
      </p:sp>
      <p:sp>
        <p:nvSpPr>
          <p:cNvPr id="16" name="object 16"/>
          <p:cNvSpPr txBox="1"/>
          <p:nvPr/>
        </p:nvSpPr>
        <p:spPr>
          <a:xfrm>
            <a:off x="1778700" y="4065775"/>
            <a:ext cx="2747010" cy="349885"/>
          </a:xfrm>
          <a:prstGeom prst="rect">
            <a:avLst/>
          </a:prstGeom>
        </p:spPr>
        <p:txBody>
          <a:bodyPr vert="horz" wrap="square" lIns="0" tIns="0" rIns="0" bIns="0" rtlCol="0">
            <a:spAutoFit/>
          </a:bodyPr>
          <a:lstStyle/>
          <a:p>
            <a:pPr marL="12700">
              <a:lnSpc>
                <a:spcPct val="100000"/>
              </a:lnSpc>
            </a:pPr>
            <a:r>
              <a:rPr sz="2000" spc="35" dirty="0">
                <a:latin typeface="Symbol"/>
                <a:cs typeface="Symbol"/>
              </a:rPr>
              <a:t></a:t>
            </a:r>
            <a:r>
              <a:rPr sz="3000" spc="232" baseline="1388" dirty="0">
                <a:latin typeface="Times New Roman"/>
                <a:cs typeface="Times New Roman"/>
              </a:rPr>
              <a:t>1</a:t>
            </a:r>
            <a:r>
              <a:rPr sz="3000" spc="179" baseline="1388" dirty="0">
                <a:latin typeface="Symbol"/>
                <a:cs typeface="Symbol"/>
              </a:rPr>
              <a:t></a:t>
            </a:r>
            <a:r>
              <a:rPr sz="3000" baseline="1388" dirty="0">
                <a:latin typeface="Times New Roman"/>
                <a:cs typeface="Times New Roman"/>
              </a:rPr>
              <a:t>1.307</a:t>
            </a:r>
            <a:r>
              <a:rPr sz="3000" spc="232" baseline="1388" dirty="0">
                <a:latin typeface="Times New Roman"/>
                <a:cs typeface="Times New Roman"/>
              </a:rPr>
              <a:t>7</a:t>
            </a:r>
            <a:r>
              <a:rPr sz="3000" i="1" spc="209" baseline="1388" dirty="0">
                <a:latin typeface="Times New Roman"/>
                <a:cs typeface="Times New Roman"/>
              </a:rPr>
              <a:t>z</a:t>
            </a:r>
            <a:r>
              <a:rPr sz="2250" spc="-15" baseline="35185" dirty="0">
                <a:latin typeface="Symbol"/>
                <a:cs typeface="Symbol"/>
              </a:rPr>
              <a:t></a:t>
            </a:r>
            <a:r>
              <a:rPr sz="2250" baseline="35185" dirty="0">
                <a:latin typeface="Times New Roman"/>
                <a:cs typeface="Times New Roman"/>
              </a:rPr>
              <a:t>1</a:t>
            </a:r>
            <a:r>
              <a:rPr sz="2250" spc="44" baseline="35185" dirty="0">
                <a:latin typeface="Times New Roman"/>
                <a:cs typeface="Times New Roman"/>
              </a:rPr>
              <a:t> </a:t>
            </a:r>
            <a:r>
              <a:rPr sz="3000" baseline="1388" dirty="0">
                <a:latin typeface="Symbol"/>
                <a:cs typeface="Symbol"/>
              </a:rPr>
              <a:t></a:t>
            </a:r>
            <a:r>
              <a:rPr sz="3000" spc="-240" baseline="1388" dirty="0">
                <a:latin typeface="Times New Roman"/>
                <a:cs typeface="Times New Roman"/>
              </a:rPr>
              <a:t> </a:t>
            </a:r>
            <a:r>
              <a:rPr sz="3000" baseline="1388" dirty="0">
                <a:latin typeface="Times New Roman"/>
                <a:cs typeface="Times New Roman"/>
              </a:rPr>
              <a:t>0.737</a:t>
            </a:r>
            <a:r>
              <a:rPr sz="3000" spc="187" baseline="1388" dirty="0">
                <a:latin typeface="Times New Roman"/>
                <a:cs typeface="Times New Roman"/>
              </a:rPr>
              <a:t>4</a:t>
            </a:r>
            <a:r>
              <a:rPr sz="3000" i="1" spc="209" baseline="1388" dirty="0">
                <a:latin typeface="Times New Roman"/>
                <a:cs typeface="Times New Roman"/>
              </a:rPr>
              <a:t>z</a:t>
            </a:r>
            <a:r>
              <a:rPr sz="2250" spc="-15" baseline="35185" dirty="0">
                <a:latin typeface="Symbol"/>
                <a:cs typeface="Symbol"/>
              </a:rPr>
              <a:t></a:t>
            </a:r>
            <a:r>
              <a:rPr sz="2250" baseline="35185" dirty="0">
                <a:latin typeface="Times New Roman"/>
                <a:cs typeface="Times New Roman"/>
              </a:rPr>
              <a:t>2</a:t>
            </a:r>
            <a:endParaRPr sz="2250" baseline="35185">
              <a:latin typeface="Times New Roman"/>
              <a:cs typeface="Times New Roman"/>
            </a:endParaRPr>
          </a:p>
        </p:txBody>
      </p:sp>
      <p:sp>
        <p:nvSpPr>
          <p:cNvPr id="17" name="object 17"/>
          <p:cNvSpPr txBox="1"/>
          <p:nvPr/>
        </p:nvSpPr>
        <p:spPr>
          <a:xfrm>
            <a:off x="4678071" y="4065775"/>
            <a:ext cx="2799080" cy="349885"/>
          </a:xfrm>
          <a:prstGeom prst="rect">
            <a:avLst/>
          </a:prstGeom>
        </p:spPr>
        <p:txBody>
          <a:bodyPr vert="horz" wrap="square" lIns="0" tIns="0" rIns="0" bIns="0" rtlCol="0">
            <a:spAutoFit/>
          </a:bodyPr>
          <a:lstStyle/>
          <a:p>
            <a:pPr marL="12700">
              <a:lnSpc>
                <a:spcPct val="100000"/>
              </a:lnSpc>
            </a:pPr>
            <a:r>
              <a:rPr sz="3000" spc="232" baseline="1388" dirty="0">
                <a:latin typeface="Times New Roman"/>
                <a:cs typeface="Times New Roman"/>
              </a:rPr>
              <a:t>1</a:t>
            </a:r>
            <a:r>
              <a:rPr sz="3000" spc="179" baseline="1388" dirty="0">
                <a:latin typeface="Symbol"/>
                <a:cs typeface="Symbol"/>
              </a:rPr>
              <a:t></a:t>
            </a:r>
            <a:r>
              <a:rPr sz="3000" baseline="1388" dirty="0">
                <a:latin typeface="Times New Roman"/>
                <a:cs typeface="Times New Roman"/>
              </a:rPr>
              <a:t>1.307</a:t>
            </a:r>
            <a:r>
              <a:rPr sz="3000" spc="232" baseline="1388" dirty="0">
                <a:latin typeface="Times New Roman"/>
                <a:cs typeface="Times New Roman"/>
              </a:rPr>
              <a:t>7</a:t>
            </a:r>
            <a:r>
              <a:rPr sz="3000" i="1" spc="209" baseline="1388" dirty="0">
                <a:latin typeface="Times New Roman"/>
                <a:cs typeface="Times New Roman"/>
              </a:rPr>
              <a:t>z</a:t>
            </a:r>
            <a:r>
              <a:rPr sz="2250" spc="-15" baseline="35185" dirty="0">
                <a:latin typeface="Symbol"/>
                <a:cs typeface="Symbol"/>
              </a:rPr>
              <a:t></a:t>
            </a:r>
            <a:r>
              <a:rPr sz="2250" baseline="35185" dirty="0">
                <a:latin typeface="Times New Roman"/>
                <a:cs typeface="Times New Roman"/>
              </a:rPr>
              <a:t>1</a:t>
            </a:r>
            <a:r>
              <a:rPr sz="2250" spc="44" baseline="35185" dirty="0">
                <a:latin typeface="Times New Roman"/>
                <a:cs typeface="Times New Roman"/>
              </a:rPr>
              <a:t> </a:t>
            </a:r>
            <a:r>
              <a:rPr sz="3000" baseline="1388" dirty="0">
                <a:latin typeface="Symbol"/>
                <a:cs typeface="Symbol"/>
              </a:rPr>
              <a:t></a:t>
            </a:r>
            <a:r>
              <a:rPr sz="3000" spc="-240" baseline="1388" dirty="0">
                <a:latin typeface="Times New Roman"/>
                <a:cs typeface="Times New Roman"/>
              </a:rPr>
              <a:t> </a:t>
            </a:r>
            <a:r>
              <a:rPr sz="3000" baseline="1388" dirty="0">
                <a:latin typeface="Times New Roman"/>
                <a:cs typeface="Times New Roman"/>
              </a:rPr>
              <a:t>0.737</a:t>
            </a:r>
            <a:r>
              <a:rPr sz="3000" spc="187" baseline="1388" dirty="0">
                <a:latin typeface="Times New Roman"/>
                <a:cs typeface="Times New Roman"/>
              </a:rPr>
              <a:t>4</a:t>
            </a:r>
            <a:r>
              <a:rPr sz="3000" i="1" spc="209" baseline="1388" dirty="0">
                <a:latin typeface="Times New Roman"/>
                <a:cs typeface="Times New Roman"/>
              </a:rPr>
              <a:t>z</a:t>
            </a:r>
            <a:r>
              <a:rPr sz="2250" spc="-15" baseline="35185" dirty="0">
                <a:latin typeface="Symbol"/>
                <a:cs typeface="Symbol"/>
              </a:rPr>
              <a:t></a:t>
            </a:r>
            <a:r>
              <a:rPr sz="2250" baseline="35185" dirty="0">
                <a:latin typeface="Times New Roman"/>
                <a:cs typeface="Times New Roman"/>
              </a:rPr>
              <a:t>2</a:t>
            </a:r>
            <a:r>
              <a:rPr sz="2250" spc="104" baseline="35185" dirty="0">
                <a:latin typeface="Times New Roman"/>
                <a:cs typeface="Times New Roman"/>
              </a:rPr>
              <a:t> </a:t>
            </a:r>
            <a:r>
              <a:rPr sz="2000" dirty="0">
                <a:latin typeface="Symbol"/>
                <a:cs typeface="Symbol"/>
              </a:rPr>
              <a:t></a:t>
            </a:r>
            <a:endParaRPr sz="2000">
              <a:latin typeface="Symbol"/>
              <a:cs typeface="Symbol"/>
            </a:endParaRPr>
          </a:p>
        </p:txBody>
      </p:sp>
      <p:sp>
        <p:nvSpPr>
          <p:cNvPr id="18" name="object 18"/>
          <p:cNvSpPr txBox="1"/>
          <p:nvPr/>
        </p:nvSpPr>
        <p:spPr>
          <a:xfrm>
            <a:off x="1778954" y="2903642"/>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
        <p:nvSpPr>
          <p:cNvPr id="19" name="object 19"/>
          <p:cNvSpPr txBox="1"/>
          <p:nvPr/>
        </p:nvSpPr>
        <p:spPr>
          <a:xfrm>
            <a:off x="7353536" y="2903642"/>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
        <p:nvSpPr>
          <p:cNvPr id="20" name="object 20"/>
          <p:cNvSpPr txBox="1"/>
          <p:nvPr/>
        </p:nvSpPr>
        <p:spPr>
          <a:xfrm>
            <a:off x="1778954" y="3149471"/>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
        <p:nvSpPr>
          <p:cNvPr id="21" name="object 21"/>
          <p:cNvSpPr txBox="1"/>
          <p:nvPr/>
        </p:nvSpPr>
        <p:spPr>
          <a:xfrm>
            <a:off x="1411261" y="3395299"/>
            <a:ext cx="491490" cy="433705"/>
          </a:xfrm>
          <a:prstGeom prst="rect">
            <a:avLst/>
          </a:prstGeom>
        </p:spPr>
        <p:txBody>
          <a:bodyPr vert="horz" wrap="square" lIns="0" tIns="0" rIns="0" bIns="0" rtlCol="0">
            <a:spAutoFit/>
          </a:bodyPr>
          <a:lstStyle/>
          <a:p>
            <a:pPr marL="12700">
              <a:lnSpc>
                <a:spcPct val="100000"/>
              </a:lnSpc>
            </a:pPr>
            <a:r>
              <a:rPr sz="3000" baseline="-33333" dirty="0">
                <a:latin typeface="Symbol"/>
                <a:cs typeface="Symbol"/>
              </a:rPr>
              <a:t></a:t>
            </a:r>
            <a:r>
              <a:rPr sz="3000" spc="22" baseline="-33333" dirty="0">
                <a:latin typeface="Times New Roman"/>
                <a:cs typeface="Times New Roman"/>
              </a:rPr>
              <a:t> </a:t>
            </a:r>
            <a:r>
              <a:rPr sz="3000" baseline="-16666" dirty="0">
                <a:latin typeface="Symbol"/>
                <a:cs typeface="Symbol"/>
              </a:rPr>
              <a:t></a:t>
            </a:r>
            <a:r>
              <a:rPr sz="3000" spc="-7" baseline="-16666" dirty="0">
                <a:latin typeface="Times New Roman"/>
                <a:cs typeface="Times New Roman"/>
              </a:rPr>
              <a:t> </a:t>
            </a:r>
            <a:r>
              <a:rPr sz="2000" dirty="0">
                <a:latin typeface="Symbol"/>
                <a:cs typeface="Symbol"/>
              </a:rPr>
              <a:t></a:t>
            </a:r>
            <a:endParaRPr sz="2000">
              <a:latin typeface="Symbol"/>
              <a:cs typeface="Symbol"/>
            </a:endParaRPr>
          </a:p>
        </p:txBody>
      </p:sp>
      <p:sp>
        <p:nvSpPr>
          <p:cNvPr id="22" name="object 22"/>
          <p:cNvSpPr txBox="1"/>
          <p:nvPr/>
        </p:nvSpPr>
        <p:spPr>
          <a:xfrm>
            <a:off x="7353538" y="3395299"/>
            <a:ext cx="267335" cy="433705"/>
          </a:xfrm>
          <a:prstGeom prst="rect">
            <a:avLst/>
          </a:prstGeom>
        </p:spPr>
        <p:txBody>
          <a:bodyPr vert="horz" wrap="square" lIns="0" tIns="0" rIns="0" bIns="0" rtlCol="0">
            <a:spAutoFit/>
          </a:bodyPr>
          <a:lstStyle/>
          <a:p>
            <a:pPr marL="12700">
              <a:lnSpc>
                <a:spcPct val="100000"/>
              </a:lnSpc>
            </a:pPr>
            <a:r>
              <a:rPr sz="2000" dirty="0">
                <a:latin typeface="Symbol"/>
                <a:cs typeface="Symbol"/>
              </a:rPr>
              <a:t></a:t>
            </a:r>
            <a:r>
              <a:rPr sz="2000" spc="-145" dirty="0">
                <a:latin typeface="Times New Roman"/>
                <a:cs typeface="Times New Roman"/>
              </a:rPr>
              <a:t> </a:t>
            </a:r>
            <a:r>
              <a:rPr sz="3000" baseline="-33333" dirty="0">
                <a:latin typeface="Symbol"/>
                <a:cs typeface="Symbol"/>
              </a:rPr>
              <a:t></a:t>
            </a:r>
            <a:endParaRPr sz="3000" baseline="-33333">
              <a:latin typeface="Symbol"/>
              <a:cs typeface="Symbol"/>
            </a:endParaRPr>
          </a:p>
        </p:txBody>
      </p:sp>
      <p:sp>
        <p:nvSpPr>
          <p:cNvPr id="23" name="object 23"/>
          <p:cNvSpPr txBox="1"/>
          <p:nvPr/>
        </p:nvSpPr>
        <p:spPr>
          <a:xfrm>
            <a:off x="715810" y="3546961"/>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
        <p:nvSpPr>
          <p:cNvPr id="24" name="object 24"/>
          <p:cNvSpPr txBox="1"/>
          <p:nvPr/>
        </p:nvSpPr>
        <p:spPr>
          <a:xfrm>
            <a:off x="8176724" y="3546961"/>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
        <p:nvSpPr>
          <p:cNvPr id="25" name="object 25"/>
          <p:cNvSpPr txBox="1"/>
          <p:nvPr/>
        </p:nvSpPr>
        <p:spPr>
          <a:xfrm>
            <a:off x="1778700" y="3887218"/>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
        <p:nvSpPr>
          <p:cNvPr id="26" name="object 26"/>
          <p:cNvSpPr txBox="1"/>
          <p:nvPr/>
        </p:nvSpPr>
        <p:spPr>
          <a:xfrm>
            <a:off x="7353282" y="3887218"/>
            <a:ext cx="123825" cy="282575"/>
          </a:xfrm>
          <a:prstGeom prst="rect">
            <a:avLst/>
          </a:prstGeom>
        </p:spPr>
        <p:txBody>
          <a:bodyPr vert="horz" wrap="square" lIns="0" tIns="0" rIns="0" bIns="0" rtlCol="0">
            <a:spAutoFit/>
          </a:bodyPr>
          <a:lstStyle/>
          <a:p>
            <a:pPr marL="12700">
              <a:lnSpc>
                <a:spcPct val="100000"/>
              </a:lnSpc>
            </a:pPr>
            <a:r>
              <a:rPr sz="2000" dirty="0">
                <a:latin typeface="Symbol"/>
                <a:cs typeface="Symbol"/>
              </a:rPr>
              <a:t></a:t>
            </a:r>
            <a:endParaRPr sz="2000">
              <a:latin typeface="Symbol"/>
              <a:cs typeface="Symbo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87567" y="728606"/>
            <a:ext cx="3740785"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Co</a:t>
            </a:r>
            <a:r>
              <a:rPr sz="3400" spc="-10" dirty="0">
                <a:solidFill>
                  <a:srgbClr val="B5121B"/>
                </a:solidFill>
                <a:latin typeface="Calibri"/>
                <a:cs typeface="Calibri"/>
              </a:rPr>
              <a:t>up</a:t>
            </a:r>
            <a:r>
              <a:rPr sz="3400" spc="-5" dirty="0">
                <a:solidFill>
                  <a:srgbClr val="B5121B"/>
                </a:solidFill>
                <a:latin typeface="Calibri"/>
                <a:cs typeface="Calibri"/>
              </a:rPr>
              <a:t>l</a:t>
            </a:r>
            <a:r>
              <a:rPr sz="3400" spc="-15" dirty="0">
                <a:solidFill>
                  <a:srgbClr val="B5121B"/>
                </a:solidFill>
                <a:latin typeface="Calibri"/>
                <a:cs typeface="Calibri"/>
              </a:rPr>
              <a:t>e</a:t>
            </a:r>
            <a:r>
              <a:rPr sz="3400" dirty="0">
                <a:solidFill>
                  <a:srgbClr val="B5121B"/>
                </a:solidFill>
                <a:latin typeface="Calibri"/>
                <a:cs typeface="Calibri"/>
              </a:rPr>
              <a:t>d</a:t>
            </a:r>
            <a:r>
              <a:rPr sz="3400" spc="-120" dirty="0">
                <a:solidFill>
                  <a:srgbClr val="B5121B"/>
                </a:solidFill>
                <a:latin typeface="Times New Roman"/>
                <a:cs typeface="Times New Roman"/>
              </a:rPr>
              <a:t> </a:t>
            </a:r>
            <a:r>
              <a:rPr sz="3400" spc="5" dirty="0">
                <a:solidFill>
                  <a:srgbClr val="B5121B"/>
                </a:solidFill>
                <a:latin typeface="Calibri"/>
                <a:cs typeface="Calibri"/>
              </a:rPr>
              <a:t>D</a:t>
            </a:r>
            <a:r>
              <a:rPr sz="3400" spc="-10" dirty="0">
                <a:solidFill>
                  <a:srgbClr val="B5121B"/>
                </a:solidFill>
                <a:latin typeface="Calibri"/>
                <a:cs typeface="Calibri"/>
              </a:rPr>
              <a:t>r</a:t>
            </a:r>
            <a:r>
              <a:rPr sz="3400" spc="-5" dirty="0">
                <a:solidFill>
                  <a:srgbClr val="B5121B"/>
                </a:solidFill>
                <a:latin typeface="Calibri"/>
                <a:cs typeface="Calibri"/>
              </a:rPr>
              <a:t>i</a:t>
            </a:r>
            <a:r>
              <a:rPr sz="3400" spc="-60" dirty="0">
                <a:solidFill>
                  <a:srgbClr val="B5121B"/>
                </a:solidFill>
                <a:latin typeface="Calibri"/>
                <a:cs typeface="Calibri"/>
              </a:rPr>
              <a:t>v</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40" dirty="0">
                <a:solidFill>
                  <a:srgbClr val="B5121B"/>
                </a:solidFill>
                <a:latin typeface="Calibri"/>
                <a:cs typeface="Calibri"/>
              </a:rPr>
              <a:t>M</a:t>
            </a:r>
            <a:r>
              <a:rPr sz="3400" spc="-70" dirty="0">
                <a:solidFill>
                  <a:srgbClr val="B5121B"/>
                </a:solidFill>
                <a:latin typeface="Calibri"/>
                <a:cs typeface="Calibri"/>
              </a:rPr>
              <a:t>a</a:t>
            </a:r>
            <a:r>
              <a:rPr sz="3400" spc="-15" dirty="0">
                <a:solidFill>
                  <a:srgbClr val="B5121B"/>
                </a:solidFill>
                <a:latin typeface="Calibri"/>
                <a:cs typeface="Calibri"/>
              </a:rPr>
              <a:t>t</a:t>
            </a:r>
            <a:r>
              <a:rPr sz="3400" spc="-10" dirty="0">
                <a:solidFill>
                  <a:srgbClr val="B5121B"/>
                </a:solidFill>
                <a:latin typeface="Calibri"/>
                <a:cs typeface="Calibri"/>
              </a:rPr>
              <a:t>r</a:t>
            </a:r>
            <a:r>
              <a:rPr sz="3400" dirty="0">
                <a:solidFill>
                  <a:srgbClr val="B5121B"/>
                </a:solidFill>
                <a:latin typeface="Calibri"/>
                <a:cs typeface="Calibri"/>
              </a:rPr>
              <a:t>ix</a:t>
            </a:r>
            <a:r>
              <a:rPr sz="3400" dirty="0">
                <a:solidFill>
                  <a:srgbClr val="B5121B"/>
                </a:solidFill>
                <a:latin typeface="Times New Roman"/>
                <a:cs typeface="Times New Roman"/>
              </a:rPr>
              <a:t> </a:t>
            </a:r>
            <a:r>
              <a:rPr sz="3400" spc="-5" dirty="0">
                <a:solidFill>
                  <a:srgbClr val="B5121B"/>
                </a:solidFill>
                <a:latin typeface="Calibri"/>
                <a:cs typeface="Calibri"/>
              </a:rPr>
              <a:t>F</a:t>
            </a:r>
            <a:r>
              <a:rPr sz="3400" spc="-70" dirty="0">
                <a:solidFill>
                  <a:srgbClr val="B5121B"/>
                </a:solidFill>
                <a:latin typeface="Calibri"/>
                <a:cs typeface="Calibri"/>
              </a:rPr>
              <a:t>r</a:t>
            </a:r>
            <a:r>
              <a:rPr sz="3400" spc="-10" dirty="0">
                <a:solidFill>
                  <a:srgbClr val="B5121B"/>
                </a:solidFill>
                <a:latin typeface="Calibri"/>
                <a:cs typeface="Calibri"/>
              </a:rPr>
              <a:t>a</a:t>
            </a:r>
            <a:r>
              <a:rPr sz="3400" dirty="0">
                <a:solidFill>
                  <a:srgbClr val="B5121B"/>
                </a:solidFill>
                <a:latin typeface="Calibri"/>
                <a:cs typeface="Calibri"/>
              </a:rPr>
              <a:t>ction</a:t>
            </a:r>
            <a:r>
              <a:rPr sz="3400" spc="-100" dirty="0">
                <a:solidFill>
                  <a:srgbClr val="B5121B"/>
                </a:solidFill>
                <a:latin typeface="Times New Roman"/>
                <a:cs typeface="Times New Roman"/>
              </a:rPr>
              <a:t> </a:t>
            </a:r>
            <a:r>
              <a:rPr sz="3400" spc="5" dirty="0">
                <a:solidFill>
                  <a:srgbClr val="B5121B"/>
                </a:solidFill>
                <a:latin typeface="Calibri"/>
                <a:cs typeface="Calibri"/>
              </a:rPr>
              <a:t>D</a:t>
            </a:r>
            <a:r>
              <a:rPr sz="3400" spc="-15" dirty="0">
                <a:solidFill>
                  <a:srgbClr val="B5121B"/>
                </a:solidFill>
                <a:latin typeface="Calibri"/>
                <a:cs typeface="Calibri"/>
              </a:rPr>
              <a:t>e</a:t>
            </a:r>
            <a:r>
              <a:rPr sz="3400" spc="-10" dirty="0">
                <a:solidFill>
                  <a:srgbClr val="B5121B"/>
                </a:solidFill>
                <a:latin typeface="Calibri"/>
                <a:cs typeface="Calibri"/>
              </a:rPr>
              <a:t>s</a:t>
            </a:r>
            <a:r>
              <a:rPr sz="3400" spc="-15" dirty="0">
                <a:solidFill>
                  <a:srgbClr val="B5121B"/>
                </a:solidFill>
                <a:latin typeface="Calibri"/>
                <a:cs typeface="Calibri"/>
              </a:rPr>
              <a:t>c</a:t>
            </a:r>
            <a:r>
              <a:rPr sz="3400" spc="-25" dirty="0">
                <a:solidFill>
                  <a:srgbClr val="B5121B"/>
                </a:solidFill>
                <a:latin typeface="Calibri"/>
                <a:cs typeface="Calibri"/>
              </a:rPr>
              <a:t>r</a:t>
            </a:r>
            <a:r>
              <a:rPr sz="3400" spc="-5" dirty="0">
                <a:solidFill>
                  <a:srgbClr val="B5121B"/>
                </a:solidFill>
                <a:latin typeface="Calibri"/>
                <a:cs typeface="Calibri"/>
              </a:rPr>
              <a:t>i</a:t>
            </a:r>
            <a:r>
              <a:rPr sz="3400" spc="-30" dirty="0">
                <a:solidFill>
                  <a:srgbClr val="B5121B"/>
                </a:solidFill>
                <a:latin typeface="Calibri"/>
                <a:cs typeface="Calibri"/>
              </a:rPr>
              <a:t>p</a:t>
            </a:r>
            <a:r>
              <a:rPr sz="3400" dirty="0">
                <a:solidFill>
                  <a:srgbClr val="B5121B"/>
                </a:solidFill>
                <a:latin typeface="Calibri"/>
                <a:cs typeface="Calibri"/>
              </a:rPr>
              <a:t>ti</a:t>
            </a:r>
            <a:r>
              <a:rPr sz="3400" spc="5" dirty="0">
                <a:solidFill>
                  <a:srgbClr val="B5121B"/>
                </a:solidFill>
                <a:latin typeface="Calibri"/>
                <a:cs typeface="Calibri"/>
              </a:rPr>
              <a:t>o</a:t>
            </a:r>
            <a:r>
              <a:rPr sz="3400" dirty="0">
                <a:solidFill>
                  <a:srgbClr val="B5121B"/>
                </a:solidFill>
                <a:latin typeface="Calibri"/>
                <a:cs typeface="Calibri"/>
              </a:rPr>
              <a:t>n</a:t>
            </a:r>
            <a:endParaRPr sz="3400">
              <a:latin typeface="Calibri"/>
              <a:cs typeface="Calibri"/>
            </a:endParaRPr>
          </a:p>
        </p:txBody>
      </p:sp>
      <p:sp>
        <p:nvSpPr>
          <p:cNvPr id="5" name="object 5"/>
          <p:cNvSpPr txBox="1"/>
          <p:nvPr/>
        </p:nvSpPr>
        <p:spPr>
          <a:xfrm>
            <a:off x="2475625" y="2301707"/>
            <a:ext cx="3754120" cy="528320"/>
          </a:xfrm>
          <a:prstGeom prst="rect">
            <a:avLst/>
          </a:prstGeom>
        </p:spPr>
        <p:txBody>
          <a:bodyPr vert="horz" wrap="square" lIns="0" tIns="0" rIns="0" bIns="0" rtlCol="0">
            <a:spAutoFit/>
          </a:bodyPr>
          <a:lstStyle/>
          <a:p>
            <a:pPr marL="12700">
              <a:lnSpc>
                <a:spcPct val="100000"/>
              </a:lnSpc>
            </a:pPr>
            <a:r>
              <a:rPr sz="3375" spc="-15" baseline="38271" dirty="0">
                <a:latin typeface="Symbol"/>
                <a:cs typeface="Symbol"/>
              </a:rPr>
              <a:t></a:t>
            </a:r>
            <a:r>
              <a:rPr sz="3375" spc="-209" baseline="38271" dirty="0">
                <a:latin typeface="Times New Roman"/>
                <a:cs typeface="Times New Roman"/>
              </a:rPr>
              <a:t> </a:t>
            </a:r>
            <a:r>
              <a:rPr sz="3375" i="1" spc="-202" baseline="41975" dirty="0">
                <a:latin typeface="Times New Roman"/>
                <a:cs typeface="Times New Roman"/>
              </a:rPr>
              <a:t>y</a:t>
            </a:r>
            <a:r>
              <a:rPr sz="1950" spc="-15" baseline="47008" dirty="0">
                <a:latin typeface="Times New Roman"/>
                <a:cs typeface="Times New Roman"/>
              </a:rPr>
              <a:t>1</a:t>
            </a:r>
            <a:r>
              <a:rPr sz="1950" spc="-262" baseline="47008" dirty="0">
                <a:latin typeface="Times New Roman"/>
                <a:cs typeface="Times New Roman"/>
              </a:rPr>
              <a:t> </a:t>
            </a:r>
            <a:r>
              <a:rPr sz="3375" spc="67" baseline="41975" dirty="0">
                <a:latin typeface="Times New Roman"/>
                <a:cs typeface="Times New Roman"/>
              </a:rPr>
              <a:t>(</a:t>
            </a:r>
            <a:r>
              <a:rPr sz="3375" i="1" spc="-15" baseline="41975" dirty="0">
                <a:latin typeface="Times New Roman"/>
                <a:cs typeface="Times New Roman"/>
              </a:rPr>
              <a:t>k</a:t>
            </a:r>
            <a:r>
              <a:rPr sz="3375" i="1" spc="-555" baseline="41975" dirty="0">
                <a:latin typeface="Times New Roman"/>
                <a:cs typeface="Times New Roman"/>
              </a:rPr>
              <a:t> </a:t>
            </a:r>
            <a:r>
              <a:rPr sz="3375" spc="-15" baseline="41975" dirty="0">
                <a:latin typeface="Times New Roman"/>
                <a:cs typeface="Times New Roman"/>
              </a:rPr>
              <a:t>)</a:t>
            </a:r>
            <a:r>
              <a:rPr sz="3375" spc="-509" baseline="41975" dirty="0">
                <a:latin typeface="Times New Roman"/>
                <a:cs typeface="Times New Roman"/>
              </a:rPr>
              <a:t> </a:t>
            </a:r>
            <a:r>
              <a:rPr sz="3375" spc="-15" baseline="38271" dirty="0">
                <a:latin typeface="Symbol"/>
                <a:cs typeface="Symbol"/>
              </a:rPr>
              <a:t></a:t>
            </a:r>
            <a:r>
              <a:rPr sz="3375" spc="15" baseline="38271" dirty="0">
                <a:latin typeface="Times New Roman"/>
                <a:cs typeface="Times New Roman"/>
              </a:rPr>
              <a:t> </a:t>
            </a:r>
            <a:r>
              <a:rPr sz="2250" spc="-15" dirty="0">
                <a:latin typeface="Symbol"/>
                <a:cs typeface="Symbol"/>
              </a:rPr>
              <a:t></a:t>
            </a:r>
            <a:r>
              <a:rPr sz="2250" spc="130" dirty="0">
                <a:latin typeface="Times New Roman"/>
                <a:cs typeface="Times New Roman"/>
              </a:rPr>
              <a:t> </a:t>
            </a:r>
            <a:r>
              <a:rPr sz="2250" b="1" i="1" spc="-40" dirty="0">
                <a:latin typeface="Times New Roman"/>
                <a:cs typeface="Times New Roman"/>
              </a:rPr>
              <a:t>A</a:t>
            </a:r>
            <a:r>
              <a:rPr sz="2250" spc="150" dirty="0">
                <a:latin typeface="Times New Roman"/>
                <a:cs typeface="Times New Roman"/>
              </a:rPr>
              <a:t>(</a:t>
            </a:r>
            <a:r>
              <a:rPr sz="2250" i="1" spc="150" dirty="0">
                <a:latin typeface="Times New Roman"/>
                <a:cs typeface="Times New Roman"/>
              </a:rPr>
              <a:t>z</a:t>
            </a:r>
            <a:r>
              <a:rPr sz="1950" spc="-22" baseline="42735" dirty="0">
                <a:latin typeface="Symbol"/>
                <a:cs typeface="Symbol"/>
              </a:rPr>
              <a:t></a:t>
            </a:r>
            <a:r>
              <a:rPr sz="1950" spc="-15" baseline="42735" dirty="0">
                <a:latin typeface="Times New Roman"/>
                <a:cs typeface="Times New Roman"/>
              </a:rPr>
              <a:t>1</a:t>
            </a:r>
            <a:r>
              <a:rPr sz="1950" spc="-262" baseline="42735" dirty="0">
                <a:latin typeface="Times New Roman"/>
                <a:cs typeface="Times New Roman"/>
              </a:rPr>
              <a:t> </a:t>
            </a:r>
            <a:r>
              <a:rPr sz="2250" spc="65" dirty="0">
                <a:latin typeface="Times New Roman"/>
                <a:cs typeface="Times New Roman"/>
              </a:rPr>
              <a:t>)</a:t>
            </a:r>
            <a:r>
              <a:rPr sz="1950" spc="-30" baseline="42735" dirty="0">
                <a:latin typeface="Symbol"/>
                <a:cs typeface="Symbol"/>
              </a:rPr>
              <a:t></a:t>
            </a:r>
            <a:r>
              <a:rPr sz="1950" spc="-15" baseline="42735" dirty="0">
                <a:latin typeface="Times New Roman"/>
                <a:cs typeface="Times New Roman"/>
              </a:rPr>
              <a:t>1</a:t>
            </a:r>
            <a:r>
              <a:rPr sz="1950" spc="-104" baseline="42735" dirty="0">
                <a:latin typeface="Times New Roman"/>
                <a:cs typeface="Times New Roman"/>
              </a:rPr>
              <a:t> </a:t>
            </a:r>
            <a:r>
              <a:rPr sz="2250" b="1" i="1" spc="65" dirty="0">
                <a:latin typeface="Times New Roman"/>
                <a:cs typeface="Times New Roman"/>
              </a:rPr>
              <a:t>B</a:t>
            </a:r>
            <a:r>
              <a:rPr sz="2250" spc="150" dirty="0">
                <a:latin typeface="Times New Roman"/>
                <a:cs typeface="Times New Roman"/>
              </a:rPr>
              <a:t>(</a:t>
            </a:r>
            <a:r>
              <a:rPr sz="2250" i="1" spc="150" dirty="0">
                <a:latin typeface="Times New Roman"/>
                <a:cs typeface="Times New Roman"/>
              </a:rPr>
              <a:t>z</a:t>
            </a:r>
            <a:r>
              <a:rPr sz="1950" spc="-30" baseline="42735" dirty="0">
                <a:latin typeface="Symbol"/>
                <a:cs typeface="Symbol"/>
              </a:rPr>
              <a:t></a:t>
            </a:r>
            <a:r>
              <a:rPr sz="1950" spc="-15" baseline="42735" dirty="0">
                <a:latin typeface="Times New Roman"/>
                <a:cs typeface="Times New Roman"/>
              </a:rPr>
              <a:t>1</a:t>
            </a:r>
            <a:r>
              <a:rPr sz="1950" spc="-262" baseline="42735" dirty="0">
                <a:latin typeface="Times New Roman"/>
                <a:cs typeface="Times New Roman"/>
              </a:rPr>
              <a:t> </a:t>
            </a:r>
            <a:r>
              <a:rPr sz="2250" spc="-10" dirty="0">
                <a:latin typeface="Times New Roman"/>
                <a:cs typeface="Times New Roman"/>
              </a:rPr>
              <a:t>)</a:t>
            </a:r>
            <a:r>
              <a:rPr sz="2250" spc="-225" dirty="0">
                <a:latin typeface="Times New Roman"/>
                <a:cs typeface="Times New Roman"/>
              </a:rPr>
              <a:t> </a:t>
            </a:r>
            <a:r>
              <a:rPr sz="3375" spc="187" baseline="38271" dirty="0">
                <a:latin typeface="Symbol"/>
                <a:cs typeface="Symbol"/>
              </a:rPr>
              <a:t></a:t>
            </a:r>
            <a:r>
              <a:rPr sz="3375" i="1" spc="-195" baseline="41975" dirty="0">
                <a:latin typeface="Times New Roman"/>
                <a:cs typeface="Times New Roman"/>
              </a:rPr>
              <a:t>u</a:t>
            </a:r>
            <a:r>
              <a:rPr sz="1950" spc="-15" baseline="47008" dirty="0">
                <a:latin typeface="Times New Roman"/>
                <a:cs typeface="Times New Roman"/>
              </a:rPr>
              <a:t>1</a:t>
            </a:r>
            <a:r>
              <a:rPr sz="1950" spc="-262" baseline="47008" dirty="0">
                <a:latin typeface="Times New Roman"/>
                <a:cs typeface="Times New Roman"/>
              </a:rPr>
              <a:t> </a:t>
            </a:r>
            <a:r>
              <a:rPr sz="3375" spc="67" baseline="41975" dirty="0">
                <a:latin typeface="Times New Roman"/>
                <a:cs typeface="Times New Roman"/>
              </a:rPr>
              <a:t>(</a:t>
            </a:r>
            <a:r>
              <a:rPr sz="3375" i="1" spc="-15" baseline="41975" dirty="0">
                <a:latin typeface="Times New Roman"/>
                <a:cs typeface="Times New Roman"/>
              </a:rPr>
              <a:t>k</a:t>
            </a:r>
            <a:r>
              <a:rPr sz="3375" i="1" spc="-547" baseline="41975" dirty="0">
                <a:latin typeface="Times New Roman"/>
                <a:cs typeface="Times New Roman"/>
              </a:rPr>
              <a:t> </a:t>
            </a:r>
            <a:r>
              <a:rPr sz="3375" spc="-15" baseline="41975" dirty="0">
                <a:latin typeface="Times New Roman"/>
                <a:cs typeface="Times New Roman"/>
              </a:rPr>
              <a:t>)</a:t>
            </a:r>
            <a:r>
              <a:rPr sz="3375" spc="-509" baseline="41975" dirty="0">
                <a:latin typeface="Times New Roman"/>
                <a:cs typeface="Times New Roman"/>
              </a:rPr>
              <a:t> </a:t>
            </a:r>
            <a:r>
              <a:rPr sz="3375" spc="-15" baseline="38271" dirty="0">
                <a:latin typeface="Symbol"/>
                <a:cs typeface="Symbol"/>
              </a:rPr>
              <a:t></a:t>
            </a:r>
            <a:endParaRPr sz="3375" baseline="38271">
              <a:latin typeface="Symbol"/>
              <a:cs typeface="Symbol"/>
            </a:endParaRPr>
          </a:p>
        </p:txBody>
      </p:sp>
      <p:sp>
        <p:nvSpPr>
          <p:cNvPr id="6" name="object 6"/>
          <p:cNvSpPr txBox="1"/>
          <p:nvPr/>
        </p:nvSpPr>
        <p:spPr>
          <a:xfrm>
            <a:off x="2475625" y="2733570"/>
            <a:ext cx="886460" cy="384810"/>
          </a:xfrm>
          <a:prstGeom prst="rect">
            <a:avLst/>
          </a:prstGeom>
        </p:spPr>
        <p:txBody>
          <a:bodyPr vert="horz" wrap="square" lIns="0" tIns="0" rIns="0" bIns="0" rtlCol="0">
            <a:spAutoFit/>
          </a:bodyPr>
          <a:lstStyle/>
          <a:p>
            <a:pPr marL="12700">
              <a:lnSpc>
                <a:spcPct val="100000"/>
              </a:lnSpc>
            </a:pPr>
            <a:r>
              <a:rPr sz="3375" spc="-15" baseline="-14814" dirty="0">
                <a:latin typeface="Symbol"/>
                <a:cs typeface="Symbol"/>
              </a:rPr>
              <a:t></a:t>
            </a:r>
            <a:r>
              <a:rPr sz="3375" spc="-390" baseline="-14814" dirty="0">
                <a:latin typeface="Times New Roman"/>
                <a:cs typeface="Times New Roman"/>
              </a:rPr>
              <a:t> </a:t>
            </a:r>
            <a:r>
              <a:rPr sz="2250" i="1" spc="0" dirty="0">
                <a:latin typeface="Times New Roman"/>
                <a:cs typeface="Times New Roman"/>
              </a:rPr>
              <a:t>y</a:t>
            </a:r>
            <a:r>
              <a:rPr sz="1950" spc="-15" baseline="-25641" dirty="0">
                <a:latin typeface="Times New Roman"/>
                <a:cs typeface="Times New Roman"/>
              </a:rPr>
              <a:t>2</a:t>
            </a:r>
            <a:r>
              <a:rPr sz="1950" spc="-112" baseline="-25641" dirty="0">
                <a:latin typeface="Times New Roman"/>
                <a:cs typeface="Times New Roman"/>
              </a:rPr>
              <a:t> </a:t>
            </a:r>
            <a:r>
              <a:rPr sz="2250" spc="45" dirty="0">
                <a:latin typeface="Times New Roman"/>
                <a:cs typeface="Times New Roman"/>
              </a:rPr>
              <a:t>(</a:t>
            </a:r>
            <a:r>
              <a:rPr sz="2250" i="1" spc="-10" dirty="0">
                <a:latin typeface="Times New Roman"/>
                <a:cs typeface="Times New Roman"/>
              </a:rPr>
              <a:t>k</a:t>
            </a:r>
            <a:r>
              <a:rPr sz="2250" i="1" spc="-370" dirty="0">
                <a:latin typeface="Times New Roman"/>
                <a:cs typeface="Times New Roman"/>
              </a:rPr>
              <a:t> </a:t>
            </a:r>
            <a:r>
              <a:rPr sz="2250" spc="90" dirty="0">
                <a:latin typeface="Times New Roman"/>
                <a:cs typeface="Times New Roman"/>
              </a:rPr>
              <a:t>)</a:t>
            </a:r>
            <a:r>
              <a:rPr sz="3375" spc="-15" baseline="-14814" dirty="0">
                <a:latin typeface="Symbol"/>
                <a:cs typeface="Symbol"/>
              </a:rPr>
              <a:t></a:t>
            </a:r>
            <a:endParaRPr sz="3375" baseline="-14814">
              <a:latin typeface="Symbol"/>
              <a:cs typeface="Symbol"/>
            </a:endParaRPr>
          </a:p>
        </p:txBody>
      </p:sp>
      <p:sp>
        <p:nvSpPr>
          <p:cNvPr id="7" name="object 7"/>
          <p:cNvSpPr txBox="1"/>
          <p:nvPr/>
        </p:nvSpPr>
        <p:spPr>
          <a:xfrm>
            <a:off x="5361357" y="2733570"/>
            <a:ext cx="868680" cy="384810"/>
          </a:xfrm>
          <a:prstGeom prst="rect">
            <a:avLst/>
          </a:prstGeom>
        </p:spPr>
        <p:txBody>
          <a:bodyPr vert="horz" wrap="square" lIns="0" tIns="0" rIns="0" bIns="0" rtlCol="0">
            <a:spAutoFit/>
          </a:bodyPr>
          <a:lstStyle/>
          <a:p>
            <a:pPr marL="12700">
              <a:lnSpc>
                <a:spcPct val="100000"/>
              </a:lnSpc>
            </a:pPr>
            <a:r>
              <a:rPr sz="3375" spc="22" baseline="-14814" dirty="0">
                <a:latin typeface="Symbol"/>
                <a:cs typeface="Symbol"/>
              </a:rPr>
              <a:t></a:t>
            </a:r>
            <a:r>
              <a:rPr sz="2250" i="1" spc="10" dirty="0">
                <a:latin typeface="Times New Roman"/>
                <a:cs typeface="Times New Roman"/>
              </a:rPr>
              <a:t>u</a:t>
            </a:r>
            <a:r>
              <a:rPr sz="1950" spc="-15" baseline="-25641" dirty="0">
                <a:latin typeface="Times New Roman"/>
                <a:cs typeface="Times New Roman"/>
              </a:rPr>
              <a:t>2</a:t>
            </a:r>
            <a:r>
              <a:rPr sz="1950" spc="-112" baseline="-25641" dirty="0">
                <a:latin typeface="Times New Roman"/>
                <a:cs typeface="Times New Roman"/>
              </a:rPr>
              <a:t> </a:t>
            </a:r>
            <a:r>
              <a:rPr sz="2250" spc="45" dirty="0">
                <a:latin typeface="Times New Roman"/>
                <a:cs typeface="Times New Roman"/>
              </a:rPr>
              <a:t>(</a:t>
            </a:r>
            <a:r>
              <a:rPr sz="2250" i="1" spc="-10" dirty="0">
                <a:latin typeface="Times New Roman"/>
                <a:cs typeface="Times New Roman"/>
              </a:rPr>
              <a:t>k</a:t>
            </a:r>
            <a:r>
              <a:rPr sz="2250" i="1" spc="-365" dirty="0">
                <a:latin typeface="Times New Roman"/>
                <a:cs typeface="Times New Roman"/>
              </a:rPr>
              <a:t> </a:t>
            </a:r>
            <a:r>
              <a:rPr sz="2250" spc="90" dirty="0">
                <a:latin typeface="Times New Roman"/>
                <a:cs typeface="Times New Roman"/>
              </a:rPr>
              <a:t>)</a:t>
            </a:r>
            <a:r>
              <a:rPr sz="3375" spc="-15" baseline="-14814" dirty="0">
                <a:latin typeface="Symbol"/>
                <a:cs typeface="Symbol"/>
              </a:rPr>
              <a:t></a:t>
            </a:r>
            <a:endParaRPr sz="3375" baseline="-14814">
              <a:latin typeface="Symbol"/>
              <a:cs typeface="Symbol"/>
            </a:endParaRPr>
          </a:p>
        </p:txBody>
      </p:sp>
      <p:sp>
        <p:nvSpPr>
          <p:cNvPr id="8" name="object 8"/>
          <p:cNvSpPr txBox="1"/>
          <p:nvPr/>
        </p:nvSpPr>
        <p:spPr>
          <a:xfrm>
            <a:off x="2475625" y="2593195"/>
            <a:ext cx="3020695" cy="313690"/>
          </a:xfrm>
          <a:prstGeom prst="rect">
            <a:avLst/>
          </a:prstGeom>
        </p:spPr>
        <p:txBody>
          <a:bodyPr vert="horz" wrap="square" lIns="0" tIns="0" rIns="0" bIns="0" rtlCol="0">
            <a:spAutoFit/>
          </a:bodyPr>
          <a:lstStyle/>
          <a:p>
            <a:pPr marL="12700">
              <a:lnSpc>
                <a:spcPct val="100000"/>
              </a:lnSpc>
              <a:tabLst>
                <a:tab pos="763905" algn="l"/>
                <a:tab pos="2898140" algn="l"/>
              </a:tabLst>
            </a:pPr>
            <a:r>
              <a:rPr sz="2250" spc="-10" dirty="0">
                <a:latin typeface="Symbol"/>
                <a:cs typeface="Symbol"/>
              </a:rPr>
              <a:t></a:t>
            </a:r>
            <a:r>
              <a:rPr sz="2250" spc="-10" dirty="0">
                <a:latin typeface="Times New Roman"/>
                <a:cs typeface="Times New Roman"/>
              </a:rPr>
              <a:t>	</a:t>
            </a:r>
            <a:r>
              <a:rPr sz="2250" spc="-10" dirty="0">
                <a:latin typeface="Symbol"/>
                <a:cs typeface="Symbol"/>
              </a:rPr>
              <a:t></a:t>
            </a:r>
            <a:r>
              <a:rPr sz="2250" spc="-10" dirty="0">
                <a:latin typeface="Times New Roman"/>
                <a:cs typeface="Times New Roman"/>
              </a:rPr>
              <a:t>	</a:t>
            </a:r>
            <a:r>
              <a:rPr sz="2250" spc="-10" dirty="0">
                <a:latin typeface="Symbol"/>
                <a:cs typeface="Symbol"/>
              </a:rPr>
              <a:t></a:t>
            </a:r>
            <a:endParaRPr sz="2250">
              <a:latin typeface="Symbol"/>
              <a:cs typeface="Symbol"/>
            </a:endParaRPr>
          </a:p>
        </p:txBody>
      </p:sp>
      <p:sp>
        <p:nvSpPr>
          <p:cNvPr id="9" name="object 9"/>
          <p:cNvSpPr txBox="1"/>
          <p:nvPr/>
        </p:nvSpPr>
        <p:spPr>
          <a:xfrm>
            <a:off x="6095055" y="2593195"/>
            <a:ext cx="134620" cy="313690"/>
          </a:xfrm>
          <a:prstGeom prst="rect">
            <a:avLst/>
          </a:prstGeom>
        </p:spPr>
        <p:txBody>
          <a:bodyPr vert="horz" wrap="square" lIns="0" tIns="0" rIns="0" bIns="0" rtlCol="0">
            <a:spAutoFit/>
          </a:bodyPr>
          <a:lstStyle/>
          <a:p>
            <a:pPr marL="12700">
              <a:lnSpc>
                <a:spcPct val="100000"/>
              </a:lnSpc>
            </a:pPr>
            <a:r>
              <a:rPr sz="2250" spc="-10" dirty="0">
                <a:latin typeface="Symbol"/>
                <a:cs typeface="Symbol"/>
              </a:rPr>
              <a:t></a:t>
            </a:r>
            <a:endParaRPr sz="2250">
              <a:latin typeface="Symbol"/>
              <a:cs typeface="Symbol"/>
            </a:endParaRPr>
          </a:p>
        </p:txBody>
      </p:sp>
      <p:sp>
        <p:nvSpPr>
          <p:cNvPr id="10" name="object 10"/>
          <p:cNvSpPr txBox="1"/>
          <p:nvPr/>
        </p:nvSpPr>
        <p:spPr>
          <a:xfrm>
            <a:off x="1068007" y="3511555"/>
            <a:ext cx="1276985" cy="495934"/>
          </a:xfrm>
          <a:prstGeom prst="rect">
            <a:avLst/>
          </a:prstGeom>
        </p:spPr>
        <p:txBody>
          <a:bodyPr vert="horz" wrap="square" lIns="0" tIns="0" rIns="0" bIns="0" rtlCol="0">
            <a:spAutoFit/>
          </a:bodyPr>
          <a:lstStyle/>
          <a:p>
            <a:pPr marL="12700">
              <a:lnSpc>
                <a:spcPct val="100000"/>
              </a:lnSpc>
            </a:pPr>
            <a:r>
              <a:rPr sz="2100" b="1" i="1" spc="-15" dirty="0">
                <a:latin typeface="Times New Roman"/>
                <a:cs typeface="Times New Roman"/>
              </a:rPr>
              <a:t>A</a:t>
            </a:r>
            <a:r>
              <a:rPr sz="2100" spc="160" dirty="0">
                <a:latin typeface="Times New Roman"/>
                <a:cs typeface="Times New Roman"/>
              </a:rPr>
              <a:t>(</a:t>
            </a:r>
            <a:r>
              <a:rPr sz="2100" i="1" spc="150" dirty="0">
                <a:latin typeface="Times New Roman"/>
                <a:cs typeface="Times New Roman"/>
              </a:rPr>
              <a:t>z</a:t>
            </a:r>
            <a:r>
              <a:rPr sz="2400" spc="-15" baseline="32986" dirty="0">
                <a:latin typeface="Symbol"/>
                <a:cs typeface="Symbol"/>
              </a:rPr>
              <a:t></a:t>
            </a:r>
            <a:r>
              <a:rPr sz="2400" spc="142" baseline="32986" dirty="0">
                <a:latin typeface="Times New Roman"/>
                <a:cs typeface="Times New Roman"/>
              </a:rPr>
              <a:t>1</a:t>
            </a:r>
            <a:r>
              <a:rPr sz="2100" spc="5" dirty="0">
                <a:latin typeface="Times New Roman"/>
                <a:cs typeface="Times New Roman"/>
              </a:rPr>
              <a:t>)</a:t>
            </a:r>
            <a:r>
              <a:rPr sz="2100" spc="-35" dirty="0">
                <a:latin typeface="Times New Roman"/>
                <a:cs typeface="Times New Roman"/>
              </a:rPr>
              <a:t> </a:t>
            </a:r>
            <a:r>
              <a:rPr sz="2100" spc="10" dirty="0">
                <a:latin typeface="Symbol"/>
                <a:cs typeface="Symbol"/>
              </a:rPr>
              <a:t></a:t>
            </a:r>
            <a:r>
              <a:rPr sz="2100" dirty="0">
                <a:latin typeface="Times New Roman"/>
                <a:cs typeface="Times New Roman"/>
              </a:rPr>
              <a:t> </a:t>
            </a:r>
            <a:r>
              <a:rPr sz="3150" spc="67" baseline="37037" dirty="0">
                <a:latin typeface="Symbol"/>
                <a:cs typeface="Symbol"/>
              </a:rPr>
              <a:t></a:t>
            </a:r>
            <a:r>
              <a:rPr sz="3150" spc="15" baseline="41005" dirty="0">
                <a:latin typeface="Times New Roman"/>
                <a:cs typeface="Times New Roman"/>
              </a:rPr>
              <a:t>1</a:t>
            </a:r>
            <a:endParaRPr sz="3150" baseline="41005">
              <a:latin typeface="Times New Roman"/>
              <a:cs typeface="Times New Roman"/>
            </a:endParaRPr>
          </a:p>
        </p:txBody>
      </p:sp>
      <p:sp>
        <p:nvSpPr>
          <p:cNvPr id="11" name="object 11"/>
          <p:cNvSpPr txBox="1"/>
          <p:nvPr/>
        </p:nvSpPr>
        <p:spPr>
          <a:xfrm>
            <a:off x="5249790" y="3526980"/>
            <a:ext cx="523875" cy="480059"/>
          </a:xfrm>
          <a:prstGeom prst="rect">
            <a:avLst/>
          </a:prstGeom>
        </p:spPr>
        <p:txBody>
          <a:bodyPr vert="horz" wrap="square" lIns="0" tIns="0" rIns="0" bIns="0" rtlCol="0">
            <a:spAutoFit/>
          </a:bodyPr>
          <a:lstStyle/>
          <a:p>
            <a:pPr algn="ctr">
              <a:lnSpc>
                <a:spcPts val="1739"/>
              </a:lnSpc>
              <a:tabLst>
                <a:tab pos="285115" algn="l"/>
              </a:tabLst>
            </a:pPr>
            <a:r>
              <a:rPr sz="3150" spc="7" baseline="11904" dirty="0">
                <a:latin typeface="Symbol"/>
                <a:cs typeface="Symbol"/>
              </a:rPr>
              <a:t></a:t>
            </a:r>
            <a:r>
              <a:rPr sz="3150" spc="7" baseline="11904" dirty="0">
                <a:latin typeface="Times New Roman"/>
                <a:cs typeface="Times New Roman"/>
              </a:rPr>
              <a:t>	</a:t>
            </a:r>
            <a:r>
              <a:rPr sz="1600" spc="-10" dirty="0">
                <a:latin typeface="Symbol"/>
                <a:cs typeface="Symbol"/>
              </a:rPr>
              <a:t></a:t>
            </a:r>
            <a:r>
              <a:rPr sz="1600" dirty="0">
                <a:latin typeface="Times New Roman"/>
                <a:cs typeface="Times New Roman"/>
              </a:rPr>
              <a:t>1</a:t>
            </a:r>
            <a:endParaRPr sz="1600">
              <a:latin typeface="Times New Roman"/>
              <a:cs typeface="Times New Roman"/>
            </a:endParaRPr>
          </a:p>
          <a:p>
            <a:pPr marR="61594" algn="ctr">
              <a:lnSpc>
                <a:spcPts val="1739"/>
              </a:lnSpc>
            </a:pPr>
            <a:r>
              <a:rPr sz="2100" i="1" spc="5" dirty="0">
                <a:latin typeface="Times New Roman"/>
                <a:cs typeface="Times New Roman"/>
              </a:rPr>
              <a:t>z</a:t>
            </a:r>
            <a:endParaRPr sz="2100">
              <a:latin typeface="Times New Roman"/>
              <a:cs typeface="Times New Roman"/>
            </a:endParaRPr>
          </a:p>
        </p:txBody>
      </p:sp>
      <p:sp>
        <p:nvSpPr>
          <p:cNvPr id="12" name="object 12"/>
          <p:cNvSpPr txBox="1"/>
          <p:nvPr/>
        </p:nvSpPr>
        <p:spPr>
          <a:xfrm>
            <a:off x="7348122" y="3526980"/>
            <a:ext cx="523875" cy="480059"/>
          </a:xfrm>
          <a:prstGeom prst="rect">
            <a:avLst/>
          </a:prstGeom>
        </p:spPr>
        <p:txBody>
          <a:bodyPr vert="horz" wrap="square" lIns="0" tIns="0" rIns="0" bIns="0" rtlCol="0">
            <a:spAutoFit/>
          </a:bodyPr>
          <a:lstStyle/>
          <a:p>
            <a:pPr algn="ctr">
              <a:lnSpc>
                <a:spcPts val="1739"/>
              </a:lnSpc>
              <a:tabLst>
                <a:tab pos="285115" algn="l"/>
              </a:tabLst>
            </a:pPr>
            <a:r>
              <a:rPr sz="3150" spc="7" baseline="11904" dirty="0">
                <a:latin typeface="Symbol"/>
                <a:cs typeface="Symbol"/>
              </a:rPr>
              <a:t></a:t>
            </a:r>
            <a:r>
              <a:rPr sz="3150" spc="7" baseline="11904" dirty="0">
                <a:latin typeface="Times New Roman"/>
                <a:cs typeface="Times New Roman"/>
              </a:rPr>
              <a:t>	</a:t>
            </a:r>
            <a:r>
              <a:rPr sz="1600" spc="-10" dirty="0">
                <a:latin typeface="Symbol"/>
                <a:cs typeface="Symbol"/>
              </a:rPr>
              <a:t></a:t>
            </a:r>
            <a:r>
              <a:rPr sz="1600" dirty="0">
                <a:latin typeface="Times New Roman"/>
                <a:cs typeface="Times New Roman"/>
              </a:rPr>
              <a:t>2</a:t>
            </a:r>
            <a:endParaRPr sz="1600">
              <a:latin typeface="Times New Roman"/>
              <a:cs typeface="Times New Roman"/>
            </a:endParaRPr>
          </a:p>
          <a:p>
            <a:pPr marR="61594" algn="ctr">
              <a:lnSpc>
                <a:spcPts val="1739"/>
              </a:lnSpc>
            </a:pPr>
            <a:r>
              <a:rPr sz="2100" i="1" spc="5" dirty="0">
                <a:latin typeface="Times New Roman"/>
                <a:cs typeface="Times New Roman"/>
              </a:rPr>
              <a:t>z</a:t>
            </a:r>
            <a:endParaRPr sz="2100">
              <a:latin typeface="Times New Roman"/>
              <a:cs typeface="Times New Roman"/>
            </a:endParaRPr>
          </a:p>
        </p:txBody>
      </p:sp>
      <p:sp>
        <p:nvSpPr>
          <p:cNvPr id="13" name="object 13"/>
          <p:cNvSpPr txBox="1"/>
          <p:nvPr/>
        </p:nvSpPr>
        <p:spPr>
          <a:xfrm>
            <a:off x="2571720" y="3507228"/>
            <a:ext cx="1541145" cy="495300"/>
          </a:xfrm>
          <a:prstGeom prst="rect">
            <a:avLst/>
          </a:prstGeom>
        </p:spPr>
        <p:txBody>
          <a:bodyPr vert="horz" wrap="square" lIns="0" tIns="0" rIns="0" bIns="0" rtlCol="0">
            <a:spAutoFit/>
          </a:bodyPr>
          <a:lstStyle/>
          <a:p>
            <a:pPr marL="12700">
              <a:lnSpc>
                <a:spcPts val="2045"/>
              </a:lnSpc>
              <a:tabLst>
                <a:tab pos="518159" algn="l"/>
              </a:tabLst>
            </a:pPr>
            <a:r>
              <a:rPr sz="2100" spc="85" dirty="0">
                <a:latin typeface="Times New Roman"/>
                <a:cs typeface="Times New Roman"/>
              </a:rPr>
              <a:t>0</a:t>
            </a:r>
            <a:r>
              <a:rPr sz="3150" spc="7" baseline="-3968" dirty="0">
                <a:latin typeface="Symbol"/>
                <a:cs typeface="Symbol"/>
              </a:rPr>
              <a:t></a:t>
            </a:r>
            <a:r>
              <a:rPr sz="3150" baseline="-3968" dirty="0">
                <a:latin typeface="Times New Roman"/>
                <a:cs typeface="Times New Roman"/>
              </a:rPr>
              <a:t>	</a:t>
            </a:r>
            <a:r>
              <a:rPr sz="3150" spc="142" baseline="-3968" dirty="0">
                <a:latin typeface="Symbol"/>
                <a:cs typeface="Symbol"/>
              </a:rPr>
              <a:t></a:t>
            </a:r>
            <a:r>
              <a:rPr sz="2100" spc="5" dirty="0">
                <a:latin typeface="Symbol"/>
                <a:cs typeface="Symbol"/>
              </a:rPr>
              <a:t></a:t>
            </a:r>
            <a:r>
              <a:rPr sz="2100" spc="5" dirty="0">
                <a:latin typeface="Times New Roman"/>
                <a:cs typeface="Times New Roman"/>
              </a:rPr>
              <a:t>0.8696</a:t>
            </a:r>
            <a:endParaRPr sz="2100">
              <a:latin typeface="Times New Roman"/>
              <a:cs typeface="Times New Roman"/>
            </a:endParaRPr>
          </a:p>
          <a:p>
            <a:pPr marL="314960">
              <a:lnSpc>
                <a:spcPts val="2045"/>
              </a:lnSpc>
            </a:pPr>
            <a:r>
              <a:rPr sz="2100" spc="10" dirty="0">
                <a:latin typeface="Symbol"/>
                <a:cs typeface="Symbol"/>
              </a:rPr>
              <a:t></a:t>
            </a:r>
            <a:endParaRPr sz="2100">
              <a:latin typeface="Symbol"/>
              <a:cs typeface="Symbol"/>
            </a:endParaRPr>
          </a:p>
        </p:txBody>
      </p:sp>
      <p:sp>
        <p:nvSpPr>
          <p:cNvPr id="14" name="object 14"/>
          <p:cNvSpPr txBox="1"/>
          <p:nvPr/>
        </p:nvSpPr>
        <p:spPr>
          <a:xfrm>
            <a:off x="4721030" y="3511555"/>
            <a:ext cx="161290" cy="296545"/>
          </a:xfrm>
          <a:prstGeom prst="rect">
            <a:avLst/>
          </a:prstGeom>
        </p:spPr>
        <p:txBody>
          <a:bodyPr vert="horz" wrap="square" lIns="0" tIns="0" rIns="0" bIns="0" rtlCol="0">
            <a:spAutoFit/>
          </a:bodyPr>
          <a:lstStyle/>
          <a:p>
            <a:pPr marL="12700">
              <a:lnSpc>
                <a:spcPct val="100000"/>
              </a:lnSpc>
            </a:pPr>
            <a:r>
              <a:rPr sz="2100" spc="10" dirty="0">
                <a:latin typeface="Times New Roman"/>
                <a:cs typeface="Times New Roman"/>
              </a:rPr>
              <a:t>0</a:t>
            </a:r>
            <a:endParaRPr sz="2100">
              <a:latin typeface="Times New Roman"/>
              <a:cs typeface="Times New Roman"/>
            </a:endParaRPr>
          </a:p>
        </p:txBody>
      </p:sp>
      <p:sp>
        <p:nvSpPr>
          <p:cNvPr id="15" name="object 15"/>
          <p:cNvSpPr txBox="1"/>
          <p:nvPr/>
        </p:nvSpPr>
        <p:spPr>
          <a:xfrm>
            <a:off x="5892253" y="3511555"/>
            <a:ext cx="1167130" cy="491490"/>
          </a:xfrm>
          <a:prstGeom prst="rect">
            <a:avLst/>
          </a:prstGeom>
        </p:spPr>
        <p:txBody>
          <a:bodyPr vert="horz" wrap="square" lIns="0" tIns="0" rIns="0" bIns="0" rtlCol="0">
            <a:spAutoFit/>
          </a:bodyPr>
          <a:lstStyle/>
          <a:p>
            <a:pPr marL="12700">
              <a:lnSpc>
                <a:spcPct val="100000"/>
              </a:lnSpc>
              <a:tabLst>
                <a:tab pos="1017905" algn="l"/>
              </a:tabLst>
            </a:pPr>
            <a:r>
              <a:rPr sz="3150" spc="15" baseline="-41005" dirty="0">
                <a:latin typeface="Symbol"/>
                <a:cs typeface="Symbol"/>
              </a:rPr>
              <a:t></a:t>
            </a:r>
            <a:r>
              <a:rPr sz="3150" spc="-150" baseline="-41005" dirty="0">
                <a:latin typeface="Times New Roman"/>
                <a:cs typeface="Times New Roman"/>
              </a:rPr>
              <a:t> </a:t>
            </a:r>
            <a:r>
              <a:rPr sz="3150" spc="97" baseline="-3968" dirty="0">
                <a:latin typeface="Symbol"/>
                <a:cs typeface="Symbol"/>
              </a:rPr>
              <a:t></a:t>
            </a:r>
            <a:r>
              <a:rPr sz="2100" spc="10" dirty="0">
                <a:latin typeface="Times New Roman"/>
                <a:cs typeface="Times New Roman"/>
              </a:rPr>
              <a:t>0</a:t>
            </a:r>
            <a:r>
              <a:rPr sz="2100" dirty="0">
                <a:latin typeface="Times New Roman"/>
                <a:cs typeface="Times New Roman"/>
              </a:rPr>
              <a:t>	</a:t>
            </a:r>
            <a:r>
              <a:rPr sz="2100" spc="10" dirty="0">
                <a:latin typeface="Times New Roman"/>
                <a:cs typeface="Times New Roman"/>
              </a:rPr>
              <a:t>0</a:t>
            </a:r>
            <a:endParaRPr sz="2100">
              <a:latin typeface="Times New Roman"/>
              <a:cs typeface="Times New Roman"/>
            </a:endParaRPr>
          </a:p>
        </p:txBody>
      </p:sp>
      <p:sp>
        <p:nvSpPr>
          <p:cNvPr id="16" name="object 16"/>
          <p:cNvSpPr txBox="1"/>
          <p:nvPr/>
        </p:nvSpPr>
        <p:spPr>
          <a:xfrm>
            <a:off x="2074516" y="3786668"/>
            <a:ext cx="1132840" cy="427990"/>
          </a:xfrm>
          <a:prstGeom prst="rect">
            <a:avLst/>
          </a:prstGeom>
        </p:spPr>
        <p:txBody>
          <a:bodyPr vert="horz" wrap="square" lIns="0" tIns="0" rIns="0" bIns="0" rtlCol="0">
            <a:spAutoFit/>
          </a:bodyPr>
          <a:lstStyle/>
          <a:p>
            <a:pPr marL="12700">
              <a:lnSpc>
                <a:spcPct val="100000"/>
              </a:lnSpc>
              <a:tabLst>
                <a:tab pos="507365" algn="l"/>
                <a:tab pos="1015365" algn="l"/>
              </a:tabLst>
            </a:pPr>
            <a:r>
              <a:rPr sz="2100" spc="60" dirty="0">
                <a:latin typeface="Symbol"/>
                <a:cs typeface="Symbol"/>
              </a:rPr>
              <a:t></a:t>
            </a:r>
            <a:r>
              <a:rPr sz="3150" spc="15" baseline="-26455" dirty="0">
                <a:latin typeface="Times New Roman"/>
                <a:cs typeface="Times New Roman"/>
              </a:rPr>
              <a:t>0</a:t>
            </a:r>
            <a:r>
              <a:rPr sz="3150" baseline="-26455" dirty="0">
                <a:latin typeface="Times New Roman"/>
                <a:cs typeface="Times New Roman"/>
              </a:rPr>
              <a:t>	</a:t>
            </a:r>
            <a:r>
              <a:rPr sz="3150" spc="150" baseline="-26455" dirty="0">
                <a:latin typeface="Times New Roman"/>
                <a:cs typeface="Times New Roman"/>
              </a:rPr>
              <a:t>1</a:t>
            </a:r>
            <a:r>
              <a:rPr sz="2100" spc="5" dirty="0">
                <a:latin typeface="Symbol"/>
                <a:cs typeface="Symbol"/>
              </a:rPr>
              <a:t></a:t>
            </a:r>
            <a:r>
              <a:rPr sz="2100" dirty="0">
                <a:latin typeface="Times New Roman"/>
                <a:cs typeface="Times New Roman"/>
              </a:rPr>
              <a:t>	</a:t>
            </a:r>
            <a:r>
              <a:rPr sz="2100" spc="5" dirty="0">
                <a:latin typeface="Symbol"/>
                <a:cs typeface="Symbol"/>
              </a:rPr>
              <a:t></a:t>
            </a:r>
            <a:endParaRPr sz="2100">
              <a:latin typeface="Symbol"/>
              <a:cs typeface="Symbol"/>
            </a:endParaRPr>
          </a:p>
        </p:txBody>
      </p:sp>
      <p:sp>
        <p:nvSpPr>
          <p:cNvPr id="17" name="object 17"/>
          <p:cNvSpPr txBox="1"/>
          <p:nvPr/>
        </p:nvSpPr>
        <p:spPr>
          <a:xfrm>
            <a:off x="3570453" y="3917952"/>
            <a:ext cx="161290" cy="296545"/>
          </a:xfrm>
          <a:prstGeom prst="rect">
            <a:avLst/>
          </a:prstGeom>
        </p:spPr>
        <p:txBody>
          <a:bodyPr vert="horz" wrap="square" lIns="0" tIns="0" rIns="0" bIns="0" rtlCol="0">
            <a:spAutoFit/>
          </a:bodyPr>
          <a:lstStyle/>
          <a:p>
            <a:pPr marL="12700">
              <a:lnSpc>
                <a:spcPct val="100000"/>
              </a:lnSpc>
            </a:pPr>
            <a:r>
              <a:rPr sz="2100" spc="10" dirty="0">
                <a:latin typeface="Times New Roman"/>
                <a:cs typeface="Times New Roman"/>
              </a:rPr>
              <a:t>0</a:t>
            </a:r>
            <a:endParaRPr sz="2100">
              <a:latin typeface="Times New Roman"/>
              <a:cs typeface="Times New Roman"/>
            </a:endParaRPr>
          </a:p>
        </p:txBody>
      </p:sp>
      <p:sp>
        <p:nvSpPr>
          <p:cNvPr id="18" name="object 18"/>
          <p:cNvSpPr txBox="1"/>
          <p:nvPr/>
        </p:nvSpPr>
        <p:spPr>
          <a:xfrm>
            <a:off x="4341669" y="3786668"/>
            <a:ext cx="1038225" cy="427990"/>
          </a:xfrm>
          <a:prstGeom prst="rect">
            <a:avLst/>
          </a:prstGeom>
        </p:spPr>
        <p:txBody>
          <a:bodyPr vert="horz" wrap="square" lIns="0" tIns="0" rIns="0" bIns="0" rtlCol="0">
            <a:spAutoFit/>
          </a:bodyPr>
          <a:lstStyle/>
          <a:p>
            <a:pPr marL="12700">
              <a:lnSpc>
                <a:spcPct val="100000"/>
              </a:lnSpc>
            </a:pPr>
            <a:r>
              <a:rPr sz="2100" spc="5" dirty="0">
                <a:latin typeface="Symbol"/>
                <a:cs typeface="Symbol"/>
              </a:rPr>
              <a:t></a:t>
            </a:r>
            <a:r>
              <a:rPr sz="2100" spc="5" dirty="0">
                <a:latin typeface="Times New Roman"/>
                <a:cs typeface="Times New Roman"/>
              </a:rPr>
              <a:t>1.307</a:t>
            </a:r>
            <a:r>
              <a:rPr sz="2100" spc="114" dirty="0">
                <a:latin typeface="Times New Roman"/>
                <a:cs typeface="Times New Roman"/>
              </a:rPr>
              <a:t>7</a:t>
            </a:r>
            <a:r>
              <a:rPr sz="3150" spc="7" baseline="26455" dirty="0">
                <a:latin typeface="Symbol"/>
                <a:cs typeface="Symbol"/>
              </a:rPr>
              <a:t></a:t>
            </a:r>
            <a:endParaRPr sz="3150" baseline="26455">
              <a:latin typeface="Symbol"/>
              <a:cs typeface="Symbol"/>
            </a:endParaRPr>
          </a:p>
        </p:txBody>
      </p:sp>
      <p:sp>
        <p:nvSpPr>
          <p:cNvPr id="19" name="object 19"/>
          <p:cNvSpPr txBox="1"/>
          <p:nvPr/>
        </p:nvSpPr>
        <p:spPr>
          <a:xfrm>
            <a:off x="6095221" y="3786668"/>
            <a:ext cx="273050" cy="427990"/>
          </a:xfrm>
          <a:prstGeom prst="rect">
            <a:avLst/>
          </a:prstGeom>
        </p:spPr>
        <p:txBody>
          <a:bodyPr vert="horz" wrap="square" lIns="0" tIns="0" rIns="0" bIns="0" rtlCol="0">
            <a:spAutoFit/>
          </a:bodyPr>
          <a:lstStyle/>
          <a:p>
            <a:pPr marL="12700">
              <a:lnSpc>
                <a:spcPct val="100000"/>
              </a:lnSpc>
            </a:pPr>
            <a:r>
              <a:rPr sz="2100" spc="65" dirty="0">
                <a:latin typeface="Symbol"/>
                <a:cs typeface="Symbol"/>
              </a:rPr>
              <a:t></a:t>
            </a:r>
            <a:r>
              <a:rPr sz="3150" spc="15" baseline="-26455" dirty="0">
                <a:latin typeface="Times New Roman"/>
                <a:cs typeface="Times New Roman"/>
              </a:rPr>
              <a:t>0</a:t>
            </a:r>
            <a:endParaRPr sz="3150" baseline="-26455">
              <a:latin typeface="Times New Roman"/>
              <a:cs typeface="Times New Roman"/>
            </a:endParaRPr>
          </a:p>
        </p:txBody>
      </p:sp>
      <p:sp>
        <p:nvSpPr>
          <p:cNvPr id="20" name="object 20"/>
          <p:cNvSpPr txBox="1"/>
          <p:nvPr/>
        </p:nvSpPr>
        <p:spPr>
          <a:xfrm>
            <a:off x="6592744" y="3786668"/>
            <a:ext cx="885190" cy="427990"/>
          </a:xfrm>
          <a:prstGeom prst="rect">
            <a:avLst/>
          </a:prstGeom>
        </p:spPr>
        <p:txBody>
          <a:bodyPr vert="horz" wrap="square" lIns="0" tIns="0" rIns="0" bIns="0" rtlCol="0">
            <a:spAutoFit/>
          </a:bodyPr>
          <a:lstStyle/>
          <a:p>
            <a:pPr marL="12700">
              <a:lnSpc>
                <a:spcPct val="100000"/>
              </a:lnSpc>
            </a:pPr>
            <a:r>
              <a:rPr sz="2100" spc="5" dirty="0">
                <a:latin typeface="Times New Roman"/>
                <a:cs typeface="Times New Roman"/>
              </a:rPr>
              <a:t>0.737</a:t>
            </a:r>
            <a:r>
              <a:rPr sz="2100" spc="85" dirty="0">
                <a:latin typeface="Times New Roman"/>
                <a:cs typeface="Times New Roman"/>
              </a:rPr>
              <a:t>4</a:t>
            </a:r>
            <a:r>
              <a:rPr sz="3150" spc="7" baseline="26455" dirty="0">
                <a:latin typeface="Symbol"/>
                <a:cs typeface="Symbol"/>
              </a:rPr>
              <a:t></a:t>
            </a:r>
            <a:endParaRPr sz="3150" baseline="26455">
              <a:latin typeface="Symbol"/>
              <a:cs typeface="Symbol"/>
            </a:endParaRPr>
          </a:p>
        </p:txBody>
      </p:sp>
      <p:sp>
        <p:nvSpPr>
          <p:cNvPr id="21" name="object 21"/>
          <p:cNvSpPr txBox="1"/>
          <p:nvPr/>
        </p:nvSpPr>
        <p:spPr>
          <a:xfrm>
            <a:off x="2074516" y="3978752"/>
            <a:ext cx="129539" cy="296545"/>
          </a:xfrm>
          <a:prstGeom prst="rect">
            <a:avLst/>
          </a:prstGeom>
        </p:spPr>
        <p:txBody>
          <a:bodyPr vert="horz" wrap="square" lIns="0" tIns="0" rIns="0" bIns="0" rtlCol="0">
            <a:spAutoFit/>
          </a:bodyPr>
          <a:lstStyle/>
          <a:p>
            <a:pPr marL="12700">
              <a:lnSpc>
                <a:spcPct val="100000"/>
              </a:lnSpc>
            </a:pPr>
            <a:r>
              <a:rPr sz="2100" spc="5" dirty="0">
                <a:latin typeface="Symbol"/>
                <a:cs typeface="Symbol"/>
              </a:rPr>
              <a:t></a:t>
            </a:r>
            <a:endParaRPr sz="2100">
              <a:latin typeface="Symbol"/>
              <a:cs typeface="Symbol"/>
            </a:endParaRPr>
          </a:p>
        </p:txBody>
      </p:sp>
      <p:sp>
        <p:nvSpPr>
          <p:cNvPr id="22" name="object 22"/>
          <p:cNvSpPr txBox="1"/>
          <p:nvPr/>
        </p:nvSpPr>
        <p:spPr>
          <a:xfrm>
            <a:off x="2717206" y="3978752"/>
            <a:ext cx="490220" cy="296545"/>
          </a:xfrm>
          <a:prstGeom prst="rect">
            <a:avLst/>
          </a:prstGeom>
        </p:spPr>
        <p:txBody>
          <a:bodyPr vert="horz" wrap="square" lIns="0" tIns="0" rIns="0" bIns="0" rtlCol="0">
            <a:spAutoFit/>
          </a:bodyPr>
          <a:lstStyle/>
          <a:p>
            <a:pPr marL="12700">
              <a:lnSpc>
                <a:spcPct val="100000"/>
              </a:lnSpc>
              <a:tabLst>
                <a:tab pos="372745" algn="l"/>
              </a:tabLst>
            </a:pPr>
            <a:r>
              <a:rPr sz="2100" spc="5" dirty="0">
                <a:latin typeface="Symbol"/>
                <a:cs typeface="Symbol"/>
              </a:rPr>
              <a:t></a:t>
            </a:r>
            <a:r>
              <a:rPr sz="2100" spc="5" dirty="0">
                <a:latin typeface="Times New Roman"/>
                <a:cs typeface="Times New Roman"/>
              </a:rPr>
              <a:t>	</a:t>
            </a:r>
            <a:r>
              <a:rPr sz="2100" spc="5" dirty="0">
                <a:latin typeface="Symbol"/>
                <a:cs typeface="Symbol"/>
              </a:rPr>
              <a:t></a:t>
            </a:r>
            <a:endParaRPr sz="2100">
              <a:latin typeface="Symbol"/>
              <a:cs typeface="Symbol"/>
            </a:endParaRPr>
          </a:p>
        </p:txBody>
      </p:sp>
      <p:sp>
        <p:nvSpPr>
          <p:cNvPr id="23" name="object 23"/>
          <p:cNvSpPr txBox="1"/>
          <p:nvPr/>
        </p:nvSpPr>
        <p:spPr>
          <a:xfrm>
            <a:off x="5249825" y="3978752"/>
            <a:ext cx="129539" cy="296545"/>
          </a:xfrm>
          <a:prstGeom prst="rect">
            <a:avLst/>
          </a:prstGeom>
        </p:spPr>
        <p:txBody>
          <a:bodyPr vert="horz" wrap="square" lIns="0" tIns="0" rIns="0" bIns="0" rtlCol="0">
            <a:spAutoFit/>
          </a:bodyPr>
          <a:lstStyle/>
          <a:p>
            <a:pPr marL="12700">
              <a:lnSpc>
                <a:spcPct val="100000"/>
              </a:lnSpc>
            </a:pPr>
            <a:r>
              <a:rPr sz="2100" spc="5" dirty="0">
                <a:latin typeface="Symbol"/>
                <a:cs typeface="Symbol"/>
              </a:rPr>
              <a:t></a:t>
            </a:r>
            <a:endParaRPr sz="2100">
              <a:latin typeface="Symbol"/>
              <a:cs typeface="Symbol"/>
            </a:endParaRPr>
          </a:p>
        </p:txBody>
      </p:sp>
      <p:sp>
        <p:nvSpPr>
          <p:cNvPr id="24" name="object 24"/>
          <p:cNvSpPr txBox="1"/>
          <p:nvPr/>
        </p:nvSpPr>
        <p:spPr>
          <a:xfrm>
            <a:off x="6095221" y="3978752"/>
            <a:ext cx="129539" cy="296545"/>
          </a:xfrm>
          <a:prstGeom prst="rect">
            <a:avLst/>
          </a:prstGeom>
        </p:spPr>
        <p:txBody>
          <a:bodyPr vert="horz" wrap="square" lIns="0" tIns="0" rIns="0" bIns="0" rtlCol="0">
            <a:spAutoFit/>
          </a:bodyPr>
          <a:lstStyle/>
          <a:p>
            <a:pPr marL="12700">
              <a:lnSpc>
                <a:spcPct val="100000"/>
              </a:lnSpc>
            </a:pPr>
            <a:r>
              <a:rPr sz="2100" spc="5" dirty="0">
                <a:latin typeface="Symbol"/>
                <a:cs typeface="Symbol"/>
              </a:rPr>
              <a:t></a:t>
            </a:r>
            <a:endParaRPr sz="2100">
              <a:latin typeface="Symbol"/>
              <a:cs typeface="Symbol"/>
            </a:endParaRPr>
          </a:p>
        </p:txBody>
      </p:sp>
      <p:sp>
        <p:nvSpPr>
          <p:cNvPr id="25" name="object 25"/>
          <p:cNvSpPr txBox="1"/>
          <p:nvPr/>
        </p:nvSpPr>
        <p:spPr>
          <a:xfrm>
            <a:off x="7348157" y="3978752"/>
            <a:ext cx="129539" cy="296545"/>
          </a:xfrm>
          <a:prstGeom prst="rect">
            <a:avLst/>
          </a:prstGeom>
        </p:spPr>
        <p:txBody>
          <a:bodyPr vert="horz" wrap="square" lIns="0" tIns="0" rIns="0" bIns="0" rtlCol="0">
            <a:spAutoFit/>
          </a:bodyPr>
          <a:lstStyle/>
          <a:p>
            <a:pPr marL="12700">
              <a:lnSpc>
                <a:spcPct val="100000"/>
              </a:lnSpc>
            </a:pPr>
            <a:r>
              <a:rPr sz="2100" spc="5" dirty="0">
                <a:latin typeface="Symbol"/>
                <a:cs typeface="Symbol"/>
              </a:rPr>
              <a:t></a:t>
            </a:r>
            <a:endParaRPr sz="2100">
              <a:latin typeface="Symbol"/>
              <a:cs typeface="Symbol"/>
            </a:endParaRPr>
          </a:p>
        </p:txBody>
      </p:sp>
      <p:sp>
        <p:nvSpPr>
          <p:cNvPr id="26" name="object 26"/>
          <p:cNvSpPr txBox="1"/>
          <p:nvPr/>
        </p:nvSpPr>
        <p:spPr>
          <a:xfrm>
            <a:off x="1302293" y="4767202"/>
            <a:ext cx="1871980" cy="502920"/>
          </a:xfrm>
          <a:prstGeom prst="rect">
            <a:avLst/>
          </a:prstGeom>
        </p:spPr>
        <p:txBody>
          <a:bodyPr vert="horz" wrap="square" lIns="0" tIns="0" rIns="0" bIns="0" rtlCol="0">
            <a:spAutoFit/>
          </a:bodyPr>
          <a:lstStyle/>
          <a:p>
            <a:pPr marL="12700">
              <a:lnSpc>
                <a:spcPct val="100000"/>
              </a:lnSpc>
            </a:pPr>
            <a:r>
              <a:rPr sz="3225" b="1" i="1" spc="112" baseline="-41343" dirty="0">
                <a:latin typeface="Times New Roman"/>
                <a:cs typeface="Times New Roman"/>
              </a:rPr>
              <a:t>B</a:t>
            </a:r>
            <a:r>
              <a:rPr sz="3225" spc="232" baseline="-41343" dirty="0">
                <a:latin typeface="Times New Roman"/>
                <a:cs typeface="Times New Roman"/>
              </a:rPr>
              <a:t>(</a:t>
            </a:r>
            <a:r>
              <a:rPr sz="3225" i="1" spc="-52" baseline="-41343" dirty="0">
                <a:latin typeface="Times New Roman"/>
                <a:cs typeface="Times New Roman"/>
              </a:rPr>
              <a:t>z</a:t>
            </a:r>
            <a:r>
              <a:rPr sz="2400" spc="157" baseline="-20833" dirty="0">
                <a:latin typeface="Times New Roman"/>
                <a:cs typeface="Times New Roman"/>
              </a:rPr>
              <a:t>1</a:t>
            </a:r>
            <a:r>
              <a:rPr sz="3225" baseline="-41343" dirty="0">
                <a:latin typeface="Times New Roman"/>
                <a:cs typeface="Times New Roman"/>
              </a:rPr>
              <a:t>)</a:t>
            </a:r>
            <a:r>
              <a:rPr sz="3225" spc="-67" baseline="-41343" dirty="0">
                <a:latin typeface="Times New Roman"/>
                <a:cs typeface="Times New Roman"/>
              </a:rPr>
              <a:t> </a:t>
            </a:r>
            <a:r>
              <a:rPr sz="3225" baseline="-41343" dirty="0">
                <a:latin typeface="Symbol"/>
                <a:cs typeface="Symbol"/>
              </a:rPr>
              <a:t></a:t>
            </a:r>
            <a:r>
              <a:rPr sz="3225" baseline="-41343" dirty="0">
                <a:latin typeface="Times New Roman"/>
                <a:cs typeface="Times New Roman"/>
              </a:rPr>
              <a:t> </a:t>
            </a:r>
            <a:r>
              <a:rPr sz="3225" baseline="-3875" dirty="0">
                <a:latin typeface="Symbol"/>
                <a:cs typeface="Symbol"/>
              </a:rPr>
              <a:t></a:t>
            </a:r>
            <a:r>
              <a:rPr sz="3225" spc="195" baseline="-3875" dirty="0">
                <a:latin typeface="Times New Roman"/>
                <a:cs typeface="Times New Roman"/>
              </a:rPr>
              <a:t> </a:t>
            </a:r>
            <a:r>
              <a:rPr sz="2150" dirty="0">
                <a:latin typeface="Times New Roman"/>
                <a:cs typeface="Times New Roman"/>
              </a:rPr>
              <a:t>0.0602</a:t>
            </a:r>
            <a:endParaRPr sz="2150">
              <a:latin typeface="Times New Roman"/>
              <a:cs typeface="Times New Roman"/>
            </a:endParaRPr>
          </a:p>
        </p:txBody>
      </p:sp>
      <p:sp>
        <p:nvSpPr>
          <p:cNvPr id="27" name="object 27"/>
          <p:cNvSpPr txBox="1"/>
          <p:nvPr/>
        </p:nvSpPr>
        <p:spPr>
          <a:xfrm>
            <a:off x="3479796" y="4767202"/>
            <a:ext cx="2116455" cy="502920"/>
          </a:xfrm>
          <a:prstGeom prst="rect">
            <a:avLst/>
          </a:prstGeom>
        </p:spPr>
        <p:txBody>
          <a:bodyPr vert="horz" wrap="square" lIns="0" tIns="0" rIns="0" bIns="0" rtlCol="0">
            <a:spAutoFit/>
          </a:bodyPr>
          <a:lstStyle/>
          <a:p>
            <a:pPr marL="12700">
              <a:lnSpc>
                <a:spcPts val="2085"/>
              </a:lnSpc>
              <a:tabLst>
                <a:tab pos="1068705" algn="l"/>
                <a:tab pos="1546860" algn="l"/>
                <a:tab pos="1965325" algn="l"/>
              </a:tabLst>
            </a:pPr>
            <a:r>
              <a:rPr sz="2150" dirty="0">
                <a:latin typeface="Times New Roman"/>
                <a:cs typeface="Times New Roman"/>
              </a:rPr>
              <a:t>0.066</a:t>
            </a:r>
            <a:r>
              <a:rPr sz="2150" spc="75" dirty="0">
                <a:latin typeface="Times New Roman"/>
                <a:cs typeface="Times New Roman"/>
              </a:rPr>
              <a:t>6</a:t>
            </a:r>
            <a:r>
              <a:rPr sz="3225" baseline="-3875" dirty="0">
                <a:latin typeface="Symbol"/>
                <a:cs typeface="Symbol"/>
              </a:rPr>
              <a:t></a:t>
            </a:r>
            <a:r>
              <a:rPr sz="3225" baseline="-3875" dirty="0">
                <a:latin typeface="Times New Roman"/>
                <a:cs typeface="Times New Roman"/>
              </a:rPr>
              <a:t>	</a:t>
            </a:r>
            <a:r>
              <a:rPr sz="2400" spc="-7" baseline="-20833" dirty="0">
                <a:latin typeface="Symbol"/>
                <a:cs typeface="Symbol"/>
              </a:rPr>
              <a:t></a:t>
            </a:r>
            <a:r>
              <a:rPr sz="2400" spc="7" baseline="-20833" dirty="0">
                <a:latin typeface="Times New Roman"/>
                <a:cs typeface="Times New Roman"/>
              </a:rPr>
              <a:t>1</a:t>
            </a:r>
            <a:r>
              <a:rPr sz="2400" baseline="-20833" dirty="0">
                <a:latin typeface="Times New Roman"/>
                <a:cs typeface="Times New Roman"/>
              </a:rPr>
              <a:t>	</a:t>
            </a:r>
            <a:r>
              <a:rPr sz="3225" baseline="-3875" dirty="0">
                <a:latin typeface="Symbol"/>
                <a:cs typeface="Symbol"/>
              </a:rPr>
              <a:t></a:t>
            </a:r>
            <a:r>
              <a:rPr sz="3225" baseline="-3875" dirty="0">
                <a:latin typeface="Times New Roman"/>
                <a:cs typeface="Times New Roman"/>
              </a:rPr>
              <a:t>	</a:t>
            </a:r>
            <a:r>
              <a:rPr sz="2150" dirty="0">
                <a:latin typeface="Times New Roman"/>
                <a:cs typeface="Times New Roman"/>
              </a:rPr>
              <a:t>0</a:t>
            </a:r>
            <a:endParaRPr sz="2150">
              <a:latin typeface="Times New Roman"/>
              <a:cs typeface="Times New Roman"/>
            </a:endParaRPr>
          </a:p>
          <a:p>
            <a:pPr marL="942975">
              <a:lnSpc>
                <a:spcPts val="2085"/>
              </a:lnSpc>
              <a:tabLst>
                <a:tab pos="1340485" algn="l"/>
              </a:tabLst>
            </a:pPr>
            <a:r>
              <a:rPr sz="2150" i="1" dirty="0">
                <a:latin typeface="Times New Roman"/>
                <a:cs typeface="Times New Roman"/>
              </a:rPr>
              <a:t>z	</a:t>
            </a:r>
            <a:r>
              <a:rPr sz="2150" dirty="0">
                <a:latin typeface="Symbol"/>
                <a:cs typeface="Symbol"/>
              </a:rPr>
              <a:t></a:t>
            </a:r>
            <a:endParaRPr sz="2150">
              <a:latin typeface="Symbol"/>
              <a:cs typeface="Symbol"/>
            </a:endParaRPr>
          </a:p>
        </p:txBody>
      </p:sp>
      <p:sp>
        <p:nvSpPr>
          <p:cNvPr id="28" name="object 28"/>
          <p:cNvSpPr txBox="1"/>
          <p:nvPr/>
        </p:nvSpPr>
        <p:spPr>
          <a:xfrm>
            <a:off x="6891973" y="4782873"/>
            <a:ext cx="530860" cy="487045"/>
          </a:xfrm>
          <a:prstGeom prst="rect">
            <a:avLst/>
          </a:prstGeom>
        </p:spPr>
        <p:txBody>
          <a:bodyPr vert="horz" wrap="square" lIns="0" tIns="0" rIns="0" bIns="0" rtlCol="0">
            <a:spAutoFit/>
          </a:bodyPr>
          <a:lstStyle/>
          <a:p>
            <a:pPr algn="ctr">
              <a:lnSpc>
                <a:spcPts val="1775"/>
              </a:lnSpc>
              <a:tabLst>
                <a:tab pos="289560" algn="l"/>
              </a:tabLst>
            </a:pPr>
            <a:r>
              <a:rPr sz="3225" baseline="11627" dirty="0">
                <a:latin typeface="Symbol"/>
                <a:cs typeface="Symbol"/>
              </a:rPr>
              <a:t></a:t>
            </a:r>
            <a:r>
              <a:rPr sz="3225" baseline="11627" dirty="0">
                <a:latin typeface="Times New Roman"/>
                <a:cs typeface="Times New Roman"/>
              </a:rPr>
              <a:t>	</a:t>
            </a:r>
            <a:r>
              <a:rPr sz="1600" spc="-5" dirty="0">
                <a:latin typeface="Symbol"/>
                <a:cs typeface="Symbol"/>
              </a:rPr>
              <a:t></a:t>
            </a:r>
            <a:r>
              <a:rPr sz="1600" spc="5" dirty="0">
                <a:latin typeface="Times New Roman"/>
                <a:cs typeface="Times New Roman"/>
              </a:rPr>
              <a:t>2</a:t>
            </a:r>
            <a:endParaRPr sz="1600">
              <a:latin typeface="Times New Roman"/>
              <a:cs typeface="Times New Roman"/>
            </a:endParaRPr>
          </a:p>
          <a:p>
            <a:pPr marR="63500" algn="ctr">
              <a:lnSpc>
                <a:spcPts val="1775"/>
              </a:lnSpc>
            </a:pPr>
            <a:r>
              <a:rPr sz="2150" i="1" dirty="0">
                <a:latin typeface="Times New Roman"/>
                <a:cs typeface="Times New Roman"/>
              </a:rPr>
              <a:t>z</a:t>
            </a:r>
            <a:endParaRPr sz="2150">
              <a:latin typeface="Times New Roman"/>
              <a:cs typeface="Times New Roman"/>
            </a:endParaRPr>
          </a:p>
        </p:txBody>
      </p:sp>
      <p:sp>
        <p:nvSpPr>
          <p:cNvPr id="29" name="object 29"/>
          <p:cNvSpPr txBox="1"/>
          <p:nvPr/>
        </p:nvSpPr>
        <p:spPr>
          <a:xfrm>
            <a:off x="6437006" y="4767202"/>
            <a:ext cx="163195" cy="300990"/>
          </a:xfrm>
          <a:prstGeom prst="rect">
            <a:avLst/>
          </a:prstGeom>
        </p:spPr>
        <p:txBody>
          <a:bodyPr vert="horz" wrap="square" lIns="0" tIns="0" rIns="0" bIns="0" rtlCol="0">
            <a:spAutoFit/>
          </a:bodyPr>
          <a:lstStyle/>
          <a:p>
            <a:pPr marL="12700">
              <a:lnSpc>
                <a:spcPct val="100000"/>
              </a:lnSpc>
            </a:pPr>
            <a:r>
              <a:rPr sz="2150" dirty="0">
                <a:latin typeface="Times New Roman"/>
                <a:cs typeface="Times New Roman"/>
              </a:rPr>
              <a:t>0</a:t>
            </a:r>
            <a:endParaRPr sz="2150">
              <a:latin typeface="Times New Roman"/>
              <a:cs typeface="Times New Roman"/>
            </a:endParaRPr>
          </a:p>
        </p:txBody>
      </p:sp>
      <p:sp>
        <p:nvSpPr>
          <p:cNvPr id="30" name="object 30"/>
          <p:cNvSpPr txBox="1"/>
          <p:nvPr/>
        </p:nvSpPr>
        <p:spPr>
          <a:xfrm>
            <a:off x="2201178" y="5046489"/>
            <a:ext cx="1050925" cy="434340"/>
          </a:xfrm>
          <a:prstGeom prst="rect">
            <a:avLst/>
          </a:prstGeom>
        </p:spPr>
        <p:txBody>
          <a:bodyPr vert="horz" wrap="square" lIns="0" tIns="0" rIns="0" bIns="0" rtlCol="0">
            <a:spAutoFit/>
          </a:bodyPr>
          <a:lstStyle/>
          <a:p>
            <a:pPr marL="12700">
              <a:lnSpc>
                <a:spcPct val="100000"/>
              </a:lnSpc>
            </a:pPr>
            <a:r>
              <a:rPr sz="3225" spc="135" baseline="25839" dirty="0">
                <a:latin typeface="Symbol"/>
                <a:cs typeface="Symbol"/>
              </a:rPr>
              <a:t></a:t>
            </a:r>
            <a:r>
              <a:rPr sz="2150" spc="-5" dirty="0">
                <a:latin typeface="Symbol"/>
                <a:cs typeface="Symbol"/>
              </a:rPr>
              <a:t></a:t>
            </a:r>
            <a:r>
              <a:rPr sz="2150" dirty="0">
                <a:latin typeface="Times New Roman"/>
                <a:cs typeface="Times New Roman"/>
              </a:rPr>
              <a:t>0.1150</a:t>
            </a:r>
            <a:endParaRPr sz="2150">
              <a:latin typeface="Times New Roman"/>
              <a:cs typeface="Times New Roman"/>
            </a:endParaRPr>
          </a:p>
        </p:txBody>
      </p:sp>
      <p:sp>
        <p:nvSpPr>
          <p:cNvPr id="31" name="object 31"/>
          <p:cNvSpPr txBox="1"/>
          <p:nvPr/>
        </p:nvSpPr>
        <p:spPr>
          <a:xfrm>
            <a:off x="3481952" y="5046489"/>
            <a:ext cx="2428240" cy="434340"/>
          </a:xfrm>
          <a:prstGeom prst="rect">
            <a:avLst/>
          </a:prstGeom>
        </p:spPr>
        <p:txBody>
          <a:bodyPr vert="horz" wrap="square" lIns="0" tIns="0" rIns="0" bIns="0" rtlCol="0">
            <a:spAutoFit/>
          </a:bodyPr>
          <a:lstStyle/>
          <a:p>
            <a:pPr marL="12700">
              <a:lnSpc>
                <a:spcPct val="100000"/>
              </a:lnSpc>
              <a:tabLst>
                <a:tab pos="1544320" algn="l"/>
              </a:tabLst>
            </a:pPr>
            <a:r>
              <a:rPr sz="2150" dirty="0">
                <a:latin typeface="Times New Roman"/>
                <a:cs typeface="Times New Roman"/>
              </a:rPr>
              <a:t>0.138</a:t>
            </a:r>
            <a:r>
              <a:rPr sz="2150" spc="60" dirty="0">
                <a:latin typeface="Times New Roman"/>
                <a:cs typeface="Times New Roman"/>
              </a:rPr>
              <a:t>5</a:t>
            </a:r>
            <a:r>
              <a:rPr sz="3225" baseline="25839" dirty="0">
                <a:latin typeface="Symbol"/>
                <a:cs typeface="Symbol"/>
              </a:rPr>
              <a:t></a:t>
            </a:r>
            <a:r>
              <a:rPr sz="3225" baseline="25839" dirty="0">
                <a:latin typeface="Times New Roman"/>
                <a:cs typeface="Times New Roman"/>
              </a:rPr>
              <a:t>	</a:t>
            </a:r>
            <a:r>
              <a:rPr sz="3225" spc="89" baseline="25839" dirty="0">
                <a:latin typeface="Symbol"/>
                <a:cs typeface="Symbol"/>
              </a:rPr>
              <a:t></a:t>
            </a:r>
            <a:r>
              <a:rPr sz="2150" dirty="0">
                <a:latin typeface="Times New Roman"/>
                <a:cs typeface="Times New Roman"/>
              </a:rPr>
              <a:t>0.2603</a:t>
            </a:r>
            <a:endParaRPr sz="2150">
              <a:latin typeface="Times New Roman"/>
              <a:cs typeface="Times New Roman"/>
            </a:endParaRPr>
          </a:p>
        </p:txBody>
      </p:sp>
      <p:sp>
        <p:nvSpPr>
          <p:cNvPr id="32" name="object 32"/>
          <p:cNvSpPr txBox="1"/>
          <p:nvPr/>
        </p:nvSpPr>
        <p:spPr>
          <a:xfrm>
            <a:off x="6133827" y="5046489"/>
            <a:ext cx="889635" cy="434340"/>
          </a:xfrm>
          <a:prstGeom prst="rect">
            <a:avLst/>
          </a:prstGeom>
        </p:spPr>
        <p:txBody>
          <a:bodyPr vert="horz" wrap="square" lIns="0" tIns="0" rIns="0" bIns="0" rtlCol="0">
            <a:spAutoFit/>
          </a:bodyPr>
          <a:lstStyle/>
          <a:p>
            <a:pPr marL="12700">
              <a:lnSpc>
                <a:spcPct val="100000"/>
              </a:lnSpc>
            </a:pPr>
            <a:r>
              <a:rPr sz="2150" spc="-5" dirty="0">
                <a:latin typeface="Symbol"/>
                <a:cs typeface="Symbol"/>
              </a:rPr>
              <a:t></a:t>
            </a:r>
            <a:r>
              <a:rPr sz="2150" dirty="0">
                <a:latin typeface="Times New Roman"/>
                <a:cs typeface="Times New Roman"/>
              </a:rPr>
              <a:t>0.26</a:t>
            </a:r>
            <a:r>
              <a:rPr sz="2150" spc="-95" dirty="0">
                <a:latin typeface="Times New Roman"/>
                <a:cs typeface="Times New Roman"/>
              </a:rPr>
              <a:t>1</a:t>
            </a:r>
            <a:r>
              <a:rPr sz="3225" baseline="25839" dirty="0">
                <a:latin typeface="Symbol"/>
                <a:cs typeface="Symbol"/>
              </a:rPr>
              <a:t></a:t>
            </a:r>
            <a:endParaRPr sz="3225" baseline="25839">
              <a:latin typeface="Symbol"/>
              <a:cs typeface="Symbol"/>
            </a:endParaRPr>
          </a:p>
        </p:txBody>
      </p:sp>
      <p:sp>
        <p:nvSpPr>
          <p:cNvPr id="33" name="object 33"/>
          <p:cNvSpPr txBox="1"/>
          <p:nvPr/>
        </p:nvSpPr>
        <p:spPr>
          <a:xfrm>
            <a:off x="2201178" y="5241574"/>
            <a:ext cx="131445" cy="300990"/>
          </a:xfrm>
          <a:prstGeom prst="rect">
            <a:avLst/>
          </a:prstGeom>
        </p:spPr>
        <p:txBody>
          <a:bodyPr vert="horz" wrap="square" lIns="0" tIns="0" rIns="0" bIns="0" rtlCol="0">
            <a:spAutoFit/>
          </a:bodyPr>
          <a:lstStyle/>
          <a:p>
            <a:pPr marL="12700">
              <a:lnSpc>
                <a:spcPct val="100000"/>
              </a:lnSpc>
            </a:pPr>
            <a:r>
              <a:rPr sz="2150" dirty="0">
                <a:latin typeface="Symbol"/>
                <a:cs typeface="Symbol"/>
              </a:rPr>
              <a:t></a:t>
            </a:r>
            <a:endParaRPr sz="2150">
              <a:latin typeface="Symbol"/>
              <a:cs typeface="Symbol"/>
            </a:endParaRPr>
          </a:p>
        </p:txBody>
      </p:sp>
      <p:sp>
        <p:nvSpPr>
          <p:cNvPr id="34" name="object 34"/>
          <p:cNvSpPr txBox="1"/>
          <p:nvPr/>
        </p:nvSpPr>
        <p:spPr>
          <a:xfrm>
            <a:off x="4246657" y="5241574"/>
            <a:ext cx="131445" cy="300990"/>
          </a:xfrm>
          <a:prstGeom prst="rect">
            <a:avLst/>
          </a:prstGeom>
        </p:spPr>
        <p:txBody>
          <a:bodyPr vert="horz" wrap="square" lIns="0" tIns="0" rIns="0" bIns="0" rtlCol="0">
            <a:spAutoFit/>
          </a:bodyPr>
          <a:lstStyle/>
          <a:p>
            <a:pPr marL="12700">
              <a:lnSpc>
                <a:spcPct val="100000"/>
              </a:lnSpc>
            </a:pPr>
            <a:r>
              <a:rPr sz="2150" dirty="0">
                <a:latin typeface="Symbol"/>
                <a:cs typeface="Symbol"/>
              </a:rPr>
              <a:t></a:t>
            </a:r>
            <a:endParaRPr sz="2150">
              <a:latin typeface="Symbol"/>
              <a:cs typeface="Symbol"/>
            </a:endParaRPr>
          </a:p>
        </p:txBody>
      </p:sp>
      <p:sp>
        <p:nvSpPr>
          <p:cNvPr id="35" name="object 35"/>
          <p:cNvSpPr txBox="1"/>
          <p:nvPr/>
        </p:nvSpPr>
        <p:spPr>
          <a:xfrm>
            <a:off x="5014195" y="5241574"/>
            <a:ext cx="131445" cy="300990"/>
          </a:xfrm>
          <a:prstGeom prst="rect">
            <a:avLst/>
          </a:prstGeom>
        </p:spPr>
        <p:txBody>
          <a:bodyPr vert="horz" wrap="square" lIns="0" tIns="0" rIns="0" bIns="0" rtlCol="0">
            <a:spAutoFit/>
          </a:bodyPr>
          <a:lstStyle/>
          <a:p>
            <a:pPr marL="12700">
              <a:lnSpc>
                <a:spcPct val="100000"/>
              </a:lnSpc>
            </a:pPr>
            <a:r>
              <a:rPr sz="2150" dirty="0">
                <a:latin typeface="Symbol"/>
                <a:cs typeface="Symbol"/>
              </a:rPr>
              <a:t></a:t>
            </a:r>
            <a:endParaRPr sz="2150">
              <a:latin typeface="Symbol"/>
              <a:cs typeface="Symbol"/>
            </a:endParaRPr>
          </a:p>
        </p:txBody>
      </p:sp>
      <p:sp>
        <p:nvSpPr>
          <p:cNvPr id="36" name="object 36"/>
          <p:cNvSpPr txBox="1"/>
          <p:nvPr/>
        </p:nvSpPr>
        <p:spPr>
          <a:xfrm>
            <a:off x="6891951" y="5241574"/>
            <a:ext cx="131445" cy="300990"/>
          </a:xfrm>
          <a:prstGeom prst="rect">
            <a:avLst/>
          </a:prstGeom>
        </p:spPr>
        <p:txBody>
          <a:bodyPr vert="horz" wrap="square" lIns="0" tIns="0" rIns="0" bIns="0" rtlCol="0">
            <a:spAutoFit/>
          </a:bodyPr>
          <a:lstStyle/>
          <a:p>
            <a:pPr marL="12700">
              <a:lnSpc>
                <a:spcPct val="100000"/>
              </a:lnSpc>
            </a:pPr>
            <a:r>
              <a:rPr sz="2150" dirty="0">
                <a:latin typeface="Symbol"/>
                <a:cs typeface="Symbol"/>
              </a:rPr>
              <a:t></a:t>
            </a:r>
            <a:endParaRPr sz="2150">
              <a:latin typeface="Symbol"/>
              <a:cs typeface="Symbo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567" y="728606"/>
            <a:ext cx="4861560"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Co</a:t>
            </a:r>
            <a:r>
              <a:rPr sz="3400" spc="-10" dirty="0">
                <a:solidFill>
                  <a:srgbClr val="B5121B"/>
                </a:solidFill>
                <a:latin typeface="Calibri"/>
                <a:cs typeface="Calibri"/>
              </a:rPr>
              <a:t>up</a:t>
            </a:r>
            <a:r>
              <a:rPr sz="3400" spc="-5" dirty="0">
                <a:solidFill>
                  <a:srgbClr val="B5121B"/>
                </a:solidFill>
                <a:latin typeface="Calibri"/>
                <a:cs typeface="Calibri"/>
              </a:rPr>
              <a:t>l</a:t>
            </a:r>
            <a:r>
              <a:rPr sz="3400" spc="-15" dirty="0">
                <a:solidFill>
                  <a:srgbClr val="B5121B"/>
                </a:solidFill>
                <a:latin typeface="Calibri"/>
                <a:cs typeface="Calibri"/>
              </a:rPr>
              <a:t>e</a:t>
            </a:r>
            <a:r>
              <a:rPr sz="3400" dirty="0">
                <a:solidFill>
                  <a:srgbClr val="B5121B"/>
                </a:solidFill>
                <a:latin typeface="Calibri"/>
                <a:cs typeface="Calibri"/>
              </a:rPr>
              <a:t>d</a:t>
            </a:r>
            <a:r>
              <a:rPr sz="3400" spc="-120" dirty="0">
                <a:solidFill>
                  <a:srgbClr val="B5121B"/>
                </a:solidFill>
                <a:latin typeface="Times New Roman"/>
                <a:cs typeface="Times New Roman"/>
              </a:rPr>
              <a:t> </a:t>
            </a:r>
            <a:r>
              <a:rPr sz="3400" spc="5" dirty="0">
                <a:solidFill>
                  <a:srgbClr val="B5121B"/>
                </a:solidFill>
                <a:latin typeface="Calibri"/>
                <a:cs typeface="Calibri"/>
              </a:rPr>
              <a:t>D</a:t>
            </a:r>
            <a:r>
              <a:rPr sz="3400" spc="-10" dirty="0">
                <a:solidFill>
                  <a:srgbClr val="B5121B"/>
                </a:solidFill>
                <a:latin typeface="Calibri"/>
                <a:cs typeface="Calibri"/>
              </a:rPr>
              <a:t>r</a:t>
            </a:r>
            <a:r>
              <a:rPr sz="3400" spc="-5" dirty="0">
                <a:solidFill>
                  <a:srgbClr val="B5121B"/>
                </a:solidFill>
                <a:latin typeface="Calibri"/>
                <a:cs typeface="Calibri"/>
              </a:rPr>
              <a:t>i</a:t>
            </a:r>
            <a:r>
              <a:rPr sz="3400" spc="-60" dirty="0">
                <a:solidFill>
                  <a:srgbClr val="B5121B"/>
                </a:solidFill>
                <a:latin typeface="Calibri"/>
                <a:cs typeface="Calibri"/>
              </a:rPr>
              <a:t>v</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20" dirty="0">
                <a:solidFill>
                  <a:srgbClr val="B5121B"/>
                </a:solidFill>
                <a:latin typeface="Calibri"/>
                <a:cs typeface="Calibri"/>
              </a:rPr>
              <a:t>N</a:t>
            </a:r>
            <a:r>
              <a:rPr sz="3400" spc="5" dirty="0">
                <a:solidFill>
                  <a:srgbClr val="B5121B"/>
                </a:solidFill>
                <a:latin typeface="Calibri"/>
                <a:cs typeface="Calibri"/>
              </a:rPr>
              <a:t>o</a:t>
            </a:r>
            <a:r>
              <a:rPr sz="3400" dirty="0">
                <a:solidFill>
                  <a:srgbClr val="B5121B"/>
                </a:solidFill>
                <a:latin typeface="Calibri"/>
                <a:cs typeface="Calibri"/>
              </a:rPr>
              <a:t>n</a:t>
            </a:r>
            <a:r>
              <a:rPr sz="3400" spc="-114" dirty="0">
                <a:solidFill>
                  <a:srgbClr val="B5121B"/>
                </a:solidFill>
                <a:latin typeface="Times New Roman"/>
                <a:cs typeface="Times New Roman"/>
              </a:rPr>
              <a:t> </a:t>
            </a:r>
            <a:r>
              <a:rPr sz="3400" spc="-10" dirty="0">
                <a:solidFill>
                  <a:srgbClr val="B5121B"/>
                </a:solidFill>
                <a:latin typeface="Calibri"/>
                <a:cs typeface="Calibri"/>
              </a:rPr>
              <a:t>M</a:t>
            </a:r>
            <a:r>
              <a:rPr sz="3400" spc="-5" dirty="0">
                <a:solidFill>
                  <a:srgbClr val="B5121B"/>
                </a:solidFill>
                <a:latin typeface="Calibri"/>
                <a:cs typeface="Calibri"/>
              </a:rPr>
              <a:t>i</a:t>
            </a:r>
            <a:r>
              <a:rPr sz="3400" spc="-10" dirty="0">
                <a:solidFill>
                  <a:srgbClr val="B5121B"/>
                </a:solidFill>
                <a:latin typeface="Calibri"/>
                <a:cs typeface="Calibri"/>
              </a:rPr>
              <a:t>n</a:t>
            </a:r>
            <a:r>
              <a:rPr sz="3400" spc="-5" dirty="0">
                <a:solidFill>
                  <a:srgbClr val="B5121B"/>
                </a:solidFill>
                <a:latin typeface="Calibri"/>
                <a:cs typeface="Calibri"/>
              </a:rPr>
              <a:t>i</a:t>
            </a:r>
            <a:r>
              <a:rPr sz="3400" spc="-30" dirty="0">
                <a:solidFill>
                  <a:srgbClr val="B5121B"/>
                </a:solidFill>
                <a:latin typeface="Calibri"/>
                <a:cs typeface="Calibri"/>
              </a:rPr>
              <a:t>m</a:t>
            </a:r>
            <a:r>
              <a:rPr sz="3400" spc="-10" dirty="0">
                <a:solidFill>
                  <a:srgbClr val="B5121B"/>
                </a:solidFill>
                <a:latin typeface="Calibri"/>
                <a:cs typeface="Calibri"/>
              </a:rPr>
              <a:t>a</a:t>
            </a:r>
            <a:r>
              <a:rPr sz="3400" dirty="0">
                <a:solidFill>
                  <a:srgbClr val="B5121B"/>
                </a:solidFill>
                <a:latin typeface="Calibri"/>
                <a:cs typeface="Calibri"/>
              </a:rPr>
              <a:t>l</a:t>
            </a:r>
            <a:r>
              <a:rPr sz="3400" dirty="0">
                <a:solidFill>
                  <a:srgbClr val="B5121B"/>
                </a:solidFill>
                <a:latin typeface="Times New Roman"/>
                <a:cs typeface="Times New Roman"/>
              </a:rPr>
              <a:t> </a:t>
            </a:r>
            <a:r>
              <a:rPr sz="3400" spc="-5" dirty="0">
                <a:solidFill>
                  <a:srgbClr val="B5121B"/>
                </a:solidFill>
                <a:latin typeface="Calibri"/>
                <a:cs typeface="Calibri"/>
              </a:rPr>
              <a:t>S</a:t>
            </a:r>
            <a:r>
              <a:rPr sz="3400" spc="-55" dirty="0">
                <a:solidFill>
                  <a:srgbClr val="B5121B"/>
                </a:solidFill>
                <a:latin typeface="Calibri"/>
                <a:cs typeface="Calibri"/>
              </a:rPr>
              <a:t>t</a:t>
            </a:r>
            <a:r>
              <a:rPr sz="3400" spc="-50" dirty="0">
                <a:solidFill>
                  <a:srgbClr val="B5121B"/>
                </a:solidFill>
                <a:latin typeface="Calibri"/>
                <a:cs typeface="Calibri"/>
              </a:rPr>
              <a:t>a</a:t>
            </a:r>
            <a:r>
              <a:rPr sz="3400" spc="-55" dirty="0">
                <a:solidFill>
                  <a:srgbClr val="B5121B"/>
                </a:solidFill>
                <a:latin typeface="Calibri"/>
                <a:cs typeface="Calibri"/>
              </a:rPr>
              <a:t>t</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5" dirty="0">
                <a:solidFill>
                  <a:srgbClr val="B5121B"/>
                </a:solidFill>
                <a:latin typeface="Calibri"/>
                <a:cs typeface="Calibri"/>
              </a:rPr>
              <a:t>S</a:t>
            </a:r>
            <a:r>
              <a:rPr sz="3400" spc="-10" dirty="0">
                <a:solidFill>
                  <a:srgbClr val="B5121B"/>
                </a:solidFill>
                <a:latin typeface="Calibri"/>
                <a:cs typeface="Calibri"/>
              </a:rPr>
              <a:t>pa</a:t>
            </a:r>
            <a:r>
              <a:rPr sz="3400" spc="-20" dirty="0">
                <a:solidFill>
                  <a:srgbClr val="B5121B"/>
                </a:solidFill>
                <a:latin typeface="Calibri"/>
                <a:cs typeface="Calibri"/>
              </a:rPr>
              <a:t>ce</a:t>
            </a:r>
            <a:r>
              <a:rPr sz="3400" spc="-85" dirty="0">
                <a:solidFill>
                  <a:srgbClr val="B5121B"/>
                </a:solidFill>
                <a:latin typeface="Times New Roman"/>
                <a:cs typeface="Times New Roman"/>
              </a:rPr>
              <a:t> </a:t>
            </a:r>
            <a:r>
              <a:rPr sz="3400" spc="-10" dirty="0">
                <a:solidFill>
                  <a:srgbClr val="B5121B"/>
                </a:solidFill>
                <a:latin typeface="Calibri"/>
                <a:cs typeface="Calibri"/>
              </a:rPr>
              <a:t>M</a:t>
            </a:r>
            <a:r>
              <a:rPr sz="3400" spc="5" dirty="0">
                <a:solidFill>
                  <a:srgbClr val="B5121B"/>
                </a:solidFill>
                <a:latin typeface="Calibri"/>
                <a:cs typeface="Calibri"/>
              </a:rPr>
              <a:t>o</a:t>
            </a:r>
            <a:r>
              <a:rPr sz="3400" spc="-10" dirty="0">
                <a:solidFill>
                  <a:srgbClr val="B5121B"/>
                </a:solidFill>
                <a:latin typeface="Calibri"/>
                <a:cs typeface="Calibri"/>
              </a:rPr>
              <a:t>d</a:t>
            </a:r>
            <a:r>
              <a:rPr sz="3400" spc="-15" dirty="0">
                <a:solidFill>
                  <a:srgbClr val="B5121B"/>
                </a:solidFill>
                <a:latin typeface="Calibri"/>
                <a:cs typeface="Calibri"/>
              </a:rPr>
              <a:t>e</a:t>
            </a:r>
            <a:r>
              <a:rPr sz="3400" dirty="0">
                <a:solidFill>
                  <a:srgbClr val="B5121B"/>
                </a:solidFill>
                <a:latin typeface="Calibri"/>
                <a:cs typeface="Calibri"/>
              </a:rPr>
              <a:t>l</a:t>
            </a:r>
            <a:endParaRPr sz="3400">
              <a:latin typeface="Calibri"/>
              <a:cs typeface="Calibri"/>
            </a:endParaRPr>
          </a:p>
        </p:txBody>
      </p:sp>
      <p:pic>
        <p:nvPicPr>
          <p:cNvPr id="49" name="Picture 48">
            <a:extLst>
              <a:ext uri="{FF2B5EF4-FFF2-40B4-BE49-F238E27FC236}">
                <a16:creationId xmlns:a16="http://schemas.microsoft.com/office/drawing/2014/main" id="{D3D7DF6A-BF14-4A84-E740-036F2C7F2DB7}"/>
              </a:ext>
            </a:extLst>
          </p:cNvPr>
          <p:cNvPicPr>
            <a:picLocks noChangeAspect="1"/>
          </p:cNvPicPr>
          <p:nvPr/>
        </p:nvPicPr>
        <p:blipFill>
          <a:blip r:embed="rId3"/>
          <a:stretch>
            <a:fillRect/>
          </a:stretch>
        </p:blipFill>
        <p:spPr>
          <a:xfrm>
            <a:off x="457200" y="1981200"/>
            <a:ext cx="8476101" cy="446347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567" y="728606"/>
            <a:ext cx="4554220"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Co</a:t>
            </a:r>
            <a:r>
              <a:rPr sz="3400" spc="-10" dirty="0">
                <a:solidFill>
                  <a:srgbClr val="B5121B"/>
                </a:solidFill>
                <a:latin typeface="Calibri"/>
                <a:cs typeface="Calibri"/>
              </a:rPr>
              <a:t>up</a:t>
            </a:r>
            <a:r>
              <a:rPr sz="3400" spc="-5" dirty="0">
                <a:solidFill>
                  <a:srgbClr val="B5121B"/>
                </a:solidFill>
                <a:latin typeface="Calibri"/>
                <a:cs typeface="Calibri"/>
              </a:rPr>
              <a:t>l</a:t>
            </a:r>
            <a:r>
              <a:rPr sz="3400" spc="-15" dirty="0">
                <a:solidFill>
                  <a:srgbClr val="B5121B"/>
                </a:solidFill>
                <a:latin typeface="Calibri"/>
                <a:cs typeface="Calibri"/>
              </a:rPr>
              <a:t>e</a:t>
            </a:r>
            <a:r>
              <a:rPr sz="3400" dirty="0">
                <a:solidFill>
                  <a:srgbClr val="B5121B"/>
                </a:solidFill>
                <a:latin typeface="Calibri"/>
                <a:cs typeface="Calibri"/>
              </a:rPr>
              <a:t>d</a:t>
            </a:r>
            <a:r>
              <a:rPr sz="3400" spc="-120" dirty="0">
                <a:solidFill>
                  <a:srgbClr val="B5121B"/>
                </a:solidFill>
                <a:latin typeface="Times New Roman"/>
                <a:cs typeface="Times New Roman"/>
              </a:rPr>
              <a:t> </a:t>
            </a:r>
            <a:r>
              <a:rPr sz="3400" spc="5" dirty="0">
                <a:solidFill>
                  <a:srgbClr val="B5121B"/>
                </a:solidFill>
                <a:latin typeface="Calibri"/>
                <a:cs typeface="Calibri"/>
              </a:rPr>
              <a:t>D</a:t>
            </a:r>
            <a:r>
              <a:rPr sz="3400" spc="-10" dirty="0">
                <a:solidFill>
                  <a:srgbClr val="B5121B"/>
                </a:solidFill>
                <a:latin typeface="Calibri"/>
                <a:cs typeface="Calibri"/>
              </a:rPr>
              <a:t>r</a:t>
            </a:r>
            <a:r>
              <a:rPr sz="3400" spc="-5" dirty="0">
                <a:solidFill>
                  <a:srgbClr val="B5121B"/>
                </a:solidFill>
                <a:latin typeface="Calibri"/>
                <a:cs typeface="Calibri"/>
              </a:rPr>
              <a:t>i</a:t>
            </a:r>
            <a:r>
              <a:rPr sz="3400" spc="-60" dirty="0">
                <a:solidFill>
                  <a:srgbClr val="B5121B"/>
                </a:solidFill>
                <a:latin typeface="Calibri"/>
                <a:cs typeface="Calibri"/>
              </a:rPr>
              <a:t>v</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90" dirty="0">
                <a:solidFill>
                  <a:srgbClr val="B5121B"/>
                </a:solidFill>
                <a:latin typeface="Calibri"/>
                <a:cs typeface="Calibri"/>
              </a:rPr>
              <a:t>L</a:t>
            </a:r>
            <a:r>
              <a:rPr sz="3400" spc="-25" dirty="0">
                <a:solidFill>
                  <a:srgbClr val="B5121B"/>
                </a:solidFill>
                <a:latin typeface="Calibri"/>
                <a:cs typeface="Calibri"/>
              </a:rPr>
              <a:t>Q</a:t>
            </a:r>
            <a:r>
              <a:rPr sz="3400" spc="-80" dirty="0">
                <a:solidFill>
                  <a:srgbClr val="B5121B"/>
                </a:solidFill>
                <a:latin typeface="Times New Roman"/>
                <a:cs typeface="Times New Roman"/>
              </a:rPr>
              <a:t> </a:t>
            </a:r>
            <a:r>
              <a:rPr sz="3400" spc="5" dirty="0">
                <a:solidFill>
                  <a:srgbClr val="B5121B"/>
                </a:solidFill>
                <a:latin typeface="Calibri"/>
                <a:cs typeface="Calibri"/>
              </a:rPr>
              <a:t>O</a:t>
            </a:r>
            <a:r>
              <a:rPr sz="3400" spc="-30" dirty="0">
                <a:solidFill>
                  <a:srgbClr val="B5121B"/>
                </a:solidFill>
                <a:latin typeface="Calibri"/>
                <a:cs typeface="Calibri"/>
              </a:rPr>
              <a:t>p</a:t>
            </a:r>
            <a:r>
              <a:rPr sz="3400" spc="-15" dirty="0">
                <a:solidFill>
                  <a:srgbClr val="B5121B"/>
                </a:solidFill>
                <a:latin typeface="Calibri"/>
                <a:cs typeface="Calibri"/>
              </a:rPr>
              <a:t>t</a:t>
            </a:r>
            <a:r>
              <a:rPr sz="3400" spc="-5" dirty="0">
                <a:solidFill>
                  <a:srgbClr val="B5121B"/>
                </a:solidFill>
                <a:latin typeface="Calibri"/>
                <a:cs typeface="Calibri"/>
              </a:rPr>
              <a:t>i</a:t>
            </a:r>
            <a:r>
              <a:rPr sz="3400" spc="-30" dirty="0">
                <a:solidFill>
                  <a:srgbClr val="B5121B"/>
                </a:solidFill>
                <a:latin typeface="Calibri"/>
                <a:cs typeface="Calibri"/>
              </a:rPr>
              <a:t>m</a:t>
            </a:r>
            <a:r>
              <a:rPr sz="3400" spc="-10" dirty="0">
                <a:solidFill>
                  <a:srgbClr val="B5121B"/>
                </a:solidFill>
                <a:latin typeface="Calibri"/>
                <a:cs typeface="Calibri"/>
              </a:rPr>
              <a:t>a</a:t>
            </a:r>
            <a:r>
              <a:rPr sz="3400" dirty="0">
                <a:solidFill>
                  <a:srgbClr val="B5121B"/>
                </a:solidFill>
                <a:latin typeface="Calibri"/>
                <a:cs typeface="Calibri"/>
              </a:rPr>
              <a:t>l</a:t>
            </a:r>
            <a:r>
              <a:rPr sz="3400" dirty="0">
                <a:solidFill>
                  <a:srgbClr val="B5121B"/>
                </a:solidFill>
                <a:latin typeface="Times New Roman"/>
                <a:cs typeface="Times New Roman"/>
              </a:rPr>
              <a:t> </a:t>
            </a:r>
            <a:r>
              <a:rPr sz="3400" spc="5" dirty="0">
                <a:solidFill>
                  <a:srgbClr val="B5121B"/>
                </a:solidFill>
                <a:latin typeface="Calibri"/>
                <a:cs typeface="Calibri"/>
              </a:rPr>
              <a:t>Co</a:t>
            </a:r>
            <a:r>
              <a:rPr sz="3400" spc="-50" dirty="0">
                <a:solidFill>
                  <a:srgbClr val="B5121B"/>
                </a:solidFill>
                <a:latin typeface="Calibri"/>
                <a:cs typeface="Calibri"/>
              </a:rPr>
              <a:t>n</a:t>
            </a:r>
            <a:r>
              <a:rPr sz="3400" spc="-15" dirty="0">
                <a:solidFill>
                  <a:srgbClr val="B5121B"/>
                </a:solidFill>
                <a:latin typeface="Calibri"/>
                <a:cs typeface="Calibri"/>
              </a:rPr>
              <a:t>t</a:t>
            </a:r>
            <a:r>
              <a:rPr sz="3400" spc="-85" dirty="0">
                <a:solidFill>
                  <a:srgbClr val="B5121B"/>
                </a:solidFill>
                <a:latin typeface="Calibri"/>
                <a:cs typeface="Calibri"/>
              </a:rPr>
              <a:t>r</a:t>
            </a:r>
            <a:r>
              <a:rPr sz="3400" spc="5" dirty="0">
                <a:solidFill>
                  <a:srgbClr val="B5121B"/>
                </a:solidFill>
                <a:latin typeface="Calibri"/>
                <a:cs typeface="Calibri"/>
              </a:rPr>
              <a:t>o</a:t>
            </a:r>
            <a:r>
              <a:rPr sz="3400" dirty="0">
                <a:solidFill>
                  <a:srgbClr val="B5121B"/>
                </a:solidFill>
                <a:latin typeface="Calibri"/>
                <a:cs typeface="Calibri"/>
              </a:rPr>
              <a:t>l</a:t>
            </a:r>
            <a:r>
              <a:rPr sz="3400" spc="-95" dirty="0">
                <a:solidFill>
                  <a:srgbClr val="B5121B"/>
                </a:solidFill>
                <a:latin typeface="Times New Roman"/>
                <a:cs typeface="Times New Roman"/>
              </a:rPr>
              <a:t> </a:t>
            </a:r>
            <a:r>
              <a:rPr sz="3400" spc="5" dirty="0">
                <a:solidFill>
                  <a:srgbClr val="B5121B"/>
                </a:solidFill>
                <a:latin typeface="Calibri"/>
                <a:cs typeface="Calibri"/>
              </a:rPr>
              <a:t>D</a:t>
            </a:r>
            <a:r>
              <a:rPr sz="3400" spc="-15" dirty="0">
                <a:solidFill>
                  <a:srgbClr val="B5121B"/>
                </a:solidFill>
                <a:latin typeface="Calibri"/>
                <a:cs typeface="Calibri"/>
              </a:rPr>
              <a:t>e</a:t>
            </a:r>
            <a:r>
              <a:rPr sz="3400" spc="-25" dirty="0">
                <a:solidFill>
                  <a:srgbClr val="B5121B"/>
                </a:solidFill>
                <a:latin typeface="Calibri"/>
                <a:cs typeface="Calibri"/>
              </a:rPr>
              <a:t>s</a:t>
            </a:r>
            <a:r>
              <a:rPr sz="3400" spc="-5" dirty="0">
                <a:solidFill>
                  <a:srgbClr val="B5121B"/>
                </a:solidFill>
                <a:latin typeface="Calibri"/>
                <a:cs typeface="Calibri"/>
              </a:rPr>
              <a:t>i</a:t>
            </a:r>
            <a:r>
              <a:rPr sz="3400" spc="-25" dirty="0">
                <a:solidFill>
                  <a:srgbClr val="B5121B"/>
                </a:solidFill>
                <a:latin typeface="Calibri"/>
                <a:cs typeface="Calibri"/>
              </a:rPr>
              <a:t>g</a:t>
            </a:r>
            <a:r>
              <a:rPr sz="3400" dirty="0">
                <a:solidFill>
                  <a:srgbClr val="B5121B"/>
                </a:solidFill>
                <a:latin typeface="Calibri"/>
                <a:cs typeface="Calibri"/>
              </a:rPr>
              <a:t>n</a:t>
            </a:r>
            <a:endParaRPr sz="3400">
              <a:latin typeface="Calibri"/>
              <a:cs typeface="Calibri"/>
            </a:endParaRPr>
          </a:p>
        </p:txBody>
      </p:sp>
      <p:sp>
        <p:nvSpPr>
          <p:cNvPr id="3" name="object 3"/>
          <p:cNvSpPr txBox="1"/>
          <p:nvPr/>
        </p:nvSpPr>
        <p:spPr>
          <a:xfrm>
            <a:off x="833161" y="2343719"/>
            <a:ext cx="1437005" cy="793115"/>
          </a:xfrm>
          <a:prstGeom prst="rect">
            <a:avLst/>
          </a:prstGeom>
        </p:spPr>
        <p:txBody>
          <a:bodyPr vert="horz" wrap="square" lIns="0" tIns="0" rIns="0" bIns="0" rtlCol="0">
            <a:spAutoFit/>
          </a:bodyPr>
          <a:lstStyle/>
          <a:p>
            <a:pPr marL="12700">
              <a:lnSpc>
                <a:spcPct val="100000"/>
              </a:lnSpc>
            </a:pPr>
            <a:r>
              <a:rPr sz="1950" b="1" i="1" dirty="0">
                <a:latin typeface="Times New Roman"/>
                <a:cs typeface="Times New Roman"/>
              </a:rPr>
              <a:t>Q</a:t>
            </a:r>
            <a:r>
              <a:rPr sz="1950" b="1" i="1" spc="85" dirty="0">
                <a:latin typeface="Times New Roman"/>
                <a:cs typeface="Times New Roman"/>
              </a:rPr>
              <a:t> </a:t>
            </a:r>
            <a:r>
              <a:rPr sz="1950" dirty="0">
                <a:latin typeface="Symbol"/>
                <a:cs typeface="Symbol"/>
              </a:rPr>
              <a:t></a:t>
            </a:r>
            <a:r>
              <a:rPr sz="1950" spc="25" dirty="0">
                <a:latin typeface="Times New Roman"/>
                <a:cs typeface="Times New Roman"/>
              </a:rPr>
              <a:t> </a:t>
            </a:r>
            <a:r>
              <a:rPr sz="1950" i="1" dirty="0">
                <a:latin typeface="Times New Roman"/>
                <a:cs typeface="Times New Roman"/>
              </a:rPr>
              <a:t>dia</a:t>
            </a:r>
            <a:r>
              <a:rPr sz="1950" i="1" spc="100" dirty="0">
                <a:latin typeface="Times New Roman"/>
                <a:cs typeface="Times New Roman"/>
              </a:rPr>
              <a:t>g</a:t>
            </a:r>
            <a:r>
              <a:rPr sz="2700" spc="-395" dirty="0">
                <a:latin typeface="Symbol"/>
                <a:cs typeface="Symbol"/>
              </a:rPr>
              <a:t></a:t>
            </a:r>
            <a:r>
              <a:rPr sz="1950" dirty="0">
                <a:latin typeface="Times New Roman"/>
                <a:cs typeface="Times New Roman"/>
              </a:rPr>
              <a:t>0.25</a:t>
            </a:r>
            <a:endParaRPr sz="1950">
              <a:latin typeface="Times New Roman"/>
              <a:cs typeface="Times New Roman"/>
            </a:endParaRPr>
          </a:p>
          <a:p>
            <a:pPr marL="31750">
              <a:lnSpc>
                <a:spcPct val="100000"/>
              </a:lnSpc>
              <a:spcBef>
                <a:spcPts val="105"/>
              </a:spcBef>
            </a:pPr>
            <a:r>
              <a:rPr sz="1950" b="1" i="1" dirty="0">
                <a:latin typeface="Times New Roman"/>
                <a:cs typeface="Times New Roman"/>
              </a:rPr>
              <a:t>R</a:t>
            </a:r>
            <a:r>
              <a:rPr sz="1950" b="1" i="1" spc="40" dirty="0">
                <a:latin typeface="Times New Roman"/>
                <a:cs typeface="Times New Roman"/>
              </a:rPr>
              <a:t> </a:t>
            </a:r>
            <a:r>
              <a:rPr sz="1950" dirty="0">
                <a:latin typeface="Symbol"/>
                <a:cs typeface="Symbol"/>
              </a:rPr>
              <a:t></a:t>
            </a:r>
            <a:r>
              <a:rPr sz="1950" spc="25" dirty="0">
                <a:latin typeface="Times New Roman"/>
                <a:cs typeface="Times New Roman"/>
              </a:rPr>
              <a:t> </a:t>
            </a:r>
            <a:r>
              <a:rPr sz="1950" i="1" dirty="0">
                <a:latin typeface="Times New Roman"/>
                <a:cs typeface="Times New Roman"/>
              </a:rPr>
              <a:t>dia</a:t>
            </a:r>
            <a:r>
              <a:rPr sz="1950" i="1" spc="100" dirty="0">
                <a:latin typeface="Times New Roman"/>
                <a:cs typeface="Times New Roman"/>
              </a:rPr>
              <a:t>g</a:t>
            </a:r>
            <a:r>
              <a:rPr sz="2700" spc="-580" dirty="0">
                <a:latin typeface="Symbol"/>
                <a:cs typeface="Symbol"/>
              </a:rPr>
              <a:t></a:t>
            </a:r>
            <a:r>
              <a:rPr sz="1950" dirty="0">
                <a:latin typeface="Times New Roman"/>
                <a:cs typeface="Times New Roman"/>
              </a:rPr>
              <a:t>1.0</a:t>
            </a:r>
            <a:endParaRPr sz="1950">
              <a:latin typeface="Times New Roman"/>
              <a:cs typeface="Times New Roman"/>
            </a:endParaRPr>
          </a:p>
        </p:txBody>
      </p:sp>
      <p:sp>
        <p:nvSpPr>
          <p:cNvPr id="4" name="object 4"/>
          <p:cNvSpPr txBox="1"/>
          <p:nvPr/>
        </p:nvSpPr>
        <p:spPr>
          <a:xfrm>
            <a:off x="4452116" y="2343719"/>
            <a:ext cx="2244090" cy="367665"/>
          </a:xfrm>
          <a:prstGeom prst="rect">
            <a:avLst/>
          </a:prstGeom>
        </p:spPr>
        <p:txBody>
          <a:bodyPr vert="horz" wrap="square" lIns="0" tIns="0" rIns="0" bIns="0" rtlCol="0">
            <a:spAutoFit/>
          </a:bodyPr>
          <a:lstStyle/>
          <a:p>
            <a:pPr marL="12700">
              <a:lnSpc>
                <a:spcPct val="100000"/>
              </a:lnSpc>
              <a:tabLst>
                <a:tab pos="548640" algn="l"/>
                <a:tab pos="1085215" algn="l"/>
                <a:tab pos="1730375" algn="l"/>
              </a:tabLst>
            </a:pPr>
            <a:r>
              <a:rPr sz="1950" dirty="0">
                <a:latin typeface="Times New Roman"/>
                <a:cs typeface="Times New Roman"/>
              </a:rPr>
              <a:t>0.5	0.5	0.01	0.0</a:t>
            </a:r>
            <a:r>
              <a:rPr sz="1950" spc="-135" dirty="0">
                <a:latin typeface="Times New Roman"/>
                <a:cs typeface="Times New Roman"/>
              </a:rPr>
              <a:t>1</a:t>
            </a:r>
            <a:r>
              <a:rPr sz="2700" spc="-265" dirty="0">
                <a:latin typeface="Symbol"/>
                <a:cs typeface="Symbol"/>
              </a:rPr>
              <a:t></a:t>
            </a:r>
            <a:endParaRPr sz="2700">
              <a:latin typeface="Symbol"/>
              <a:cs typeface="Symbol"/>
            </a:endParaRPr>
          </a:p>
        </p:txBody>
      </p:sp>
      <p:sp>
        <p:nvSpPr>
          <p:cNvPr id="5" name="object 5"/>
          <p:cNvSpPr txBox="1"/>
          <p:nvPr/>
        </p:nvSpPr>
        <p:spPr>
          <a:xfrm>
            <a:off x="2302428" y="2423756"/>
            <a:ext cx="628650" cy="712470"/>
          </a:xfrm>
          <a:prstGeom prst="rect">
            <a:avLst/>
          </a:prstGeom>
        </p:spPr>
        <p:txBody>
          <a:bodyPr vert="horz" wrap="square" lIns="0" tIns="0" rIns="0" bIns="0" rtlCol="0">
            <a:spAutoFit/>
          </a:bodyPr>
          <a:lstStyle/>
          <a:p>
            <a:pPr marL="179705">
              <a:lnSpc>
                <a:spcPct val="100000"/>
              </a:lnSpc>
            </a:pPr>
            <a:r>
              <a:rPr sz="1950" dirty="0">
                <a:latin typeface="Times New Roman"/>
                <a:cs typeface="Times New Roman"/>
              </a:rPr>
              <a:t>0.25</a:t>
            </a:r>
            <a:endParaRPr sz="1950">
              <a:latin typeface="Times New Roman"/>
              <a:cs typeface="Times New Roman"/>
            </a:endParaRPr>
          </a:p>
          <a:p>
            <a:pPr marL="12700">
              <a:lnSpc>
                <a:spcPct val="100000"/>
              </a:lnSpc>
              <a:spcBef>
                <a:spcPts val="254"/>
              </a:spcBef>
            </a:pPr>
            <a:r>
              <a:rPr sz="1950" dirty="0">
                <a:latin typeface="Times New Roman"/>
                <a:cs typeface="Times New Roman"/>
              </a:rPr>
              <a:t>1.</a:t>
            </a:r>
            <a:r>
              <a:rPr sz="1950" spc="20" dirty="0">
                <a:latin typeface="Times New Roman"/>
                <a:cs typeface="Times New Roman"/>
              </a:rPr>
              <a:t>0</a:t>
            </a:r>
            <a:r>
              <a:rPr sz="2700" spc="-265" dirty="0">
                <a:latin typeface="Symbol"/>
                <a:cs typeface="Symbol"/>
              </a:rPr>
              <a:t></a:t>
            </a:r>
            <a:endParaRPr sz="2700">
              <a:latin typeface="Symbol"/>
              <a:cs typeface="Symbol"/>
            </a:endParaRPr>
          </a:p>
        </p:txBody>
      </p:sp>
      <p:sp>
        <p:nvSpPr>
          <p:cNvPr id="6" name="object 6"/>
          <p:cNvSpPr txBox="1"/>
          <p:nvPr/>
        </p:nvSpPr>
        <p:spPr>
          <a:xfrm>
            <a:off x="3791366" y="2423756"/>
            <a:ext cx="461009" cy="276225"/>
          </a:xfrm>
          <a:prstGeom prst="rect">
            <a:avLst/>
          </a:prstGeom>
        </p:spPr>
        <p:txBody>
          <a:bodyPr vert="horz" wrap="square" lIns="0" tIns="0" rIns="0" bIns="0" rtlCol="0">
            <a:spAutoFit/>
          </a:bodyPr>
          <a:lstStyle/>
          <a:p>
            <a:pPr marL="12700">
              <a:lnSpc>
                <a:spcPct val="100000"/>
              </a:lnSpc>
            </a:pPr>
            <a:r>
              <a:rPr sz="1950" dirty="0">
                <a:latin typeface="Times New Roman"/>
                <a:cs typeface="Times New Roman"/>
              </a:rPr>
              <a:t>0.25</a:t>
            </a:r>
            <a:endParaRPr sz="1950">
              <a:latin typeface="Times New Roman"/>
              <a:cs typeface="Times New Roman"/>
            </a:endParaRPr>
          </a:p>
        </p:txBody>
      </p:sp>
      <p:sp>
        <p:nvSpPr>
          <p:cNvPr id="7" name="object 7"/>
          <p:cNvSpPr txBox="1"/>
          <p:nvPr/>
        </p:nvSpPr>
        <p:spPr>
          <a:xfrm>
            <a:off x="3130616" y="2423756"/>
            <a:ext cx="461009" cy="276225"/>
          </a:xfrm>
          <a:prstGeom prst="rect">
            <a:avLst/>
          </a:prstGeom>
        </p:spPr>
        <p:txBody>
          <a:bodyPr vert="horz" wrap="square" lIns="0" tIns="0" rIns="0" bIns="0" rtlCol="0">
            <a:spAutoFit/>
          </a:bodyPr>
          <a:lstStyle/>
          <a:p>
            <a:pPr marL="12700">
              <a:lnSpc>
                <a:spcPct val="100000"/>
              </a:lnSpc>
            </a:pPr>
            <a:r>
              <a:rPr sz="1950" dirty="0">
                <a:latin typeface="Times New Roman"/>
                <a:cs typeface="Times New Roman"/>
              </a:rPr>
              <a:t>0.25</a:t>
            </a:r>
            <a:endParaRPr sz="1950">
              <a:latin typeface="Times New Roman"/>
              <a:cs typeface="Times New Roman"/>
            </a:endParaRPr>
          </a:p>
        </p:txBody>
      </p:sp>
      <p:sp>
        <p:nvSpPr>
          <p:cNvPr id="8" name="object 8"/>
          <p:cNvSpPr txBox="1"/>
          <p:nvPr/>
        </p:nvSpPr>
        <p:spPr>
          <a:xfrm>
            <a:off x="8074831" y="3927422"/>
            <a:ext cx="108585" cy="241300"/>
          </a:xfrm>
          <a:prstGeom prst="rect">
            <a:avLst/>
          </a:prstGeom>
        </p:spPr>
        <p:txBody>
          <a:bodyPr vert="horz" wrap="square" lIns="0" tIns="0" rIns="0" bIns="0" rtlCol="0">
            <a:spAutoFit/>
          </a:bodyPr>
          <a:lstStyle/>
          <a:p>
            <a:pPr marL="12700">
              <a:lnSpc>
                <a:spcPct val="100000"/>
              </a:lnSpc>
            </a:pPr>
            <a:r>
              <a:rPr sz="1700" spc="-10" dirty="0">
                <a:latin typeface="Symbol"/>
                <a:cs typeface="Symbol"/>
              </a:rPr>
              <a:t></a:t>
            </a:r>
            <a:endParaRPr sz="1700">
              <a:latin typeface="Symbol"/>
              <a:cs typeface="Symbol"/>
            </a:endParaRPr>
          </a:p>
        </p:txBody>
      </p:sp>
      <p:sp>
        <p:nvSpPr>
          <p:cNvPr id="9" name="object 9"/>
          <p:cNvSpPr txBox="1"/>
          <p:nvPr/>
        </p:nvSpPr>
        <p:spPr>
          <a:xfrm>
            <a:off x="7318641" y="3704464"/>
            <a:ext cx="864869" cy="617220"/>
          </a:xfrm>
          <a:prstGeom prst="rect">
            <a:avLst/>
          </a:prstGeom>
        </p:spPr>
        <p:txBody>
          <a:bodyPr vert="horz" wrap="square" lIns="0" tIns="0" rIns="0" bIns="0" rtlCol="0">
            <a:spAutoFit/>
          </a:bodyPr>
          <a:lstStyle/>
          <a:p>
            <a:pPr marL="88265" marR="5080" indent="-76200">
              <a:lnSpc>
                <a:spcPct val="125000"/>
              </a:lnSpc>
            </a:pPr>
            <a:r>
              <a:rPr sz="1700" dirty="0">
                <a:latin typeface="Symbol"/>
                <a:cs typeface="Symbol"/>
              </a:rPr>
              <a:t></a:t>
            </a:r>
            <a:r>
              <a:rPr sz="1700" spc="-114" dirty="0">
                <a:latin typeface="Times New Roman"/>
                <a:cs typeface="Times New Roman"/>
              </a:rPr>
              <a:t> </a:t>
            </a:r>
            <a:r>
              <a:rPr sz="1700" dirty="0">
                <a:latin typeface="Times New Roman"/>
                <a:cs typeface="Times New Roman"/>
              </a:rPr>
              <a:t>0.057</a:t>
            </a:r>
            <a:r>
              <a:rPr sz="1700" spc="25" dirty="0">
                <a:latin typeface="Times New Roman"/>
                <a:cs typeface="Times New Roman"/>
              </a:rPr>
              <a:t>9</a:t>
            </a:r>
            <a:r>
              <a:rPr sz="2550" spc="-15" baseline="-4901" dirty="0">
                <a:latin typeface="Symbol"/>
                <a:cs typeface="Symbol"/>
              </a:rPr>
              <a:t></a:t>
            </a:r>
            <a:r>
              <a:rPr sz="2550" spc="-7" baseline="-4901" dirty="0">
                <a:latin typeface="Times New Roman"/>
                <a:cs typeface="Times New Roman"/>
              </a:rPr>
              <a:t> </a:t>
            </a:r>
            <a:r>
              <a:rPr sz="1700" dirty="0">
                <a:latin typeface="Times New Roman"/>
                <a:cs typeface="Times New Roman"/>
              </a:rPr>
              <a:t>0.0497 </a:t>
            </a:r>
            <a:r>
              <a:rPr sz="1700" spc="-175" dirty="0">
                <a:latin typeface="Times New Roman"/>
                <a:cs typeface="Times New Roman"/>
              </a:rPr>
              <a:t> </a:t>
            </a:r>
            <a:r>
              <a:rPr sz="2550" spc="-15" baseline="-13071" dirty="0">
                <a:latin typeface="Symbol"/>
                <a:cs typeface="Symbol"/>
              </a:rPr>
              <a:t></a:t>
            </a:r>
            <a:endParaRPr sz="2550" baseline="-13071">
              <a:latin typeface="Symbol"/>
              <a:cs typeface="Symbol"/>
            </a:endParaRPr>
          </a:p>
        </p:txBody>
      </p:sp>
      <p:sp>
        <p:nvSpPr>
          <p:cNvPr id="10" name="object 10"/>
          <p:cNvSpPr txBox="1"/>
          <p:nvPr/>
        </p:nvSpPr>
        <p:spPr>
          <a:xfrm>
            <a:off x="956720" y="3862936"/>
            <a:ext cx="513715" cy="306070"/>
          </a:xfrm>
          <a:prstGeom prst="rect">
            <a:avLst/>
          </a:prstGeom>
        </p:spPr>
        <p:txBody>
          <a:bodyPr vert="horz" wrap="square" lIns="0" tIns="0" rIns="0" bIns="0" rtlCol="0">
            <a:spAutoFit/>
          </a:bodyPr>
          <a:lstStyle/>
          <a:p>
            <a:pPr marL="12700">
              <a:lnSpc>
                <a:spcPct val="100000"/>
              </a:lnSpc>
            </a:pPr>
            <a:r>
              <a:rPr sz="1700" b="1" i="1" dirty="0">
                <a:latin typeface="Times New Roman"/>
                <a:cs typeface="Times New Roman"/>
              </a:rPr>
              <a:t>K </a:t>
            </a:r>
            <a:r>
              <a:rPr sz="1700" b="1" i="1" spc="-204" dirty="0">
                <a:latin typeface="Times New Roman"/>
                <a:cs typeface="Times New Roman"/>
              </a:rPr>
              <a:t> </a:t>
            </a:r>
            <a:r>
              <a:rPr sz="1700" dirty="0">
                <a:latin typeface="Symbol"/>
                <a:cs typeface="Symbol"/>
              </a:rPr>
              <a:t></a:t>
            </a:r>
            <a:r>
              <a:rPr sz="1700" spc="50" dirty="0">
                <a:latin typeface="Times New Roman"/>
                <a:cs typeface="Times New Roman"/>
              </a:rPr>
              <a:t> </a:t>
            </a:r>
            <a:r>
              <a:rPr sz="2550" spc="-15" baseline="-16339" dirty="0">
                <a:latin typeface="Symbol"/>
                <a:cs typeface="Symbol"/>
              </a:rPr>
              <a:t></a:t>
            </a:r>
            <a:endParaRPr sz="2550" baseline="-16339">
              <a:latin typeface="Symbol"/>
              <a:cs typeface="Symbol"/>
            </a:endParaRPr>
          </a:p>
        </p:txBody>
      </p:sp>
      <p:sp>
        <p:nvSpPr>
          <p:cNvPr id="11" name="object 11"/>
          <p:cNvSpPr txBox="1"/>
          <p:nvPr/>
        </p:nvSpPr>
        <p:spPr>
          <a:xfrm>
            <a:off x="1362133" y="4031763"/>
            <a:ext cx="703580" cy="290195"/>
          </a:xfrm>
          <a:prstGeom prst="rect">
            <a:avLst/>
          </a:prstGeom>
        </p:spPr>
        <p:txBody>
          <a:bodyPr vert="horz" wrap="square" lIns="0" tIns="0" rIns="0" bIns="0" rtlCol="0">
            <a:spAutoFit/>
          </a:bodyPr>
          <a:lstStyle/>
          <a:p>
            <a:pPr marL="12700">
              <a:lnSpc>
                <a:spcPct val="100000"/>
              </a:lnSpc>
            </a:pPr>
            <a:r>
              <a:rPr sz="2550" spc="-7" baseline="-13071" dirty="0">
                <a:latin typeface="Symbol"/>
                <a:cs typeface="Symbol"/>
              </a:rPr>
              <a:t></a:t>
            </a:r>
            <a:r>
              <a:rPr sz="1700" dirty="0">
                <a:latin typeface="Times New Roman"/>
                <a:cs typeface="Times New Roman"/>
              </a:rPr>
              <a:t>0.3990</a:t>
            </a:r>
            <a:endParaRPr sz="1700">
              <a:latin typeface="Times New Roman"/>
              <a:cs typeface="Times New Roman"/>
            </a:endParaRPr>
          </a:p>
        </p:txBody>
      </p:sp>
      <p:sp>
        <p:nvSpPr>
          <p:cNvPr id="12" name="object 12"/>
          <p:cNvSpPr txBox="1"/>
          <p:nvPr/>
        </p:nvSpPr>
        <p:spPr>
          <a:xfrm>
            <a:off x="1362133" y="3707912"/>
            <a:ext cx="703580" cy="254000"/>
          </a:xfrm>
          <a:prstGeom prst="rect">
            <a:avLst/>
          </a:prstGeom>
        </p:spPr>
        <p:txBody>
          <a:bodyPr vert="horz" wrap="square" lIns="0" tIns="0" rIns="0" bIns="0" rtlCol="0">
            <a:spAutoFit/>
          </a:bodyPr>
          <a:lstStyle/>
          <a:p>
            <a:pPr marL="12700">
              <a:lnSpc>
                <a:spcPct val="100000"/>
              </a:lnSpc>
            </a:pPr>
            <a:r>
              <a:rPr sz="2550" spc="-7" baseline="-3267" dirty="0">
                <a:latin typeface="Symbol"/>
                <a:cs typeface="Symbol"/>
              </a:rPr>
              <a:t></a:t>
            </a:r>
            <a:r>
              <a:rPr sz="1700" dirty="0">
                <a:latin typeface="Times New Roman"/>
                <a:cs typeface="Times New Roman"/>
              </a:rPr>
              <a:t>0.3452</a:t>
            </a:r>
            <a:endParaRPr sz="1700">
              <a:latin typeface="Times New Roman"/>
              <a:cs typeface="Times New Roman"/>
            </a:endParaRPr>
          </a:p>
        </p:txBody>
      </p:sp>
      <p:sp>
        <p:nvSpPr>
          <p:cNvPr id="13" name="object 13"/>
          <p:cNvSpPr txBox="1"/>
          <p:nvPr/>
        </p:nvSpPr>
        <p:spPr>
          <a:xfrm>
            <a:off x="6363504" y="3704464"/>
            <a:ext cx="778510" cy="568960"/>
          </a:xfrm>
          <a:prstGeom prst="rect">
            <a:avLst/>
          </a:prstGeom>
        </p:spPr>
        <p:txBody>
          <a:bodyPr vert="horz" wrap="square" lIns="0" tIns="0" rIns="0" bIns="0" rtlCol="0">
            <a:spAutoFit/>
          </a:bodyPr>
          <a:lstStyle/>
          <a:p>
            <a:pPr marL="12700">
              <a:lnSpc>
                <a:spcPct val="100000"/>
              </a:lnSpc>
            </a:pPr>
            <a:r>
              <a:rPr sz="1700" dirty="0">
                <a:latin typeface="Symbol"/>
                <a:cs typeface="Symbol"/>
              </a:rPr>
              <a:t></a:t>
            </a:r>
            <a:r>
              <a:rPr sz="1700" spc="-114" dirty="0">
                <a:latin typeface="Times New Roman"/>
                <a:cs typeface="Times New Roman"/>
              </a:rPr>
              <a:t> </a:t>
            </a:r>
            <a:r>
              <a:rPr sz="1700" dirty="0">
                <a:latin typeface="Times New Roman"/>
                <a:cs typeface="Times New Roman"/>
              </a:rPr>
              <a:t>0.0519</a:t>
            </a:r>
            <a:endParaRPr sz="1700">
              <a:latin typeface="Times New Roman"/>
              <a:cs typeface="Times New Roman"/>
            </a:endParaRPr>
          </a:p>
          <a:p>
            <a:pPr marL="12700">
              <a:lnSpc>
                <a:spcPct val="100000"/>
              </a:lnSpc>
              <a:spcBef>
                <a:spcPts val="509"/>
              </a:spcBef>
            </a:pPr>
            <a:r>
              <a:rPr sz="1700" dirty="0">
                <a:latin typeface="Symbol"/>
                <a:cs typeface="Symbol"/>
              </a:rPr>
              <a:t></a:t>
            </a:r>
            <a:r>
              <a:rPr sz="1700" spc="-114" dirty="0">
                <a:latin typeface="Times New Roman"/>
                <a:cs typeface="Times New Roman"/>
              </a:rPr>
              <a:t> </a:t>
            </a:r>
            <a:r>
              <a:rPr sz="1700" dirty="0">
                <a:latin typeface="Times New Roman"/>
                <a:cs typeface="Times New Roman"/>
              </a:rPr>
              <a:t>0.0600</a:t>
            </a:r>
            <a:endParaRPr sz="1700">
              <a:latin typeface="Times New Roman"/>
              <a:cs typeface="Times New Roman"/>
            </a:endParaRPr>
          </a:p>
        </p:txBody>
      </p:sp>
      <p:sp>
        <p:nvSpPr>
          <p:cNvPr id="14" name="object 14"/>
          <p:cNvSpPr txBox="1"/>
          <p:nvPr/>
        </p:nvSpPr>
        <p:spPr>
          <a:xfrm>
            <a:off x="4460160" y="3707912"/>
            <a:ext cx="778510" cy="565150"/>
          </a:xfrm>
          <a:prstGeom prst="rect">
            <a:avLst/>
          </a:prstGeom>
        </p:spPr>
        <p:txBody>
          <a:bodyPr vert="horz" wrap="square" lIns="0" tIns="0" rIns="0" bIns="0" rtlCol="0">
            <a:spAutoFit/>
          </a:bodyPr>
          <a:lstStyle/>
          <a:p>
            <a:pPr algn="ctr">
              <a:lnSpc>
                <a:spcPct val="100000"/>
              </a:lnSpc>
            </a:pPr>
            <a:r>
              <a:rPr sz="1700" dirty="0">
                <a:latin typeface="Times New Roman"/>
                <a:cs typeface="Times New Roman"/>
              </a:rPr>
              <a:t>0.0683</a:t>
            </a:r>
            <a:endParaRPr sz="1700">
              <a:latin typeface="Times New Roman"/>
              <a:cs typeface="Times New Roman"/>
            </a:endParaRPr>
          </a:p>
          <a:p>
            <a:pPr algn="ctr">
              <a:lnSpc>
                <a:spcPct val="100000"/>
              </a:lnSpc>
              <a:spcBef>
                <a:spcPts val="509"/>
              </a:spcBef>
            </a:pPr>
            <a:r>
              <a:rPr sz="1700" dirty="0">
                <a:latin typeface="Symbol"/>
                <a:cs typeface="Symbol"/>
              </a:rPr>
              <a:t></a:t>
            </a:r>
            <a:r>
              <a:rPr sz="1700" spc="-114" dirty="0">
                <a:latin typeface="Times New Roman"/>
                <a:cs typeface="Times New Roman"/>
              </a:rPr>
              <a:t> </a:t>
            </a:r>
            <a:r>
              <a:rPr sz="1700" dirty="0">
                <a:latin typeface="Times New Roman"/>
                <a:cs typeface="Times New Roman"/>
              </a:rPr>
              <a:t>0.0545</a:t>
            </a:r>
            <a:endParaRPr sz="1700">
              <a:latin typeface="Times New Roman"/>
              <a:cs typeface="Times New Roman"/>
            </a:endParaRPr>
          </a:p>
        </p:txBody>
      </p:sp>
      <p:sp>
        <p:nvSpPr>
          <p:cNvPr id="15" name="object 15"/>
          <p:cNvSpPr txBox="1"/>
          <p:nvPr/>
        </p:nvSpPr>
        <p:spPr>
          <a:xfrm>
            <a:off x="2242754" y="3707912"/>
            <a:ext cx="778510" cy="565150"/>
          </a:xfrm>
          <a:prstGeom prst="rect">
            <a:avLst/>
          </a:prstGeom>
        </p:spPr>
        <p:txBody>
          <a:bodyPr vert="horz" wrap="square" lIns="0" tIns="0" rIns="0" bIns="0" rtlCol="0">
            <a:spAutoFit/>
          </a:bodyPr>
          <a:lstStyle/>
          <a:p>
            <a:pPr algn="ctr">
              <a:lnSpc>
                <a:spcPct val="100000"/>
              </a:lnSpc>
            </a:pPr>
            <a:r>
              <a:rPr sz="1700" dirty="0">
                <a:latin typeface="Times New Roman"/>
                <a:cs typeface="Times New Roman"/>
              </a:rPr>
              <a:t>0.0636</a:t>
            </a:r>
            <a:endParaRPr sz="1700">
              <a:latin typeface="Times New Roman"/>
              <a:cs typeface="Times New Roman"/>
            </a:endParaRPr>
          </a:p>
          <a:p>
            <a:pPr algn="ctr">
              <a:lnSpc>
                <a:spcPct val="100000"/>
              </a:lnSpc>
              <a:spcBef>
                <a:spcPts val="509"/>
              </a:spcBef>
            </a:pPr>
            <a:r>
              <a:rPr sz="1700" dirty="0">
                <a:latin typeface="Symbol"/>
                <a:cs typeface="Symbol"/>
              </a:rPr>
              <a:t></a:t>
            </a:r>
            <a:r>
              <a:rPr sz="1700" spc="-114" dirty="0">
                <a:latin typeface="Times New Roman"/>
                <a:cs typeface="Times New Roman"/>
              </a:rPr>
              <a:t> </a:t>
            </a:r>
            <a:r>
              <a:rPr sz="1700" dirty="0">
                <a:latin typeface="Times New Roman"/>
                <a:cs typeface="Times New Roman"/>
              </a:rPr>
              <a:t>0.0249</a:t>
            </a:r>
            <a:endParaRPr sz="1700">
              <a:latin typeface="Times New Roman"/>
              <a:cs typeface="Times New Roman"/>
            </a:endParaRPr>
          </a:p>
        </p:txBody>
      </p:sp>
      <p:sp>
        <p:nvSpPr>
          <p:cNvPr id="16" name="object 16"/>
          <p:cNvSpPr txBox="1"/>
          <p:nvPr/>
        </p:nvSpPr>
        <p:spPr>
          <a:xfrm>
            <a:off x="5411831" y="3704464"/>
            <a:ext cx="778510" cy="568960"/>
          </a:xfrm>
          <a:prstGeom prst="rect">
            <a:avLst/>
          </a:prstGeom>
        </p:spPr>
        <p:txBody>
          <a:bodyPr vert="horz" wrap="square" lIns="0" tIns="0" rIns="0" bIns="0" rtlCol="0">
            <a:spAutoFit/>
          </a:bodyPr>
          <a:lstStyle/>
          <a:p>
            <a:pPr algn="ctr">
              <a:lnSpc>
                <a:spcPct val="100000"/>
              </a:lnSpc>
            </a:pPr>
            <a:r>
              <a:rPr sz="1700" dirty="0">
                <a:latin typeface="Symbol"/>
                <a:cs typeface="Symbol"/>
              </a:rPr>
              <a:t></a:t>
            </a:r>
            <a:r>
              <a:rPr sz="1700" spc="-114" dirty="0">
                <a:latin typeface="Times New Roman"/>
                <a:cs typeface="Times New Roman"/>
              </a:rPr>
              <a:t> </a:t>
            </a:r>
            <a:r>
              <a:rPr sz="1700" dirty="0">
                <a:latin typeface="Times New Roman"/>
                <a:cs typeface="Times New Roman"/>
              </a:rPr>
              <a:t>0.0685</a:t>
            </a:r>
            <a:endParaRPr sz="1700">
              <a:latin typeface="Times New Roman"/>
              <a:cs typeface="Times New Roman"/>
            </a:endParaRPr>
          </a:p>
          <a:p>
            <a:pPr marR="1905" algn="ctr">
              <a:lnSpc>
                <a:spcPct val="100000"/>
              </a:lnSpc>
              <a:spcBef>
                <a:spcPts val="509"/>
              </a:spcBef>
            </a:pPr>
            <a:r>
              <a:rPr sz="1700" dirty="0">
                <a:latin typeface="Times New Roman"/>
                <a:cs typeface="Times New Roman"/>
              </a:rPr>
              <a:t>0.0547</a:t>
            </a:r>
            <a:endParaRPr sz="1700">
              <a:latin typeface="Times New Roman"/>
              <a:cs typeface="Times New Roman"/>
            </a:endParaRPr>
          </a:p>
        </p:txBody>
      </p:sp>
      <p:sp>
        <p:nvSpPr>
          <p:cNvPr id="17" name="object 17"/>
          <p:cNvSpPr txBox="1"/>
          <p:nvPr/>
        </p:nvSpPr>
        <p:spPr>
          <a:xfrm>
            <a:off x="3194431" y="3704464"/>
            <a:ext cx="1089025" cy="568960"/>
          </a:xfrm>
          <a:prstGeom prst="rect">
            <a:avLst/>
          </a:prstGeom>
        </p:spPr>
        <p:txBody>
          <a:bodyPr vert="horz" wrap="square" lIns="0" tIns="0" rIns="0" bIns="0" rtlCol="0">
            <a:spAutoFit/>
          </a:bodyPr>
          <a:lstStyle/>
          <a:p>
            <a:pPr marL="12700">
              <a:lnSpc>
                <a:spcPct val="100000"/>
              </a:lnSpc>
              <a:tabLst>
                <a:tab pos="323215" algn="l"/>
              </a:tabLst>
            </a:pPr>
            <a:r>
              <a:rPr sz="1700" dirty="0">
                <a:latin typeface="Times New Roman"/>
                <a:cs typeface="Times New Roman"/>
              </a:rPr>
              <a:t>0	</a:t>
            </a:r>
            <a:r>
              <a:rPr sz="1700" dirty="0">
                <a:latin typeface="Symbol"/>
                <a:cs typeface="Symbol"/>
              </a:rPr>
              <a:t></a:t>
            </a:r>
            <a:r>
              <a:rPr sz="1700" spc="-114" dirty="0">
                <a:latin typeface="Times New Roman"/>
                <a:cs typeface="Times New Roman"/>
              </a:rPr>
              <a:t> </a:t>
            </a:r>
            <a:r>
              <a:rPr sz="1700" dirty="0">
                <a:latin typeface="Times New Roman"/>
                <a:cs typeface="Times New Roman"/>
              </a:rPr>
              <a:t>0.1936</a:t>
            </a:r>
            <a:endParaRPr sz="1700">
              <a:latin typeface="Times New Roman"/>
              <a:cs typeface="Times New Roman"/>
            </a:endParaRPr>
          </a:p>
          <a:p>
            <a:pPr marL="12700">
              <a:lnSpc>
                <a:spcPct val="100000"/>
              </a:lnSpc>
              <a:spcBef>
                <a:spcPts val="509"/>
              </a:spcBef>
              <a:tabLst>
                <a:tab pos="401955" algn="l"/>
              </a:tabLst>
            </a:pPr>
            <a:r>
              <a:rPr sz="1700" dirty="0">
                <a:latin typeface="Times New Roman"/>
                <a:cs typeface="Times New Roman"/>
              </a:rPr>
              <a:t>0	0.1545</a:t>
            </a:r>
            <a:endParaRPr sz="1700">
              <a:latin typeface="Times New Roman"/>
              <a:cs typeface="Times New Roman"/>
            </a:endParaRPr>
          </a:p>
        </p:txBody>
      </p:sp>
      <p:sp>
        <p:nvSpPr>
          <p:cNvPr id="18" name="object 18"/>
          <p:cNvSpPr txBox="1"/>
          <p:nvPr/>
        </p:nvSpPr>
        <p:spPr>
          <a:xfrm>
            <a:off x="1510744" y="4849768"/>
            <a:ext cx="2988310" cy="492125"/>
          </a:xfrm>
          <a:prstGeom prst="rect">
            <a:avLst/>
          </a:prstGeom>
        </p:spPr>
        <p:txBody>
          <a:bodyPr vert="horz" wrap="square" lIns="0" tIns="0" rIns="0" bIns="0" rtlCol="0">
            <a:spAutoFit/>
          </a:bodyPr>
          <a:lstStyle/>
          <a:p>
            <a:pPr marL="12700">
              <a:lnSpc>
                <a:spcPct val="100000"/>
              </a:lnSpc>
            </a:pPr>
            <a:r>
              <a:rPr sz="3600" b="1" spc="75" dirty="0">
                <a:latin typeface="Times New Roman"/>
                <a:cs typeface="Times New Roman"/>
              </a:rPr>
              <a:t>u</a:t>
            </a:r>
            <a:r>
              <a:rPr sz="3600" spc="95" dirty="0">
                <a:latin typeface="Times New Roman"/>
                <a:cs typeface="Times New Roman"/>
              </a:rPr>
              <a:t>(</a:t>
            </a:r>
            <a:r>
              <a:rPr sz="3600" i="1" dirty="0">
                <a:latin typeface="Times New Roman"/>
                <a:cs typeface="Times New Roman"/>
              </a:rPr>
              <a:t>k</a:t>
            </a:r>
            <a:r>
              <a:rPr sz="3600" i="1" spc="-585" dirty="0">
                <a:latin typeface="Times New Roman"/>
                <a:cs typeface="Times New Roman"/>
              </a:rPr>
              <a:t> </a:t>
            </a:r>
            <a:r>
              <a:rPr sz="3600" dirty="0">
                <a:latin typeface="Times New Roman"/>
                <a:cs typeface="Times New Roman"/>
              </a:rPr>
              <a:t>)</a:t>
            </a:r>
            <a:r>
              <a:rPr sz="3600" spc="-70" dirty="0">
                <a:latin typeface="Times New Roman"/>
                <a:cs typeface="Times New Roman"/>
              </a:rPr>
              <a:t> </a:t>
            </a:r>
            <a:r>
              <a:rPr sz="3600" dirty="0">
                <a:latin typeface="Symbol"/>
                <a:cs typeface="Symbol"/>
              </a:rPr>
              <a:t></a:t>
            </a:r>
            <a:r>
              <a:rPr sz="3600" spc="-60" dirty="0">
                <a:latin typeface="Times New Roman"/>
                <a:cs typeface="Times New Roman"/>
              </a:rPr>
              <a:t> </a:t>
            </a:r>
            <a:r>
              <a:rPr sz="3600" spc="45" dirty="0">
                <a:latin typeface="Symbol"/>
                <a:cs typeface="Symbol"/>
              </a:rPr>
              <a:t></a:t>
            </a:r>
            <a:r>
              <a:rPr sz="3600" b="1" dirty="0">
                <a:latin typeface="Times New Roman"/>
                <a:cs typeface="Times New Roman"/>
              </a:rPr>
              <a:t>K</a:t>
            </a:r>
            <a:r>
              <a:rPr sz="3600" b="1" spc="-265" dirty="0">
                <a:latin typeface="Times New Roman"/>
                <a:cs typeface="Times New Roman"/>
              </a:rPr>
              <a:t> </a:t>
            </a:r>
            <a:r>
              <a:rPr sz="3600" dirty="0">
                <a:latin typeface="Symbol"/>
                <a:cs typeface="Symbol"/>
              </a:rPr>
              <a:t></a:t>
            </a:r>
            <a:r>
              <a:rPr sz="3600" spc="-450" dirty="0">
                <a:latin typeface="Times New Roman"/>
                <a:cs typeface="Times New Roman"/>
              </a:rPr>
              <a:t> </a:t>
            </a:r>
            <a:r>
              <a:rPr sz="3600" b="1" spc="55" dirty="0">
                <a:latin typeface="Times New Roman"/>
                <a:cs typeface="Times New Roman"/>
              </a:rPr>
              <a:t>x</a:t>
            </a:r>
            <a:r>
              <a:rPr sz="3600" spc="95" dirty="0">
                <a:latin typeface="Times New Roman"/>
                <a:cs typeface="Times New Roman"/>
              </a:rPr>
              <a:t>(</a:t>
            </a:r>
            <a:r>
              <a:rPr sz="3600" i="1" dirty="0">
                <a:latin typeface="Times New Roman"/>
                <a:cs typeface="Times New Roman"/>
              </a:rPr>
              <a:t>k</a:t>
            </a:r>
            <a:r>
              <a:rPr sz="3600" i="1" spc="-585" dirty="0">
                <a:latin typeface="Times New Roman"/>
                <a:cs typeface="Times New Roman"/>
              </a:rPr>
              <a:t> </a:t>
            </a:r>
            <a:r>
              <a:rPr sz="3600" dirty="0">
                <a:latin typeface="Times New Roman"/>
                <a:cs typeface="Times New Roman"/>
              </a:rPr>
              <a:t>)</a:t>
            </a:r>
            <a:endParaRPr sz="360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567" y="728606"/>
            <a:ext cx="3493770"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C</a:t>
            </a:r>
            <a:r>
              <a:rPr sz="3400" spc="-5" dirty="0">
                <a:solidFill>
                  <a:srgbClr val="B5121B"/>
                </a:solidFill>
                <a:latin typeface="Calibri"/>
                <a:cs typeface="Calibri"/>
              </a:rPr>
              <a:t>l</a:t>
            </a:r>
            <a:r>
              <a:rPr sz="3400" spc="5" dirty="0">
                <a:solidFill>
                  <a:srgbClr val="B5121B"/>
                </a:solidFill>
                <a:latin typeface="Calibri"/>
                <a:cs typeface="Calibri"/>
              </a:rPr>
              <a:t>o</a:t>
            </a:r>
            <a:r>
              <a:rPr sz="3400" spc="-10" dirty="0">
                <a:solidFill>
                  <a:srgbClr val="B5121B"/>
                </a:solidFill>
                <a:latin typeface="Calibri"/>
                <a:cs typeface="Calibri"/>
              </a:rPr>
              <a:t>s</a:t>
            </a:r>
            <a:r>
              <a:rPr sz="3400" spc="-15" dirty="0">
                <a:solidFill>
                  <a:srgbClr val="B5121B"/>
                </a:solidFill>
                <a:latin typeface="Calibri"/>
                <a:cs typeface="Calibri"/>
              </a:rPr>
              <a:t>e</a:t>
            </a:r>
            <a:r>
              <a:rPr sz="3400" spc="-20" dirty="0">
                <a:solidFill>
                  <a:srgbClr val="B5121B"/>
                </a:solidFill>
                <a:latin typeface="Calibri"/>
                <a:cs typeface="Calibri"/>
              </a:rPr>
              <a:t>d</a:t>
            </a:r>
            <a:r>
              <a:rPr sz="3400" spc="-120" dirty="0">
                <a:solidFill>
                  <a:srgbClr val="B5121B"/>
                </a:solidFill>
                <a:latin typeface="Times New Roman"/>
                <a:cs typeface="Times New Roman"/>
              </a:rPr>
              <a:t> </a:t>
            </a:r>
            <a:r>
              <a:rPr sz="3400" spc="-10" dirty="0">
                <a:solidFill>
                  <a:srgbClr val="B5121B"/>
                </a:solidFill>
                <a:latin typeface="Calibri"/>
                <a:cs typeface="Calibri"/>
              </a:rPr>
              <a:t>L</a:t>
            </a:r>
            <a:r>
              <a:rPr sz="3400" spc="5" dirty="0">
                <a:solidFill>
                  <a:srgbClr val="B5121B"/>
                </a:solidFill>
                <a:latin typeface="Calibri"/>
                <a:cs typeface="Calibri"/>
              </a:rPr>
              <a:t>oo</a:t>
            </a:r>
            <a:r>
              <a:rPr sz="3400" dirty="0">
                <a:solidFill>
                  <a:srgbClr val="B5121B"/>
                </a:solidFill>
                <a:latin typeface="Calibri"/>
                <a:cs typeface="Calibri"/>
              </a:rPr>
              <a:t>p</a:t>
            </a:r>
            <a:r>
              <a:rPr sz="3400" spc="-120" dirty="0">
                <a:solidFill>
                  <a:srgbClr val="B5121B"/>
                </a:solidFill>
                <a:latin typeface="Times New Roman"/>
                <a:cs typeface="Times New Roman"/>
              </a:rPr>
              <a:t> </a:t>
            </a:r>
            <a:r>
              <a:rPr sz="3400" spc="-90" dirty="0">
                <a:solidFill>
                  <a:srgbClr val="B5121B"/>
                </a:solidFill>
                <a:latin typeface="Calibri"/>
                <a:cs typeface="Calibri"/>
              </a:rPr>
              <a:t>R</a:t>
            </a:r>
            <a:r>
              <a:rPr sz="3400" spc="-15" dirty="0">
                <a:solidFill>
                  <a:srgbClr val="B5121B"/>
                </a:solidFill>
                <a:latin typeface="Calibri"/>
                <a:cs typeface="Calibri"/>
              </a:rPr>
              <a:t>e</a:t>
            </a:r>
            <a:r>
              <a:rPr sz="3400" spc="-25" dirty="0">
                <a:solidFill>
                  <a:srgbClr val="B5121B"/>
                </a:solidFill>
                <a:latin typeface="Calibri"/>
                <a:cs typeface="Calibri"/>
              </a:rPr>
              <a:t>s</a:t>
            </a:r>
            <a:r>
              <a:rPr sz="3400" spc="-10" dirty="0">
                <a:solidFill>
                  <a:srgbClr val="B5121B"/>
                </a:solidFill>
                <a:latin typeface="Calibri"/>
                <a:cs typeface="Calibri"/>
              </a:rPr>
              <a:t>u</a:t>
            </a:r>
            <a:r>
              <a:rPr sz="3400" spc="-5" dirty="0">
                <a:solidFill>
                  <a:srgbClr val="B5121B"/>
                </a:solidFill>
                <a:latin typeface="Calibri"/>
                <a:cs typeface="Calibri"/>
              </a:rPr>
              <a:t>l</a:t>
            </a:r>
            <a:r>
              <a:rPr sz="3400" spc="-15" dirty="0">
                <a:solidFill>
                  <a:srgbClr val="B5121B"/>
                </a:solidFill>
                <a:latin typeface="Calibri"/>
                <a:cs typeface="Calibri"/>
              </a:rPr>
              <a:t>t</a:t>
            </a:r>
            <a:r>
              <a:rPr sz="3400" dirty="0">
                <a:solidFill>
                  <a:srgbClr val="B5121B"/>
                </a:solidFill>
                <a:latin typeface="Calibri"/>
                <a:cs typeface="Calibri"/>
              </a:rPr>
              <a:t>s</a:t>
            </a:r>
            <a:r>
              <a:rPr sz="3400" dirty="0">
                <a:solidFill>
                  <a:srgbClr val="B5121B"/>
                </a:solidFill>
                <a:latin typeface="Times New Roman"/>
                <a:cs typeface="Times New Roman"/>
              </a:rPr>
              <a:t> </a:t>
            </a:r>
            <a:r>
              <a:rPr sz="3400" spc="5" dirty="0">
                <a:solidFill>
                  <a:srgbClr val="B5121B"/>
                </a:solidFill>
                <a:latin typeface="Calibri"/>
                <a:cs typeface="Calibri"/>
              </a:rPr>
              <a:t>(O</a:t>
            </a:r>
            <a:r>
              <a:rPr sz="3400" spc="-10" dirty="0">
                <a:solidFill>
                  <a:srgbClr val="B5121B"/>
                </a:solidFill>
                <a:latin typeface="Calibri"/>
                <a:cs typeface="Calibri"/>
              </a:rPr>
              <a:t>u</a:t>
            </a:r>
            <a:r>
              <a:rPr sz="3400" dirty="0">
                <a:solidFill>
                  <a:srgbClr val="B5121B"/>
                </a:solidFill>
                <a:latin typeface="Calibri"/>
                <a:cs typeface="Calibri"/>
              </a:rPr>
              <a:t>t</a:t>
            </a:r>
            <a:r>
              <a:rPr sz="3400" spc="-10" dirty="0">
                <a:solidFill>
                  <a:srgbClr val="B5121B"/>
                </a:solidFill>
                <a:latin typeface="Calibri"/>
                <a:cs typeface="Calibri"/>
              </a:rPr>
              <a:t>pu</a:t>
            </a:r>
            <a:r>
              <a:rPr sz="3400" spc="-15" dirty="0">
                <a:solidFill>
                  <a:srgbClr val="B5121B"/>
                </a:solidFill>
                <a:latin typeface="Calibri"/>
                <a:cs typeface="Calibri"/>
              </a:rPr>
              <a:t>t</a:t>
            </a:r>
            <a:r>
              <a:rPr sz="3400" spc="-10" dirty="0">
                <a:solidFill>
                  <a:srgbClr val="B5121B"/>
                </a:solidFill>
                <a:latin typeface="Calibri"/>
                <a:cs typeface="Calibri"/>
              </a:rPr>
              <a:t>s</a:t>
            </a:r>
            <a:r>
              <a:rPr sz="3400" dirty="0">
                <a:solidFill>
                  <a:srgbClr val="B5121B"/>
                </a:solidFill>
                <a:latin typeface="Calibri"/>
                <a:cs typeface="Calibri"/>
              </a:rPr>
              <a:t>)</a:t>
            </a:r>
            <a:endParaRPr sz="3400">
              <a:latin typeface="Calibri"/>
              <a:cs typeface="Calibri"/>
            </a:endParaRPr>
          </a:p>
        </p:txBody>
      </p:sp>
      <p:sp>
        <p:nvSpPr>
          <p:cNvPr id="3" name="object 3"/>
          <p:cNvSpPr/>
          <p:nvPr/>
        </p:nvSpPr>
        <p:spPr>
          <a:xfrm>
            <a:off x="1688866" y="2082594"/>
            <a:ext cx="2058035" cy="1616075"/>
          </a:xfrm>
          <a:custGeom>
            <a:avLst/>
            <a:gdLst/>
            <a:ahLst/>
            <a:cxnLst/>
            <a:rect l="l" t="t" r="r" b="b"/>
            <a:pathLst>
              <a:path w="2058035" h="1616075">
                <a:moveTo>
                  <a:pt x="0" y="1615939"/>
                </a:moveTo>
                <a:lnTo>
                  <a:pt x="2057506" y="1615939"/>
                </a:lnTo>
                <a:lnTo>
                  <a:pt x="2057506" y="0"/>
                </a:lnTo>
                <a:lnTo>
                  <a:pt x="0" y="0"/>
                </a:lnTo>
                <a:lnTo>
                  <a:pt x="0" y="1615939"/>
                </a:lnTo>
                <a:close/>
              </a:path>
            </a:pathLst>
          </a:custGeom>
          <a:solidFill>
            <a:srgbClr val="FFFFFF"/>
          </a:solidFill>
        </p:spPr>
        <p:txBody>
          <a:bodyPr wrap="square" lIns="0" tIns="0" rIns="0" bIns="0" rtlCol="0"/>
          <a:lstStyle/>
          <a:p>
            <a:endParaRPr/>
          </a:p>
        </p:txBody>
      </p:sp>
      <p:sp>
        <p:nvSpPr>
          <p:cNvPr id="4" name="object 4"/>
          <p:cNvSpPr/>
          <p:nvPr/>
        </p:nvSpPr>
        <p:spPr>
          <a:xfrm>
            <a:off x="1688858" y="2082594"/>
            <a:ext cx="2058035" cy="0"/>
          </a:xfrm>
          <a:custGeom>
            <a:avLst/>
            <a:gdLst/>
            <a:ahLst/>
            <a:cxnLst/>
            <a:rect l="l" t="t" r="r" b="b"/>
            <a:pathLst>
              <a:path w="2058035">
                <a:moveTo>
                  <a:pt x="0" y="0"/>
                </a:moveTo>
                <a:lnTo>
                  <a:pt x="2057524" y="0"/>
                </a:lnTo>
              </a:path>
            </a:pathLst>
          </a:custGeom>
          <a:ln w="11300">
            <a:solidFill>
              <a:srgbClr val="000000"/>
            </a:solidFill>
          </a:ln>
        </p:spPr>
        <p:txBody>
          <a:bodyPr wrap="square" lIns="0" tIns="0" rIns="0" bIns="0" rtlCol="0"/>
          <a:lstStyle/>
          <a:p>
            <a:endParaRPr/>
          </a:p>
        </p:txBody>
      </p:sp>
      <p:sp>
        <p:nvSpPr>
          <p:cNvPr id="5" name="object 5"/>
          <p:cNvSpPr/>
          <p:nvPr/>
        </p:nvSpPr>
        <p:spPr>
          <a:xfrm>
            <a:off x="3746382"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6" name="object 6"/>
          <p:cNvSpPr/>
          <p:nvPr/>
        </p:nvSpPr>
        <p:spPr>
          <a:xfrm>
            <a:off x="1683217" y="3698521"/>
            <a:ext cx="2063750" cy="0"/>
          </a:xfrm>
          <a:custGeom>
            <a:avLst/>
            <a:gdLst/>
            <a:ahLst/>
            <a:cxnLst/>
            <a:rect l="l" t="t" r="r" b="b"/>
            <a:pathLst>
              <a:path w="2063750">
                <a:moveTo>
                  <a:pt x="0" y="0"/>
                </a:moveTo>
                <a:lnTo>
                  <a:pt x="2063164" y="0"/>
                </a:lnTo>
              </a:path>
            </a:pathLst>
          </a:custGeom>
          <a:ln w="11300">
            <a:solidFill>
              <a:srgbClr val="000000"/>
            </a:solidFill>
          </a:ln>
        </p:spPr>
        <p:txBody>
          <a:bodyPr wrap="square" lIns="0" tIns="0" rIns="0" bIns="0" rtlCol="0"/>
          <a:lstStyle/>
          <a:p>
            <a:endParaRPr/>
          </a:p>
        </p:txBody>
      </p:sp>
      <p:sp>
        <p:nvSpPr>
          <p:cNvPr id="7" name="object 7"/>
          <p:cNvSpPr/>
          <p:nvPr/>
        </p:nvSpPr>
        <p:spPr>
          <a:xfrm>
            <a:off x="3746382" y="369852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8" name="object 8"/>
          <p:cNvSpPr/>
          <p:nvPr/>
        </p:nvSpPr>
        <p:spPr>
          <a:xfrm>
            <a:off x="3746382" y="2082594"/>
            <a:ext cx="0" cy="1616075"/>
          </a:xfrm>
          <a:custGeom>
            <a:avLst/>
            <a:gdLst/>
            <a:ahLst/>
            <a:cxnLst/>
            <a:rect l="l" t="t" r="r" b="b"/>
            <a:pathLst>
              <a:path h="1616075">
                <a:moveTo>
                  <a:pt x="0" y="1615957"/>
                </a:moveTo>
                <a:lnTo>
                  <a:pt x="0" y="0"/>
                </a:lnTo>
              </a:path>
            </a:pathLst>
          </a:custGeom>
          <a:ln w="11304">
            <a:solidFill>
              <a:srgbClr val="000000"/>
            </a:solidFill>
          </a:ln>
        </p:spPr>
        <p:txBody>
          <a:bodyPr wrap="square" lIns="0" tIns="0" rIns="0" bIns="0" rtlCol="0"/>
          <a:lstStyle/>
          <a:p>
            <a:endParaRPr/>
          </a:p>
        </p:txBody>
      </p:sp>
      <p:sp>
        <p:nvSpPr>
          <p:cNvPr id="9" name="object 9"/>
          <p:cNvSpPr/>
          <p:nvPr/>
        </p:nvSpPr>
        <p:spPr>
          <a:xfrm>
            <a:off x="3746382"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0" name="object 10"/>
          <p:cNvSpPr/>
          <p:nvPr/>
        </p:nvSpPr>
        <p:spPr>
          <a:xfrm>
            <a:off x="1688864" y="2082594"/>
            <a:ext cx="0" cy="1616075"/>
          </a:xfrm>
          <a:custGeom>
            <a:avLst/>
            <a:gdLst/>
            <a:ahLst/>
            <a:cxnLst/>
            <a:rect l="l" t="t" r="r" b="b"/>
            <a:pathLst>
              <a:path h="1616075">
                <a:moveTo>
                  <a:pt x="0" y="1615957"/>
                </a:moveTo>
                <a:lnTo>
                  <a:pt x="0" y="0"/>
                </a:lnTo>
              </a:path>
            </a:pathLst>
          </a:custGeom>
          <a:ln w="11317">
            <a:solidFill>
              <a:srgbClr val="000000"/>
            </a:solidFill>
          </a:ln>
        </p:spPr>
        <p:txBody>
          <a:bodyPr wrap="square" lIns="0" tIns="0" rIns="0" bIns="0" rtlCol="0"/>
          <a:lstStyle/>
          <a:p>
            <a:endParaRPr/>
          </a:p>
        </p:txBody>
      </p:sp>
      <p:sp>
        <p:nvSpPr>
          <p:cNvPr id="11" name="object 11"/>
          <p:cNvSpPr/>
          <p:nvPr/>
        </p:nvSpPr>
        <p:spPr>
          <a:xfrm>
            <a:off x="1688870"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 name="object 12"/>
          <p:cNvSpPr/>
          <p:nvPr/>
        </p:nvSpPr>
        <p:spPr>
          <a:xfrm>
            <a:off x="3746382" y="369852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3" name="object 13"/>
          <p:cNvSpPr/>
          <p:nvPr/>
        </p:nvSpPr>
        <p:spPr>
          <a:xfrm>
            <a:off x="1688870"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 name="object 14"/>
          <p:cNvSpPr/>
          <p:nvPr/>
        </p:nvSpPr>
        <p:spPr>
          <a:xfrm>
            <a:off x="1688870" y="367594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5" name="object 15"/>
          <p:cNvSpPr/>
          <p:nvPr/>
        </p:nvSpPr>
        <p:spPr>
          <a:xfrm>
            <a:off x="1688870" y="2105206"/>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 name="object 16"/>
          <p:cNvSpPr txBox="1"/>
          <p:nvPr/>
        </p:nvSpPr>
        <p:spPr>
          <a:xfrm>
            <a:off x="1630947" y="3727768"/>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0</a:t>
            </a:r>
            <a:endParaRPr sz="1700">
              <a:latin typeface="Times New Roman"/>
              <a:cs typeface="Times New Roman"/>
            </a:endParaRPr>
          </a:p>
        </p:txBody>
      </p:sp>
      <p:sp>
        <p:nvSpPr>
          <p:cNvPr id="17" name="object 17"/>
          <p:cNvSpPr/>
          <p:nvPr/>
        </p:nvSpPr>
        <p:spPr>
          <a:xfrm>
            <a:off x="2711966" y="3687231"/>
            <a:ext cx="11430" cy="0"/>
          </a:xfrm>
          <a:custGeom>
            <a:avLst/>
            <a:gdLst/>
            <a:ahLst/>
            <a:cxnLst/>
            <a:rect l="l" t="t" r="r" b="b"/>
            <a:pathLst>
              <a:path w="11430">
                <a:moveTo>
                  <a:pt x="0" y="0"/>
                </a:moveTo>
                <a:lnTo>
                  <a:pt x="11304" y="0"/>
                </a:lnTo>
              </a:path>
            </a:pathLst>
          </a:custGeom>
          <a:ln w="22580">
            <a:solidFill>
              <a:srgbClr val="000000"/>
            </a:solidFill>
          </a:ln>
        </p:spPr>
        <p:txBody>
          <a:bodyPr wrap="square" lIns="0" tIns="0" rIns="0" bIns="0" rtlCol="0"/>
          <a:lstStyle/>
          <a:p>
            <a:endParaRPr/>
          </a:p>
        </p:txBody>
      </p:sp>
      <p:sp>
        <p:nvSpPr>
          <p:cNvPr id="18" name="object 18"/>
          <p:cNvSpPr/>
          <p:nvPr/>
        </p:nvSpPr>
        <p:spPr>
          <a:xfrm>
            <a:off x="2717618" y="367594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9" name="object 19"/>
          <p:cNvSpPr/>
          <p:nvPr/>
        </p:nvSpPr>
        <p:spPr>
          <a:xfrm>
            <a:off x="2711966" y="2099553"/>
            <a:ext cx="11430" cy="0"/>
          </a:xfrm>
          <a:custGeom>
            <a:avLst/>
            <a:gdLst/>
            <a:ahLst/>
            <a:cxnLst/>
            <a:rect l="l" t="t" r="r" b="b"/>
            <a:pathLst>
              <a:path w="11430">
                <a:moveTo>
                  <a:pt x="0" y="0"/>
                </a:moveTo>
                <a:lnTo>
                  <a:pt x="11304" y="0"/>
                </a:lnTo>
              </a:path>
            </a:pathLst>
          </a:custGeom>
          <a:ln w="11305">
            <a:solidFill>
              <a:srgbClr val="000000"/>
            </a:solidFill>
          </a:ln>
        </p:spPr>
        <p:txBody>
          <a:bodyPr wrap="square" lIns="0" tIns="0" rIns="0" bIns="0" rtlCol="0"/>
          <a:lstStyle/>
          <a:p>
            <a:endParaRPr/>
          </a:p>
        </p:txBody>
      </p:sp>
      <p:sp>
        <p:nvSpPr>
          <p:cNvPr id="20" name="object 20"/>
          <p:cNvSpPr/>
          <p:nvPr/>
        </p:nvSpPr>
        <p:spPr>
          <a:xfrm>
            <a:off x="2717618" y="2105206"/>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21" name="object 21"/>
          <p:cNvSpPr txBox="1"/>
          <p:nvPr/>
        </p:nvSpPr>
        <p:spPr>
          <a:xfrm>
            <a:off x="2557959" y="3727780"/>
            <a:ext cx="33083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100</a:t>
            </a:r>
            <a:endParaRPr sz="1700">
              <a:latin typeface="Times New Roman"/>
              <a:cs typeface="Times New Roman"/>
            </a:endParaRPr>
          </a:p>
        </p:txBody>
      </p:sp>
      <p:sp>
        <p:nvSpPr>
          <p:cNvPr id="22" name="object 22"/>
          <p:cNvSpPr/>
          <p:nvPr/>
        </p:nvSpPr>
        <p:spPr>
          <a:xfrm>
            <a:off x="3746382" y="367594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23" name="object 23"/>
          <p:cNvSpPr/>
          <p:nvPr/>
        </p:nvSpPr>
        <p:spPr>
          <a:xfrm>
            <a:off x="3746382" y="2105206"/>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24" name="object 24"/>
          <p:cNvSpPr txBox="1"/>
          <p:nvPr/>
        </p:nvSpPr>
        <p:spPr>
          <a:xfrm>
            <a:off x="3586698" y="3727780"/>
            <a:ext cx="33083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200</a:t>
            </a:r>
            <a:endParaRPr sz="1700">
              <a:latin typeface="Times New Roman"/>
              <a:cs typeface="Times New Roman"/>
            </a:endParaRPr>
          </a:p>
        </p:txBody>
      </p:sp>
      <p:sp>
        <p:nvSpPr>
          <p:cNvPr id="25" name="object 25"/>
          <p:cNvSpPr/>
          <p:nvPr/>
        </p:nvSpPr>
        <p:spPr>
          <a:xfrm>
            <a:off x="1688870" y="3562944"/>
            <a:ext cx="11430" cy="0"/>
          </a:xfrm>
          <a:custGeom>
            <a:avLst/>
            <a:gdLst/>
            <a:ahLst/>
            <a:cxnLst/>
            <a:rect l="l" t="t" r="r" b="b"/>
            <a:pathLst>
              <a:path w="11430">
                <a:moveTo>
                  <a:pt x="0" y="0"/>
                </a:moveTo>
                <a:lnTo>
                  <a:pt x="11298" y="0"/>
                </a:lnTo>
              </a:path>
            </a:pathLst>
          </a:custGeom>
          <a:ln w="11300">
            <a:solidFill>
              <a:srgbClr val="000000"/>
            </a:solidFill>
          </a:ln>
        </p:spPr>
        <p:txBody>
          <a:bodyPr wrap="square" lIns="0" tIns="0" rIns="0" bIns="0" rtlCol="0"/>
          <a:lstStyle/>
          <a:p>
            <a:endParaRPr/>
          </a:p>
        </p:txBody>
      </p:sp>
      <p:sp>
        <p:nvSpPr>
          <p:cNvPr id="26" name="object 26"/>
          <p:cNvSpPr/>
          <p:nvPr/>
        </p:nvSpPr>
        <p:spPr>
          <a:xfrm>
            <a:off x="1700168" y="356294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27" name="object 27"/>
          <p:cNvSpPr/>
          <p:nvPr/>
        </p:nvSpPr>
        <p:spPr>
          <a:xfrm>
            <a:off x="3723761" y="3562944"/>
            <a:ext cx="22860" cy="0"/>
          </a:xfrm>
          <a:custGeom>
            <a:avLst/>
            <a:gdLst/>
            <a:ahLst/>
            <a:cxnLst/>
            <a:rect l="l" t="t" r="r" b="b"/>
            <a:pathLst>
              <a:path w="22860">
                <a:moveTo>
                  <a:pt x="22620" y="0"/>
                </a:moveTo>
                <a:lnTo>
                  <a:pt x="0" y="0"/>
                </a:lnTo>
              </a:path>
            </a:pathLst>
          </a:custGeom>
          <a:ln w="11300">
            <a:solidFill>
              <a:srgbClr val="000000"/>
            </a:solidFill>
          </a:ln>
        </p:spPr>
        <p:txBody>
          <a:bodyPr wrap="square" lIns="0" tIns="0" rIns="0" bIns="0" rtlCol="0"/>
          <a:lstStyle/>
          <a:p>
            <a:endParaRPr/>
          </a:p>
        </p:txBody>
      </p:sp>
      <p:sp>
        <p:nvSpPr>
          <p:cNvPr id="28" name="object 28"/>
          <p:cNvSpPr/>
          <p:nvPr/>
        </p:nvSpPr>
        <p:spPr>
          <a:xfrm>
            <a:off x="3723761" y="356294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29" name="object 29"/>
          <p:cNvSpPr txBox="1"/>
          <p:nvPr/>
        </p:nvSpPr>
        <p:spPr>
          <a:xfrm>
            <a:off x="1529195" y="3445269"/>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0</a:t>
            </a:r>
            <a:endParaRPr sz="1700">
              <a:latin typeface="Times New Roman"/>
              <a:cs typeface="Times New Roman"/>
            </a:endParaRPr>
          </a:p>
        </p:txBody>
      </p:sp>
      <p:sp>
        <p:nvSpPr>
          <p:cNvPr id="30" name="object 30"/>
          <p:cNvSpPr/>
          <p:nvPr/>
        </p:nvSpPr>
        <p:spPr>
          <a:xfrm>
            <a:off x="1688858" y="2896211"/>
            <a:ext cx="11430" cy="0"/>
          </a:xfrm>
          <a:custGeom>
            <a:avLst/>
            <a:gdLst/>
            <a:ahLst/>
            <a:cxnLst/>
            <a:rect l="l" t="t" r="r" b="b"/>
            <a:pathLst>
              <a:path w="11430">
                <a:moveTo>
                  <a:pt x="0" y="0"/>
                </a:moveTo>
                <a:lnTo>
                  <a:pt x="11310" y="0"/>
                </a:lnTo>
              </a:path>
            </a:pathLst>
          </a:custGeom>
          <a:ln w="11300">
            <a:solidFill>
              <a:srgbClr val="000000"/>
            </a:solidFill>
          </a:ln>
        </p:spPr>
        <p:txBody>
          <a:bodyPr wrap="square" lIns="0" tIns="0" rIns="0" bIns="0" rtlCol="0"/>
          <a:lstStyle/>
          <a:p>
            <a:endParaRPr/>
          </a:p>
        </p:txBody>
      </p:sp>
      <p:sp>
        <p:nvSpPr>
          <p:cNvPr id="31" name="object 31"/>
          <p:cNvSpPr/>
          <p:nvPr/>
        </p:nvSpPr>
        <p:spPr>
          <a:xfrm>
            <a:off x="1700168" y="289621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32" name="object 32"/>
          <p:cNvSpPr/>
          <p:nvPr/>
        </p:nvSpPr>
        <p:spPr>
          <a:xfrm>
            <a:off x="3723761" y="2896211"/>
            <a:ext cx="22860" cy="0"/>
          </a:xfrm>
          <a:custGeom>
            <a:avLst/>
            <a:gdLst/>
            <a:ahLst/>
            <a:cxnLst/>
            <a:rect l="l" t="t" r="r" b="b"/>
            <a:pathLst>
              <a:path w="22860">
                <a:moveTo>
                  <a:pt x="22620" y="0"/>
                </a:moveTo>
                <a:lnTo>
                  <a:pt x="0" y="0"/>
                </a:lnTo>
              </a:path>
            </a:pathLst>
          </a:custGeom>
          <a:ln w="11300">
            <a:solidFill>
              <a:srgbClr val="000000"/>
            </a:solidFill>
          </a:ln>
        </p:spPr>
        <p:txBody>
          <a:bodyPr wrap="square" lIns="0" tIns="0" rIns="0" bIns="0" rtlCol="0"/>
          <a:lstStyle/>
          <a:p>
            <a:endParaRPr/>
          </a:p>
        </p:txBody>
      </p:sp>
      <p:sp>
        <p:nvSpPr>
          <p:cNvPr id="33" name="object 33"/>
          <p:cNvSpPr/>
          <p:nvPr/>
        </p:nvSpPr>
        <p:spPr>
          <a:xfrm>
            <a:off x="3723761" y="289621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34" name="object 34"/>
          <p:cNvSpPr txBox="1"/>
          <p:nvPr/>
        </p:nvSpPr>
        <p:spPr>
          <a:xfrm>
            <a:off x="1370928" y="2778556"/>
            <a:ext cx="29146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0</a:t>
            </a:r>
            <a:r>
              <a:rPr sz="1700" spc="10" dirty="0">
                <a:latin typeface="Times New Roman"/>
                <a:cs typeface="Times New Roman"/>
              </a:rPr>
              <a:t>.</a:t>
            </a:r>
            <a:r>
              <a:rPr sz="1700" spc="-10" dirty="0">
                <a:latin typeface="Times New Roman"/>
                <a:cs typeface="Times New Roman"/>
              </a:rPr>
              <a:t>5</a:t>
            </a:r>
            <a:endParaRPr sz="1700">
              <a:latin typeface="Times New Roman"/>
              <a:cs typeface="Times New Roman"/>
            </a:endParaRPr>
          </a:p>
        </p:txBody>
      </p:sp>
      <p:sp>
        <p:nvSpPr>
          <p:cNvPr id="35" name="object 35"/>
          <p:cNvSpPr/>
          <p:nvPr/>
        </p:nvSpPr>
        <p:spPr>
          <a:xfrm>
            <a:off x="1688858" y="2218202"/>
            <a:ext cx="11430" cy="0"/>
          </a:xfrm>
          <a:custGeom>
            <a:avLst/>
            <a:gdLst/>
            <a:ahLst/>
            <a:cxnLst/>
            <a:rect l="l" t="t" r="r" b="b"/>
            <a:pathLst>
              <a:path w="11430">
                <a:moveTo>
                  <a:pt x="0" y="0"/>
                </a:moveTo>
                <a:lnTo>
                  <a:pt x="11310" y="0"/>
                </a:lnTo>
              </a:path>
            </a:pathLst>
          </a:custGeom>
          <a:ln w="11300">
            <a:solidFill>
              <a:srgbClr val="000000"/>
            </a:solidFill>
          </a:ln>
        </p:spPr>
        <p:txBody>
          <a:bodyPr wrap="square" lIns="0" tIns="0" rIns="0" bIns="0" rtlCol="0"/>
          <a:lstStyle/>
          <a:p>
            <a:endParaRPr/>
          </a:p>
        </p:txBody>
      </p:sp>
      <p:sp>
        <p:nvSpPr>
          <p:cNvPr id="36" name="object 36"/>
          <p:cNvSpPr/>
          <p:nvPr/>
        </p:nvSpPr>
        <p:spPr>
          <a:xfrm>
            <a:off x="1700168" y="221820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37" name="object 37"/>
          <p:cNvSpPr/>
          <p:nvPr/>
        </p:nvSpPr>
        <p:spPr>
          <a:xfrm>
            <a:off x="3079370" y="2218202"/>
            <a:ext cx="667385" cy="0"/>
          </a:xfrm>
          <a:custGeom>
            <a:avLst/>
            <a:gdLst/>
            <a:ahLst/>
            <a:cxnLst/>
            <a:rect l="l" t="t" r="r" b="b"/>
            <a:pathLst>
              <a:path w="667385">
                <a:moveTo>
                  <a:pt x="0" y="0"/>
                </a:moveTo>
                <a:lnTo>
                  <a:pt x="667011" y="0"/>
                </a:lnTo>
              </a:path>
            </a:pathLst>
          </a:custGeom>
          <a:ln w="11300">
            <a:solidFill>
              <a:srgbClr val="000000"/>
            </a:solidFill>
          </a:ln>
        </p:spPr>
        <p:txBody>
          <a:bodyPr wrap="square" lIns="0" tIns="0" rIns="0" bIns="0" rtlCol="0"/>
          <a:lstStyle/>
          <a:p>
            <a:endParaRPr/>
          </a:p>
        </p:txBody>
      </p:sp>
      <p:sp>
        <p:nvSpPr>
          <p:cNvPr id="38" name="object 38"/>
          <p:cNvSpPr/>
          <p:nvPr/>
        </p:nvSpPr>
        <p:spPr>
          <a:xfrm>
            <a:off x="3723761" y="221820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39" name="object 39"/>
          <p:cNvSpPr txBox="1"/>
          <p:nvPr/>
        </p:nvSpPr>
        <p:spPr>
          <a:xfrm>
            <a:off x="1529195" y="2100541"/>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1</a:t>
            </a:r>
            <a:endParaRPr sz="1700">
              <a:latin typeface="Times New Roman"/>
              <a:cs typeface="Times New Roman"/>
            </a:endParaRPr>
          </a:p>
        </p:txBody>
      </p:sp>
      <p:sp>
        <p:nvSpPr>
          <p:cNvPr id="40" name="object 40"/>
          <p:cNvSpPr/>
          <p:nvPr/>
        </p:nvSpPr>
        <p:spPr>
          <a:xfrm>
            <a:off x="3746382"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41" name="object 41"/>
          <p:cNvSpPr/>
          <p:nvPr/>
        </p:nvSpPr>
        <p:spPr>
          <a:xfrm>
            <a:off x="3746382" y="369855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42" name="object 42"/>
          <p:cNvSpPr/>
          <p:nvPr/>
        </p:nvSpPr>
        <p:spPr>
          <a:xfrm>
            <a:off x="3746382"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43" name="object 43"/>
          <p:cNvSpPr/>
          <p:nvPr/>
        </p:nvSpPr>
        <p:spPr>
          <a:xfrm>
            <a:off x="1688858"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44" name="object 44"/>
          <p:cNvSpPr/>
          <p:nvPr/>
        </p:nvSpPr>
        <p:spPr>
          <a:xfrm>
            <a:off x="1688870" y="2218202"/>
            <a:ext cx="1390650" cy="1344930"/>
          </a:xfrm>
          <a:custGeom>
            <a:avLst/>
            <a:gdLst/>
            <a:ahLst/>
            <a:cxnLst/>
            <a:rect l="l" t="t" r="r" b="b"/>
            <a:pathLst>
              <a:path w="1390650" h="1344929">
                <a:moveTo>
                  <a:pt x="0" y="1344741"/>
                </a:moveTo>
                <a:lnTo>
                  <a:pt x="11298" y="1344741"/>
                </a:lnTo>
                <a:lnTo>
                  <a:pt x="22608" y="1333405"/>
                </a:lnTo>
                <a:lnTo>
                  <a:pt x="33906" y="1310824"/>
                </a:lnTo>
                <a:lnTo>
                  <a:pt x="45217" y="1288213"/>
                </a:lnTo>
                <a:lnTo>
                  <a:pt x="56518" y="1265632"/>
                </a:lnTo>
                <a:lnTo>
                  <a:pt x="67829" y="1231714"/>
                </a:lnTo>
                <a:lnTo>
                  <a:pt x="79127" y="1197828"/>
                </a:lnTo>
                <a:lnTo>
                  <a:pt x="90437" y="1152635"/>
                </a:lnTo>
                <a:lnTo>
                  <a:pt x="101739" y="1118718"/>
                </a:lnTo>
                <a:lnTo>
                  <a:pt x="113049" y="1073526"/>
                </a:lnTo>
                <a:lnTo>
                  <a:pt x="113049" y="1039608"/>
                </a:lnTo>
                <a:lnTo>
                  <a:pt x="124347" y="994416"/>
                </a:lnTo>
                <a:lnTo>
                  <a:pt x="135658" y="960529"/>
                </a:lnTo>
                <a:lnTo>
                  <a:pt x="146956" y="915306"/>
                </a:lnTo>
                <a:lnTo>
                  <a:pt x="158270" y="881420"/>
                </a:lnTo>
                <a:lnTo>
                  <a:pt x="169568" y="836227"/>
                </a:lnTo>
                <a:lnTo>
                  <a:pt x="180878" y="802310"/>
                </a:lnTo>
                <a:lnTo>
                  <a:pt x="192177" y="757118"/>
                </a:lnTo>
                <a:lnTo>
                  <a:pt x="203487" y="723200"/>
                </a:lnTo>
                <a:lnTo>
                  <a:pt x="214788" y="689314"/>
                </a:lnTo>
                <a:lnTo>
                  <a:pt x="226099" y="655396"/>
                </a:lnTo>
                <a:lnTo>
                  <a:pt x="226099" y="632816"/>
                </a:lnTo>
                <a:lnTo>
                  <a:pt x="237397" y="598898"/>
                </a:lnTo>
                <a:lnTo>
                  <a:pt x="248708" y="565012"/>
                </a:lnTo>
                <a:lnTo>
                  <a:pt x="260009" y="542400"/>
                </a:lnTo>
                <a:lnTo>
                  <a:pt x="271319" y="508513"/>
                </a:lnTo>
                <a:lnTo>
                  <a:pt x="282618" y="485902"/>
                </a:lnTo>
                <a:lnTo>
                  <a:pt x="293928" y="463291"/>
                </a:lnTo>
                <a:lnTo>
                  <a:pt x="305226" y="440710"/>
                </a:lnTo>
                <a:lnTo>
                  <a:pt x="316540" y="418098"/>
                </a:lnTo>
                <a:lnTo>
                  <a:pt x="327838" y="395517"/>
                </a:lnTo>
                <a:lnTo>
                  <a:pt x="339149" y="372906"/>
                </a:lnTo>
                <a:lnTo>
                  <a:pt x="339149" y="350294"/>
                </a:lnTo>
                <a:lnTo>
                  <a:pt x="350447" y="338988"/>
                </a:lnTo>
                <a:lnTo>
                  <a:pt x="361757" y="316408"/>
                </a:lnTo>
                <a:lnTo>
                  <a:pt x="373059" y="305102"/>
                </a:lnTo>
                <a:lnTo>
                  <a:pt x="384369" y="282490"/>
                </a:lnTo>
                <a:lnTo>
                  <a:pt x="395667" y="271215"/>
                </a:lnTo>
                <a:lnTo>
                  <a:pt x="406978" y="259879"/>
                </a:lnTo>
                <a:lnTo>
                  <a:pt x="418279" y="237298"/>
                </a:lnTo>
                <a:lnTo>
                  <a:pt x="429589" y="225992"/>
                </a:lnTo>
                <a:lnTo>
                  <a:pt x="440888" y="214686"/>
                </a:lnTo>
                <a:lnTo>
                  <a:pt x="452198" y="203411"/>
                </a:lnTo>
                <a:lnTo>
                  <a:pt x="452198" y="192105"/>
                </a:lnTo>
                <a:lnTo>
                  <a:pt x="463496" y="180800"/>
                </a:lnTo>
                <a:lnTo>
                  <a:pt x="474810" y="180800"/>
                </a:lnTo>
                <a:lnTo>
                  <a:pt x="486108" y="169494"/>
                </a:lnTo>
                <a:lnTo>
                  <a:pt x="497419" y="158188"/>
                </a:lnTo>
                <a:lnTo>
                  <a:pt x="508717" y="146883"/>
                </a:lnTo>
                <a:lnTo>
                  <a:pt x="520027" y="135577"/>
                </a:lnTo>
                <a:lnTo>
                  <a:pt x="531329" y="135577"/>
                </a:lnTo>
                <a:lnTo>
                  <a:pt x="542639" y="124302"/>
                </a:lnTo>
                <a:lnTo>
                  <a:pt x="553937" y="124302"/>
                </a:lnTo>
                <a:lnTo>
                  <a:pt x="565248" y="112996"/>
                </a:lnTo>
                <a:lnTo>
                  <a:pt x="576549" y="101690"/>
                </a:lnTo>
                <a:lnTo>
                  <a:pt x="587860" y="101690"/>
                </a:lnTo>
                <a:lnTo>
                  <a:pt x="599158" y="90384"/>
                </a:lnTo>
                <a:lnTo>
                  <a:pt x="610468" y="90384"/>
                </a:lnTo>
                <a:lnTo>
                  <a:pt x="621767" y="79109"/>
                </a:lnTo>
                <a:lnTo>
                  <a:pt x="633080" y="79109"/>
                </a:lnTo>
                <a:lnTo>
                  <a:pt x="644378" y="79109"/>
                </a:lnTo>
                <a:lnTo>
                  <a:pt x="655689" y="67803"/>
                </a:lnTo>
                <a:lnTo>
                  <a:pt x="666987" y="67803"/>
                </a:lnTo>
                <a:lnTo>
                  <a:pt x="678298" y="56498"/>
                </a:lnTo>
                <a:lnTo>
                  <a:pt x="689599" y="56498"/>
                </a:lnTo>
                <a:lnTo>
                  <a:pt x="700909" y="56498"/>
                </a:lnTo>
                <a:lnTo>
                  <a:pt x="712208" y="56498"/>
                </a:lnTo>
                <a:lnTo>
                  <a:pt x="723518" y="45192"/>
                </a:lnTo>
                <a:lnTo>
                  <a:pt x="734816" y="45192"/>
                </a:lnTo>
                <a:lnTo>
                  <a:pt x="746130" y="45192"/>
                </a:lnTo>
                <a:lnTo>
                  <a:pt x="757428" y="45192"/>
                </a:lnTo>
                <a:lnTo>
                  <a:pt x="768739" y="45192"/>
                </a:lnTo>
                <a:lnTo>
                  <a:pt x="780037" y="33886"/>
                </a:lnTo>
                <a:lnTo>
                  <a:pt x="791350" y="33886"/>
                </a:lnTo>
                <a:lnTo>
                  <a:pt x="802649" y="33886"/>
                </a:lnTo>
                <a:lnTo>
                  <a:pt x="813959" y="33886"/>
                </a:lnTo>
                <a:lnTo>
                  <a:pt x="825257" y="33886"/>
                </a:lnTo>
                <a:lnTo>
                  <a:pt x="836568" y="22580"/>
                </a:lnTo>
                <a:lnTo>
                  <a:pt x="938307" y="22580"/>
                </a:lnTo>
                <a:lnTo>
                  <a:pt x="949617" y="11275"/>
                </a:lnTo>
                <a:lnTo>
                  <a:pt x="1300068" y="11275"/>
                </a:lnTo>
                <a:lnTo>
                  <a:pt x="1311378" y="0"/>
                </a:lnTo>
                <a:lnTo>
                  <a:pt x="1379220" y="0"/>
                </a:lnTo>
                <a:lnTo>
                  <a:pt x="1390500" y="0"/>
                </a:lnTo>
              </a:path>
            </a:pathLst>
          </a:custGeom>
          <a:ln w="11302">
            <a:solidFill>
              <a:srgbClr val="000000"/>
            </a:solidFill>
          </a:ln>
        </p:spPr>
        <p:txBody>
          <a:bodyPr wrap="square" lIns="0" tIns="0" rIns="0" bIns="0" rtlCol="0"/>
          <a:lstStyle/>
          <a:p>
            <a:endParaRPr/>
          </a:p>
        </p:txBody>
      </p:sp>
      <p:sp>
        <p:nvSpPr>
          <p:cNvPr id="45" name="object 45"/>
          <p:cNvSpPr txBox="1"/>
          <p:nvPr/>
        </p:nvSpPr>
        <p:spPr>
          <a:xfrm>
            <a:off x="2806664" y="2371724"/>
            <a:ext cx="732155" cy="240665"/>
          </a:xfrm>
          <a:prstGeom prst="rect">
            <a:avLst/>
          </a:prstGeom>
        </p:spPr>
        <p:txBody>
          <a:bodyPr vert="horz" wrap="square" lIns="0" tIns="0" rIns="0" bIns="0" rtlCol="0">
            <a:spAutoFit/>
          </a:bodyPr>
          <a:lstStyle/>
          <a:p>
            <a:pPr marL="12700">
              <a:lnSpc>
                <a:spcPct val="100000"/>
              </a:lnSpc>
            </a:pPr>
            <a:r>
              <a:rPr sz="1700" spc="25" dirty="0">
                <a:latin typeface="Times New Roman"/>
                <a:cs typeface="Times New Roman"/>
              </a:rPr>
              <a:t>o</a:t>
            </a:r>
            <a:r>
              <a:rPr sz="1700" spc="-55" dirty="0">
                <a:latin typeface="Times New Roman"/>
                <a:cs typeface="Times New Roman"/>
              </a:rPr>
              <a:t>u</a:t>
            </a:r>
            <a:r>
              <a:rPr sz="1700" spc="-30" dirty="0">
                <a:latin typeface="Times New Roman"/>
                <a:cs typeface="Times New Roman"/>
              </a:rPr>
              <a:t>t</a:t>
            </a:r>
            <a:r>
              <a:rPr sz="1700" spc="25" dirty="0">
                <a:latin typeface="Times New Roman"/>
                <a:cs typeface="Times New Roman"/>
              </a:rPr>
              <a:t>p</a:t>
            </a:r>
            <a:r>
              <a:rPr sz="1700" spc="-55" dirty="0">
                <a:latin typeface="Times New Roman"/>
                <a:cs typeface="Times New Roman"/>
              </a:rPr>
              <a:t>u</a:t>
            </a:r>
            <a:r>
              <a:rPr sz="1700" spc="-5" dirty="0">
                <a:latin typeface="Times New Roman"/>
                <a:cs typeface="Times New Roman"/>
              </a:rPr>
              <a:t>t </a:t>
            </a:r>
            <a:r>
              <a:rPr sz="1700" spc="-10" dirty="0">
                <a:latin typeface="Times New Roman"/>
                <a:cs typeface="Times New Roman"/>
              </a:rPr>
              <a:t>1</a:t>
            </a:r>
            <a:endParaRPr sz="1700">
              <a:latin typeface="Times New Roman"/>
              <a:cs typeface="Times New Roman"/>
            </a:endParaRPr>
          </a:p>
        </p:txBody>
      </p:sp>
      <p:sp>
        <p:nvSpPr>
          <p:cNvPr id="46" name="object 46"/>
          <p:cNvSpPr/>
          <p:nvPr/>
        </p:nvSpPr>
        <p:spPr>
          <a:xfrm>
            <a:off x="4469891" y="2082594"/>
            <a:ext cx="2068830" cy="1616075"/>
          </a:xfrm>
          <a:custGeom>
            <a:avLst/>
            <a:gdLst/>
            <a:ahLst/>
            <a:cxnLst/>
            <a:rect l="l" t="t" r="r" b="b"/>
            <a:pathLst>
              <a:path w="2068829" h="1616075">
                <a:moveTo>
                  <a:pt x="0" y="1615939"/>
                </a:moveTo>
                <a:lnTo>
                  <a:pt x="2068817" y="1615939"/>
                </a:lnTo>
                <a:lnTo>
                  <a:pt x="2068817" y="0"/>
                </a:lnTo>
                <a:lnTo>
                  <a:pt x="0" y="0"/>
                </a:lnTo>
                <a:lnTo>
                  <a:pt x="0" y="1615939"/>
                </a:lnTo>
                <a:close/>
              </a:path>
            </a:pathLst>
          </a:custGeom>
          <a:solidFill>
            <a:srgbClr val="FFFFFF"/>
          </a:solidFill>
        </p:spPr>
        <p:txBody>
          <a:bodyPr wrap="square" lIns="0" tIns="0" rIns="0" bIns="0" rtlCol="0"/>
          <a:lstStyle/>
          <a:p>
            <a:endParaRPr/>
          </a:p>
        </p:txBody>
      </p:sp>
      <p:sp>
        <p:nvSpPr>
          <p:cNvPr id="47" name="object 47"/>
          <p:cNvSpPr/>
          <p:nvPr/>
        </p:nvSpPr>
        <p:spPr>
          <a:xfrm>
            <a:off x="4469885" y="2082594"/>
            <a:ext cx="2068830" cy="0"/>
          </a:xfrm>
          <a:custGeom>
            <a:avLst/>
            <a:gdLst/>
            <a:ahLst/>
            <a:cxnLst/>
            <a:rect l="l" t="t" r="r" b="b"/>
            <a:pathLst>
              <a:path w="2068829">
                <a:moveTo>
                  <a:pt x="0" y="0"/>
                </a:moveTo>
                <a:lnTo>
                  <a:pt x="2068837" y="0"/>
                </a:lnTo>
              </a:path>
            </a:pathLst>
          </a:custGeom>
          <a:ln w="11300">
            <a:solidFill>
              <a:srgbClr val="000000"/>
            </a:solidFill>
          </a:ln>
        </p:spPr>
        <p:txBody>
          <a:bodyPr wrap="square" lIns="0" tIns="0" rIns="0" bIns="0" rtlCol="0"/>
          <a:lstStyle/>
          <a:p>
            <a:endParaRPr/>
          </a:p>
        </p:txBody>
      </p:sp>
      <p:sp>
        <p:nvSpPr>
          <p:cNvPr id="48" name="object 48"/>
          <p:cNvSpPr/>
          <p:nvPr/>
        </p:nvSpPr>
        <p:spPr>
          <a:xfrm>
            <a:off x="6538723"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49" name="object 49"/>
          <p:cNvSpPr/>
          <p:nvPr/>
        </p:nvSpPr>
        <p:spPr>
          <a:xfrm>
            <a:off x="4464263" y="3698521"/>
            <a:ext cx="2074545" cy="0"/>
          </a:xfrm>
          <a:custGeom>
            <a:avLst/>
            <a:gdLst/>
            <a:ahLst/>
            <a:cxnLst/>
            <a:rect l="l" t="t" r="r" b="b"/>
            <a:pathLst>
              <a:path w="2074545">
                <a:moveTo>
                  <a:pt x="0" y="0"/>
                </a:moveTo>
                <a:lnTo>
                  <a:pt x="2074459" y="0"/>
                </a:lnTo>
              </a:path>
            </a:pathLst>
          </a:custGeom>
          <a:ln w="11300">
            <a:solidFill>
              <a:srgbClr val="000000"/>
            </a:solidFill>
          </a:ln>
        </p:spPr>
        <p:txBody>
          <a:bodyPr wrap="square" lIns="0" tIns="0" rIns="0" bIns="0" rtlCol="0"/>
          <a:lstStyle/>
          <a:p>
            <a:endParaRPr/>
          </a:p>
        </p:txBody>
      </p:sp>
      <p:sp>
        <p:nvSpPr>
          <p:cNvPr id="50" name="object 50"/>
          <p:cNvSpPr/>
          <p:nvPr/>
        </p:nvSpPr>
        <p:spPr>
          <a:xfrm>
            <a:off x="6538723" y="369852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1" name="object 51"/>
          <p:cNvSpPr/>
          <p:nvPr/>
        </p:nvSpPr>
        <p:spPr>
          <a:xfrm>
            <a:off x="6538723" y="2082594"/>
            <a:ext cx="0" cy="1616075"/>
          </a:xfrm>
          <a:custGeom>
            <a:avLst/>
            <a:gdLst/>
            <a:ahLst/>
            <a:cxnLst/>
            <a:rect l="l" t="t" r="r" b="b"/>
            <a:pathLst>
              <a:path h="1616075">
                <a:moveTo>
                  <a:pt x="0" y="1615957"/>
                </a:moveTo>
                <a:lnTo>
                  <a:pt x="0" y="0"/>
                </a:lnTo>
              </a:path>
            </a:pathLst>
          </a:custGeom>
          <a:ln w="11304">
            <a:solidFill>
              <a:srgbClr val="000000"/>
            </a:solidFill>
          </a:ln>
        </p:spPr>
        <p:txBody>
          <a:bodyPr wrap="square" lIns="0" tIns="0" rIns="0" bIns="0" rtlCol="0"/>
          <a:lstStyle/>
          <a:p>
            <a:endParaRPr/>
          </a:p>
        </p:txBody>
      </p:sp>
      <p:sp>
        <p:nvSpPr>
          <p:cNvPr id="52" name="object 52"/>
          <p:cNvSpPr/>
          <p:nvPr/>
        </p:nvSpPr>
        <p:spPr>
          <a:xfrm>
            <a:off x="6538723"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3" name="object 53"/>
          <p:cNvSpPr/>
          <p:nvPr/>
        </p:nvSpPr>
        <p:spPr>
          <a:xfrm>
            <a:off x="4469900" y="2082594"/>
            <a:ext cx="0" cy="1616075"/>
          </a:xfrm>
          <a:custGeom>
            <a:avLst/>
            <a:gdLst/>
            <a:ahLst/>
            <a:cxnLst/>
            <a:rect l="l" t="t" r="r" b="b"/>
            <a:pathLst>
              <a:path h="1616075">
                <a:moveTo>
                  <a:pt x="0" y="1615957"/>
                </a:moveTo>
                <a:lnTo>
                  <a:pt x="0" y="0"/>
                </a:lnTo>
              </a:path>
            </a:pathLst>
          </a:custGeom>
          <a:ln w="11335">
            <a:solidFill>
              <a:srgbClr val="000000"/>
            </a:solidFill>
          </a:ln>
        </p:spPr>
        <p:txBody>
          <a:bodyPr wrap="square" lIns="0" tIns="0" rIns="0" bIns="0" rtlCol="0"/>
          <a:lstStyle/>
          <a:p>
            <a:endParaRPr/>
          </a:p>
        </p:txBody>
      </p:sp>
      <p:sp>
        <p:nvSpPr>
          <p:cNvPr id="54" name="object 54"/>
          <p:cNvSpPr/>
          <p:nvPr/>
        </p:nvSpPr>
        <p:spPr>
          <a:xfrm>
            <a:off x="4469916"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5" name="object 55"/>
          <p:cNvSpPr/>
          <p:nvPr/>
        </p:nvSpPr>
        <p:spPr>
          <a:xfrm>
            <a:off x="6538723" y="369852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6" name="object 56"/>
          <p:cNvSpPr/>
          <p:nvPr/>
        </p:nvSpPr>
        <p:spPr>
          <a:xfrm>
            <a:off x="4469916"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7" name="object 57"/>
          <p:cNvSpPr/>
          <p:nvPr/>
        </p:nvSpPr>
        <p:spPr>
          <a:xfrm>
            <a:off x="4469916" y="367594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8" name="object 58"/>
          <p:cNvSpPr/>
          <p:nvPr/>
        </p:nvSpPr>
        <p:spPr>
          <a:xfrm>
            <a:off x="4469916" y="2105206"/>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59" name="object 59"/>
          <p:cNvSpPr/>
          <p:nvPr/>
        </p:nvSpPr>
        <p:spPr>
          <a:xfrm>
            <a:off x="5492996" y="3687231"/>
            <a:ext cx="11430" cy="0"/>
          </a:xfrm>
          <a:custGeom>
            <a:avLst/>
            <a:gdLst/>
            <a:ahLst/>
            <a:cxnLst/>
            <a:rect l="l" t="t" r="r" b="b"/>
            <a:pathLst>
              <a:path w="11429">
                <a:moveTo>
                  <a:pt x="0" y="0"/>
                </a:moveTo>
                <a:lnTo>
                  <a:pt x="11304" y="0"/>
                </a:lnTo>
              </a:path>
            </a:pathLst>
          </a:custGeom>
          <a:ln w="22580">
            <a:solidFill>
              <a:srgbClr val="000000"/>
            </a:solidFill>
          </a:ln>
        </p:spPr>
        <p:txBody>
          <a:bodyPr wrap="square" lIns="0" tIns="0" rIns="0" bIns="0" rtlCol="0"/>
          <a:lstStyle/>
          <a:p>
            <a:endParaRPr/>
          </a:p>
        </p:txBody>
      </p:sp>
      <p:sp>
        <p:nvSpPr>
          <p:cNvPr id="60" name="object 60"/>
          <p:cNvSpPr/>
          <p:nvPr/>
        </p:nvSpPr>
        <p:spPr>
          <a:xfrm>
            <a:off x="5498649" y="367594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61" name="object 61"/>
          <p:cNvSpPr/>
          <p:nvPr/>
        </p:nvSpPr>
        <p:spPr>
          <a:xfrm>
            <a:off x="5492996" y="2099553"/>
            <a:ext cx="11430" cy="0"/>
          </a:xfrm>
          <a:custGeom>
            <a:avLst/>
            <a:gdLst/>
            <a:ahLst/>
            <a:cxnLst/>
            <a:rect l="l" t="t" r="r" b="b"/>
            <a:pathLst>
              <a:path w="11429">
                <a:moveTo>
                  <a:pt x="0" y="0"/>
                </a:moveTo>
                <a:lnTo>
                  <a:pt x="11304" y="0"/>
                </a:lnTo>
              </a:path>
            </a:pathLst>
          </a:custGeom>
          <a:ln w="11305">
            <a:solidFill>
              <a:srgbClr val="000000"/>
            </a:solidFill>
          </a:ln>
        </p:spPr>
        <p:txBody>
          <a:bodyPr wrap="square" lIns="0" tIns="0" rIns="0" bIns="0" rtlCol="0"/>
          <a:lstStyle/>
          <a:p>
            <a:endParaRPr/>
          </a:p>
        </p:txBody>
      </p:sp>
      <p:sp>
        <p:nvSpPr>
          <p:cNvPr id="62" name="object 62"/>
          <p:cNvSpPr/>
          <p:nvPr/>
        </p:nvSpPr>
        <p:spPr>
          <a:xfrm>
            <a:off x="5498649" y="2105206"/>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63" name="object 63"/>
          <p:cNvSpPr/>
          <p:nvPr/>
        </p:nvSpPr>
        <p:spPr>
          <a:xfrm>
            <a:off x="6538723" y="367594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64" name="object 64"/>
          <p:cNvSpPr/>
          <p:nvPr/>
        </p:nvSpPr>
        <p:spPr>
          <a:xfrm>
            <a:off x="6538723" y="2105206"/>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65" name="object 65"/>
          <p:cNvSpPr txBox="1"/>
          <p:nvPr/>
        </p:nvSpPr>
        <p:spPr>
          <a:xfrm>
            <a:off x="4411971" y="3727768"/>
            <a:ext cx="2298065" cy="240665"/>
          </a:xfrm>
          <a:prstGeom prst="rect">
            <a:avLst/>
          </a:prstGeom>
        </p:spPr>
        <p:txBody>
          <a:bodyPr vert="horz" wrap="square" lIns="0" tIns="0" rIns="0" bIns="0" rtlCol="0">
            <a:spAutoFit/>
          </a:bodyPr>
          <a:lstStyle/>
          <a:p>
            <a:pPr marL="12700">
              <a:lnSpc>
                <a:spcPct val="100000"/>
              </a:lnSpc>
              <a:tabLst>
                <a:tab pos="939165" algn="l"/>
                <a:tab pos="1979295" algn="l"/>
              </a:tabLst>
            </a:pPr>
            <a:r>
              <a:rPr sz="1700" spc="-10" dirty="0">
                <a:latin typeface="Times New Roman"/>
                <a:cs typeface="Times New Roman"/>
              </a:rPr>
              <a:t>0	</a:t>
            </a:r>
            <a:r>
              <a:rPr sz="1700" spc="-55" dirty="0">
                <a:latin typeface="Times New Roman"/>
                <a:cs typeface="Times New Roman"/>
              </a:rPr>
              <a:t>10</a:t>
            </a:r>
            <a:r>
              <a:rPr sz="1700" spc="-10" dirty="0">
                <a:latin typeface="Times New Roman"/>
                <a:cs typeface="Times New Roman"/>
              </a:rPr>
              <a:t>0</a:t>
            </a:r>
            <a:r>
              <a:rPr sz="1700" dirty="0">
                <a:latin typeface="Times New Roman"/>
                <a:cs typeface="Times New Roman"/>
              </a:rPr>
              <a:t>	</a:t>
            </a:r>
            <a:r>
              <a:rPr sz="1700" spc="-55" dirty="0">
                <a:latin typeface="Times New Roman"/>
                <a:cs typeface="Times New Roman"/>
              </a:rPr>
              <a:t>200</a:t>
            </a:r>
            <a:endParaRPr sz="1700">
              <a:latin typeface="Times New Roman"/>
              <a:cs typeface="Times New Roman"/>
            </a:endParaRPr>
          </a:p>
        </p:txBody>
      </p:sp>
      <p:sp>
        <p:nvSpPr>
          <p:cNvPr id="66" name="object 66"/>
          <p:cNvSpPr/>
          <p:nvPr/>
        </p:nvSpPr>
        <p:spPr>
          <a:xfrm>
            <a:off x="4469916" y="3562944"/>
            <a:ext cx="11430" cy="0"/>
          </a:xfrm>
          <a:custGeom>
            <a:avLst/>
            <a:gdLst/>
            <a:ahLst/>
            <a:cxnLst/>
            <a:rect l="l" t="t" r="r" b="b"/>
            <a:pathLst>
              <a:path w="11429">
                <a:moveTo>
                  <a:pt x="0" y="0"/>
                </a:moveTo>
                <a:lnTo>
                  <a:pt x="11279" y="0"/>
                </a:lnTo>
              </a:path>
            </a:pathLst>
          </a:custGeom>
          <a:ln w="11300">
            <a:solidFill>
              <a:srgbClr val="000000"/>
            </a:solidFill>
          </a:ln>
        </p:spPr>
        <p:txBody>
          <a:bodyPr wrap="square" lIns="0" tIns="0" rIns="0" bIns="0" rtlCol="0"/>
          <a:lstStyle/>
          <a:p>
            <a:endParaRPr/>
          </a:p>
        </p:txBody>
      </p:sp>
      <p:sp>
        <p:nvSpPr>
          <p:cNvPr id="67" name="object 67"/>
          <p:cNvSpPr/>
          <p:nvPr/>
        </p:nvSpPr>
        <p:spPr>
          <a:xfrm>
            <a:off x="4481196" y="356294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68" name="object 68"/>
          <p:cNvSpPr/>
          <p:nvPr/>
        </p:nvSpPr>
        <p:spPr>
          <a:xfrm>
            <a:off x="5905642" y="3562944"/>
            <a:ext cx="633095" cy="0"/>
          </a:xfrm>
          <a:custGeom>
            <a:avLst/>
            <a:gdLst/>
            <a:ahLst/>
            <a:cxnLst/>
            <a:rect l="l" t="t" r="r" b="b"/>
            <a:pathLst>
              <a:path w="633095">
                <a:moveTo>
                  <a:pt x="0" y="0"/>
                </a:moveTo>
                <a:lnTo>
                  <a:pt x="633080" y="0"/>
                </a:lnTo>
              </a:path>
            </a:pathLst>
          </a:custGeom>
          <a:ln w="11300">
            <a:solidFill>
              <a:srgbClr val="000000"/>
            </a:solidFill>
          </a:ln>
        </p:spPr>
        <p:txBody>
          <a:bodyPr wrap="square" lIns="0" tIns="0" rIns="0" bIns="0" rtlCol="0"/>
          <a:lstStyle/>
          <a:p>
            <a:endParaRPr/>
          </a:p>
        </p:txBody>
      </p:sp>
      <p:sp>
        <p:nvSpPr>
          <p:cNvPr id="69" name="object 69"/>
          <p:cNvSpPr/>
          <p:nvPr/>
        </p:nvSpPr>
        <p:spPr>
          <a:xfrm>
            <a:off x="6516102" y="356294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70" name="object 70"/>
          <p:cNvSpPr txBox="1"/>
          <p:nvPr/>
        </p:nvSpPr>
        <p:spPr>
          <a:xfrm>
            <a:off x="4310218" y="3445269"/>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0</a:t>
            </a:r>
            <a:endParaRPr sz="1700">
              <a:latin typeface="Times New Roman"/>
              <a:cs typeface="Times New Roman"/>
            </a:endParaRPr>
          </a:p>
        </p:txBody>
      </p:sp>
      <p:sp>
        <p:nvSpPr>
          <p:cNvPr id="71" name="object 71"/>
          <p:cNvSpPr/>
          <p:nvPr/>
        </p:nvSpPr>
        <p:spPr>
          <a:xfrm>
            <a:off x="4469885" y="2896211"/>
            <a:ext cx="11430" cy="0"/>
          </a:xfrm>
          <a:custGeom>
            <a:avLst/>
            <a:gdLst/>
            <a:ahLst/>
            <a:cxnLst/>
            <a:rect l="l" t="t" r="r" b="b"/>
            <a:pathLst>
              <a:path w="11429">
                <a:moveTo>
                  <a:pt x="0" y="0"/>
                </a:moveTo>
                <a:lnTo>
                  <a:pt x="11310" y="0"/>
                </a:lnTo>
              </a:path>
            </a:pathLst>
          </a:custGeom>
          <a:ln w="11300">
            <a:solidFill>
              <a:srgbClr val="000000"/>
            </a:solidFill>
          </a:ln>
        </p:spPr>
        <p:txBody>
          <a:bodyPr wrap="square" lIns="0" tIns="0" rIns="0" bIns="0" rtlCol="0"/>
          <a:lstStyle/>
          <a:p>
            <a:endParaRPr/>
          </a:p>
        </p:txBody>
      </p:sp>
      <p:sp>
        <p:nvSpPr>
          <p:cNvPr id="72" name="object 72"/>
          <p:cNvSpPr/>
          <p:nvPr/>
        </p:nvSpPr>
        <p:spPr>
          <a:xfrm>
            <a:off x="4481196" y="289624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73" name="object 73"/>
          <p:cNvSpPr/>
          <p:nvPr/>
        </p:nvSpPr>
        <p:spPr>
          <a:xfrm>
            <a:off x="6516102" y="2896241"/>
            <a:ext cx="22860" cy="0"/>
          </a:xfrm>
          <a:custGeom>
            <a:avLst/>
            <a:gdLst/>
            <a:ahLst/>
            <a:cxnLst/>
            <a:rect l="l" t="t" r="r" b="b"/>
            <a:pathLst>
              <a:path w="22859">
                <a:moveTo>
                  <a:pt x="22620" y="0"/>
                </a:moveTo>
                <a:lnTo>
                  <a:pt x="0" y="0"/>
                </a:lnTo>
              </a:path>
            </a:pathLst>
          </a:custGeom>
          <a:ln w="11300">
            <a:solidFill>
              <a:srgbClr val="000000"/>
            </a:solidFill>
          </a:ln>
        </p:spPr>
        <p:txBody>
          <a:bodyPr wrap="square" lIns="0" tIns="0" rIns="0" bIns="0" rtlCol="0"/>
          <a:lstStyle/>
          <a:p>
            <a:endParaRPr/>
          </a:p>
        </p:txBody>
      </p:sp>
      <p:sp>
        <p:nvSpPr>
          <p:cNvPr id="74" name="object 74"/>
          <p:cNvSpPr/>
          <p:nvPr/>
        </p:nvSpPr>
        <p:spPr>
          <a:xfrm>
            <a:off x="6516102" y="289624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75" name="object 75"/>
          <p:cNvSpPr txBox="1"/>
          <p:nvPr/>
        </p:nvSpPr>
        <p:spPr>
          <a:xfrm>
            <a:off x="4151950" y="2778556"/>
            <a:ext cx="29146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0</a:t>
            </a:r>
            <a:r>
              <a:rPr sz="1700" spc="10" dirty="0">
                <a:latin typeface="Times New Roman"/>
                <a:cs typeface="Times New Roman"/>
              </a:rPr>
              <a:t>.</a:t>
            </a:r>
            <a:r>
              <a:rPr sz="1700" spc="-10" dirty="0">
                <a:latin typeface="Times New Roman"/>
                <a:cs typeface="Times New Roman"/>
              </a:rPr>
              <a:t>5</a:t>
            </a:r>
            <a:endParaRPr sz="1700">
              <a:latin typeface="Times New Roman"/>
              <a:cs typeface="Times New Roman"/>
            </a:endParaRPr>
          </a:p>
        </p:txBody>
      </p:sp>
      <p:sp>
        <p:nvSpPr>
          <p:cNvPr id="76" name="object 76"/>
          <p:cNvSpPr/>
          <p:nvPr/>
        </p:nvSpPr>
        <p:spPr>
          <a:xfrm>
            <a:off x="4469885" y="2218202"/>
            <a:ext cx="11430" cy="0"/>
          </a:xfrm>
          <a:custGeom>
            <a:avLst/>
            <a:gdLst/>
            <a:ahLst/>
            <a:cxnLst/>
            <a:rect l="l" t="t" r="r" b="b"/>
            <a:pathLst>
              <a:path w="11429">
                <a:moveTo>
                  <a:pt x="0" y="0"/>
                </a:moveTo>
                <a:lnTo>
                  <a:pt x="11310" y="0"/>
                </a:lnTo>
              </a:path>
            </a:pathLst>
          </a:custGeom>
          <a:ln w="11300">
            <a:solidFill>
              <a:srgbClr val="000000"/>
            </a:solidFill>
          </a:ln>
        </p:spPr>
        <p:txBody>
          <a:bodyPr wrap="square" lIns="0" tIns="0" rIns="0" bIns="0" rtlCol="0"/>
          <a:lstStyle/>
          <a:p>
            <a:endParaRPr/>
          </a:p>
        </p:txBody>
      </p:sp>
      <p:sp>
        <p:nvSpPr>
          <p:cNvPr id="77" name="object 77"/>
          <p:cNvSpPr/>
          <p:nvPr/>
        </p:nvSpPr>
        <p:spPr>
          <a:xfrm>
            <a:off x="4481196" y="221820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78" name="object 78"/>
          <p:cNvSpPr/>
          <p:nvPr/>
        </p:nvSpPr>
        <p:spPr>
          <a:xfrm>
            <a:off x="6516102" y="2218202"/>
            <a:ext cx="22860" cy="0"/>
          </a:xfrm>
          <a:custGeom>
            <a:avLst/>
            <a:gdLst/>
            <a:ahLst/>
            <a:cxnLst/>
            <a:rect l="l" t="t" r="r" b="b"/>
            <a:pathLst>
              <a:path w="22859">
                <a:moveTo>
                  <a:pt x="22620" y="0"/>
                </a:moveTo>
                <a:lnTo>
                  <a:pt x="0" y="0"/>
                </a:lnTo>
              </a:path>
            </a:pathLst>
          </a:custGeom>
          <a:ln w="11300">
            <a:solidFill>
              <a:srgbClr val="000000"/>
            </a:solidFill>
          </a:ln>
        </p:spPr>
        <p:txBody>
          <a:bodyPr wrap="square" lIns="0" tIns="0" rIns="0" bIns="0" rtlCol="0"/>
          <a:lstStyle/>
          <a:p>
            <a:endParaRPr/>
          </a:p>
        </p:txBody>
      </p:sp>
      <p:sp>
        <p:nvSpPr>
          <p:cNvPr id="79" name="object 79"/>
          <p:cNvSpPr/>
          <p:nvPr/>
        </p:nvSpPr>
        <p:spPr>
          <a:xfrm>
            <a:off x="6516102" y="221820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80" name="object 80"/>
          <p:cNvSpPr txBox="1"/>
          <p:nvPr/>
        </p:nvSpPr>
        <p:spPr>
          <a:xfrm>
            <a:off x="4310218" y="2100541"/>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1</a:t>
            </a:r>
            <a:endParaRPr sz="1700">
              <a:latin typeface="Times New Roman"/>
              <a:cs typeface="Times New Roman"/>
            </a:endParaRPr>
          </a:p>
        </p:txBody>
      </p:sp>
      <p:sp>
        <p:nvSpPr>
          <p:cNvPr id="81" name="object 81"/>
          <p:cNvSpPr/>
          <p:nvPr/>
        </p:nvSpPr>
        <p:spPr>
          <a:xfrm>
            <a:off x="6538723"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82" name="object 82"/>
          <p:cNvSpPr/>
          <p:nvPr/>
        </p:nvSpPr>
        <p:spPr>
          <a:xfrm>
            <a:off x="6538723" y="369855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83" name="object 83"/>
          <p:cNvSpPr/>
          <p:nvPr/>
        </p:nvSpPr>
        <p:spPr>
          <a:xfrm>
            <a:off x="6538723"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84" name="object 84"/>
          <p:cNvSpPr/>
          <p:nvPr/>
        </p:nvSpPr>
        <p:spPr>
          <a:xfrm>
            <a:off x="4469885" y="2082594"/>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85" name="object 85"/>
          <p:cNvSpPr/>
          <p:nvPr/>
        </p:nvSpPr>
        <p:spPr>
          <a:xfrm>
            <a:off x="4469916" y="3551608"/>
            <a:ext cx="1435735" cy="11430"/>
          </a:xfrm>
          <a:custGeom>
            <a:avLst/>
            <a:gdLst/>
            <a:ahLst/>
            <a:cxnLst/>
            <a:rect l="l" t="t" r="r" b="b"/>
            <a:pathLst>
              <a:path w="1435735" h="11429">
                <a:moveTo>
                  <a:pt x="0" y="11336"/>
                </a:moveTo>
                <a:lnTo>
                  <a:pt x="11279" y="11336"/>
                </a:lnTo>
                <a:lnTo>
                  <a:pt x="22590" y="0"/>
                </a:lnTo>
                <a:lnTo>
                  <a:pt x="33900" y="0"/>
                </a:lnTo>
                <a:lnTo>
                  <a:pt x="893068" y="0"/>
                </a:lnTo>
                <a:lnTo>
                  <a:pt x="904379" y="11336"/>
                </a:lnTo>
                <a:lnTo>
                  <a:pt x="1424416" y="11336"/>
                </a:lnTo>
                <a:lnTo>
                  <a:pt x="1435726" y="11336"/>
                </a:lnTo>
              </a:path>
            </a:pathLst>
          </a:custGeom>
          <a:ln w="11300">
            <a:solidFill>
              <a:srgbClr val="000000"/>
            </a:solidFill>
          </a:ln>
        </p:spPr>
        <p:txBody>
          <a:bodyPr wrap="square" lIns="0" tIns="0" rIns="0" bIns="0" rtlCol="0"/>
          <a:lstStyle/>
          <a:p>
            <a:endParaRPr/>
          </a:p>
        </p:txBody>
      </p:sp>
      <p:sp>
        <p:nvSpPr>
          <p:cNvPr id="86" name="object 86"/>
          <p:cNvSpPr txBox="1"/>
          <p:nvPr/>
        </p:nvSpPr>
        <p:spPr>
          <a:xfrm>
            <a:off x="5587699" y="3174060"/>
            <a:ext cx="732155" cy="240665"/>
          </a:xfrm>
          <a:prstGeom prst="rect">
            <a:avLst/>
          </a:prstGeom>
        </p:spPr>
        <p:txBody>
          <a:bodyPr vert="horz" wrap="square" lIns="0" tIns="0" rIns="0" bIns="0" rtlCol="0">
            <a:spAutoFit/>
          </a:bodyPr>
          <a:lstStyle/>
          <a:p>
            <a:pPr marL="12700">
              <a:lnSpc>
                <a:spcPct val="100000"/>
              </a:lnSpc>
            </a:pPr>
            <a:r>
              <a:rPr sz="1700" spc="25" dirty="0">
                <a:latin typeface="Times New Roman"/>
                <a:cs typeface="Times New Roman"/>
              </a:rPr>
              <a:t>o</a:t>
            </a:r>
            <a:r>
              <a:rPr sz="1700" spc="-55" dirty="0">
                <a:latin typeface="Times New Roman"/>
                <a:cs typeface="Times New Roman"/>
              </a:rPr>
              <a:t>u</a:t>
            </a:r>
            <a:r>
              <a:rPr sz="1700" spc="-30" dirty="0">
                <a:latin typeface="Times New Roman"/>
                <a:cs typeface="Times New Roman"/>
              </a:rPr>
              <a:t>t</a:t>
            </a:r>
            <a:r>
              <a:rPr sz="1700" spc="25" dirty="0">
                <a:latin typeface="Times New Roman"/>
                <a:cs typeface="Times New Roman"/>
              </a:rPr>
              <a:t>p</a:t>
            </a:r>
            <a:r>
              <a:rPr sz="1700" spc="-55" dirty="0">
                <a:latin typeface="Times New Roman"/>
                <a:cs typeface="Times New Roman"/>
              </a:rPr>
              <a:t>u</a:t>
            </a:r>
            <a:r>
              <a:rPr sz="1700" spc="-5" dirty="0">
                <a:latin typeface="Times New Roman"/>
                <a:cs typeface="Times New Roman"/>
              </a:rPr>
              <a:t>t </a:t>
            </a:r>
            <a:r>
              <a:rPr sz="1700" spc="-10" dirty="0">
                <a:latin typeface="Times New Roman"/>
                <a:cs typeface="Times New Roman"/>
              </a:rPr>
              <a:t>2</a:t>
            </a:r>
            <a:endParaRPr sz="1700">
              <a:latin typeface="Times New Roman"/>
              <a:cs typeface="Times New Roman"/>
            </a:endParaRPr>
          </a:p>
        </p:txBody>
      </p:sp>
      <p:sp>
        <p:nvSpPr>
          <p:cNvPr id="87" name="object 87"/>
          <p:cNvSpPr/>
          <p:nvPr/>
        </p:nvSpPr>
        <p:spPr>
          <a:xfrm>
            <a:off x="1688866" y="4331351"/>
            <a:ext cx="2058035" cy="1616075"/>
          </a:xfrm>
          <a:custGeom>
            <a:avLst/>
            <a:gdLst/>
            <a:ahLst/>
            <a:cxnLst/>
            <a:rect l="l" t="t" r="r" b="b"/>
            <a:pathLst>
              <a:path w="2058035" h="1616075">
                <a:moveTo>
                  <a:pt x="0" y="1615939"/>
                </a:moveTo>
                <a:lnTo>
                  <a:pt x="2057506" y="1615939"/>
                </a:lnTo>
                <a:lnTo>
                  <a:pt x="2057506" y="0"/>
                </a:lnTo>
                <a:lnTo>
                  <a:pt x="0" y="0"/>
                </a:lnTo>
                <a:lnTo>
                  <a:pt x="0" y="1615939"/>
                </a:lnTo>
                <a:close/>
              </a:path>
            </a:pathLst>
          </a:custGeom>
          <a:solidFill>
            <a:srgbClr val="FFFFFF"/>
          </a:solidFill>
        </p:spPr>
        <p:txBody>
          <a:bodyPr wrap="square" lIns="0" tIns="0" rIns="0" bIns="0" rtlCol="0"/>
          <a:lstStyle/>
          <a:p>
            <a:endParaRPr/>
          </a:p>
        </p:txBody>
      </p:sp>
      <p:sp>
        <p:nvSpPr>
          <p:cNvPr id="88" name="object 88"/>
          <p:cNvSpPr/>
          <p:nvPr/>
        </p:nvSpPr>
        <p:spPr>
          <a:xfrm>
            <a:off x="1688858" y="4331355"/>
            <a:ext cx="2058035" cy="0"/>
          </a:xfrm>
          <a:custGeom>
            <a:avLst/>
            <a:gdLst/>
            <a:ahLst/>
            <a:cxnLst/>
            <a:rect l="l" t="t" r="r" b="b"/>
            <a:pathLst>
              <a:path w="2058035">
                <a:moveTo>
                  <a:pt x="0" y="0"/>
                </a:moveTo>
                <a:lnTo>
                  <a:pt x="2057524" y="0"/>
                </a:lnTo>
              </a:path>
            </a:pathLst>
          </a:custGeom>
          <a:ln w="11312">
            <a:solidFill>
              <a:srgbClr val="000000"/>
            </a:solidFill>
          </a:ln>
        </p:spPr>
        <p:txBody>
          <a:bodyPr wrap="square" lIns="0" tIns="0" rIns="0" bIns="0" rtlCol="0"/>
          <a:lstStyle/>
          <a:p>
            <a:endParaRPr/>
          </a:p>
        </p:txBody>
      </p:sp>
      <p:sp>
        <p:nvSpPr>
          <p:cNvPr id="89" name="object 89"/>
          <p:cNvSpPr/>
          <p:nvPr/>
        </p:nvSpPr>
        <p:spPr>
          <a:xfrm>
            <a:off x="3746382"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0" name="object 90"/>
          <p:cNvSpPr/>
          <p:nvPr/>
        </p:nvSpPr>
        <p:spPr>
          <a:xfrm>
            <a:off x="3746382" y="594729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1" name="object 91"/>
          <p:cNvSpPr/>
          <p:nvPr/>
        </p:nvSpPr>
        <p:spPr>
          <a:xfrm>
            <a:off x="3746382" y="4331349"/>
            <a:ext cx="0" cy="1616075"/>
          </a:xfrm>
          <a:custGeom>
            <a:avLst/>
            <a:gdLst/>
            <a:ahLst/>
            <a:cxnLst/>
            <a:rect l="l" t="t" r="r" b="b"/>
            <a:pathLst>
              <a:path h="1616075">
                <a:moveTo>
                  <a:pt x="0" y="1615954"/>
                </a:moveTo>
                <a:lnTo>
                  <a:pt x="0" y="0"/>
                </a:lnTo>
              </a:path>
            </a:pathLst>
          </a:custGeom>
          <a:ln w="11304">
            <a:solidFill>
              <a:srgbClr val="000000"/>
            </a:solidFill>
          </a:ln>
        </p:spPr>
        <p:txBody>
          <a:bodyPr wrap="square" lIns="0" tIns="0" rIns="0" bIns="0" rtlCol="0"/>
          <a:lstStyle/>
          <a:p>
            <a:endParaRPr/>
          </a:p>
        </p:txBody>
      </p:sp>
      <p:sp>
        <p:nvSpPr>
          <p:cNvPr id="92" name="object 92"/>
          <p:cNvSpPr/>
          <p:nvPr/>
        </p:nvSpPr>
        <p:spPr>
          <a:xfrm>
            <a:off x="3746382"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3" name="object 93"/>
          <p:cNvSpPr/>
          <p:nvPr/>
        </p:nvSpPr>
        <p:spPr>
          <a:xfrm>
            <a:off x="1688864" y="4331349"/>
            <a:ext cx="0" cy="1616075"/>
          </a:xfrm>
          <a:custGeom>
            <a:avLst/>
            <a:gdLst/>
            <a:ahLst/>
            <a:cxnLst/>
            <a:rect l="l" t="t" r="r" b="b"/>
            <a:pathLst>
              <a:path h="1616075">
                <a:moveTo>
                  <a:pt x="0" y="1615954"/>
                </a:moveTo>
                <a:lnTo>
                  <a:pt x="0" y="0"/>
                </a:lnTo>
              </a:path>
            </a:pathLst>
          </a:custGeom>
          <a:ln w="11317">
            <a:solidFill>
              <a:srgbClr val="000000"/>
            </a:solidFill>
          </a:ln>
        </p:spPr>
        <p:txBody>
          <a:bodyPr wrap="square" lIns="0" tIns="0" rIns="0" bIns="0" rtlCol="0"/>
          <a:lstStyle/>
          <a:p>
            <a:endParaRPr/>
          </a:p>
        </p:txBody>
      </p:sp>
      <p:sp>
        <p:nvSpPr>
          <p:cNvPr id="94" name="object 94"/>
          <p:cNvSpPr/>
          <p:nvPr/>
        </p:nvSpPr>
        <p:spPr>
          <a:xfrm>
            <a:off x="1688870"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5" name="object 95"/>
          <p:cNvSpPr/>
          <p:nvPr/>
        </p:nvSpPr>
        <p:spPr>
          <a:xfrm>
            <a:off x="3746382" y="594729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6" name="object 96"/>
          <p:cNvSpPr/>
          <p:nvPr/>
        </p:nvSpPr>
        <p:spPr>
          <a:xfrm>
            <a:off x="1688870"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7" name="object 97"/>
          <p:cNvSpPr/>
          <p:nvPr/>
        </p:nvSpPr>
        <p:spPr>
          <a:xfrm>
            <a:off x="1688870" y="592469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8" name="object 98"/>
          <p:cNvSpPr/>
          <p:nvPr/>
        </p:nvSpPr>
        <p:spPr>
          <a:xfrm>
            <a:off x="1688870" y="435396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99" name="object 99"/>
          <p:cNvSpPr txBox="1"/>
          <p:nvPr/>
        </p:nvSpPr>
        <p:spPr>
          <a:xfrm>
            <a:off x="1630947" y="5976528"/>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0</a:t>
            </a:r>
            <a:endParaRPr sz="1700">
              <a:latin typeface="Times New Roman"/>
              <a:cs typeface="Times New Roman"/>
            </a:endParaRPr>
          </a:p>
        </p:txBody>
      </p:sp>
      <p:sp>
        <p:nvSpPr>
          <p:cNvPr id="100" name="object 100"/>
          <p:cNvSpPr/>
          <p:nvPr/>
        </p:nvSpPr>
        <p:spPr>
          <a:xfrm>
            <a:off x="2711966" y="5935991"/>
            <a:ext cx="11430" cy="0"/>
          </a:xfrm>
          <a:custGeom>
            <a:avLst/>
            <a:gdLst/>
            <a:ahLst/>
            <a:cxnLst/>
            <a:rect l="l" t="t" r="r" b="b"/>
            <a:pathLst>
              <a:path w="11430">
                <a:moveTo>
                  <a:pt x="0" y="0"/>
                </a:moveTo>
                <a:lnTo>
                  <a:pt x="11304" y="0"/>
                </a:lnTo>
              </a:path>
            </a:pathLst>
          </a:custGeom>
          <a:ln w="22599">
            <a:solidFill>
              <a:srgbClr val="000000"/>
            </a:solidFill>
          </a:ln>
        </p:spPr>
        <p:txBody>
          <a:bodyPr wrap="square" lIns="0" tIns="0" rIns="0" bIns="0" rtlCol="0"/>
          <a:lstStyle/>
          <a:p>
            <a:endParaRPr/>
          </a:p>
        </p:txBody>
      </p:sp>
      <p:sp>
        <p:nvSpPr>
          <p:cNvPr id="101" name="object 101"/>
          <p:cNvSpPr/>
          <p:nvPr/>
        </p:nvSpPr>
        <p:spPr>
          <a:xfrm>
            <a:off x="2717618" y="592469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02" name="object 102"/>
          <p:cNvSpPr/>
          <p:nvPr/>
        </p:nvSpPr>
        <p:spPr>
          <a:xfrm>
            <a:off x="2711966" y="4348305"/>
            <a:ext cx="11430" cy="0"/>
          </a:xfrm>
          <a:custGeom>
            <a:avLst/>
            <a:gdLst/>
            <a:ahLst/>
            <a:cxnLst/>
            <a:rect l="l" t="t" r="r" b="b"/>
            <a:pathLst>
              <a:path w="11430">
                <a:moveTo>
                  <a:pt x="0" y="0"/>
                </a:moveTo>
                <a:lnTo>
                  <a:pt x="11304" y="0"/>
                </a:lnTo>
              </a:path>
            </a:pathLst>
          </a:custGeom>
          <a:ln w="11311">
            <a:solidFill>
              <a:srgbClr val="000000"/>
            </a:solidFill>
          </a:ln>
        </p:spPr>
        <p:txBody>
          <a:bodyPr wrap="square" lIns="0" tIns="0" rIns="0" bIns="0" rtlCol="0"/>
          <a:lstStyle/>
          <a:p>
            <a:endParaRPr/>
          </a:p>
        </p:txBody>
      </p:sp>
      <p:sp>
        <p:nvSpPr>
          <p:cNvPr id="103" name="object 103"/>
          <p:cNvSpPr/>
          <p:nvPr/>
        </p:nvSpPr>
        <p:spPr>
          <a:xfrm>
            <a:off x="2717618" y="435396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04" name="object 104"/>
          <p:cNvSpPr txBox="1"/>
          <p:nvPr/>
        </p:nvSpPr>
        <p:spPr>
          <a:xfrm>
            <a:off x="2557959" y="5976528"/>
            <a:ext cx="33083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100</a:t>
            </a:r>
            <a:endParaRPr sz="1700">
              <a:latin typeface="Times New Roman"/>
              <a:cs typeface="Times New Roman"/>
            </a:endParaRPr>
          </a:p>
        </p:txBody>
      </p:sp>
      <p:sp>
        <p:nvSpPr>
          <p:cNvPr id="105" name="object 105"/>
          <p:cNvSpPr/>
          <p:nvPr/>
        </p:nvSpPr>
        <p:spPr>
          <a:xfrm>
            <a:off x="1683217" y="5940285"/>
            <a:ext cx="2068830" cy="0"/>
          </a:xfrm>
          <a:custGeom>
            <a:avLst/>
            <a:gdLst/>
            <a:ahLst/>
            <a:cxnLst/>
            <a:rect l="l" t="t" r="r" b="b"/>
            <a:pathLst>
              <a:path w="2068829">
                <a:moveTo>
                  <a:pt x="0" y="0"/>
                </a:moveTo>
                <a:lnTo>
                  <a:pt x="2068816" y="0"/>
                </a:lnTo>
              </a:path>
            </a:pathLst>
          </a:custGeom>
          <a:ln w="14012">
            <a:solidFill>
              <a:srgbClr val="000000"/>
            </a:solidFill>
          </a:ln>
        </p:spPr>
        <p:txBody>
          <a:bodyPr wrap="square" lIns="0" tIns="0" rIns="0" bIns="0" rtlCol="0"/>
          <a:lstStyle/>
          <a:p>
            <a:endParaRPr/>
          </a:p>
        </p:txBody>
      </p:sp>
      <p:sp>
        <p:nvSpPr>
          <p:cNvPr id="106" name="object 106"/>
          <p:cNvSpPr/>
          <p:nvPr/>
        </p:nvSpPr>
        <p:spPr>
          <a:xfrm>
            <a:off x="3746382" y="592469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07" name="object 107"/>
          <p:cNvSpPr/>
          <p:nvPr/>
        </p:nvSpPr>
        <p:spPr>
          <a:xfrm>
            <a:off x="3746382" y="435396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08" name="object 108"/>
          <p:cNvSpPr txBox="1"/>
          <p:nvPr/>
        </p:nvSpPr>
        <p:spPr>
          <a:xfrm>
            <a:off x="3586698" y="5976540"/>
            <a:ext cx="33083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200</a:t>
            </a:r>
            <a:endParaRPr sz="1700">
              <a:latin typeface="Times New Roman"/>
              <a:cs typeface="Times New Roman"/>
            </a:endParaRPr>
          </a:p>
        </p:txBody>
      </p:sp>
      <p:sp>
        <p:nvSpPr>
          <p:cNvPr id="109" name="object 109"/>
          <p:cNvSpPr/>
          <p:nvPr/>
        </p:nvSpPr>
        <p:spPr>
          <a:xfrm>
            <a:off x="1688870" y="5811689"/>
            <a:ext cx="11430" cy="0"/>
          </a:xfrm>
          <a:custGeom>
            <a:avLst/>
            <a:gdLst/>
            <a:ahLst/>
            <a:cxnLst/>
            <a:rect l="l" t="t" r="r" b="b"/>
            <a:pathLst>
              <a:path w="11430">
                <a:moveTo>
                  <a:pt x="0" y="0"/>
                </a:moveTo>
                <a:lnTo>
                  <a:pt x="11298" y="0"/>
                </a:lnTo>
              </a:path>
            </a:pathLst>
          </a:custGeom>
          <a:ln w="11300">
            <a:solidFill>
              <a:srgbClr val="000000"/>
            </a:solidFill>
          </a:ln>
        </p:spPr>
        <p:txBody>
          <a:bodyPr wrap="square" lIns="0" tIns="0" rIns="0" bIns="0" rtlCol="0"/>
          <a:lstStyle/>
          <a:p>
            <a:endParaRPr/>
          </a:p>
        </p:txBody>
      </p:sp>
      <p:sp>
        <p:nvSpPr>
          <p:cNvPr id="110" name="object 110"/>
          <p:cNvSpPr/>
          <p:nvPr/>
        </p:nvSpPr>
        <p:spPr>
          <a:xfrm>
            <a:off x="1700168" y="581168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11" name="object 111"/>
          <p:cNvSpPr/>
          <p:nvPr/>
        </p:nvSpPr>
        <p:spPr>
          <a:xfrm>
            <a:off x="3124612" y="5811689"/>
            <a:ext cx="622300" cy="0"/>
          </a:xfrm>
          <a:custGeom>
            <a:avLst/>
            <a:gdLst/>
            <a:ahLst/>
            <a:cxnLst/>
            <a:rect l="l" t="t" r="r" b="b"/>
            <a:pathLst>
              <a:path w="622300">
                <a:moveTo>
                  <a:pt x="0" y="0"/>
                </a:moveTo>
                <a:lnTo>
                  <a:pt x="621770" y="0"/>
                </a:lnTo>
              </a:path>
            </a:pathLst>
          </a:custGeom>
          <a:ln w="11300">
            <a:solidFill>
              <a:srgbClr val="000000"/>
            </a:solidFill>
          </a:ln>
        </p:spPr>
        <p:txBody>
          <a:bodyPr wrap="square" lIns="0" tIns="0" rIns="0" bIns="0" rtlCol="0"/>
          <a:lstStyle/>
          <a:p>
            <a:endParaRPr/>
          </a:p>
        </p:txBody>
      </p:sp>
      <p:sp>
        <p:nvSpPr>
          <p:cNvPr id="112" name="object 112"/>
          <p:cNvSpPr/>
          <p:nvPr/>
        </p:nvSpPr>
        <p:spPr>
          <a:xfrm>
            <a:off x="3723761" y="581168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13" name="object 113"/>
          <p:cNvSpPr txBox="1"/>
          <p:nvPr/>
        </p:nvSpPr>
        <p:spPr>
          <a:xfrm>
            <a:off x="1529195" y="5694028"/>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0</a:t>
            </a:r>
            <a:endParaRPr sz="1700">
              <a:latin typeface="Times New Roman"/>
              <a:cs typeface="Times New Roman"/>
            </a:endParaRPr>
          </a:p>
        </p:txBody>
      </p:sp>
      <p:sp>
        <p:nvSpPr>
          <p:cNvPr id="114" name="object 114"/>
          <p:cNvSpPr/>
          <p:nvPr/>
        </p:nvSpPr>
        <p:spPr>
          <a:xfrm>
            <a:off x="1688858" y="5144975"/>
            <a:ext cx="11430" cy="0"/>
          </a:xfrm>
          <a:custGeom>
            <a:avLst/>
            <a:gdLst/>
            <a:ahLst/>
            <a:cxnLst/>
            <a:rect l="l" t="t" r="r" b="b"/>
            <a:pathLst>
              <a:path w="11430">
                <a:moveTo>
                  <a:pt x="0" y="0"/>
                </a:moveTo>
                <a:lnTo>
                  <a:pt x="11310" y="0"/>
                </a:lnTo>
              </a:path>
            </a:pathLst>
          </a:custGeom>
          <a:ln w="11300">
            <a:solidFill>
              <a:srgbClr val="000000"/>
            </a:solidFill>
          </a:ln>
        </p:spPr>
        <p:txBody>
          <a:bodyPr wrap="square" lIns="0" tIns="0" rIns="0" bIns="0" rtlCol="0"/>
          <a:lstStyle/>
          <a:p>
            <a:endParaRPr/>
          </a:p>
        </p:txBody>
      </p:sp>
      <p:sp>
        <p:nvSpPr>
          <p:cNvPr id="115" name="object 115"/>
          <p:cNvSpPr/>
          <p:nvPr/>
        </p:nvSpPr>
        <p:spPr>
          <a:xfrm>
            <a:off x="1700168" y="5144975"/>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16" name="object 116"/>
          <p:cNvSpPr/>
          <p:nvPr/>
        </p:nvSpPr>
        <p:spPr>
          <a:xfrm>
            <a:off x="3723761" y="5144975"/>
            <a:ext cx="22860" cy="0"/>
          </a:xfrm>
          <a:custGeom>
            <a:avLst/>
            <a:gdLst/>
            <a:ahLst/>
            <a:cxnLst/>
            <a:rect l="l" t="t" r="r" b="b"/>
            <a:pathLst>
              <a:path w="22860">
                <a:moveTo>
                  <a:pt x="22620" y="0"/>
                </a:moveTo>
                <a:lnTo>
                  <a:pt x="0" y="0"/>
                </a:lnTo>
              </a:path>
            </a:pathLst>
          </a:custGeom>
          <a:ln w="11300">
            <a:solidFill>
              <a:srgbClr val="000000"/>
            </a:solidFill>
          </a:ln>
        </p:spPr>
        <p:txBody>
          <a:bodyPr wrap="square" lIns="0" tIns="0" rIns="0" bIns="0" rtlCol="0"/>
          <a:lstStyle/>
          <a:p>
            <a:endParaRPr/>
          </a:p>
        </p:txBody>
      </p:sp>
      <p:sp>
        <p:nvSpPr>
          <p:cNvPr id="117" name="object 117"/>
          <p:cNvSpPr/>
          <p:nvPr/>
        </p:nvSpPr>
        <p:spPr>
          <a:xfrm>
            <a:off x="3723761" y="5144975"/>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18" name="object 118"/>
          <p:cNvSpPr txBox="1"/>
          <p:nvPr/>
        </p:nvSpPr>
        <p:spPr>
          <a:xfrm>
            <a:off x="1370928" y="5027309"/>
            <a:ext cx="29146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0</a:t>
            </a:r>
            <a:r>
              <a:rPr sz="1700" spc="10" dirty="0">
                <a:latin typeface="Times New Roman"/>
                <a:cs typeface="Times New Roman"/>
              </a:rPr>
              <a:t>.</a:t>
            </a:r>
            <a:r>
              <a:rPr sz="1700" spc="-10" dirty="0">
                <a:latin typeface="Times New Roman"/>
                <a:cs typeface="Times New Roman"/>
              </a:rPr>
              <a:t>5</a:t>
            </a:r>
            <a:endParaRPr sz="1700">
              <a:latin typeface="Times New Roman"/>
              <a:cs typeface="Times New Roman"/>
            </a:endParaRPr>
          </a:p>
        </p:txBody>
      </p:sp>
      <p:sp>
        <p:nvSpPr>
          <p:cNvPr id="119" name="object 119"/>
          <p:cNvSpPr/>
          <p:nvPr/>
        </p:nvSpPr>
        <p:spPr>
          <a:xfrm>
            <a:off x="1688858" y="4466963"/>
            <a:ext cx="11430" cy="0"/>
          </a:xfrm>
          <a:custGeom>
            <a:avLst/>
            <a:gdLst/>
            <a:ahLst/>
            <a:cxnLst/>
            <a:rect l="l" t="t" r="r" b="b"/>
            <a:pathLst>
              <a:path w="11430">
                <a:moveTo>
                  <a:pt x="0" y="0"/>
                </a:moveTo>
                <a:lnTo>
                  <a:pt x="11310" y="0"/>
                </a:lnTo>
              </a:path>
            </a:pathLst>
          </a:custGeom>
          <a:ln w="11300">
            <a:solidFill>
              <a:srgbClr val="000000"/>
            </a:solidFill>
          </a:ln>
        </p:spPr>
        <p:txBody>
          <a:bodyPr wrap="square" lIns="0" tIns="0" rIns="0" bIns="0" rtlCol="0"/>
          <a:lstStyle/>
          <a:p>
            <a:endParaRPr/>
          </a:p>
        </p:txBody>
      </p:sp>
      <p:sp>
        <p:nvSpPr>
          <p:cNvPr id="120" name="object 120"/>
          <p:cNvSpPr/>
          <p:nvPr/>
        </p:nvSpPr>
        <p:spPr>
          <a:xfrm>
            <a:off x="1700168" y="4466963"/>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1" name="object 121"/>
          <p:cNvSpPr/>
          <p:nvPr/>
        </p:nvSpPr>
        <p:spPr>
          <a:xfrm>
            <a:off x="3723761" y="4466963"/>
            <a:ext cx="22860" cy="0"/>
          </a:xfrm>
          <a:custGeom>
            <a:avLst/>
            <a:gdLst/>
            <a:ahLst/>
            <a:cxnLst/>
            <a:rect l="l" t="t" r="r" b="b"/>
            <a:pathLst>
              <a:path w="22860">
                <a:moveTo>
                  <a:pt x="22620" y="0"/>
                </a:moveTo>
                <a:lnTo>
                  <a:pt x="0" y="0"/>
                </a:lnTo>
              </a:path>
            </a:pathLst>
          </a:custGeom>
          <a:ln w="11300">
            <a:solidFill>
              <a:srgbClr val="000000"/>
            </a:solidFill>
          </a:ln>
        </p:spPr>
        <p:txBody>
          <a:bodyPr wrap="square" lIns="0" tIns="0" rIns="0" bIns="0" rtlCol="0"/>
          <a:lstStyle/>
          <a:p>
            <a:endParaRPr/>
          </a:p>
        </p:txBody>
      </p:sp>
      <p:sp>
        <p:nvSpPr>
          <p:cNvPr id="122" name="object 122"/>
          <p:cNvSpPr/>
          <p:nvPr/>
        </p:nvSpPr>
        <p:spPr>
          <a:xfrm>
            <a:off x="3723761" y="4466963"/>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3" name="object 123"/>
          <p:cNvSpPr txBox="1"/>
          <p:nvPr/>
        </p:nvSpPr>
        <p:spPr>
          <a:xfrm>
            <a:off x="1529195" y="4349294"/>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1</a:t>
            </a:r>
            <a:endParaRPr sz="1700">
              <a:latin typeface="Times New Roman"/>
              <a:cs typeface="Times New Roman"/>
            </a:endParaRPr>
          </a:p>
        </p:txBody>
      </p:sp>
      <p:sp>
        <p:nvSpPr>
          <p:cNvPr id="124" name="object 124"/>
          <p:cNvSpPr/>
          <p:nvPr/>
        </p:nvSpPr>
        <p:spPr>
          <a:xfrm>
            <a:off x="3746382" y="433136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5" name="object 125"/>
          <p:cNvSpPr/>
          <p:nvPr/>
        </p:nvSpPr>
        <p:spPr>
          <a:xfrm>
            <a:off x="3746382" y="5947303"/>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6" name="object 126"/>
          <p:cNvSpPr/>
          <p:nvPr/>
        </p:nvSpPr>
        <p:spPr>
          <a:xfrm>
            <a:off x="3746382" y="433136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7" name="object 127"/>
          <p:cNvSpPr/>
          <p:nvPr/>
        </p:nvSpPr>
        <p:spPr>
          <a:xfrm>
            <a:off x="1688858" y="433136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28" name="object 128"/>
          <p:cNvSpPr/>
          <p:nvPr/>
        </p:nvSpPr>
        <p:spPr>
          <a:xfrm>
            <a:off x="1688870" y="5800381"/>
            <a:ext cx="1435735" cy="11430"/>
          </a:xfrm>
          <a:custGeom>
            <a:avLst/>
            <a:gdLst/>
            <a:ahLst/>
            <a:cxnLst/>
            <a:rect l="l" t="t" r="r" b="b"/>
            <a:pathLst>
              <a:path w="1435735" h="11429">
                <a:moveTo>
                  <a:pt x="0" y="11296"/>
                </a:moveTo>
                <a:lnTo>
                  <a:pt x="0" y="11296"/>
                </a:lnTo>
                <a:lnTo>
                  <a:pt x="56518" y="11296"/>
                </a:lnTo>
                <a:lnTo>
                  <a:pt x="67829" y="0"/>
                </a:lnTo>
                <a:lnTo>
                  <a:pt x="1028748" y="0"/>
                </a:lnTo>
                <a:lnTo>
                  <a:pt x="1040058" y="11296"/>
                </a:lnTo>
                <a:lnTo>
                  <a:pt x="1424431" y="11296"/>
                </a:lnTo>
                <a:lnTo>
                  <a:pt x="1435741" y="11296"/>
                </a:lnTo>
              </a:path>
            </a:pathLst>
          </a:custGeom>
          <a:ln w="11300">
            <a:solidFill>
              <a:srgbClr val="000000"/>
            </a:solidFill>
          </a:ln>
        </p:spPr>
        <p:txBody>
          <a:bodyPr wrap="square" lIns="0" tIns="0" rIns="0" bIns="0" rtlCol="0"/>
          <a:lstStyle/>
          <a:p>
            <a:endParaRPr/>
          </a:p>
        </p:txBody>
      </p:sp>
      <p:sp>
        <p:nvSpPr>
          <p:cNvPr id="129" name="object 129"/>
          <p:cNvSpPr txBox="1"/>
          <p:nvPr/>
        </p:nvSpPr>
        <p:spPr>
          <a:xfrm>
            <a:off x="2806669" y="5422815"/>
            <a:ext cx="732155" cy="240665"/>
          </a:xfrm>
          <a:prstGeom prst="rect">
            <a:avLst/>
          </a:prstGeom>
        </p:spPr>
        <p:txBody>
          <a:bodyPr vert="horz" wrap="square" lIns="0" tIns="0" rIns="0" bIns="0" rtlCol="0">
            <a:spAutoFit/>
          </a:bodyPr>
          <a:lstStyle/>
          <a:p>
            <a:pPr marL="12700">
              <a:lnSpc>
                <a:spcPct val="100000"/>
              </a:lnSpc>
            </a:pPr>
            <a:r>
              <a:rPr sz="1700" spc="25" dirty="0">
                <a:latin typeface="Times New Roman"/>
                <a:cs typeface="Times New Roman"/>
              </a:rPr>
              <a:t>o</a:t>
            </a:r>
            <a:r>
              <a:rPr sz="1700" spc="-55" dirty="0">
                <a:latin typeface="Times New Roman"/>
                <a:cs typeface="Times New Roman"/>
              </a:rPr>
              <a:t>u</a:t>
            </a:r>
            <a:r>
              <a:rPr sz="1700" spc="-30" dirty="0">
                <a:latin typeface="Times New Roman"/>
                <a:cs typeface="Times New Roman"/>
              </a:rPr>
              <a:t>t</a:t>
            </a:r>
            <a:r>
              <a:rPr sz="1700" spc="25" dirty="0">
                <a:latin typeface="Times New Roman"/>
                <a:cs typeface="Times New Roman"/>
              </a:rPr>
              <a:t>p</a:t>
            </a:r>
            <a:r>
              <a:rPr sz="1700" spc="-55" dirty="0">
                <a:latin typeface="Times New Roman"/>
                <a:cs typeface="Times New Roman"/>
              </a:rPr>
              <a:t>u</a:t>
            </a:r>
            <a:r>
              <a:rPr sz="1700" spc="-5" dirty="0">
                <a:latin typeface="Times New Roman"/>
                <a:cs typeface="Times New Roman"/>
              </a:rPr>
              <a:t>t </a:t>
            </a:r>
            <a:r>
              <a:rPr sz="1700" spc="-10" dirty="0">
                <a:latin typeface="Times New Roman"/>
                <a:cs typeface="Times New Roman"/>
              </a:rPr>
              <a:t>1</a:t>
            </a:r>
            <a:endParaRPr sz="1700">
              <a:latin typeface="Times New Roman"/>
              <a:cs typeface="Times New Roman"/>
            </a:endParaRPr>
          </a:p>
        </p:txBody>
      </p:sp>
      <p:sp>
        <p:nvSpPr>
          <p:cNvPr id="130" name="object 130"/>
          <p:cNvSpPr/>
          <p:nvPr/>
        </p:nvSpPr>
        <p:spPr>
          <a:xfrm>
            <a:off x="4469891" y="4331351"/>
            <a:ext cx="2068830" cy="1616075"/>
          </a:xfrm>
          <a:custGeom>
            <a:avLst/>
            <a:gdLst/>
            <a:ahLst/>
            <a:cxnLst/>
            <a:rect l="l" t="t" r="r" b="b"/>
            <a:pathLst>
              <a:path w="2068829" h="1616075">
                <a:moveTo>
                  <a:pt x="0" y="1615939"/>
                </a:moveTo>
                <a:lnTo>
                  <a:pt x="2068817" y="1615939"/>
                </a:lnTo>
                <a:lnTo>
                  <a:pt x="2068817" y="0"/>
                </a:lnTo>
                <a:lnTo>
                  <a:pt x="0" y="0"/>
                </a:lnTo>
                <a:lnTo>
                  <a:pt x="0" y="1615939"/>
                </a:lnTo>
                <a:close/>
              </a:path>
            </a:pathLst>
          </a:custGeom>
          <a:solidFill>
            <a:srgbClr val="FFFFFF"/>
          </a:solidFill>
        </p:spPr>
        <p:txBody>
          <a:bodyPr wrap="square" lIns="0" tIns="0" rIns="0" bIns="0" rtlCol="0"/>
          <a:lstStyle/>
          <a:p>
            <a:endParaRPr/>
          </a:p>
        </p:txBody>
      </p:sp>
      <p:sp>
        <p:nvSpPr>
          <p:cNvPr id="131" name="object 131"/>
          <p:cNvSpPr/>
          <p:nvPr/>
        </p:nvSpPr>
        <p:spPr>
          <a:xfrm>
            <a:off x="4469885" y="4331355"/>
            <a:ext cx="2068830" cy="0"/>
          </a:xfrm>
          <a:custGeom>
            <a:avLst/>
            <a:gdLst/>
            <a:ahLst/>
            <a:cxnLst/>
            <a:rect l="l" t="t" r="r" b="b"/>
            <a:pathLst>
              <a:path w="2068829">
                <a:moveTo>
                  <a:pt x="0" y="0"/>
                </a:moveTo>
                <a:lnTo>
                  <a:pt x="2068837" y="0"/>
                </a:lnTo>
              </a:path>
            </a:pathLst>
          </a:custGeom>
          <a:ln w="11312">
            <a:solidFill>
              <a:srgbClr val="000000"/>
            </a:solidFill>
          </a:ln>
        </p:spPr>
        <p:txBody>
          <a:bodyPr wrap="square" lIns="0" tIns="0" rIns="0" bIns="0" rtlCol="0"/>
          <a:lstStyle/>
          <a:p>
            <a:endParaRPr/>
          </a:p>
        </p:txBody>
      </p:sp>
      <p:sp>
        <p:nvSpPr>
          <p:cNvPr id="132" name="object 132"/>
          <p:cNvSpPr/>
          <p:nvPr/>
        </p:nvSpPr>
        <p:spPr>
          <a:xfrm>
            <a:off x="6538723"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33" name="object 133"/>
          <p:cNvSpPr/>
          <p:nvPr/>
        </p:nvSpPr>
        <p:spPr>
          <a:xfrm>
            <a:off x="6538723" y="594729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34" name="object 134"/>
          <p:cNvSpPr/>
          <p:nvPr/>
        </p:nvSpPr>
        <p:spPr>
          <a:xfrm>
            <a:off x="6538723" y="4331349"/>
            <a:ext cx="0" cy="1616075"/>
          </a:xfrm>
          <a:custGeom>
            <a:avLst/>
            <a:gdLst/>
            <a:ahLst/>
            <a:cxnLst/>
            <a:rect l="l" t="t" r="r" b="b"/>
            <a:pathLst>
              <a:path h="1616075">
                <a:moveTo>
                  <a:pt x="0" y="1615954"/>
                </a:moveTo>
                <a:lnTo>
                  <a:pt x="0" y="0"/>
                </a:lnTo>
              </a:path>
            </a:pathLst>
          </a:custGeom>
          <a:ln w="11304">
            <a:solidFill>
              <a:srgbClr val="000000"/>
            </a:solidFill>
          </a:ln>
        </p:spPr>
        <p:txBody>
          <a:bodyPr wrap="square" lIns="0" tIns="0" rIns="0" bIns="0" rtlCol="0"/>
          <a:lstStyle/>
          <a:p>
            <a:endParaRPr/>
          </a:p>
        </p:txBody>
      </p:sp>
      <p:sp>
        <p:nvSpPr>
          <p:cNvPr id="135" name="object 135"/>
          <p:cNvSpPr/>
          <p:nvPr/>
        </p:nvSpPr>
        <p:spPr>
          <a:xfrm>
            <a:off x="6538723"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36" name="object 136"/>
          <p:cNvSpPr/>
          <p:nvPr/>
        </p:nvSpPr>
        <p:spPr>
          <a:xfrm>
            <a:off x="4469900" y="4331349"/>
            <a:ext cx="0" cy="1616075"/>
          </a:xfrm>
          <a:custGeom>
            <a:avLst/>
            <a:gdLst/>
            <a:ahLst/>
            <a:cxnLst/>
            <a:rect l="l" t="t" r="r" b="b"/>
            <a:pathLst>
              <a:path h="1616075">
                <a:moveTo>
                  <a:pt x="0" y="1615954"/>
                </a:moveTo>
                <a:lnTo>
                  <a:pt x="0" y="0"/>
                </a:lnTo>
              </a:path>
            </a:pathLst>
          </a:custGeom>
          <a:ln w="11335">
            <a:solidFill>
              <a:srgbClr val="000000"/>
            </a:solidFill>
          </a:ln>
        </p:spPr>
        <p:txBody>
          <a:bodyPr wrap="square" lIns="0" tIns="0" rIns="0" bIns="0" rtlCol="0"/>
          <a:lstStyle/>
          <a:p>
            <a:endParaRPr/>
          </a:p>
        </p:txBody>
      </p:sp>
      <p:sp>
        <p:nvSpPr>
          <p:cNvPr id="137" name="object 137"/>
          <p:cNvSpPr/>
          <p:nvPr/>
        </p:nvSpPr>
        <p:spPr>
          <a:xfrm>
            <a:off x="4469916"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38" name="object 138"/>
          <p:cNvSpPr/>
          <p:nvPr/>
        </p:nvSpPr>
        <p:spPr>
          <a:xfrm>
            <a:off x="6538723" y="594729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39" name="object 139"/>
          <p:cNvSpPr/>
          <p:nvPr/>
        </p:nvSpPr>
        <p:spPr>
          <a:xfrm>
            <a:off x="4469916" y="433134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0" name="object 140"/>
          <p:cNvSpPr/>
          <p:nvPr/>
        </p:nvSpPr>
        <p:spPr>
          <a:xfrm>
            <a:off x="4469916" y="592469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1" name="object 141"/>
          <p:cNvSpPr/>
          <p:nvPr/>
        </p:nvSpPr>
        <p:spPr>
          <a:xfrm>
            <a:off x="4469916" y="435396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2" name="object 142"/>
          <p:cNvSpPr/>
          <p:nvPr/>
        </p:nvSpPr>
        <p:spPr>
          <a:xfrm>
            <a:off x="5492996" y="5935991"/>
            <a:ext cx="11430" cy="0"/>
          </a:xfrm>
          <a:custGeom>
            <a:avLst/>
            <a:gdLst/>
            <a:ahLst/>
            <a:cxnLst/>
            <a:rect l="l" t="t" r="r" b="b"/>
            <a:pathLst>
              <a:path w="11429">
                <a:moveTo>
                  <a:pt x="0" y="0"/>
                </a:moveTo>
                <a:lnTo>
                  <a:pt x="11304" y="0"/>
                </a:lnTo>
              </a:path>
            </a:pathLst>
          </a:custGeom>
          <a:ln w="22599">
            <a:solidFill>
              <a:srgbClr val="000000"/>
            </a:solidFill>
          </a:ln>
        </p:spPr>
        <p:txBody>
          <a:bodyPr wrap="square" lIns="0" tIns="0" rIns="0" bIns="0" rtlCol="0"/>
          <a:lstStyle/>
          <a:p>
            <a:endParaRPr/>
          </a:p>
        </p:txBody>
      </p:sp>
      <p:sp>
        <p:nvSpPr>
          <p:cNvPr id="143" name="object 143"/>
          <p:cNvSpPr/>
          <p:nvPr/>
        </p:nvSpPr>
        <p:spPr>
          <a:xfrm>
            <a:off x="5498649" y="592469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4" name="object 144"/>
          <p:cNvSpPr/>
          <p:nvPr/>
        </p:nvSpPr>
        <p:spPr>
          <a:xfrm>
            <a:off x="5492996" y="4348305"/>
            <a:ext cx="11430" cy="0"/>
          </a:xfrm>
          <a:custGeom>
            <a:avLst/>
            <a:gdLst/>
            <a:ahLst/>
            <a:cxnLst/>
            <a:rect l="l" t="t" r="r" b="b"/>
            <a:pathLst>
              <a:path w="11429">
                <a:moveTo>
                  <a:pt x="0" y="0"/>
                </a:moveTo>
                <a:lnTo>
                  <a:pt x="11304" y="0"/>
                </a:lnTo>
              </a:path>
            </a:pathLst>
          </a:custGeom>
          <a:ln w="11311">
            <a:solidFill>
              <a:srgbClr val="000000"/>
            </a:solidFill>
          </a:ln>
        </p:spPr>
        <p:txBody>
          <a:bodyPr wrap="square" lIns="0" tIns="0" rIns="0" bIns="0" rtlCol="0"/>
          <a:lstStyle/>
          <a:p>
            <a:endParaRPr/>
          </a:p>
        </p:txBody>
      </p:sp>
      <p:sp>
        <p:nvSpPr>
          <p:cNvPr id="145" name="object 145"/>
          <p:cNvSpPr/>
          <p:nvPr/>
        </p:nvSpPr>
        <p:spPr>
          <a:xfrm>
            <a:off x="5498649" y="435396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6" name="object 146"/>
          <p:cNvSpPr/>
          <p:nvPr/>
        </p:nvSpPr>
        <p:spPr>
          <a:xfrm>
            <a:off x="4464263" y="5940285"/>
            <a:ext cx="2080260" cy="0"/>
          </a:xfrm>
          <a:custGeom>
            <a:avLst/>
            <a:gdLst/>
            <a:ahLst/>
            <a:cxnLst/>
            <a:rect l="l" t="t" r="r" b="b"/>
            <a:pathLst>
              <a:path w="2080259">
                <a:moveTo>
                  <a:pt x="0" y="0"/>
                </a:moveTo>
                <a:lnTo>
                  <a:pt x="2080112" y="0"/>
                </a:lnTo>
              </a:path>
            </a:pathLst>
          </a:custGeom>
          <a:ln w="14012">
            <a:solidFill>
              <a:srgbClr val="000000"/>
            </a:solidFill>
          </a:ln>
        </p:spPr>
        <p:txBody>
          <a:bodyPr wrap="square" lIns="0" tIns="0" rIns="0" bIns="0" rtlCol="0"/>
          <a:lstStyle/>
          <a:p>
            <a:endParaRPr/>
          </a:p>
        </p:txBody>
      </p:sp>
      <p:sp>
        <p:nvSpPr>
          <p:cNvPr id="147" name="object 147"/>
          <p:cNvSpPr/>
          <p:nvPr/>
        </p:nvSpPr>
        <p:spPr>
          <a:xfrm>
            <a:off x="6538723" y="5924692"/>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8" name="object 148"/>
          <p:cNvSpPr/>
          <p:nvPr/>
        </p:nvSpPr>
        <p:spPr>
          <a:xfrm>
            <a:off x="6538723" y="4353960"/>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49" name="object 149"/>
          <p:cNvSpPr txBox="1"/>
          <p:nvPr/>
        </p:nvSpPr>
        <p:spPr>
          <a:xfrm>
            <a:off x="4411971" y="5976528"/>
            <a:ext cx="2298065" cy="240665"/>
          </a:xfrm>
          <a:prstGeom prst="rect">
            <a:avLst/>
          </a:prstGeom>
        </p:spPr>
        <p:txBody>
          <a:bodyPr vert="horz" wrap="square" lIns="0" tIns="0" rIns="0" bIns="0" rtlCol="0">
            <a:spAutoFit/>
          </a:bodyPr>
          <a:lstStyle/>
          <a:p>
            <a:pPr marL="12700">
              <a:lnSpc>
                <a:spcPct val="100000"/>
              </a:lnSpc>
              <a:tabLst>
                <a:tab pos="939165" algn="l"/>
                <a:tab pos="1979295" algn="l"/>
              </a:tabLst>
            </a:pPr>
            <a:r>
              <a:rPr sz="1700" spc="-10" dirty="0">
                <a:latin typeface="Times New Roman"/>
                <a:cs typeface="Times New Roman"/>
              </a:rPr>
              <a:t>0	</a:t>
            </a:r>
            <a:r>
              <a:rPr sz="1700" spc="-55" dirty="0">
                <a:latin typeface="Times New Roman"/>
                <a:cs typeface="Times New Roman"/>
              </a:rPr>
              <a:t>10</a:t>
            </a:r>
            <a:r>
              <a:rPr sz="1700" spc="-10" dirty="0">
                <a:latin typeface="Times New Roman"/>
                <a:cs typeface="Times New Roman"/>
              </a:rPr>
              <a:t>0</a:t>
            </a:r>
            <a:r>
              <a:rPr sz="1700" dirty="0">
                <a:latin typeface="Times New Roman"/>
                <a:cs typeface="Times New Roman"/>
              </a:rPr>
              <a:t>	</a:t>
            </a:r>
            <a:r>
              <a:rPr sz="1700" spc="-55" dirty="0">
                <a:latin typeface="Times New Roman"/>
                <a:cs typeface="Times New Roman"/>
              </a:rPr>
              <a:t>200</a:t>
            </a:r>
            <a:endParaRPr sz="1700">
              <a:latin typeface="Times New Roman"/>
              <a:cs typeface="Times New Roman"/>
            </a:endParaRPr>
          </a:p>
        </p:txBody>
      </p:sp>
      <p:sp>
        <p:nvSpPr>
          <p:cNvPr id="150" name="object 150"/>
          <p:cNvSpPr/>
          <p:nvPr/>
        </p:nvSpPr>
        <p:spPr>
          <a:xfrm>
            <a:off x="4469885" y="5811689"/>
            <a:ext cx="11430" cy="0"/>
          </a:xfrm>
          <a:custGeom>
            <a:avLst/>
            <a:gdLst/>
            <a:ahLst/>
            <a:cxnLst/>
            <a:rect l="l" t="t" r="r" b="b"/>
            <a:pathLst>
              <a:path w="11429">
                <a:moveTo>
                  <a:pt x="0" y="0"/>
                </a:moveTo>
                <a:lnTo>
                  <a:pt x="11310" y="0"/>
                </a:lnTo>
              </a:path>
            </a:pathLst>
          </a:custGeom>
          <a:ln w="11300">
            <a:solidFill>
              <a:srgbClr val="000000"/>
            </a:solidFill>
          </a:ln>
        </p:spPr>
        <p:txBody>
          <a:bodyPr wrap="square" lIns="0" tIns="0" rIns="0" bIns="0" rtlCol="0"/>
          <a:lstStyle/>
          <a:p>
            <a:endParaRPr/>
          </a:p>
        </p:txBody>
      </p:sp>
      <p:sp>
        <p:nvSpPr>
          <p:cNvPr id="151" name="object 151"/>
          <p:cNvSpPr/>
          <p:nvPr/>
        </p:nvSpPr>
        <p:spPr>
          <a:xfrm>
            <a:off x="4481196" y="581168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52" name="object 152"/>
          <p:cNvSpPr/>
          <p:nvPr/>
        </p:nvSpPr>
        <p:spPr>
          <a:xfrm>
            <a:off x="6516102" y="5811689"/>
            <a:ext cx="22860" cy="0"/>
          </a:xfrm>
          <a:custGeom>
            <a:avLst/>
            <a:gdLst/>
            <a:ahLst/>
            <a:cxnLst/>
            <a:rect l="l" t="t" r="r" b="b"/>
            <a:pathLst>
              <a:path w="22859">
                <a:moveTo>
                  <a:pt x="22620" y="0"/>
                </a:moveTo>
                <a:lnTo>
                  <a:pt x="0" y="0"/>
                </a:lnTo>
              </a:path>
            </a:pathLst>
          </a:custGeom>
          <a:ln w="11300">
            <a:solidFill>
              <a:srgbClr val="000000"/>
            </a:solidFill>
          </a:ln>
        </p:spPr>
        <p:txBody>
          <a:bodyPr wrap="square" lIns="0" tIns="0" rIns="0" bIns="0" rtlCol="0"/>
          <a:lstStyle/>
          <a:p>
            <a:endParaRPr/>
          </a:p>
        </p:txBody>
      </p:sp>
      <p:sp>
        <p:nvSpPr>
          <p:cNvPr id="153" name="object 153"/>
          <p:cNvSpPr/>
          <p:nvPr/>
        </p:nvSpPr>
        <p:spPr>
          <a:xfrm>
            <a:off x="6516102" y="5811689"/>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54" name="object 154"/>
          <p:cNvSpPr txBox="1"/>
          <p:nvPr/>
        </p:nvSpPr>
        <p:spPr>
          <a:xfrm>
            <a:off x="4310218" y="5694028"/>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0</a:t>
            </a:r>
            <a:endParaRPr sz="1700">
              <a:latin typeface="Times New Roman"/>
              <a:cs typeface="Times New Roman"/>
            </a:endParaRPr>
          </a:p>
        </p:txBody>
      </p:sp>
      <p:sp>
        <p:nvSpPr>
          <p:cNvPr id="155" name="object 155"/>
          <p:cNvSpPr/>
          <p:nvPr/>
        </p:nvSpPr>
        <p:spPr>
          <a:xfrm>
            <a:off x="4469885" y="5144975"/>
            <a:ext cx="11430" cy="0"/>
          </a:xfrm>
          <a:custGeom>
            <a:avLst/>
            <a:gdLst/>
            <a:ahLst/>
            <a:cxnLst/>
            <a:rect l="l" t="t" r="r" b="b"/>
            <a:pathLst>
              <a:path w="11429">
                <a:moveTo>
                  <a:pt x="0" y="0"/>
                </a:moveTo>
                <a:lnTo>
                  <a:pt x="11310" y="0"/>
                </a:lnTo>
              </a:path>
            </a:pathLst>
          </a:custGeom>
          <a:ln w="11300">
            <a:solidFill>
              <a:srgbClr val="000000"/>
            </a:solidFill>
          </a:ln>
        </p:spPr>
        <p:txBody>
          <a:bodyPr wrap="square" lIns="0" tIns="0" rIns="0" bIns="0" rtlCol="0"/>
          <a:lstStyle/>
          <a:p>
            <a:endParaRPr/>
          </a:p>
        </p:txBody>
      </p:sp>
      <p:sp>
        <p:nvSpPr>
          <p:cNvPr id="156" name="object 156"/>
          <p:cNvSpPr/>
          <p:nvPr/>
        </p:nvSpPr>
        <p:spPr>
          <a:xfrm>
            <a:off x="4481196" y="5144975"/>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57" name="object 157"/>
          <p:cNvSpPr/>
          <p:nvPr/>
        </p:nvSpPr>
        <p:spPr>
          <a:xfrm>
            <a:off x="6516102" y="5144975"/>
            <a:ext cx="22860" cy="0"/>
          </a:xfrm>
          <a:custGeom>
            <a:avLst/>
            <a:gdLst/>
            <a:ahLst/>
            <a:cxnLst/>
            <a:rect l="l" t="t" r="r" b="b"/>
            <a:pathLst>
              <a:path w="22859">
                <a:moveTo>
                  <a:pt x="22620" y="0"/>
                </a:moveTo>
                <a:lnTo>
                  <a:pt x="0" y="0"/>
                </a:lnTo>
              </a:path>
            </a:pathLst>
          </a:custGeom>
          <a:ln w="11300">
            <a:solidFill>
              <a:srgbClr val="000000"/>
            </a:solidFill>
          </a:ln>
        </p:spPr>
        <p:txBody>
          <a:bodyPr wrap="square" lIns="0" tIns="0" rIns="0" bIns="0" rtlCol="0"/>
          <a:lstStyle/>
          <a:p>
            <a:endParaRPr/>
          </a:p>
        </p:txBody>
      </p:sp>
      <p:sp>
        <p:nvSpPr>
          <p:cNvPr id="158" name="object 158"/>
          <p:cNvSpPr/>
          <p:nvPr/>
        </p:nvSpPr>
        <p:spPr>
          <a:xfrm>
            <a:off x="6516102" y="5144975"/>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59" name="object 159"/>
          <p:cNvSpPr txBox="1"/>
          <p:nvPr/>
        </p:nvSpPr>
        <p:spPr>
          <a:xfrm>
            <a:off x="4151950" y="5027309"/>
            <a:ext cx="291465" cy="240665"/>
          </a:xfrm>
          <a:prstGeom prst="rect">
            <a:avLst/>
          </a:prstGeom>
        </p:spPr>
        <p:txBody>
          <a:bodyPr vert="horz" wrap="square" lIns="0" tIns="0" rIns="0" bIns="0" rtlCol="0">
            <a:spAutoFit/>
          </a:bodyPr>
          <a:lstStyle/>
          <a:p>
            <a:pPr marL="12700">
              <a:lnSpc>
                <a:spcPct val="100000"/>
              </a:lnSpc>
            </a:pPr>
            <a:r>
              <a:rPr sz="1700" spc="-55" dirty="0">
                <a:latin typeface="Times New Roman"/>
                <a:cs typeface="Times New Roman"/>
              </a:rPr>
              <a:t>0</a:t>
            </a:r>
            <a:r>
              <a:rPr sz="1700" spc="10" dirty="0">
                <a:latin typeface="Times New Roman"/>
                <a:cs typeface="Times New Roman"/>
              </a:rPr>
              <a:t>.</a:t>
            </a:r>
            <a:r>
              <a:rPr sz="1700" spc="-10" dirty="0">
                <a:latin typeface="Times New Roman"/>
                <a:cs typeface="Times New Roman"/>
              </a:rPr>
              <a:t>5</a:t>
            </a:r>
            <a:endParaRPr sz="1700">
              <a:latin typeface="Times New Roman"/>
              <a:cs typeface="Times New Roman"/>
            </a:endParaRPr>
          </a:p>
        </p:txBody>
      </p:sp>
      <p:sp>
        <p:nvSpPr>
          <p:cNvPr id="160" name="object 160"/>
          <p:cNvSpPr/>
          <p:nvPr/>
        </p:nvSpPr>
        <p:spPr>
          <a:xfrm>
            <a:off x="4469885" y="4466963"/>
            <a:ext cx="11430" cy="0"/>
          </a:xfrm>
          <a:custGeom>
            <a:avLst/>
            <a:gdLst/>
            <a:ahLst/>
            <a:cxnLst/>
            <a:rect l="l" t="t" r="r" b="b"/>
            <a:pathLst>
              <a:path w="11429">
                <a:moveTo>
                  <a:pt x="0" y="0"/>
                </a:moveTo>
                <a:lnTo>
                  <a:pt x="11310" y="0"/>
                </a:lnTo>
              </a:path>
            </a:pathLst>
          </a:custGeom>
          <a:ln w="11300">
            <a:solidFill>
              <a:srgbClr val="000000"/>
            </a:solidFill>
          </a:ln>
        </p:spPr>
        <p:txBody>
          <a:bodyPr wrap="square" lIns="0" tIns="0" rIns="0" bIns="0" rtlCol="0"/>
          <a:lstStyle/>
          <a:p>
            <a:endParaRPr/>
          </a:p>
        </p:txBody>
      </p:sp>
      <p:sp>
        <p:nvSpPr>
          <p:cNvPr id="161" name="object 161"/>
          <p:cNvSpPr/>
          <p:nvPr/>
        </p:nvSpPr>
        <p:spPr>
          <a:xfrm>
            <a:off x="4481196" y="4466963"/>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2" name="object 162"/>
          <p:cNvSpPr/>
          <p:nvPr/>
        </p:nvSpPr>
        <p:spPr>
          <a:xfrm>
            <a:off x="6516102" y="4466963"/>
            <a:ext cx="22860" cy="0"/>
          </a:xfrm>
          <a:custGeom>
            <a:avLst/>
            <a:gdLst/>
            <a:ahLst/>
            <a:cxnLst/>
            <a:rect l="l" t="t" r="r" b="b"/>
            <a:pathLst>
              <a:path w="22859">
                <a:moveTo>
                  <a:pt x="22620" y="0"/>
                </a:moveTo>
                <a:lnTo>
                  <a:pt x="0" y="0"/>
                </a:lnTo>
              </a:path>
            </a:pathLst>
          </a:custGeom>
          <a:ln w="11300">
            <a:solidFill>
              <a:srgbClr val="000000"/>
            </a:solidFill>
          </a:ln>
        </p:spPr>
        <p:txBody>
          <a:bodyPr wrap="square" lIns="0" tIns="0" rIns="0" bIns="0" rtlCol="0"/>
          <a:lstStyle/>
          <a:p>
            <a:endParaRPr/>
          </a:p>
        </p:txBody>
      </p:sp>
      <p:sp>
        <p:nvSpPr>
          <p:cNvPr id="163" name="object 163"/>
          <p:cNvSpPr/>
          <p:nvPr/>
        </p:nvSpPr>
        <p:spPr>
          <a:xfrm>
            <a:off x="6516102" y="4466963"/>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4" name="object 164"/>
          <p:cNvSpPr txBox="1"/>
          <p:nvPr/>
        </p:nvSpPr>
        <p:spPr>
          <a:xfrm>
            <a:off x="4310218" y="4349294"/>
            <a:ext cx="133350" cy="240665"/>
          </a:xfrm>
          <a:prstGeom prst="rect">
            <a:avLst/>
          </a:prstGeom>
        </p:spPr>
        <p:txBody>
          <a:bodyPr vert="horz" wrap="square" lIns="0" tIns="0" rIns="0" bIns="0" rtlCol="0">
            <a:spAutoFit/>
          </a:bodyPr>
          <a:lstStyle/>
          <a:p>
            <a:pPr marL="12700">
              <a:lnSpc>
                <a:spcPct val="100000"/>
              </a:lnSpc>
            </a:pPr>
            <a:r>
              <a:rPr sz="1700" spc="-10" dirty="0">
                <a:latin typeface="Times New Roman"/>
                <a:cs typeface="Times New Roman"/>
              </a:rPr>
              <a:t>1</a:t>
            </a:r>
            <a:endParaRPr sz="1700">
              <a:latin typeface="Times New Roman"/>
              <a:cs typeface="Times New Roman"/>
            </a:endParaRPr>
          </a:p>
        </p:txBody>
      </p:sp>
      <p:sp>
        <p:nvSpPr>
          <p:cNvPr id="165" name="object 165"/>
          <p:cNvSpPr/>
          <p:nvPr/>
        </p:nvSpPr>
        <p:spPr>
          <a:xfrm>
            <a:off x="6538723" y="433136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6" name="object 166"/>
          <p:cNvSpPr/>
          <p:nvPr/>
        </p:nvSpPr>
        <p:spPr>
          <a:xfrm>
            <a:off x="6538723" y="5947303"/>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7" name="object 167"/>
          <p:cNvSpPr/>
          <p:nvPr/>
        </p:nvSpPr>
        <p:spPr>
          <a:xfrm>
            <a:off x="6538723" y="433136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8" name="object 168"/>
          <p:cNvSpPr/>
          <p:nvPr/>
        </p:nvSpPr>
        <p:spPr>
          <a:xfrm>
            <a:off x="4469885" y="4331361"/>
            <a:ext cx="0" cy="0"/>
          </a:xfrm>
          <a:custGeom>
            <a:avLst/>
            <a:gdLst/>
            <a:ahLst/>
            <a:cxnLst/>
            <a:rect l="l" t="t" r="r" b="b"/>
            <a:pathLst>
              <a:path>
                <a:moveTo>
                  <a:pt x="0" y="0"/>
                </a:moveTo>
                <a:lnTo>
                  <a:pt x="0" y="0"/>
                </a:lnTo>
              </a:path>
            </a:pathLst>
          </a:custGeom>
          <a:ln w="11300">
            <a:solidFill>
              <a:srgbClr val="000000"/>
            </a:solidFill>
          </a:ln>
        </p:spPr>
        <p:txBody>
          <a:bodyPr wrap="square" lIns="0" tIns="0" rIns="0" bIns="0" rtlCol="0"/>
          <a:lstStyle/>
          <a:p>
            <a:endParaRPr/>
          </a:p>
        </p:txBody>
      </p:sp>
      <p:sp>
        <p:nvSpPr>
          <p:cNvPr id="169" name="object 169"/>
          <p:cNvSpPr/>
          <p:nvPr/>
        </p:nvSpPr>
        <p:spPr>
          <a:xfrm>
            <a:off x="4469916" y="4489550"/>
            <a:ext cx="1402080" cy="1333500"/>
          </a:xfrm>
          <a:custGeom>
            <a:avLst/>
            <a:gdLst/>
            <a:ahLst/>
            <a:cxnLst/>
            <a:rect l="l" t="t" r="r" b="b"/>
            <a:pathLst>
              <a:path w="1402079" h="1333500">
                <a:moveTo>
                  <a:pt x="0" y="1322127"/>
                </a:moveTo>
                <a:lnTo>
                  <a:pt x="11279" y="1322127"/>
                </a:lnTo>
                <a:lnTo>
                  <a:pt x="22590" y="1333438"/>
                </a:lnTo>
                <a:lnTo>
                  <a:pt x="33900" y="1333438"/>
                </a:lnTo>
                <a:lnTo>
                  <a:pt x="45211" y="1310830"/>
                </a:lnTo>
                <a:lnTo>
                  <a:pt x="56491" y="1254335"/>
                </a:lnTo>
                <a:lnTo>
                  <a:pt x="67801" y="1186528"/>
                </a:lnTo>
                <a:lnTo>
                  <a:pt x="79112" y="1118733"/>
                </a:lnTo>
                <a:lnTo>
                  <a:pt x="90422" y="1073526"/>
                </a:lnTo>
                <a:lnTo>
                  <a:pt x="101733" y="1028330"/>
                </a:lnTo>
                <a:lnTo>
                  <a:pt x="113043" y="1005731"/>
                </a:lnTo>
                <a:lnTo>
                  <a:pt x="113043" y="983122"/>
                </a:lnTo>
                <a:lnTo>
                  <a:pt x="124323" y="949224"/>
                </a:lnTo>
                <a:lnTo>
                  <a:pt x="135634" y="926627"/>
                </a:lnTo>
                <a:lnTo>
                  <a:pt x="146944" y="892716"/>
                </a:lnTo>
                <a:lnTo>
                  <a:pt x="158254" y="847521"/>
                </a:lnTo>
                <a:lnTo>
                  <a:pt x="169565" y="813625"/>
                </a:lnTo>
                <a:lnTo>
                  <a:pt x="180875" y="791026"/>
                </a:lnTo>
                <a:lnTo>
                  <a:pt x="192155" y="757118"/>
                </a:lnTo>
                <a:lnTo>
                  <a:pt x="203466" y="734518"/>
                </a:lnTo>
                <a:lnTo>
                  <a:pt x="214776" y="711919"/>
                </a:lnTo>
                <a:lnTo>
                  <a:pt x="226087" y="689323"/>
                </a:lnTo>
                <a:lnTo>
                  <a:pt x="237397" y="666711"/>
                </a:lnTo>
                <a:lnTo>
                  <a:pt x="237397" y="644115"/>
                </a:lnTo>
                <a:lnTo>
                  <a:pt x="248708" y="621516"/>
                </a:lnTo>
                <a:lnTo>
                  <a:pt x="259988" y="598920"/>
                </a:lnTo>
                <a:lnTo>
                  <a:pt x="271298" y="576320"/>
                </a:lnTo>
                <a:lnTo>
                  <a:pt x="282608" y="553709"/>
                </a:lnTo>
                <a:lnTo>
                  <a:pt x="293919" y="531113"/>
                </a:lnTo>
                <a:lnTo>
                  <a:pt x="305199" y="519813"/>
                </a:lnTo>
                <a:lnTo>
                  <a:pt x="316509" y="497214"/>
                </a:lnTo>
                <a:lnTo>
                  <a:pt x="327820" y="474618"/>
                </a:lnTo>
                <a:lnTo>
                  <a:pt x="339130" y="463306"/>
                </a:lnTo>
                <a:lnTo>
                  <a:pt x="350441" y="440707"/>
                </a:lnTo>
                <a:lnTo>
                  <a:pt x="361751" y="429410"/>
                </a:lnTo>
                <a:lnTo>
                  <a:pt x="361751" y="418110"/>
                </a:lnTo>
                <a:lnTo>
                  <a:pt x="373031" y="395511"/>
                </a:lnTo>
                <a:lnTo>
                  <a:pt x="384342" y="384211"/>
                </a:lnTo>
                <a:lnTo>
                  <a:pt x="395652" y="372915"/>
                </a:lnTo>
                <a:lnTo>
                  <a:pt x="406962" y="361615"/>
                </a:lnTo>
                <a:lnTo>
                  <a:pt x="418273" y="350303"/>
                </a:lnTo>
                <a:lnTo>
                  <a:pt x="429583" y="327707"/>
                </a:lnTo>
                <a:lnTo>
                  <a:pt x="440863" y="316408"/>
                </a:lnTo>
                <a:lnTo>
                  <a:pt x="452174" y="305108"/>
                </a:lnTo>
                <a:lnTo>
                  <a:pt x="463484" y="293808"/>
                </a:lnTo>
                <a:lnTo>
                  <a:pt x="474795" y="282509"/>
                </a:lnTo>
                <a:lnTo>
                  <a:pt x="486105" y="271212"/>
                </a:lnTo>
                <a:lnTo>
                  <a:pt x="497416" y="259912"/>
                </a:lnTo>
                <a:lnTo>
                  <a:pt x="508696" y="248601"/>
                </a:lnTo>
                <a:lnTo>
                  <a:pt x="520006" y="237301"/>
                </a:lnTo>
                <a:lnTo>
                  <a:pt x="531317" y="226001"/>
                </a:lnTo>
                <a:lnTo>
                  <a:pt x="542627" y="226001"/>
                </a:lnTo>
                <a:lnTo>
                  <a:pt x="553937" y="214705"/>
                </a:lnTo>
                <a:lnTo>
                  <a:pt x="565248" y="203405"/>
                </a:lnTo>
                <a:lnTo>
                  <a:pt x="576528" y="192105"/>
                </a:lnTo>
                <a:lnTo>
                  <a:pt x="587838" y="192105"/>
                </a:lnTo>
                <a:lnTo>
                  <a:pt x="599149" y="180806"/>
                </a:lnTo>
                <a:lnTo>
                  <a:pt x="610459" y="169506"/>
                </a:lnTo>
                <a:lnTo>
                  <a:pt x="621739" y="158210"/>
                </a:lnTo>
                <a:lnTo>
                  <a:pt x="633050" y="158210"/>
                </a:lnTo>
                <a:lnTo>
                  <a:pt x="644360" y="146910"/>
                </a:lnTo>
                <a:lnTo>
                  <a:pt x="655671" y="146910"/>
                </a:lnTo>
                <a:lnTo>
                  <a:pt x="666981" y="135598"/>
                </a:lnTo>
                <a:lnTo>
                  <a:pt x="678291" y="135598"/>
                </a:lnTo>
                <a:lnTo>
                  <a:pt x="689571" y="124299"/>
                </a:lnTo>
                <a:lnTo>
                  <a:pt x="700882" y="124299"/>
                </a:lnTo>
                <a:lnTo>
                  <a:pt x="712192" y="112999"/>
                </a:lnTo>
                <a:lnTo>
                  <a:pt x="723503" y="112999"/>
                </a:lnTo>
                <a:lnTo>
                  <a:pt x="734813" y="101702"/>
                </a:lnTo>
                <a:lnTo>
                  <a:pt x="746124" y="101702"/>
                </a:lnTo>
                <a:lnTo>
                  <a:pt x="757404" y="101702"/>
                </a:lnTo>
                <a:lnTo>
                  <a:pt x="768714" y="90403"/>
                </a:lnTo>
                <a:lnTo>
                  <a:pt x="780025" y="90403"/>
                </a:lnTo>
                <a:lnTo>
                  <a:pt x="791335" y="90403"/>
                </a:lnTo>
                <a:lnTo>
                  <a:pt x="802645" y="79103"/>
                </a:lnTo>
                <a:lnTo>
                  <a:pt x="813956" y="79103"/>
                </a:lnTo>
                <a:lnTo>
                  <a:pt x="825236" y="79103"/>
                </a:lnTo>
                <a:lnTo>
                  <a:pt x="836546" y="67803"/>
                </a:lnTo>
                <a:lnTo>
                  <a:pt x="847857" y="67803"/>
                </a:lnTo>
                <a:lnTo>
                  <a:pt x="859167" y="67803"/>
                </a:lnTo>
                <a:lnTo>
                  <a:pt x="870478" y="56504"/>
                </a:lnTo>
                <a:lnTo>
                  <a:pt x="881788" y="56504"/>
                </a:lnTo>
                <a:lnTo>
                  <a:pt x="893068" y="56504"/>
                </a:lnTo>
                <a:lnTo>
                  <a:pt x="904379" y="56504"/>
                </a:lnTo>
                <a:lnTo>
                  <a:pt x="915689" y="45207"/>
                </a:lnTo>
                <a:lnTo>
                  <a:pt x="927000" y="45207"/>
                </a:lnTo>
                <a:lnTo>
                  <a:pt x="938279" y="45207"/>
                </a:lnTo>
                <a:lnTo>
                  <a:pt x="949590" y="45207"/>
                </a:lnTo>
                <a:lnTo>
                  <a:pt x="960900" y="45207"/>
                </a:lnTo>
                <a:lnTo>
                  <a:pt x="972211" y="33895"/>
                </a:lnTo>
                <a:lnTo>
                  <a:pt x="983521" y="33895"/>
                </a:lnTo>
                <a:lnTo>
                  <a:pt x="994832" y="33895"/>
                </a:lnTo>
                <a:lnTo>
                  <a:pt x="1006112" y="33895"/>
                </a:lnTo>
                <a:lnTo>
                  <a:pt x="1017422" y="33895"/>
                </a:lnTo>
                <a:lnTo>
                  <a:pt x="1028733" y="22596"/>
                </a:lnTo>
                <a:lnTo>
                  <a:pt x="1096565" y="22596"/>
                </a:lnTo>
                <a:lnTo>
                  <a:pt x="1107875" y="11296"/>
                </a:lnTo>
                <a:lnTo>
                  <a:pt x="1209608" y="11296"/>
                </a:lnTo>
                <a:lnTo>
                  <a:pt x="1220919" y="0"/>
                </a:lnTo>
                <a:lnTo>
                  <a:pt x="1390484" y="0"/>
                </a:lnTo>
                <a:lnTo>
                  <a:pt x="1401795" y="0"/>
                </a:lnTo>
              </a:path>
            </a:pathLst>
          </a:custGeom>
          <a:ln w="11302">
            <a:solidFill>
              <a:srgbClr val="000000"/>
            </a:solidFill>
          </a:ln>
        </p:spPr>
        <p:txBody>
          <a:bodyPr wrap="square" lIns="0" tIns="0" rIns="0" bIns="0" rtlCol="0"/>
          <a:lstStyle/>
          <a:p>
            <a:endParaRPr/>
          </a:p>
        </p:txBody>
      </p:sp>
      <p:sp>
        <p:nvSpPr>
          <p:cNvPr id="170" name="object 170"/>
          <p:cNvSpPr/>
          <p:nvPr/>
        </p:nvSpPr>
        <p:spPr>
          <a:xfrm>
            <a:off x="5871711" y="4466951"/>
            <a:ext cx="667385" cy="22860"/>
          </a:xfrm>
          <a:custGeom>
            <a:avLst/>
            <a:gdLst/>
            <a:ahLst/>
            <a:cxnLst/>
            <a:rect l="l" t="t" r="r" b="b"/>
            <a:pathLst>
              <a:path w="667384" h="22860">
                <a:moveTo>
                  <a:pt x="0" y="22599"/>
                </a:moveTo>
                <a:lnTo>
                  <a:pt x="11310" y="11299"/>
                </a:lnTo>
                <a:lnTo>
                  <a:pt x="22620" y="11299"/>
                </a:lnTo>
                <a:lnTo>
                  <a:pt x="33931" y="11299"/>
                </a:lnTo>
                <a:lnTo>
                  <a:pt x="576558" y="11299"/>
                </a:lnTo>
                <a:lnTo>
                  <a:pt x="587869" y="0"/>
                </a:lnTo>
                <a:lnTo>
                  <a:pt x="655701" y="0"/>
                </a:lnTo>
                <a:lnTo>
                  <a:pt x="667011" y="0"/>
                </a:lnTo>
              </a:path>
            </a:pathLst>
          </a:custGeom>
          <a:ln w="11300">
            <a:solidFill>
              <a:srgbClr val="000000"/>
            </a:solidFill>
          </a:ln>
        </p:spPr>
        <p:txBody>
          <a:bodyPr wrap="square" lIns="0" tIns="0" rIns="0" bIns="0" rtlCol="0"/>
          <a:lstStyle/>
          <a:p>
            <a:endParaRPr/>
          </a:p>
        </p:txBody>
      </p:sp>
      <p:sp>
        <p:nvSpPr>
          <p:cNvPr id="171" name="object 171"/>
          <p:cNvSpPr txBox="1"/>
          <p:nvPr/>
        </p:nvSpPr>
        <p:spPr>
          <a:xfrm>
            <a:off x="4469900" y="4331355"/>
            <a:ext cx="2068830" cy="1609090"/>
          </a:xfrm>
          <a:prstGeom prst="rect">
            <a:avLst/>
          </a:prstGeom>
        </p:spPr>
        <p:txBody>
          <a:bodyPr vert="horz" wrap="square" lIns="0" tIns="0" rIns="0" bIns="0" rtlCol="0">
            <a:spAutoFit/>
          </a:bodyPr>
          <a:lstStyle/>
          <a:p>
            <a:pPr marL="1130300">
              <a:lnSpc>
                <a:spcPct val="100000"/>
              </a:lnSpc>
            </a:pPr>
            <a:r>
              <a:rPr sz="1700" spc="25" dirty="0">
                <a:latin typeface="Times New Roman"/>
                <a:cs typeface="Times New Roman"/>
              </a:rPr>
              <a:t>o</a:t>
            </a:r>
            <a:r>
              <a:rPr sz="1700" spc="-55" dirty="0">
                <a:latin typeface="Times New Roman"/>
                <a:cs typeface="Times New Roman"/>
              </a:rPr>
              <a:t>u</a:t>
            </a:r>
            <a:r>
              <a:rPr sz="1700" spc="-30" dirty="0">
                <a:latin typeface="Times New Roman"/>
                <a:cs typeface="Times New Roman"/>
              </a:rPr>
              <a:t>t</a:t>
            </a:r>
            <a:r>
              <a:rPr sz="1700" spc="25" dirty="0">
                <a:latin typeface="Times New Roman"/>
                <a:cs typeface="Times New Roman"/>
              </a:rPr>
              <a:t>p</a:t>
            </a:r>
            <a:r>
              <a:rPr sz="1700" spc="-55" dirty="0">
                <a:latin typeface="Times New Roman"/>
                <a:cs typeface="Times New Roman"/>
              </a:rPr>
              <a:t>u</a:t>
            </a:r>
            <a:r>
              <a:rPr sz="1700" spc="-5" dirty="0">
                <a:latin typeface="Times New Roman"/>
                <a:cs typeface="Times New Roman"/>
              </a:rPr>
              <a:t>t </a:t>
            </a:r>
            <a:r>
              <a:rPr sz="1700" spc="-10" dirty="0">
                <a:latin typeface="Times New Roman"/>
                <a:cs typeface="Times New Roman"/>
              </a:rPr>
              <a:t>2</a:t>
            </a:r>
            <a:endParaRPr sz="1700">
              <a:latin typeface="Times New Roman"/>
              <a:cs typeface="Times New Roman"/>
            </a:endParaRPr>
          </a:p>
        </p:txBody>
      </p:sp>
      <p:sp>
        <p:nvSpPr>
          <p:cNvPr id="173" name="object 173"/>
          <p:cNvSpPr txBox="1"/>
          <p:nvPr/>
        </p:nvSpPr>
        <p:spPr>
          <a:xfrm>
            <a:off x="2230109" y="6213832"/>
            <a:ext cx="938530" cy="240665"/>
          </a:xfrm>
          <a:prstGeom prst="rect">
            <a:avLst/>
          </a:prstGeom>
        </p:spPr>
        <p:txBody>
          <a:bodyPr vert="horz" wrap="square" lIns="0" tIns="0" rIns="0" bIns="0" rtlCol="0">
            <a:spAutoFit/>
          </a:bodyPr>
          <a:lstStyle/>
          <a:p>
            <a:pPr marL="12700">
              <a:lnSpc>
                <a:spcPct val="100000"/>
              </a:lnSpc>
            </a:pPr>
            <a:r>
              <a:rPr sz="1700" spc="40" dirty="0">
                <a:latin typeface="Times New Roman"/>
                <a:cs typeface="Times New Roman"/>
              </a:rPr>
              <a:t>s</a:t>
            </a:r>
            <a:r>
              <a:rPr sz="1700" spc="-50" dirty="0">
                <a:latin typeface="Times New Roman"/>
                <a:cs typeface="Times New Roman"/>
              </a:rPr>
              <a:t>a</a:t>
            </a:r>
            <a:r>
              <a:rPr sz="1700" spc="-85" dirty="0">
                <a:latin typeface="Times New Roman"/>
                <a:cs typeface="Times New Roman"/>
              </a:rPr>
              <a:t>m</a:t>
            </a:r>
            <a:r>
              <a:rPr sz="1700" spc="25" dirty="0">
                <a:latin typeface="Times New Roman"/>
                <a:cs typeface="Times New Roman"/>
              </a:rPr>
              <a:t>p</a:t>
            </a:r>
            <a:r>
              <a:rPr sz="1700" spc="-120" dirty="0">
                <a:latin typeface="Times New Roman"/>
                <a:cs typeface="Times New Roman"/>
              </a:rPr>
              <a:t>l</a:t>
            </a:r>
            <a:r>
              <a:rPr sz="1700" spc="-10" dirty="0">
                <a:latin typeface="Times New Roman"/>
                <a:cs typeface="Times New Roman"/>
              </a:rPr>
              <a:t>e</a:t>
            </a:r>
            <a:r>
              <a:rPr sz="1700" spc="-20" dirty="0">
                <a:latin typeface="Times New Roman"/>
                <a:cs typeface="Times New Roman"/>
              </a:rPr>
              <a:t> </a:t>
            </a:r>
            <a:r>
              <a:rPr sz="1700" spc="-55" dirty="0">
                <a:latin typeface="Times New Roman"/>
                <a:cs typeface="Times New Roman"/>
              </a:rPr>
              <a:t>n</a:t>
            </a:r>
            <a:r>
              <a:rPr sz="1700" spc="25" dirty="0">
                <a:latin typeface="Times New Roman"/>
                <a:cs typeface="Times New Roman"/>
              </a:rPr>
              <a:t>o</a:t>
            </a:r>
            <a:r>
              <a:rPr sz="1700" spc="-5" dirty="0">
                <a:latin typeface="Times New Roman"/>
                <a:cs typeface="Times New Roman"/>
              </a:rPr>
              <a:t>.</a:t>
            </a:r>
            <a:endParaRPr sz="1700">
              <a:latin typeface="Times New Roman"/>
              <a:cs typeface="Times New Roman"/>
            </a:endParaRPr>
          </a:p>
        </p:txBody>
      </p:sp>
      <p:sp>
        <p:nvSpPr>
          <p:cNvPr id="174" name="object 174"/>
          <p:cNvSpPr txBox="1"/>
          <p:nvPr/>
        </p:nvSpPr>
        <p:spPr>
          <a:xfrm>
            <a:off x="5011132" y="6213832"/>
            <a:ext cx="938530" cy="240665"/>
          </a:xfrm>
          <a:prstGeom prst="rect">
            <a:avLst/>
          </a:prstGeom>
        </p:spPr>
        <p:txBody>
          <a:bodyPr vert="horz" wrap="square" lIns="0" tIns="0" rIns="0" bIns="0" rtlCol="0">
            <a:spAutoFit/>
          </a:bodyPr>
          <a:lstStyle/>
          <a:p>
            <a:pPr marL="12700">
              <a:lnSpc>
                <a:spcPct val="100000"/>
              </a:lnSpc>
            </a:pPr>
            <a:r>
              <a:rPr sz="1700" spc="40" dirty="0">
                <a:latin typeface="Times New Roman"/>
                <a:cs typeface="Times New Roman"/>
              </a:rPr>
              <a:t>s</a:t>
            </a:r>
            <a:r>
              <a:rPr sz="1700" spc="-50" dirty="0">
                <a:latin typeface="Times New Roman"/>
                <a:cs typeface="Times New Roman"/>
              </a:rPr>
              <a:t>a</a:t>
            </a:r>
            <a:r>
              <a:rPr sz="1700" spc="-85" dirty="0">
                <a:latin typeface="Times New Roman"/>
                <a:cs typeface="Times New Roman"/>
              </a:rPr>
              <a:t>m</a:t>
            </a:r>
            <a:r>
              <a:rPr sz="1700" spc="25" dirty="0">
                <a:latin typeface="Times New Roman"/>
                <a:cs typeface="Times New Roman"/>
              </a:rPr>
              <a:t>p</a:t>
            </a:r>
            <a:r>
              <a:rPr sz="1700" spc="-120" dirty="0">
                <a:latin typeface="Times New Roman"/>
                <a:cs typeface="Times New Roman"/>
              </a:rPr>
              <a:t>l</a:t>
            </a:r>
            <a:r>
              <a:rPr sz="1700" spc="-10" dirty="0">
                <a:latin typeface="Times New Roman"/>
                <a:cs typeface="Times New Roman"/>
              </a:rPr>
              <a:t>e</a:t>
            </a:r>
            <a:r>
              <a:rPr sz="1700" spc="-20" dirty="0">
                <a:latin typeface="Times New Roman"/>
                <a:cs typeface="Times New Roman"/>
              </a:rPr>
              <a:t> </a:t>
            </a:r>
            <a:r>
              <a:rPr sz="1700" spc="-55" dirty="0">
                <a:latin typeface="Times New Roman"/>
                <a:cs typeface="Times New Roman"/>
              </a:rPr>
              <a:t>n</a:t>
            </a:r>
            <a:r>
              <a:rPr sz="1700" spc="25" dirty="0">
                <a:latin typeface="Times New Roman"/>
                <a:cs typeface="Times New Roman"/>
              </a:rPr>
              <a:t>o</a:t>
            </a:r>
            <a:r>
              <a:rPr sz="1700" spc="-5" dirty="0">
                <a:latin typeface="Times New Roman"/>
                <a:cs typeface="Times New Roman"/>
              </a:rPr>
              <a:t>.</a:t>
            </a:r>
            <a:endParaRPr sz="170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567" y="728606"/>
            <a:ext cx="3493770"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C</a:t>
            </a:r>
            <a:r>
              <a:rPr sz="3400" spc="-5" dirty="0">
                <a:solidFill>
                  <a:srgbClr val="B5121B"/>
                </a:solidFill>
                <a:latin typeface="Calibri"/>
                <a:cs typeface="Calibri"/>
              </a:rPr>
              <a:t>l</a:t>
            </a:r>
            <a:r>
              <a:rPr sz="3400" spc="5" dirty="0">
                <a:solidFill>
                  <a:srgbClr val="B5121B"/>
                </a:solidFill>
                <a:latin typeface="Calibri"/>
                <a:cs typeface="Calibri"/>
              </a:rPr>
              <a:t>o</a:t>
            </a:r>
            <a:r>
              <a:rPr sz="3400" spc="-10" dirty="0">
                <a:solidFill>
                  <a:srgbClr val="B5121B"/>
                </a:solidFill>
                <a:latin typeface="Calibri"/>
                <a:cs typeface="Calibri"/>
              </a:rPr>
              <a:t>s</a:t>
            </a:r>
            <a:r>
              <a:rPr sz="3400" spc="-15" dirty="0">
                <a:solidFill>
                  <a:srgbClr val="B5121B"/>
                </a:solidFill>
                <a:latin typeface="Calibri"/>
                <a:cs typeface="Calibri"/>
              </a:rPr>
              <a:t>e</a:t>
            </a:r>
            <a:r>
              <a:rPr sz="3400" spc="-20" dirty="0">
                <a:solidFill>
                  <a:srgbClr val="B5121B"/>
                </a:solidFill>
                <a:latin typeface="Calibri"/>
                <a:cs typeface="Calibri"/>
              </a:rPr>
              <a:t>d</a:t>
            </a:r>
            <a:r>
              <a:rPr sz="3400" spc="-120" dirty="0">
                <a:solidFill>
                  <a:srgbClr val="B5121B"/>
                </a:solidFill>
                <a:latin typeface="Times New Roman"/>
                <a:cs typeface="Times New Roman"/>
              </a:rPr>
              <a:t> </a:t>
            </a:r>
            <a:r>
              <a:rPr sz="3400" spc="-10" dirty="0">
                <a:solidFill>
                  <a:srgbClr val="B5121B"/>
                </a:solidFill>
                <a:latin typeface="Calibri"/>
                <a:cs typeface="Calibri"/>
              </a:rPr>
              <a:t>L</a:t>
            </a:r>
            <a:r>
              <a:rPr sz="3400" spc="5" dirty="0">
                <a:solidFill>
                  <a:srgbClr val="B5121B"/>
                </a:solidFill>
                <a:latin typeface="Calibri"/>
                <a:cs typeface="Calibri"/>
              </a:rPr>
              <a:t>oo</a:t>
            </a:r>
            <a:r>
              <a:rPr sz="3400" dirty="0">
                <a:solidFill>
                  <a:srgbClr val="B5121B"/>
                </a:solidFill>
                <a:latin typeface="Calibri"/>
                <a:cs typeface="Calibri"/>
              </a:rPr>
              <a:t>p</a:t>
            </a:r>
            <a:r>
              <a:rPr sz="3400" spc="-120" dirty="0">
                <a:solidFill>
                  <a:srgbClr val="B5121B"/>
                </a:solidFill>
                <a:latin typeface="Times New Roman"/>
                <a:cs typeface="Times New Roman"/>
              </a:rPr>
              <a:t> </a:t>
            </a:r>
            <a:r>
              <a:rPr sz="3400" spc="-90" dirty="0">
                <a:solidFill>
                  <a:srgbClr val="B5121B"/>
                </a:solidFill>
                <a:latin typeface="Calibri"/>
                <a:cs typeface="Calibri"/>
              </a:rPr>
              <a:t>R</a:t>
            </a:r>
            <a:r>
              <a:rPr sz="3400" spc="-15" dirty="0">
                <a:solidFill>
                  <a:srgbClr val="B5121B"/>
                </a:solidFill>
                <a:latin typeface="Calibri"/>
                <a:cs typeface="Calibri"/>
              </a:rPr>
              <a:t>e</a:t>
            </a:r>
            <a:r>
              <a:rPr sz="3400" spc="-25" dirty="0">
                <a:solidFill>
                  <a:srgbClr val="B5121B"/>
                </a:solidFill>
                <a:latin typeface="Calibri"/>
                <a:cs typeface="Calibri"/>
              </a:rPr>
              <a:t>s</a:t>
            </a:r>
            <a:r>
              <a:rPr sz="3400" spc="-10" dirty="0">
                <a:solidFill>
                  <a:srgbClr val="B5121B"/>
                </a:solidFill>
                <a:latin typeface="Calibri"/>
                <a:cs typeface="Calibri"/>
              </a:rPr>
              <a:t>u</a:t>
            </a:r>
            <a:r>
              <a:rPr sz="3400" spc="-5" dirty="0">
                <a:solidFill>
                  <a:srgbClr val="B5121B"/>
                </a:solidFill>
                <a:latin typeface="Calibri"/>
                <a:cs typeface="Calibri"/>
              </a:rPr>
              <a:t>l</a:t>
            </a:r>
            <a:r>
              <a:rPr sz="3400" spc="-15" dirty="0">
                <a:solidFill>
                  <a:srgbClr val="B5121B"/>
                </a:solidFill>
                <a:latin typeface="Calibri"/>
                <a:cs typeface="Calibri"/>
              </a:rPr>
              <a:t>t</a:t>
            </a:r>
            <a:r>
              <a:rPr sz="3400" dirty="0">
                <a:solidFill>
                  <a:srgbClr val="B5121B"/>
                </a:solidFill>
                <a:latin typeface="Calibri"/>
                <a:cs typeface="Calibri"/>
              </a:rPr>
              <a:t>s</a:t>
            </a:r>
            <a:r>
              <a:rPr sz="3400" dirty="0">
                <a:solidFill>
                  <a:srgbClr val="B5121B"/>
                </a:solidFill>
                <a:latin typeface="Times New Roman"/>
                <a:cs typeface="Times New Roman"/>
              </a:rPr>
              <a:t> </a:t>
            </a:r>
            <a:r>
              <a:rPr sz="3400" spc="5" dirty="0">
                <a:solidFill>
                  <a:srgbClr val="B5121B"/>
                </a:solidFill>
                <a:latin typeface="Calibri"/>
                <a:cs typeface="Calibri"/>
              </a:rPr>
              <a:t>(Co</a:t>
            </a:r>
            <a:r>
              <a:rPr sz="3400" spc="-50" dirty="0">
                <a:solidFill>
                  <a:srgbClr val="B5121B"/>
                </a:solidFill>
                <a:latin typeface="Calibri"/>
                <a:cs typeface="Calibri"/>
              </a:rPr>
              <a:t>n</a:t>
            </a:r>
            <a:r>
              <a:rPr sz="3400" spc="-15" dirty="0">
                <a:solidFill>
                  <a:srgbClr val="B5121B"/>
                </a:solidFill>
                <a:latin typeface="Calibri"/>
                <a:cs typeface="Calibri"/>
              </a:rPr>
              <a:t>t</a:t>
            </a:r>
            <a:r>
              <a:rPr sz="3400" spc="-80" dirty="0">
                <a:solidFill>
                  <a:srgbClr val="B5121B"/>
                </a:solidFill>
                <a:latin typeface="Calibri"/>
                <a:cs typeface="Calibri"/>
              </a:rPr>
              <a:t>r</a:t>
            </a:r>
            <a:r>
              <a:rPr sz="3400" spc="5" dirty="0">
                <a:solidFill>
                  <a:srgbClr val="B5121B"/>
                </a:solidFill>
                <a:latin typeface="Calibri"/>
                <a:cs typeface="Calibri"/>
              </a:rPr>
              <a:t>o</a:t>
            </a:r>
            <a:r>
              <a:rPr sz="3400" dirty="0">
                <a:solidFill>
                  <a:srgbClr val="B5121B"/>
                </a:solidFill>
                <a:latin typeface="Calibri"/>
                <a:cs typeface="Calibri"/>
              </a:rPr>
              <a:t>l</a:t>
            </a:r>
            <a:r>
              <a:rPr sz="3400" spc="-110" dirty="0">
                <a:solidFill>
                  <a:srgbClr val="B5121B"/>
                </a:solidFill>
                <a:latin typeface="Times New Roman"/>
                <a:cs typeface="Times New Roman"/>
              </a:rPr>
              <a:t> </a:t>
            </a:r>
            <a:r>
              <a:rPr sz="3400" spc="-10" dirty="0">
                <a:solidFill>
                  <a:srgbClr val="B5121B"/>
                </a:solidFill>
                <a:latin typeface="Calibri"/>
                <a:cs typeface="Calibri"/>
              </a:rPr>
              <a:t>Inpu</a:t>
            </a:r>
            <a:r>
              <a:rPr sz="3400" dirty="0">
                <a:solidFill>
                  <a:srgbClr val="B5121B"/>
                </a:solidFill>
                <a:latin typeface="Calibri"/>
                <a:cs typeface="Calibri"/>
              </a:rPr>
              <a:t>t</a:t>
            </a:r>
            <a:r>
              <a:rPr sz="3400" spc="-10" dirty="0">
                <a:solidFill>
                  <a:srgbClr val="B5121B"/>
                </a:solidFill>
                <a:latin typeface="Calibri"/>
                <a:cs typeface="Calibri"/>
              </a:rPr>
              <a:t>s</a:t>
            </a:r>
            <a:r>
              <a:rPr sz="3400" dirty="0">
                <a:solidFill>
                  <a:srgbClr val="B5121B"/>
                </a:solidFill>
                <a:latin typeface="Calibri"/>
                <a:cs typeface="Calibri"/>
              </a:rPr>
              <a:t>)</a:t>
            </a:r>
            <a:endParaRPr sz="3400">
              <a:latin typeface="Calibri"/>
              <a:cs typeface="Calibri"/>
            </a:endParaRPr>
          </a:p>
        </p:txBody>
      </p:sp>
      <p:sp>
        <p:nvSpPr>
          <p:cNvPr id="3" name="object 3"/>
          <p:cNvSpPr/>
          <p:nvPr/>
        </p:nvSpPr>
        <p:spPr>
          <a:xfrm>
            <a:off x="1975652" y="2333625"/>
            <a:ext cx="2016125" cy="1530350"/>
          </a:xfrm>
          <a:custGeom>
            <a:avLst/>
            <a:gdLst/>
            <a:ahLst/>
            <a:cxnLst/>
            <a:rect l="l" t="t" r="r" b="b"/>
            <a:pathLst>
              <a:path w="2016125" h="1530350">
                <a:moveTo>
                  <a:pt x="0" y="1530108"/>
                </a:moveTo>
                <a:lnTo>
                  <a:pt x="2015809" y="1530108"/>
                </a:lnTo>
                <a:lnTo>
                  <a:pt x="2015809" y="0"/>
                </a:lnTo>
                <a:lnTo>
                  <a:pt x="0" y="0"/>
                </a:lnTo>
                <a:lnTo>
                  <a:pt x="0" y="1530108"/>
                </a:lnTo>
                <a:close/>
              </a:path>
            </a:pathLst>
          </a:custGeom>
          <a:solidFill>
            <a:srgbClr val="FFFFFF"/>
          </a:solidFill>
        </p:spPr>
        <p:txBody>
          <a:bodyPr wrap="square" lIns="0" tIns="0" rIns="0" bIns="0" rtlCol="0"/>
          <a:lstStyle/>
          <a:p>
            <a:endParaRPr/>
          </a:p>
        </p:txBody>
      </p:sp>
      <p:sp>
        <p:nvSpPr>
          <p:cNvPr id="4" name="object 4"/>
          <p:cNvSpPr/>
          <p:nvPr/>
        </p:nvSpPr>
        <p:spPr>
          <a:xfrm>
            <a:off x="3991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5" name="object 5"/>
          <p:cNvSpPr/>
          <p:nvPr/>
        </p:nvSpPr>
        <p:spPr>
          <a:xfrm>
            <a:off x="3991453" y="386374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 name="object 6"/>
          <p:cNvSpPr/>
          <p:nvPr/>
        </p:nvSpPr>
        <p:spPr>
          <a:xfrm>
            <a:off x="3991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 name="object 7"/>
          <p:cNvSpPr/>
          <p:nvPr/>
        </p:nvSpPr>
        <p:spPr>
          <a:xfrm>
            <a:off x="1975642"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 name="object 8"/>
          <p:cNvSpPr/>
          <p:nvPr/>
        </p:nvSpPr>
        <p:spPr>
          <a:xfrm>
            <a:off x="3991453" y="386374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9" name="object 9"/>
          <p:cNvSpPr/>
          <p:nvPr/>
        </p:nvSpPr>
        <p:spPr>
          <a:xfrm>
            <a:off x="1975642"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 name="object 10"/>
          <p:cNvSpPr/>
          <p:nvPr/>
        </p:nvSpPr>
        <p:spPr>
          <a:xfrm>
            <a:off x="2579309" y="384219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 name="object 11"/>
          <p:cNvSpPr/>
          <p:nvPr/>
        </p:nvSpPr>
        <p:spPr>
          <a:xfrm>
            <a:off x="2579309" y="234441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2" name="object 12"/>
          <p:cNvSpPr/>
          <p:nvPr/>
        </p:nvSpPr>
        <p:spPr>
          <a:xfrm>
            <a:off x="3247653" y="384219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3" name="object 13"/>
          <p:cNvSpPr/>
          <p:nvPr/>
        </p:nvSpPr>
        <p:spPr>
          <a:xfrm>
            <a:off x="3247653" y="234441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4" name="object 14"/>
          <p:cNvSpPr/>
          <p:nvPr/>
        </p:nvSpPr>
        <p:spPr>
          <a:xfrm>
            <a:off x="3916000" y="384219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5" name="object 15"/>
          <p:cNvSpPr/>
          <p:nvPr/>
        </p:nvSpPr>
        <p:spPr>
          <a:xfrm>
            <a:off x="3916000" y="234441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6" name="object 16"/>
          <p:cNvSpPr txBox="1"/>
          <p:nvPr/>
        </p:nvSpPr>
        <p:spPr>
          <a:xfrm>
            <a:off x="2469605" y="3891024"/>
            <a:ext cx="1556385" cy="230504"/>
          </a:xfrm>
          <a:prstGeom prst="rect">
            <a:avLst/>
          </a:prstGeom>
        </p:spPr>
        <p:txBody>
          <a:bodyPr vert="horz" wrap="square" lIns="0" tIns="0" rIns="0" bIns="0" rtlCol="0">
            <a:spAutoFit/>
          </a:bodyPr>
          <a:lstStyle/>
          <a:p>
            <a:pPr marL="12700">
              <a:lnSpc>
                <a:spcPct val="100000"/>
              </a:lnSpc>
              <a:tabLst>
                <a:tab pos="680720" algn="l"/>
                <a:tab pos="1348740" algn="l"/>
              </a:tabLst>
            </a:pPr>
            <a:r>
              <a:rPr sz="1600" spc="-45" dirty="0">
                <a:latin typeface="Times New Roman"/>
                <a:cs typeface="Times New Roman"/>
              </a:rPr>
              <a:t>1</a:t>
            </a:r>
            <a:r>
              <a:rPr sz="1600" dirty="0">
                <a:latin typeface="Times New Roman"/>
                <a:cs typeface="Times New Roman"/>
              </a:rPr>
              <a:t>0	</a:t>
            </a:r>
            <a:r>
              <a:rPr sz="1600" spc="-45" dirty="0">
                <a:latin typeface="Times New Roman"/>
                <a:cs typeface="Times New Roman"/>
              </a:rPr>
              <a:t>2</a:t>
            </a:r>
            <a:r>
              <a:rPr sz="1600" dirty="0">
                <a:latin typeface="Times New Roman"/>
                <a:cs typeface="Times New Roman"/>
              </a:rPr>
              <a:t>0	</a:t>
            </a:r>
            <a:r>
              <a:rPr sz="1600" spc="-45" dirty="0">
                <a:latin typeface="Times New Roman"/>
                <a:cs typeface="Times New Roman"/>
              </a:rPr>
              <a:t>30</a:t>
            </a:r>
            <a:endParaRPr sz="1600">
              <a:latin typeface="Times New Roman"/>
              <a:cs typeface="Times New Roman"/>
            </a:endParaRPr>
          </a:p>
        </p:txBody>
      </p:sp>
      <p:sp>
        <p:nvSpPr>
          <p:cNvPr id="17" name="object 17"/>
          <p:cNvSpPr/>
          <p:nvPr/>
        </p:nvSpPr>
        <p:spPr>
          <a:xfrm>
            <a:off x="1975642" y="3734440"/>
            <a:ext cx="10795" cy="0"/>
          </a:xfrm>
          <a:custGeom>
            <a:avLst/>
            <a:gdLst/>
            <a:ahLst/>
            <a:cxnLst/>
            <a:rect l="l" t="t" r="r" b="b"/>
            <a:pathLst>
              <a:path w="10794">
                <a:moveTo>
                  <a:pt x="0" y="0"/>
                </a:moveTo>
                <a:lnTo>
                  <a:pt x="10773" y="0"/>
                </a:lnTo>
              </a:path>
            </a:pathLst>
          </a:custGeom>
          <a:ln w="10775">
            <a:solidFill>
              <a:srgbClr val="000000"/>
            </a:solidFill>
          </a:ln>
        </p:spPr>
        <p:txBody>
          <a:bodyPr wrap="square" lIns="0" tIns="0" rIns="0" bIns="0" rtlCol="0"/>
          <a:lstStyle/>
          <a:p>
            <a:endParaRPr/>
          </a:p>
        </p:txBody>
      </p:sp>
      <p:sp>
        <p:nvSpPr>
          <p:cNvPr id="18" name="object 18"/>
          <p:cNvSpPr/>
          <p:nvPr/>
        </p:nvSpPr>
        <p:spPr>
          <a:xfrm>
            <a:off x="1986416" y="373444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9" name="object 19"/>
          <p:cNvSpPr/>
          <p:nvPr/>
        </p:nvSpPr>
        <p:spPr>
          <a:xfrm>
            <a:off x="3969899" y="3734440"/>
            <a:ext cx="21590" cy="0"/>
          </a:xfrm>
          <a:custGeom>
            <a:avLst/>
            <a:gdLst/>
            <a:ahLst/>
            <a:cxnLst/>
            <a:rect l="l" t="t" r="r" b="b"/>
            <a:pathLst>
              <a:path w="21589">
                <a:moveTo>
                  <a:pt x="21553" y="0"/>
                </a:moveTo>
                <a:lnTo>
                  <a:pt x="0" y="0"/>
                </a:lnTo>
              </a:path>
            </a:pathLst>
          </a:custGeom>
          <a:ln w="10775">
            <a:solidFill>
              <a:srgbClr val="000000"/>
            </a:solidFill>
          </a:ln>
        </p:spPr>
        <p:txBody>
          <a:bodyPr wrap="square" lIns="0" tIns="0" rIns="0" bIns="0" rtlCol="0"/>
          <a:lstStyle/>
          <a:p>
            <a:endParaRPr/>
          </a:p>
        </p:txBody>
      </p:sp>
      <p:sp>
        <p:nvSpPr>
          <p:cNvPr id="20" name="object 20"/>
          <p:cNvSpPr/>
          <p:nvPr/>
        </p:nvSpPr>
        <p:spPr>
          <a:xfrm>
            <a:off x="3969899" y="373444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21" name="object 21"/>
          <p:cNvSpPr txBox="1"/>
          <p:nvPr/>
        </p:nvSpPr>
        <p:spPr>
          <a:xfrm>
            <a:off x="1510196" y="3621632"/>
            <a:ext cx="435609" cy="230504"/>
          </a:xfrm>
          <a:prstGeom prst="rect">
            <a:avLst/>
          </a:prstGeom>
        </p:spPr>
        <p:txBody>
          <a:bodyPr vert="horz" wrap="square" lIns="0" tIns="0" rIns="0" bIns="0" rtlCol="0">
            <a:spAutoFit/>
          </a:bodyPr>
          <a:lstStyle/>
          <a:p>
            <a:pPr marL="12700">
              <a:lnSpc>
                <a:spcPct val="100000"/>
              </a:lnSpc>
            </a:pPr>
            <a:r>
              <a:rPr sz="1600" spc="-30" dirty="0">
                <a:latin typeface="Times New Roman"/>
                <a:cs typeface="Times New Roman"/>
              </a:rPr>
              <a:t>-</a:t>
            </a:r>
            <a:r>
              <a:rPr sz="1600" spc="-45" dirty="0">
                <a:latin typeface="Times New Roman"/>
                <a:cs typeface="Times New Roman"/>
              </a:rPr>
              <a:t>0</a:t>
            </a:r>
            <a:r>
              <a:rPr sz="1600" spc="20" dirty="0">
                <a:latin typeface="Times New Roman"/>
                <a:cs typeface="Times New Roman"/>
              </a:rPr>
              <a:t>.</a:t>
            </a:r>
            <a:r>
              <a:rPr sz="1600" spc="-45" dirty="0">
                <a:latin typeface="Times New Roman"/>
                <a:cs typeface="Times New Roman"/>
              </a:rPr>
              <a:t>05</a:t>
            </a:r>
            <a:endParaRPr sz="1600">
              <a:latin typeface="Times New Roman"/>
              <a:cs typeface="Times New Roman"/>
            </a:endParaRPr>
          </a:p>
        </p:txBody>
      </p:sp>
      <p:sp>
        <p:nvSpPr>
          <p:cNvPr id="22" name="object 22"/>
          <p:cNvSpPr/>
          <p:nvPr/>
        </p:nvSpPr>
        <p:spPr>
          <a:xfrm>
            <a:off x="1975642" y="3098696"/>
            <a:ext cx="10795" cy="0"/>
          </a:xfrm>
          <a:custGeom>
            <a:avLst/>
            <a:gdLst/>
            <a:ahLst/>
            <a:cxnLst/>
            <a:rect l="l" t="t" r="r" b="b"/>
            <a:pathLst>
              <a:path w="10794">
                <a:moveTo>
                  <a:pt x="0" y="0"/>
                </a:moveTo>
                <a:lnTo>
                  <a:pt x="10773" y="0"/>
                </a:lnTo>
              </a:path>
            </a:pathLst>
          </a:custGeom>
          <a:ln w="10775">
            <a:solidFill>
              <a:srgbClr val="000000"/>
            </a:solidFill>
          </a:ln>
        </p:spPr>
        <p:txBody>
          <a:bodyPr wrap="square" lIns="0" tIns="0" rIns="0" bIns="0" rtlCol="0"/>
          <a:lstStyle/>
          <a:p>
            <a:endParaRPr/>
          </a:p>
        </p:txBody>
      </p:sp>
      <p:sp>
        <p:nvSpPr>
          <p:cNvPr id="23" name="object 23"/>
          <p:cNvSpPr/>
          <p:nvPr/>
        </p:nvSpPr>
        <p:spPr>
          <a:xfrm>
            <a:off x="1986416" y="309869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24" name="object 24"/>
          <p:cNvSpPr/>
          <p:nvPr/>
        </p:nvSpPr>
        <p:spPr>
          <a:xfrm>
            <a:off x="3969899" y="3098696"/>
            <a:ext cx="21590" cy="0"/>
          </a:xfrm>
          <a:custGeom>
            <a:avLst/>
            <a:gdLst/>
            <a:ahLst/>
            <a:cxnLst/>
            <a:rect l="l" t="t" r="r" b="b"/>
            <a:pathLst>
              <a:path w="21589">
                <a:moveTo>
                  <a:pt x="21553" y="0"/>
                </a:moveTo>
                <a:lnTo>
                  <a:pt x="0" y="0"/>
                </a:lnTo>
              </a:path>
            </a:pathLst>
          </a:custGeom>
          <a:ln w="10775">
            <a:solidFill>
              <a:srgbClr val="000000"/>
            </a:solidFill>
          </a:ln>
        </p:spPr>
        <p:txBody>
          <a:bodyPr wrap="square" lIns="0" tIns="0" rIns="0" bIns="0" rtlCol="0"/>
          <a:lstStyle/>
          <a:p>
            <a:endParaRPr/>
          </a:p>
        </p:txBody>
      </p:sp>
      <p:sp>
        <p:nvSpPr>
          <p:cNvPr id="25" name="object 25"/>
          <p:cNvSpPr/>
          <p:nvPr/>
        </p:nvSpPr>
        <p:spPr>
          <a:xfrm>
            <a:off x="3969899" y="309869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26" name="object 26"/>
          <p:cNvSpPr txBox="1"/>
          <p:nvPr/>
        </p:nvSpPr>
        <p:spPr>
          <a:xfrm>
            <a:off x="1822819" y="2985895"/>
            <a:ext cx="128270" cy="230504"/>
          </a:xfrm>
          <a:prstGeom prst="rect">
            <a:avLst/>
          </a:prstGeom>
        </p:spPr>
        <p:txBody>
          <a:bodyPr vert="horz" wrap="square" lIns="0" tIns="0" rIns="0" bIns="0" rtlCol="0">
            <a:spAutoFit/>
          </a:bodyPr>
          <a:lstStyle/>
          <a:p>
            <a:pPr marL="12700">
              <a:lnSpc>
                <a:spcPct val="100000"/>
              </a:lnSpc>
            </a:pPr>
            <a:r>
              <a:rPr sz="1600" dirty="0">
                <a:latin typeface="Times New Roman"/>
                <a:cs typeface="Times New Roman"/>
              </a:rPr>
              <a:t>0</a:t>
            </a:r>
            <a:endParaRPr sz="1600">
              <a:latin typeface="Times New Roman"/>
              <a:cs typeface="Times New Roman"/>
            </a:endParaRPr>
          </a:p>
        </p:txBody>
      </p:sp>
      <p:sp>
        <p:nvSpPr>
          <p:cNvPr id="27" name="object 27"/>
          <p:cNvSpPr/>
          <p:nvPr/>
        </p:nvSpPr>
        <p:spPr>
          <a:xfrm>
            <a:off x="1975642" y="2452165"/>
            <a:ext cx="10795" cy="0"/>
          </a:xfrm>
          <a:custGeom>
            <a:avLst/>
            <a:gdLst/>
            <a:ahLst/>
            <a:cxnLst/>
            <a:rect l="l" t="t" r="r" b="b"/>
            <a:pathLst>
              <a:path w="10794">
                <a:moveTo>
                  <a:pt x="0" y="0"/>
                </a:moveTo>
                <a:lnTo>
                  <a:pt x="10773" y="0"/>
                </a:lnTo>
              </a:path>
            </a:pathLst>
          </a:custGeom>
          <a:ln w="10775">
            <a:solidFill>
              <a:srgbClr val="000000"/>
            </a:solidFill>
          </a:ln>
        </p:spPr>
        <p:txBody>
          <a:bodyPr wrap="square" lIns="0" tIns="0" rIns="0" bIns="0" rtlCol="0"/>
          <a:lstStyle/>
          <a:p>
            <a:endParaRPr/>
          </a:p>
        </p:txBody>
      </p:sp>
      <p:sp>
        <p:nvSpPr>
          <p:cNvPr id="28" name="object 28"/>
          <p:cNvSpPr/>
          <p:nvPr/>
        </p:nvSpPr>
        <p:spPr>
          <a:xfrm>
            <a:off x="1986416" y="245216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29" name="object 29"/>
          <p:cNvSpPr/>
          <p:nvPr/>
        </p:nvSpPr>
        <p:spPr>
          <a:xfrm>
            <a:off x="3969899" y="2452165"/>
            <a:ext cx="21590" cy="0"/>
          </a:xfrm>
          <a:custGeom>
            <a:avLst/>
            <a:gdLst/>
            <a:ahLst/>
            <a:cxnLst/>
            <a:rect l="l" t="t" r="r" b="b"/>
            <a:pathLst>
              <a:path w="21589">
                <a:moveTo>
                  <a:pt x="21553" y="0"/>
                </a:moveTo>
                <a:lnTo>
                  <a:pt x="0" y="0"/>
                </a:lnTo>
              </a:path>
            </a:pathLst>
          </a:custGeom>
          <a:ln w="10775">
            <a:solidFill>
              <a:srgbClr val="000000"/>
            </a:solidFill>
          </a:ln>
        </p:spPr>
        <p:txBody>
          <a:bodyPr wrap="square" lIns="0" tIns="0" rIns="0" bIns="0" rtlCol="0"/>
          <a:lstStyle/>
          <a:p>
            <a:endParaRPr/>
          </a:p>
        </p:txBody>
      </p:sp>
      <p:sp>
        <p:nvSpPr>
          <p:cNvPr id="30" name="object 30"/>
          <p:cNvSpPr/>
          <p:nvPr/>
        </p:nvSpPr>
        <p:spPr>
          <a:xfrm>
            <a:off x="3969899" y="245216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31" name="object 31"/>
          <p:cNvSpPr txBox="1"/>
          <p:nvPr/>
        </p:nvSpPr>
        <p:spPr>
          <a:xfrm>
            <a:off x="1574877" y="2339363"/>
            <a:ext cx="370840" cy="230504"/>
          </a:xfrm>
          <a:prstGeom prst="rect">
            <a:avLst/>
          </a:prstGeom>
        </p:spPr>
        <p:txBody>
          <a:bodyPr vert="horz" wrap="square" lIns="0" tIns="0" rIns="0" bIns="0" rtlCol="0">
            <a:spAutoFit/>
          </a:bodyPr>
          <a:lstStyle/>
          <a:p>
            <a:pPr marL="12700">
              <a:lnSpc>
                <a:spcPct val="100000"/>
              </a:lnSpc>
            </a:pPr>
            <a:r>
              <a:rPr sz="1600" spc="-45" dirty="0">
                <a:latin typeface="Times New Roman"/>
                <a:cs typeface="Times New Roman"/>
              </a:rPr>
              <a:t>0</a:t>
            </a:r>
            <a:r>
              <a:rPr sz="1600" spc="20" dirty="0">
                <a:latin typeface="Times New Roman"/>
                <a:cs typeface="Times New Roman"/>
              </a:rPr>
              <a:t>.</a:t>
            </a:r>
            <a:r>
              <a:rPr sz="1600" spc="-45" dirty="0">
                <a:latin typeface="Times New Roman"/>
                <a:cs typeface="Times New Roman"/>
              </a:rPr>
              <a:t>05</a:t>
            </a:r>
            <a:endParaRPr sz="1600">
              <a:latin typeface="Times New Roman"/>
              <a:cs typeface="Times New Roman"/>
            </a:endParaRPr>
          </a:p>
        </p:txBody>
      </p:sp>
      <p:sp>
        <p:nvSpPr>
          <p:cNvPr id="32" name="object 32"/>
          <p:cNvSpPr/>
          <p:nvPr/>
        </p:nvSpPr>
        <p:spPr>
          <a:xfrm>
            <a:off x="3991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33" name="object 33"/>
          <p:cNvSpPr/>
          <p:nvPr/>
        </p:nvSpPr>
        <p:spPr>
          <a:xfrm>
            <a:off x="3991453" y="386374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34" name="object 34"/>
          <p:cNvSpPr/>
          <p:nvPr/>
        </p:nvSpPr>
        <p:spPr>
          <a:xfrm>
            <a:off x="3991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35" name="object 35"/>
          <p:cNvSpPr/>
          <p:nvPr/>
        </p:nvSpPr>
        <p:spPr>
          <a:xfrm>
            <a:off x="1975642"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36" name="object 36"/>
          <p:cNvSpPr/>
          <p:nvPr/>
        </p:nvSpPr>
        <p:spPr>
          <a:xfrm>
            <a:off x="1975642" y="2387500"/>
            <a:ext cx="2016125" cy="1217930"/>
          </a:xfrm>
          <a:custGeom>
            <a:avLst/>
            <a:gdLst/>
            <a:ahLst/>
            <a:cxnLst/>
            <a:rect l="l" t="t" r="r" b="b"/>
            <a:pathLst>
              <a:path w="2016125" h="1217929">
                <a:moveTo>
                  <a:pt x="0" y="711196"/>
                </a:moveTo>
                <a:lnTo>
                  <a:pt x="64673" y="1217639"/>
                </a:lnTo>
                <a:lnTo>
                  <a:pt x="129349" y="43120"/>
                </a:lnTo>
                <a:lnTo>
                  <a:pt x="194034" y="0"/>
                </a:lnTo>
                <a:lnTo>
                  <a:pt x="258708" y="484898"/>
                </a:lnTo>
                <a:lnTo>
                  <a:pt x="334170" y="840496"/>
                </a:lnTo>
                <a:lnTo>
                  <a:pt x="398846" y="937464"/>
                </a:lnTo>
                <a:lnTo>
                  <a:pt x="463519" y="905161"/>
                </a:lnTo>
                <a:lnTo>
                  <a:pt x="528205" y="851253"/>
                </a:lnTo>
                <a:lnTo>
                  <a:pt x="603655" y="797376"/>
                </a:lnTo>
                <a:lnTo>
                  <a:pt x="668343" y="775831"/>
                </a:lnTo>
                <a:lnTo>
                  <a:pt x="733016" y="754286"/>
                </a:lnTo>
                <a:lnTo>
                  <a:pt x="797690" y="743498"/>
                </a:lnTo>
                <a:lnTo>
                  <a:pt x="873152" y="732741"/>
                </a:lnTo>
                <a:lnTo>
                  <a:pt x="937837" y="721953"/>
                </a:lnTo>
                <a:lnTo>
                  <a:pt x="1002513" y="721953"/>
                </a:lnTo>
                <a:lnTo>
                  <a:pt x="1067187" y="721953"/>
                </a:lnTo>
                <a:lnTo>
                  <a:pt x="1131866" y="711196"/>
                </a:lnTo>
                <a:lnTo>
                  <a:pt x="1207319" y="711196"/>
                </a:lnTo>
                <a:lnTo>
                  <a:pt x="1940357" y="711196"/>
                </a:lnTo>
                <a:lnTo>
                  <a:pt x="2015810" y="711196"/>
                </a:lnTo>
              </a:path>
            </a:pathLst>
          </a:custGeom>
          <a:ln w="10776">
            <a:solidFill>
              <a:srgbClr val="000000"/>
            </a:solidFill>
          </a:ln>
        </p:spPr>
        <p:txBody>
          <a:bodyPr wrap="square" lIns="0" tIns="0" rIns="0" bIns="0" rtlCol="0"/>
          <a:lstStyle/>
          <a:p>
            <a:endParaRPr/>
          </a:p>
        </p:txBody>
      </p:sp>
      <p:sp>
        <p:nvSpPr>
          <p:cNvPr id="37" name="object 37"/>
          <p:cNvSpPr txBox="1"/>
          <p:nvPr/>
        </p:nvSpPr>
        <p:spPr>
          <a:xfrm>
            <a:off x="1975642" y="2333622"/>
            <a:ext cx="2016125" cy="1530350"/>
          </a:xfrm>
          <a:prstGeom prst="rect">
            <a:avLst/>
          </a:prstGeom>
          <a:ln w="10779">
            <a:solidFill>
              <a:srgbClr val="000000"/>
            </a:solidFill>
          </a:ln>
        </p:spPr>
        <p:txBody>
          <a:bodyPr vert="horz" wrap="square" lIns="0" tIns="0" rIns="0" bIns="0" rtlCol="0">
            <a:spAutoFit/>
          </a:bodyPr>
          <a:lstStyle/>
          <a:p>
            <a:pPr marL="1061720">
              <a:lnSpc>
                <a:spcPct val="100000"/>
              </a:lnSpc>
            </a:pPr>
            <a:r>
              <a:rPr sz="1600" spc="-110" dirty="0">
                <a:latin typeface="Times New Roman"/>
                <a:cs typeface="Times New Roman"/>
              </a:rPr>
              <a:t>i</a:t>
            </a:r>
            <a:r>
              <a:rPr sz="1600" spc="-45" dirty="0">
                <a:latin typeface="Times New Roman"/>
                <a:cs typeface="Times New Roman"/>
              </a:rPr>
              <a:t>n</a:t>
            </a:r>
            <a:r>
              <a:rPr sz="1600" spc="40" dirty="0">
                <a:latin typeface="Times New Roman"/>
                <a:cs typeface="Times New Roman"/>
              </a:rPr>
              <a:t>p</a:t>
            </a:r>
            <a:r>
              <a:rPr sz="1600" spc="-45" dirty="0">
                <a:latin typeface="Times New Roman"/>
                <a:cs typeface="Times New Roman"/>
              </a:rPr>
              <a:t>u</a:t>
            </a:r>
            <a:r>
              <a:rPr sz="1600" dirty="0">
                <a:latin typeface="Times New Roman"/>
                <a:cs typeface="Times New Roman"/>
              </a:rPr>
              <a:t>t 1</a:t>
            </a:r>
            <a:endParaRPr sz="1600">
              <a:latin typeface="Times New Roman"/>
              <a:cs typeface="Times New Roman"/>
            </a:endParaRPr>
          </a:p>
        </p:txBody>
      </p:sp>
      <p:sp>
        <p:nvSpPr>
          <p:cNvPr id="38" name="object 38"/>
          <p:cNvSpPr/>
          <p:nvPr/>
        </p:nvSpPr>
        <p:spPr>
          <a:xfrm>
            <a:off x="4627473" y="2333625"/>
            <a:ext cx="2026920" cy="1530350"/>
          </a:xfrm>
          <a:custGeom>
            <a:avLst/>
            <a:gdLst/>
            <a:ahLst/>
            <a:cxnLst/>
            <a:rect l="l" t="t" r="r" b="b"/>
            <a:pathLst>
              <a:path w="2026920" h="1530350">
                <a:moveTo>
                  <a:pt x="0" y="1530108"/>
                </a:moveTo>
                <a:lnTo>
                  <a:pt x="2026599" y="1530108"/>
                </a:lnTo>
                <a:lnTo>
                  <a:pt x="2026599" y="0"/>
                </a:lnTo>
                <a:lnTo>
                  <a:pt x="0" y="0"/>
                </a:lnTo>
                <a:lnTo>
                  <a:pt x="0" y="1530108"/>
                </a:lnTo>
                <a:close/>
              </a:path>
            </a:pathLst>
          </a:custGeom>
          <a:solidFill>
            <a:srgbClr val="FFFFFF"/>
          </a:solidFill>
        </p:spPr>
        <p:txBody>
          <a:bodyPr wrap="square" lIns="0" tIns="0" rIns="0" bIns="0" rtlCol="0"/>
          <a:lstStyle/>
          <a:p>
            <a:endParaRPr/>
          </a:p>
        </p:txBody>
      </p:sp>
      <p:sp>
        <p:nvSpPr>
          <p:cNvPr id="39" name="object 39"/>
          <p:cNvSpPr/>
          <p:nvPr/>
        </p:nvSpPr>
        <p:spPr>
          <a:xfrm>
            <a:off x="6654048"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0" name="object 40"/>
          <p:cNvSpPr/>
          <p:nvPr/>
        </p:nvSpPr>
        <p:spPr>
          <a:xfrm>
            <a:off x="6654048" y="386374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1" name="object 41"/>
          <p:cNvSpPr/>
          <p:nvPr/>
        </p:nvSpPr>
        <p:spPr>
          <a:xfrm>
            <a:off x="6654048"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2" name="object 42"/>
          <p:cNvSpPr/>
          <p:nvPr/>
        </p:nvSpPr>
        <p:spPr>
          <a:xfrm>
            <a:off x="4627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3" name="object 43"/>
          <p:cNvSpPr/>
          <p:nvPr/>
        </p:nvSpPr>
        <p:spPr>
          <a:xfrm>
            <a:off x="6654048" y="386374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4" name="object 44"/>
          <p:cNvSpPr/>
          <p:nvPr/>
        </p:nvSpPr>
        <p:spPr>
          <a:xfrm>
            <a:off x="4627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5" name="object 45"/>
          <p:cNvSpPr/>
          <p:nvPr/>
        </p:nvSpPr>
        <p:spPr>
          <a:xfrm>
            <a:off x="5231139" y="384219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6" name="object 46"/>
          <p:cNvSpPr/>
          <p:nvPr/>
        </p:nvSpPr>
        <p:spPr>
          <a:xfrm>
            <a:off x="5231139" y="234441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7" name="object 47"/>
          <p:cNvSpPr/>
          <p:nvPr/>
        </p:nvSpPr>
        <p:spPr>
          <a:xfrm>
            <a:off x="5910248" y="384219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8" name="object 48"/>
          <p:cNvSpPr/>
          <p:nvPr/>
        </p:nvSpPr>
        <p:spPr>
          <a:xfrm>
            <a:off x="5910248" y="234441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49" name="object 49"/>
          <p:cNvSpPr/>
          <p:nvPr/>
        </p:nvSpPr>
        <p:spPr>
          <a:xfrm>
            <a:off x="6578594" y="3842195"/>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50" name="object 50"/>
          <p:cNvSpPr/>
          <p:nvPr/>
        </p:nvSpPr>
        <p:spPr>
          <a:xfrm>
            <a:off x="6578594" y="2344410"/>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51" name="object 51"/>
          <p:cNvSpPr txBox="1"/>
          <p:nvPr/>
        </p:nvSpPr>
        <p:spPr>
          <a:xfrm>
            <a:off x="5121431" y="3891024"/>
            <a:ext cx="1567180" cy="230504"/>
          </a:xfrm>
          <a:prstGeom prst="rect">
            <a:avLst/>
          </a:prstGeom>
        </p:spPr>
        <p:txBody>
          <a:bodyPr vert="horz" wrap="square" lIns="0" tIns="0" rIns="0" bIns="0" rtlCol="0">
            <a:spAutoFit/>
          </a:bodyPr>
          <a:lstStyle/>
          <a:p>
            <a:pPr marL="12700">
              <a:lnSpc>
                <a:spcPct val="100000"/>
              </a:lnSpc>
              <a:tabLst>
                <a:tab pos="691515" algn="l"/>
                <a:tab pos="1359535" algn="l"/>
              </a:tabLst>
            </a:pPr>
            <a:r>
              <a:rPr sz="1600" spc="-45" dirty="0">
                <a:latin typeface="Times New Roman"/>
                <a:cs typeface="Times New Roman"/>
              </a:rPr>
              <a:t>1</a:t>
            </a:r>
            <a:r>
              <a:rPr sz="1600" dirty="0">
                <a:latin typeface="Times New Roman"/>
                <a:cs typeface="Times New Roman"/>
              </a:rPr>
              <a:t>0	</a:t>
            </a:r>
            <a:r>
              <a:rPr sz="1600" spc="-45" dirty="0">
                <a:latin typeface="Times New Roman"/>
                <a:cs typeface="Times New Roman"/>
              </a:rPr>
              <a:t>2</a:t>
            </a:r>
            <a:r>
              <a:rPr sz="1600" dirty="0">
                <a:latin typeface="Times New Roman"/>
                <a:cs typeface="Times New Roman"/>
              </a:rPr>
              <a:t>0	</a:t>
            </a:r>
            <a:r>
              <a:rPr sz="1600" spc="-45" dirty="0">
                <a:latin typeface="Times New Roman"/>
                <a:cs typeface="Times New Roman"/>
              </a:rPr>
              <a:t>30</a:t>
            </a:r>
            <a:endParaRPr sz="1600">
              <a:latin typeface="Times New Roman"/>
              <a:cs typeface="Times New Roman"/>
            </a:endParaRPr>
          </a:p>
        </p:txBody>
      </p:sp>
      <p:sp>
        <p:nvSpPr>
          <p:cNvPr id="52" name="object 52"/>
          <p:cNvSpPr/>
          <p:nvPr/>
        </p:nvSpPr>
        <p:spPr>
          <a:xfrm>
            <a:off x="4627453" y="3723652"/>
            <a:ext cx="10795" cy="0"/>
          </a:xfrm>
          <a:custGeom>
            <a:avLst/>
            <a:gdLst/>
            <a:ahLst/>
            <a:cxnLst/>
            <a:rect l="l" t="t" r="r" b="b"/>
            <a:pathLst>
              <a:path w="10795">
                <a:moveTo>
                  <a:pt x="0" y="0"/>
                </a:moveTo>
                <a:lnTo>
                  <a:pt x="10792" y="0"/>
                </a:lnTo>
              </a:path>
            </a:pathLst>
          </a:custGeom>
          <a:ln w="10775">
            <a:solidFill>
              <a:srgbClr val="000000"/>
            </a:solidFill>
          </a:ln>
        </p:spPr>
        <p:txBody>
          <a:bodyPr wrap="square" lIns="0" tIns="0" rIns="0" bIns="0" rtlCol="0"/>
          <a:lstStyle/>
          <a:p>
            <a:endParaRPr/>
          </a:p>
        </p:txBody>
      </p:sp>
      <p:sp>
        <p:nvSpPr>
          <p:cNvPr id="53" name="object 53"/>
          <p:cNvSpPr/>
          <p:nvPr/>
        </p:nvSpPr>
        <p:spPr>
          <a:xfrm>
            <a:off x="4638246" y="372365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54" name="object 54"/>
          <p:cNvSpPr/>
          <p:nvPr/>
        </p:nvSpPr>
        <p:spPr>
          <a:xfrm>
            <a:off x="6632494" y="3723652"/>
            <a:ext cx="21590" cy="0"/>
          </a:xfrm>
          <a:custGeom>
            <a:avLst/>
            <a:gdLst/>
            <a:ahLst/>
            <a:cxnLst/>
            <a:rect l="l" t="t" r="r" b="b"/>
            <a:pathLst>
              <a:path w="21590">
                <a:moveTo>
                  <a:pt x="21553" y="0"/>
                </a:moveTo>
                <a:lnTo>
                  <a:pt x="0" y="0"/>
                </a:lnTo>
              </a:path>
            </a:pathLst>
          </a:custGeom>
          <a:ln w="10775">
            <a:solidFill>
              <a:srgbClr val="000000"/>
            </a:solidFill>
          </a:ln>
        </p:spPr>
        <p:txBody>
          <a:bodyPr wrap="square" lIns="0" tIns="0" rIns="0" bIns="0" rtlCol="0"/>
          <a:lstStyle/>
          <a:p>
            <a:endParaRPr/>
          </a:p>
        </p:txBody>
      </p:sp>
      <p:sp>
        <p:nvSpPr>
          <p:cNvPr id="55" name="object 55"/>
          <p:cNvSpPr/>
          <p:nvPr/>
        </p:nvSpPr>
        <p:spPr>
          <a:xfrm>
            <a:off x="6632494" y="372365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56" name="object 56"/>
          <p:cNvSpPr txBox="1"/>
          <p:nvPr/>
        </p:nvSpPr>
        <p:spPr>
          <a:xfrm>
            <a:off x="4474645" y="3610862"/>
            <a:ext cx="128270" cy="230504"/>
          </a:xfrm>
          <a:prstGeom prst="rect">
            <a:avLst/>
          </a:prstGeom>
        </p:spPr>
        <p:txBody>
          <a:bodyPr vert="horz" wrap="square" lIns="0" tIns="0" rIns="0" bIns="0" rtlCol="0">
            <a:spAutoFit/>
          </a:bodyPr>
          <a:lstStyle/>
          <a:p>
            <a:pPr marL="12700">
              <a:lnSpc>
                <a:spcPct val="100000"/>
              </a:lnSpc>
            </a:pPr>
            <a:r>
              <a:rPr sz="1600" dirty="0">
                <a:latin typeface="Times New Roman"/>
                <a:cs typeface="Times New Roman"/>
              </a:rPr>
              <a:t>0</a:t>
            </a:r>
            <a:endParaRPr sz="1600">
              <a:latin typeface="Times New Roman"/>
              <a:cs typeface="Times New Roman"/>
            </a:endParaRPr>
          </a:p>
        </p:txBody>
      </p:sp>
      <p:sp>
        <p:nvSpPr>
          <p:cNvPr id="57" name="object 57"/>
          <p:cNvSpPr/>
          <p:nvPr/>
        </p:nvSpPr>
        <p:spPr>
          <a:xfrm>
            <a:off x="4627453" y="3023274"/>
            <a:ext cx="10795" cy="0"/>
          </a:xfrm>
          <a:custGeom>
            <a:avLst/>
            <a:gdLst/>
            <a:ahLst/>
            <a:cxnLst/>
            <a:rect l="l" t="t" r="r" b="b"/>
            <a:pathLst>
              <a:path w="10795">
                <a:moveTo>
                  <a:pt x="0" y="0"/>
                </a:moveTo>
                <a:lnTo>
                  <a:pt x="10792" y="0"/>
                </a:lnTo>
              </a:path>
            </a:pathLst>
          </a:custGeom>
          <a:ln w="10775">
            <a:solidFill>
              <a:srgbClr val="000000"/>
            </a:solidFill>
          </a:ln>
        </p:spPr>
        <p:txBody>
          <a:bodyPr wrap="square" lIns="0" tIns="0" rIns="0" bIns="0" rtlCol="0"/>
          <a:lstStyle/>
          <a:p>
            <a:endParaRPr/>
          </a:p>
        </p:txBody>
      </p:sp>
      <p:sp>
        <p:nvSpPr>
          <p:cNvPr id="58" name="object 58"/>
          <p:cNvSpPr/>
          <p:nvPr/>
        </p:nvSpPr>
        <p:spPr>
          <a:xfrm>
            <a:off x="4638246" y="3023274"/>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59" name="object 59"/>
          <p:cNvSpPr/>
          <p:nvPr/>
        </p:nvSpPr>
        <p:spPr>
          <a:xfrm>
            <a:off x="6632494" y="3023274"/>
            <a:ext cx="21590" cy="0"/>
          </a:xfrm>
          <a:custGeom>
            <a:avLst/>
            <a:gdLst/>
            <a:ahLst/>
            <a:cxnLst/>
            <a:rect l="l" t="t" r="r" b="b"/>
            <a:pathLst>
              <a:path w="21590">
                <a:moveTo>
                  <a:pt x="21553" y="0"/>
                </a:moveTo>
                <a:lnTo>
                  <a:pt x="0" y="0"/>
                </a:lnTo>
              </a:path>
            </a:pathLst>
          </a:custGeom>
          <a:ln w="10775">
            <a:solidFill>
              <a:srgbClr val="000000"/>
            </a:solidFill>
          </a:ln>
        </p:spPr>
        <p:txBody>
          <a:bodyPr wrap="square" lIns="0" tIns="0" rIns="0" bIns="0" rtlCol="0"/>
          <a:lstStyle/>
          <a:p>
            <a:endParaRPr/>
          </a:p>
        </p:txBody>
      </p:sp>
      <p:sp>
        <p:nvSpPr>
          <p:cNvPr id="60" name="object 60"/>
          <p:cNvSpPr/>
          <p:nvPr/>
        </p:nvSpPr>
        <p:spPr>
          <a:xfrm>
            <a:off x="6632494" y="3023274"/>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1" name="object 61"/>
          <p:cNvSpPr txBox="1"/>
          <p:nvPr/>
        </p:nvSpPr>
        <p:spPr>
          <a:xfrm>
            <a:off x="4323731" y="2910457"/>
            <a:ext cx="279400" cy="230504"/>
          </a:xfrm>
          <a:prstGeom prst="rect">
            <a:avLst/>
          </a:prstGeom>
        </p:spPr>
        <p:txBody>
          <a:bodyPr vert="horz" wrap="square" lIns="0" tIns="0" rIns="0" bIns="0" rtlCol="0">
            <a:spAutoFit/>
          </a:bodyPr>
          <a:lstStyle/>
          <a:p>
            <a:pPr marL="12700">
              <a:lnSpc>
                <a:spcPct val="100000"/>
              </a:lnSpc>
            </a:pPr>
            <a:r>
              <a:rPr sz="1600" spc="-45" dirty="0">
                <a:latin typeface="Times New Roman"/>
                <a:cs typeface="Times New Roman"/>
              </a:rPr>
              <a:t>0</a:t>
            </a:r>
            <a:r>
              <a:rPr sz="1600" spc="20" dirty="0">
                <a:latin typeface="Times New Roman"/>
                <a:cs typeface="Times New Roman"/>
              </a:rPr>
              <a:t>.</a:t>
            </a:r>
            <a:r>
              <a:rPr sz="1600" dirty="0">
                <a:latin typeface="Times New Roman"/>
                <a:cs typeface="Times New Roman"/>
              </a:rPr>
              <a:t>1</a:t>
            </a:r>
            <a:endParaRPr sz="1600">
              <a:latin typeface="Times New Roman"/>
              <a:cs typeface="Times New Roman"/>
            </a:endParaRPr>
          </a:p>
        </p:txBody>
      </p:sp>
      <p:sp>
        <p:nvSpPr>
          <p:cNvPr id="62" name="object 62"/>
          <p:cNvSpPr/>
          <p:nvPr/>
        </p:nvSpPr>
        <p:spPr>
          <a:xfrm>
            <a:off x="4638246"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3" name="object 63"/>
          <p:cNvSpPr/>
          <p:nvPr/>
        </p:nvSpPr>
        <p:spPr>
          <a:xfrm>
            <a:off x="6632494"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4" name="object 64"/>
          <p:cNvSpPr txBox="1"/>
          <p:nvPr/>
        </p:nvSpPr>
        <p:spPr>
          <a:xfrm>
            <a:off x="4323731" y="2220846"/>
            <a:ext cx="279400" cy="230504"/>
          </a:xfrm>
          <a:prstGeom prst="rect">
            <a:avLst/>
          </a:prstGeom>
        </p:spPr>
        <p:txBody>
          <a:bodyPr vert="horz" wrap="square" lIns="0" tIns="0" rIns="0" bIns="0" rtlCol="0">
            <a:spAutoFit/>
          </a:bodyPr>
          <a:lstStyle/>
          <a:p>
            <a:pPr marL="12700">
              <a:lnSpc>
                <a:spcPct val="100000"/>
              </a:lnSpc>
            </a:pPr>
            <a:r>
              <a:rPr sz="1600" spc="-45" dirty="0">
                <a:latin typeface="Times New Roman"/>
                <a:cs typeface="Times New Roman"/>
              </a:rPr>
              <a:t>0</a:t>
            </a:r>
            <a:r>
              <a:rPr sz="1600" spc="20" dirty="0">
                <a:latin typeface="Times New Roman"/>
                <a:cs typeface="Times New Roman"/>
              </a:rPr>
              <a:t>.</a:t>
            </a:r>
            <a:r>
              <a:rPr sz="1600" dirty="0">
                <a:latin typeface="Times New Roman"/>
                <a:cs typeface="Times New Roman"/>
              </a:rPr>
              <a:t>2</a:t>
            </a:r>
            <a:endParaRPr sz="1600">
              <a:latin typeface="Times New Roman"/>
              <a:cs typeface="Times New Roman"/>
            </a:endParaRPr>
          </a:p>
        </p:txBody>
      </p:sp>
      <p:sp>
        <p:nvSpPr>
          <p:cNvPr id="65" name="object 65"/>
          <p:cNvSpPr/>
          <p:nvPr/>
        </p:nvSpPr>
        <p:spPr>
          <a:xfrm>
            <a:off x="6654048"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6" name="object 66"/>
          <p:cNvSpPr/>
          <p:nvPr/>
        </p:nvSpPr>
        <p:spPr>
          <a:xfrm>
            <a:off x="6654048" y="386374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7" name="object 67"/>
          <p:cNvSpPr/>
          <p:nvPr/>
        </p:nvSpPr>
        <p:spPr>
          <a:xfrm>
            <a:off x="6654048"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8" name="object 68"/>
          <p:cNvSpPr/>
          <p:nvPr/>
        </p:nvSpPr>
        <p:spPr>
          <a:xfrm>
            <a:off x="4627453" y="233362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69" name="object 69"/>
          <p:cNvSpPr/>
          <p:nvPr/>
        </p:nvSpPr>
        <p:spPr>
          <a:xfrm>
            <a:off x="4627473" y="3217209"/>
            <a:ext cx="2026920" cy="506730"/>
          </a:xfrm>
          <a:custGeom>
            <a:avLst/>
            <a:gdLst/>
            <a:ahLst/>
            <a:cxnLst/>
            <a:rect l="l" t="t" r="r" b="b"/>
            <a:pathLst>
              <a:path w="2026920" h="506729">
                <a:moveTo>
                  <a:pt x="19" y="506291"/>
                </a:moveTo>
                <a:lnTo>
                  <a:pt x="64691" y="0"/>
                </a:lnTo>
                <a:lnTo>
                  <a:pt x="129352" y="129330"/>
                </a:lnTo>
                <a:lnTo>
                  <a:pt x="194044" y="290932"/>
                </a:lnTo>
                <a:lnTo>
                  <a:pt x="269497" y="387930"/>
                </a:lnTo>
                <a:lnTo>
                  <a:pt x="334188" y="431020"/>
                </a:lnTo>
                <a:lnTo>
                  <a:pt x="398849" y="452565"/>
                </a:lnTo>
                <a:lnTo>
                  <a:pt x="463541" y="463353"/>
                </a:lnTo>
                <a:lnTo>
                  <a:pt x="538994" y="474110"/>
                </a:lnTo>
                <a:lnTo>
                  <a:pt x="603685" y="474110"/>
                </a:lnTo>
                <a:lnTo>
                  <a:pt x="668346" y="484898"/>
                </a:lnTo>
                <a:lnTo>
                  <a:pt x="733038" y="484898"/>
                </a:lnTo>
                <a:lnTo>
                  <a:pt x="808491" y="495686"/>
                </a:lnTo>
                <a:lnTo>
                  <a:pt x="873152" y="495686"/>
                </a:lnTo>
                <a:lnTo>
                  <a:pt x="1282793" y="495686"/>
                </a:lnTo>
                <a:lnTo>
                  <a:pt x="1347454" y="506443"/>
                </a:lnTo>
                <a:lnTo>
                  <a:pt x="1951140" y="506443"/>
                </a:lnTo>
                <a:lnTo>
                  <a:pt x="2026593" y="506443"/>
                </a:lnTo>
              </a:path>
            </a:pathLst>
          </a:custGeom>
          <a:ln w="10775">
            <a:solidFill>
              <a:srgbClr val="000000"/>
            </a:solidFill>
          </a:ln>
        </p:spPr>
        <p:txBody>
          <a:bodyPr wrap="square" lIns="0" tIns="0" rIns="0" bIns="0" rtlCol="0"/>
          <a:lstStyle/>
          <a:p>
            <a:endParaRPr/>
          </a:p>
        </p:txBody>
      </p:sp>
      <p:sp>
        <p:nvSpPr>
          <p:cNvPr id="70" name="object 70"/>
          <p:cNvSpPr txBox="1"/>
          <p:nvPr/>
        </p:nvSpPr>
        <p:spPr>
          <a:xfrm>
            <a:off x="4627453" y="2333622"/>
            <a:ext cx="2026920" cy="1530350"/>
          </a:xfrm>
          <a:prstGeom prst="rect">
            <a:avLst/>
          </a:prstGeom>
          <a:ln w="10779">
            <a:solidFill>
              <a:srgbClr val="000000"/>
            </a:solidFill>
          </a:ln>
        </p:spPr>
        <p:txBody>
          <a:bodyPr vert="horz" wrap="square" lIns="0" tIns="0" rIns="0" bIns="0" rtlCol="0">
            <a:spAutoFit/>
          </a:bodyPr>
          <a:lstStyle/>
          <a:p>
            <a:pPr marL="1072515">
              <a:lnSpc>
                <a:spcPct val="100000"/>
              </a:lnSpc>
            </a:pPr>
            <a:r>
              <a:rPr sz="1600" spc="-110" dirty="0">
                <a:latin typeface="Times New Roman"/>
                <a:cs typeface="Times New Roman"/>
              </a:rPr>
              <a:t>i</a:t>
            </a:r>
            <a:r>
              <a:rPr sz="1600" spc="-45" dirty="0">
                <a:latin typeface="Times New Roman"/>
                <a:cs typeface="Times New Roman"/>
              </a:rPr>
              <a:t>n</a:t>
            </a:r>
            <a:r>
              <a:rPr sz="1600" spc="40" dirty="0">
                <a:latin typeface="Times New Roman"/>
                <a:cs typeface="Times New Roman"/>
              </a:rPr>
              <a:t>p</a:t>
            </a:r>
            <a:r>
              <a:rPr sz="1600" spc="-45" dirty="0">
                <a:latin typeface="Times New Roman"/>
                <a:cs typeface="Times New Roman"/>
              </a:rPr>
              <a:t>u</a:t>
            </a:r>
            <a:r>
              <a:rPr sz="1600" dirty="0">
                <a:latin typeface="Times New Roman"/>
                <a:cs typeface="Times New Roman"/>
              </a:rPr>
              <a:t>t 2</a:t>
            </a:r>
            <a:endParaRPr sz="1600">
              <a:latin typeface="Times New Roman"/>
              <a:cs typeface="Times New Roman"/>
            </a:endParaRPr>
          </a:p>
        </p:txBody>
      </p:sp>
      <p:sp>
        <p:nvSpPr>
          <p:cNvPr id="71" name="object 71"/>
          <p:cNvSpPr/>
          <p:nvPr/>
        </p:nvSpPr>
        <p:spPr>
          <a:xfrm>
            <a:off x="1975652" y="4477929"/>
            <a:ext cx="2016125" cy="1530350"/>
          </a:xfrm>
          <a:custGeom>
            <a:avLst/>
            <a:gdLst/>
            <a:ahLst/>
            <a:cxnLst/>
            <a:rect l="l" t="t" r="r" b="b"/>
            <a:pathLst>
              <a:path w="2016125" h="1530350">
                <a:moveTo>
                  <a:pt x="0" y="1530108"/>
                </a:moveTo>
                <a:lnTo>
                  <a:pt x="2015809" y="1530108"/>
                </a:lnTo>
                <a:lnTo>
                  <a:pt x="2015809" y="0"/>
                </a:lnTo>
                <a:lnTo>
                  <a:pt x="0" y="0"/>
                </a:lnTo>
                <a:lnTo>
                  <a:pt x="0" y="1530108"/>
                </a:lnTo>
                <a:close/>
              </a:path>
            </a:pathLst>
          </a:custGeom>
          <a:solidFill>
            <a:srgbClr val="FFFFFF"/>
          </a:solidFill>
        </p:spPr>
        <p:txBody>
          <a:bodyPr wrap="square" lIns="0" tIns="0" rIns="0" bIns="0" rtlCol="0"/>
          <a:lstStyle/>
          <a:p>
            <a:endParaRPr/>
          </a:p>
        </p:txBody>
      </p:sp>
      <p:sp>
        <p:nvSpPr>
          <p:cNvPr id="72" name="object 72"/>
          <p:cNvSpPr/>
          <p:nvPr/>
        </p:nvSpPr>
        <p:spPr>
          <a:xfrm>
            <a:off x="3991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3" name="object 73"/>
          <p:cNvSpPr/>
          <p:nvPr/>
        </p:nvSpPr>
        <p:spPr>
          <a:xfrm>
            <a:off x="3991453" y="600804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4" name="object 74"/>
          <p:cNvSpPr/>
          <p:nvPr/>
        </p:nvSpPr>
        <p:spPr>
          <a:xfrm>
            <a:off x="3991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5" name="object 75"/>
          <p:cNvSpPr/>
          <p:nvPr/>
        </p:nvSpPr>
        <p:spPr>
          <a:xfrm>
            <a:off x="1975642"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6" name="object 76"/>
          <p:cNvSpPr/>
          <p:nvPr/>
        </p:nvSpPr>
        <p:spPr>
          <a:xfrm>
            <a:off x="3991453" y="600804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7" name="object 77"/>
          <p:cNvSpPr/>
          <p:nvPr/>
        </p:nvSpPr>
        <p:spPr>
          <a:xfrm>
            <a:off x="1975642"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78" name="object 78"/>
          <p:cNvSpPr/>
          <p:nvPr/>
        </p:nvSpPr>
        <p:spPr>
          <a:xfrm>
            <a:off x="2579309" y="5986487"/>
            <a:ext cx="0" cy="21590"/>
          </a:xfrm>
          <a:custGeom>
            <a:avLst/>
            <a:gdLst/>
            <a:ahLst/>
            <a:cxnLst/>
            <a:rect l="l" t="t" r="r" b="b"/>
            <a:pathLst>
              <a:path h="21589">
                <a:moveTo>
                  <a:pt x="0" y="21560"/>
                </a:moveTo>
                <a:lnTo>
                  <a:pt x="0" y="0"/>
                </a:lnTo>
              </a:path>
            </a:pathLst>
          </a:custGeom>
          <a:ln w="10779">
            <a:solidFill>
              <a:srgbClr val="000000"/>
            </a:solidFill>
          </a:ln>
        </p:spPr>
        <p:txBody>
          <a:bodyPr wrap="square" lIns="0" tIns="0" rIns="0" bIns="0" rtlCol="0"/>
          <a:lstStyle/>
          <a:p>
            <a:endParaRPr/>
          </a:p>
        </p:txBody>
      </p:sp>
      <p:sp>
        <p:nvSpPr>
          <p:cNvPr id="79" name="object 79"/>
          <p:cNvSpPr/>
          <p:nvPr/>
        </p:nvSpPr>
        <p:spPr>
          <a:xfrm>
            <a:off x="2579309" y="598648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0" name="object 80"/>
          <p:cNvSpPr/>
          <p:nvPr/>
        </p:nvSpPr>
        <p:spPr>
          <a:xfrm>
            <a:off x="2579309" y="448871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1" name="object 81"/>
          <p:cNvSpPr/>
          <p:nvPr/>
        </p:nvSpPr>
        <p:spPr>
          <a:xfrm>
            <a:off x="3247653" y="5986487"/>
            <a:ext cx="0" cy="21590"/>
          </a:xfrm>
          <a:custGeom>
            <a:avLst/>
            <a:gdLst/>
            <a:ahLst/>
            <a:cxnLst/>
            <a:rect l="l" t="t" r="r" b="b"/>
            <a:pathLst>
              <a:path h="21589">
                <a:moveTo>
                  <a:pt x="0" y="21560"/>
                </a:moveTo>
                <a:lnTo>
                  <a:pt x="0" y="0"/>
                </a:lnTo>
              </a:path>
            </a:pathLst>
          </a:custGeom>
          <a:ln w="10779">
            <a:solidFill>
              <a:srgbClr val="000000"/>
            </a:solidFill>
          </a:ln>
        </p:spPr>
        <p:txBody>
          <a:bodyPr wrap="square" lIns="0" tIns="0" rIns="0" bIns="0" rtlCol="0"/>
          <a:lstStyle/>
          <a:p>
            <a:endParaRPr/>
          </a:p>
        </p:txBody>
      </p:sp>
      <p:sp>
        <p:nvSpPr>
          <p:cNvPr id="82" name="object 82"/>
          <p:cNvSpPr/>
          <p:nvPr/>
        </p:nvSpPr>
        <p:spPr>
          <a:xfrm>
            <a:off x="3247653" y="598648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3" name="object 83"/>
          <p:cNvSpPr/>
          <p:nvPr/>
        </p:nvSpPr>
        <p:spPr>
          <a:xfrm>
            <a:off x="3247653" y="448871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4" name="object 84"/>
          <p:cNvSpPr/>
          <p:nvPr/>
        </p:nvSpPr>
        <p:spPr>
          <a:xfrm>
            <a:off x="3916000" y="5986487"/>
            <a:ext cx="0" cy="21590"/>
          </a:xfrm>
          <a:custGeom>
            <a:avLst/>
            <a:gdLst/>
            <a:ahLst/>
            <a:cxnLst/>
            <a:rect l="l" t="t" r="r" b="b"/>
            <a:pathLst>
              <a:path h="21589">
                <a:moveTo>
                  <a:pt x="0" y="21560"/>
                </a:moveTo>
                <a:lnTo>
                  <a:pt x="0" y="0"/>
                </a:lnTo>
              </a:path>
            </a:pathLst>
          </a:custGeom>
          <a:ln w="10779">
            <a:solidFill>
              <a:srgbClr val="000000"/>
            </a:solidFill>
          </a:ln>
        </p:spPr>
        <p:txBody>
          <a:bodyPr wrap="square" lIns="0" tIns="0" rIns="0" bIns="0" rtlCol="0"/>
          <a:lstStyle/>
          <a:p>
            <a:endParaRPr/>
          </a:p>
        </p:txBody>
      </p:sp>
      <p:sp>
        <p:nvSpPr>
          <p:cNvPr id="85" name="object 85"/>
          <p:cNvSpPr/>
          <p:nvPr/>
        </p:nvSpPr>
        <p:spPr>
          <a:xfrm>
            <a:off x="3916000" y="598648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6" name="object 86"/>
          <p:cNvSpPr/>
          <p:nvPr/>
        </p:nvSpPr>
        <p:spPr>
          <a:xfrm>
            <a:off x="3916000" y="448871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87" name="object 87"/>
          <p:cNvSpPr txBox="1"/>
          <p:nvPr/>
        </p:nvSpPr>
        <p:spPr>
          <a:xfrm>
            <a:off x="2469605" y="6035332"/>
            <a:ext cx="1556385" cy="230504"/>
          </a:xfrm>
          <a:prstGeom prst="rect">
            <a:avLst/>
          </a:prstGeom>
        </p:spPr>
        <p:txBody>
          <a:bodyPr vert="horz" wrap="square" lIns="0" tIns="0" rIns="0" bIns="0" rtlCol="0">
            <a:spAutoFit/>
          </a:bodyPr>
          <a:lstStyle/>
          <a:p>
            <a:pPr marL="12700">
              <a:lnSpc>
                <a:spcPct val="100000"/>
              </a:lnSpc>
              <a:tabLst>
                <a:tab pos="680720" algn="l"/>
                <a:tab pos="1348740" algn="l"/>
              </a:tabLst>
            </a:pPr>
            <a:r>
              <a:rPr sz="1600" spc="-45" dirty="0">
                <a:latin typeface="Times New Roman"/>
                <a:cs typeface="Times New Roman"/>
              </a:rPr>
              <a:t>1</a:t>
            </a:r>
            <a:r>
              <a:rPr sz="1600" dirty="0">
                <a:latin typeface="Times New Roman"/>
                <a:cs typeface="Times New Roman"/>
              </a:rPr>
              <a:t>0	</a:t>
            </a:r>
            <a:r>
              <a:rPr sz="1600" spc="-45" dirty="0">
                <a:latin typeface="Times New Roman"/>
                <a:cs typeface="Times New Roman"/>
              </a:rPr>
              <a:t>2</a:t>
            </a:r>
            <a:r>
              <a:rPr sz="1600" dirty="0">
                <a:latin typeface="Times New Roman"/>
                <a:cs typeface="Times New Roman"/>
              </a:rPr>
              <a:t>0	</a:t>
            </a:r>
            <a:r>
              <a:rPr sz="1600" spc="-45" dirty="0">
                <a:latin typeface="Times New Roman"/>
                <a:cs typeface="Times New Roman"/>
              </a:rPr>
              <a:t>30</a:t>
            </a:r>
            <a:endParaRPr sz="1600">
              <a:latin typeface="Times New Roman"/>
              <a:cs typeface="Times New Roman"/>
            </a:endParaRPr>
          </a:p>
        </p:txBody>
      </p:sp>
      <p:sp>
        <p:nvSpPr>
          <p:cNvPr id="88" name="object 88"/>
          <p:cNvSpPr/>
          <p:nvPr/>
        </p:nvSpPr>
        <p:spPr>
          <a:xfrm>
            <a:off x="1975642" y="5878734"/>
            <a:ext cx="10795" cy="0"/>
          </a:xfrm>
          <a:custGeom>
            <a:avLst/>
            <a:gdLst/>
            <a:ahLst/>
            <a:cxnLst/>
            <a:rect l="l" t="t" r="r" b="b"/>
            <a:pathLst>
              <a:path w="10794">
                <a:moveTo>
                  <a:pt x="0" y="0"/>
                </a:moveTo>
                <a:lnTo>
                  <a:pt x="10773" y="0"/>
                </a:lnTo>
              </a:path>
            </a:pathLst>
          </a:custGeom>
          <a:ln w="10775">
            <a:solidFill>
              <a:srgbClr val="000000"/>
            </a:solidFill>
          </a:ln>
        </p:spPr>
        <p:txBody>
          <a:bodyPr wrap="square" lIns="0" tIns="0" rIns="0" bIns="0" rtlCol="0"/>
          <a:lstStyle/>
          <a:p>
            <a:endParaRPr/>
          </a:p>
        </p:txBody>
      </p:sp>
      <p:sp>
        <p:nvSpPr>
          <p:cNvPr id="89" name="object 89"/>
          <p:cNvSpPr/>
          <p:nvPr/>
        </p:nvSpPr>
        <p:spPr>
          <a:xfrm>
            <a:off x="1986416" y="5878734"/>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90" name="object 90"/>
          <p:cNvSpPr/>
          <p:nvPr/>
        </p:nvSpPr>
        <p:spPr>
          <a:xfrm>
            <a:off x="3969899" y="5878734"/>
            <a:ext cx="21590" cy="0"/>
          </a:xfrm>
          <a:custGeom>
            <a:avLst/>
            <a:gdLst/>
            <a:ahLst/>
            <a:cxnLst/>
            <a:rect l="l" t="t" r="r" b="b"/>
            <a:pathLst>
              <a:path w="21589">
                <a:moveTo>
                  <a:pt x="21553" y="0"/>
                </a:moveTo>
                <a:lnTo>
                  <a:pt x="0" y="0"/>
                </a:lnTo>
              </a:path>
            </a:pathLst>
          </a:custGeom>
          <a:ln w="10775">
            <a:solidFill>
              <a:srgbClr val="000000"/>
            </a:solidFill>
          </a:ln>
        </p:spPr>
        <p:txBody>
          <a:bodyPr wrap="square" lIns="0" tIns="0" rIns="0" bIns="0" rtlCol="0"/>
          <a:lstStyle/>
          <a:p>
            <a:endParaRPr/>
          </a:p>
        </p:txBody>
      </p:sp>
      <p:sp>
        <p:nvSpPr>
          <p:cNvPr id="91" name="object 91"/>
          <p:cNvSpPr/>
          <p:nvPr/>
        </p:nvSpPr>
        <p:spPr>
          <a:xfrm>
            <a:off x="3969899" y="5878734"/>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92" name="object 92"/>
          <p:cNvSpPr txBox="1"/>
          <p:nvPr/>
        </p:nvSpPr>
        <p:spPr>
          <a:xfrm>
            <a:off x="1510196" y="5765941"/>
            <a:ext cx="435609" cy="230504"/>
          </a:xfrm>
          <a:prstGeom prst="rect">
            <a:avLst/>
          </a:prstGeom>
        </p:spPr>
        <p:txBody>
          <a:bodyPr vert="horz" wrap="square" lIns="0" tIns="0" rIns="0" bIns="0" rtlCol="0">
            <a:spAutoFit/>
          </a:bodyPr>
          <a:lstStyle/>
          <a:p>
            <a:pPr marL="12700">
              <a:lnSpc>
                <a:spcPct val="100000"/>
              </a:lnSpc>
            </a:pPr>
            <a:r>
              <a:rPr sz="1600" spc="-30" dirty="0">
                <a:latin typeface="Times New Roman"/>
                <a:cs typeface="Times New Roman"/>
              </a:rPr>
              <a:t>-</a:t>
            </a:r>
            <a:r>
              <a:rPr sz="1600" spc="-45" dirty="0">
                <a:latin typeface="Times New Roman"/>
                <a:cs typeface="Times New Roman"/>
              </a:rPr>
              <a:t>0</a:t>
            </a:r>
            <a:r>
              <a:rPr sz="1600" spc="20" dirty="0">
                <a:latin typeface="Times New Roman"/>
                <a:cs typeface="Times New Roman"/>
              </a:rPr>
              <a:t>.</a:t>
            </a:r>
            <a:r>
              <a:rPr sz="1600" spc="-45" dirty="0">
                <a:latin typeface="Times New Roman"/>
                <a:cs typeface="Times New Roman"/>
              </a:rPr>
              <a:t>05</a:t>
            </a:r>
            <a:endParaRPr sz="1600">
              <a:latin typeface="Times New Roman"/>
              <a:cs typeface="Times New Roman"/>
            </a:endParaRPr>
          </a:p>
        </p:txBody>
      </p:sp>
      <p:sp>
        <p:nvSpPr>
          <p:cNvPr id="93" name="object 93"/>
          <p:cNvSpPr/>
          <p:nvPr/>
        </p:nvSpPr>
        <p:spPr>
          <a:xfrm>
            <a:off x="1975642" y="5242988"/>
            <a:ext cx="10795" cy="0"/>
          </a:xfrm>
          <a:custGeom>
            <a:avLst/>
            <a:gdLst/>
            <a:ahLst/>
            <a:cxnLst/>
            <a:rect l="l" t="t" r="r" b="b"/>
            <a:pathLst>
              <a:path w="10794">
                <a:moveTo>
                  <a:pt x="0" y="0"/>
                </a:moveTo>
                <a:lnTo>
                  <a:pt x="10773" y="0"/>
                </a:lnTo>
              </a:path>
            </a:pathLst>
          </a:custGeom>
          <a:ln w="10775">
            <a:solidFill>
              <a:srgbClr val="000000"/>
            </a:solidFill>
          </a:ln>
        </p:spPr>
        <p:txBody>
          <a:bodyPr wrap="square" lIns="0" tIns="0" rIns="0" bIns="0" rtlCol="0"/>
          <a:lstStyle/>
          <a:p>
            <a:endParaRPr/>
          </a:p>
        </p:txBody>
      </p:sp>
      <p:sp>
        <p:nvSpPr>
          <p:cNvPr id="94" name="object 94"/>
          <p:cNvSpPr/>
          <p:nvPr/>
        </p:nvSpPr>
        <p:spPr>
          <a:xfrm>
            <a:off x="1986416" y="5242988"/>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95" name="object 95"/>
          <p:cNvSpPr/>
          <p:nvPr/>
        </p:nvSpPr>
        <p:spPr>
          <a:xfrm>
            <a:off x="3969899" y="5242988"/>
            <a:ext cx="21590" cy="0"/>
          </a:xfrm>
          <a:custGeom>
            <a:avLst/>
            <a:gdLst/>
            <a:ahLst/>
            <a:cxnLst/>
            <a:rect l="l" t="t" r="r" b="b"/>
            <a:pathLst>
              <a:path w="21589">
                <a:moveTo>
                  <a:pt x="21553" y="0"/>
                </a:moveTo>
                <a:lnTo>
                  <a:pt x="0" y="0"/>
                </a:lnTo>
              </a:path>
            </a:pathLst>
          </a:custGeom>
          <a:ln w="10775">
            <a:solidFill>
              <a:srgbClr val="000000"/>
            </a:solidFill>
          </a:ln>
        </p:spPr>
        <p:txBody>
          <a:bodyPr wrap="square" lIns="0" tIns="0" rIns="0" bIns="0" rtlCol="0"/>
          <a:lstStyle/>
          <a:p>
            <a:endParaRPr/>
          </a:p>
        </p:txBody>
      </p:sp>
      <p:sp>
        <p:nvSpPr>
          <p:cNvPr id="96" name="object 96"/>
          <p:cNvSpPr/>
          <p:nvPr/>
        </p:nvSpPr>
        <p:spPr>
          <a:xfrm>
            <a:off x="3969899" y="5242988"/>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97" name="object 97"/>
          <p:cNvSpPr txBox="1"/>
          <p:nvPr/>
        </p:nvSpPr>
        <p:spPr>
          <a:xfrm>
            <a:off x="1822819" y="5130190"/>
            <a:ext cx="128270" cy="230504"/>
          </a:xfrm>
          <a:prstGeom prst="rect">
            <a:avLst/>
          </a:prstGeom>
        </p:spPr>
        <p:txBody>
          <a:bodyPr vert="horz" wrap="square" lIns="0" tIns="0" rIns="0" bIns="0" rtlCol="0">
            <a:spAutoFit/>
          </a:bodyPr>
          <a:lstStyle/>
          <a:p>
            <a:pPr marL="12700">
              <a:lnSpc>
                <a:spcPct val="100000"/>
              </a:lnSpc>
            </a:pPr>
            <a:r>
              <a:rPr sz="1600" dirty="0">
                <a:latin typeface="Times New Roman"/>
                <a:cs typeface="Times New Roman"/>
              </a:rPr>
              <a:t>0</a:t>
            </a:r>
            <a:endParaRPr sz="1600">
              <a:latin typeface="Times New Roman"/>
              <a:cs typeface="Times New Roman"/>
            </a:endParaRPr>
          </a:p>
        </p:txBody>
      </p:sp>
      <p:sp>
        <p:nvSpPr>
          <p:cNvPr id="98" name="object 98"/>
          <p:cNvSpPr/>
          <p:nvPr/>
        </p:nvSpPr>
        <p:spPr>
          <a:xfrm>
            <a:off x="1975642" y="4596466"/>
            <a:ext cx="10795" cy="0"/>
          </a:xfrm>
          <a:custGeom>
            <a:avLst/>
            <a:gdLst/>
            <a:ahLst/>
            <a:cxnLst/>
            <a:rect l="l" t="t" r="r" b="b"/>
            <a:pathLst>
              <a:path w="10794">
                <a:moveTo>
                  <a:pt x="0" y="0"/>
                </a:moveTo>
                <a:lnTo>
                  <a:pt x="10773" y="0"/>
                </a:lnTo>
              </a:path>
            </a:pathLst>
          </a:custGeom>
          <a:ln w="10775">
            <a:solidFill>
              <a:srgbClr val="000000"/>
            </a:solidFill>
          </a:ln>
        </p:spPr>
        <p:txBody>
          <a:bodyPr wrap="square" lIns="0" tIns="0" rIns="0" bIns="0" rtlCol="0"/>
          <a:lstStyle/>
          <a:p>
            <a:endParaRPr/>
          </a:p>
        </p:txBody>
      </p:sp>
      <p:sp>
        <p:nvSpPr>
          <p:cNvPr id="99" name="object 99"/>
          <p:cNvSpPr/>
          <p:nvPr/>
        </p:nvSpPr>
        <p:spPr>
          <a:xfrm>
            <a:off x="1986416" y="459646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0" name="object 100"/>
          <p:cNvSpPr/>
          <p:nvPr/>
        </p:nvSpPr>
        <p:spPr>
          <a:xfrm>
            <a:off x="3969899" y="4596466"/>
            <a:ext cx="21590" cy="0"/>
          </a:xfrm>
          <a:custGeom>
            <a:avLst/>
            <a:gdLst/>
            <a:ahLst/>
            <a:cxnLst/>
            <a:rect l="l" t="t" r="r" b="b"/>
            <a:pathLst>
              <a:path w="21589">
                <a:moveTo>
                  <a:pt x="21553" y="0"/>
                </a:moveTo>
                <a:lnTo>
                  <a:pt x="0" y="0"/>
                </a:lnTo>
              </a:path>
            </a:pathLst>
          </a:custGeom>
          <a:ln w="10775">
            <a:solidFill>
              <a:srgbClr val="000000"/>
            </a:solidFill>
          </a:ln>
        </p:spPr>
        <p:txBody>
          <a:bodyPr wrap="square" lIns="0" tIns="0" rIns="0" bIns="0" rtlCol="0"/>
          <a:lstStyle/>
          <a:p>
            <a:endParaRPr/>
          </a:p>
        </p:txBody>
      </p:sp>
      <p:sp>
        <p:nvSpPr>
          <p:cNvPr id="101" name="object 101"/>
          <p:cNvSpPr/>
          <p:nvPr/>
        </p:nvSpPr>
        <p:spPr>
          <a:xfrm>
            <a:off x="3969899" y="4596466"/>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2" name="object 102"/>
          <p:cNvSpPr txBox="1"/>
          <p:nvPr/>
        </p:nvSpPr>
        <p:spPr>
          <a:xfrm>
            <a:off x="1574877" y="4483670"/>
            <a:ext cx="370840" cy="230504"/>
          </a:xfrm>
          <a:prstGeom prst="rect">
            <a:avLst/>
          </a:prstGeom>
        </p:spPr>
        <p:txBody>
          <a:bodyPr vert="horz" wrap="square" lIns="0" tIns="0" rIns="0" bIns="0" rtlCol="0">
            <a:spAutoFit/>
          </a:bodyPr>
          <a:lstStyle/>
          <a:p>
            <a:pPr marL="12700">
              <a:lnSpc>
                <a:spcPct val="100000"/>
              </a:lnSpc>
            </a:pPr>
            <a:r>
              <a:rPr sz="1600" spc="-45" dirty="0">
                <a:latin typeface="Times New Roman"/>
                <a:cs typeface="Times New Roman"/>
              </a:rPr>
              <a:t>0</a:t>
            </a:r>
            <a:r>
              <a:rPr sz="1600" spc="20" dirty="0">
                <a:latin typeface="Times New Roman"/>
                <a:cs typeface="Times New Roman"/>
              </a:rPr>
              <a:t>.</a:t>
            </a:r>
            <a:r>
              <a:rPr sz="1600" spc="-45" dirty="0">
                <a:latin typeface="Times New Roman"/>
                <a:cs typeface="Times New Roman"/>
              </a:rPr>
              <a:t>05</a:t>
            </a:r>
            <a:endParaRPr sz="1600">
              <a:latin typeface="Times New Roman"/>
              <a:cs typeface="Times New Roman"/>
            </a:endParaRPr>
          </a:p>
        </p:txBody>
      </p:sp>
      <p:sp>
        <p:nvSpPr>
          <p:cNvPr id="103" name="object 103"/>
          <p:cNvSpPr/>
          <p:nvPr/>
        </p:nvSpPr>
        <p:spPr>
          <a:xfrm>
            <a:off x="3991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4" name="object 104"/>
          <p:cNvSpPr/>
          <p:nvPr/>
        </p:nvSpPr>
        <p:spPr>
          <a:xfrm>
            <a:off x="3991453" y="600804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5" name="object 105"/>
          <p:cNvSpPr/>
          <p:nvPr/>
        </p:nvSpPr>
        <p:spPr>
          <a:xfrm>
            <a:off x="3991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6" name="object 106"/>
          <p:cNvSpPr/>
          <p:nvPr/>
        </p:nvSpPr>
        <p:spPr>
          <a:xfrm>
            <a:off x="1975642"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07" name="object 107"/>
          <p:cNvSpPr/>
          <p:nvPr/>
        </p:nvSpPr>
        <p:spPr>
          <a:xfrm>
            <a:off x="1975642" y="4725769"/>
            <a:ext cx="2016125" cy="1217930"/>
          </a:xfrm>
          <a:custGeom>
            <a:avLst/>
            <a:gdLst/>
            <a:ahLst/>
            <a:cxnLst/>
            <a:rect l="l" t="t" r="r" b="b"/>
            <a:pathLst>
              <a:path w="2016125" h="1217929">
                <a:moveTo>
                  <a:pt x="0" y="517218"/>
                </a:moveTo>
                <a:lnTo>
                  <a:pt x="64673" y="0"/>
                </a:lnTo>
                <a:lnTo>
                  <a:pt x="129349" y="1077539"/>
                </a:lnTo>
                <a:lnTo>
                  <a:pt x="194034" y="1217615"/>
                </a:lnTo>
                <a:lnTo>
                  <a:pt x="258708" y="883586"/>
                </a:lnTo>
                <a:lnTo>
                  <a:pt x="334170" y="603419"/>
                </a:lnTo>
                <a:lnTo>
                  <a:pt x="398846" y="484892"/>
                </a:lnTo>
                <a:lnTo>
                  <a:pt x="463519" y="463344"/>
                </a:lnTo>
                <a:lnTo>
                  <a:pt x="528205" y="484892"/>
                </a:lnTo>
                <a:lnTo>
                  <a:pt x="603655" y="495667"/>
                </a:lnTo>
                <a:lnTo>
                  <a:pt x="668343" y="506443"/>
                </a:lnTo>
                <a:lnTo>
                  <a:pt x="733016" y="506443"/>
                </a:lnTo>
                <a:lnTo>
                  <a:pt x="797690" y="506443"/>
                </a:lnTo>
                <a:lnTo>
                  <a:pt x="1940357" y="506443"/>
                </a:lnTo>
                <a:lnTo>
                  <a:pt x="2015810" y="506443"/>
                </a:lnTo>
              </a:path>
            </a:pathLst>
          </a:custGeom>
          <a:ln w="10776">
            <a:solidFill>
              <a:srgbClr val="000000"/>
            </a:solidFill>
          </a:ln>
        </p:spPr>
        <p:txBody>
          <a:bodyPr wrap="square" lIns="0" tIns="0" rIns="0" bIns="0" rtlCol="0"/>
          <a:lstStyle/>
          <a:p>
            <a:endParaRPr/>
          </a:p>
        </p:txBody>
      </p:sp>
      <p:sp>
        <p:nvSpPr>
          <p:cNvPr id="108" name="object 108"/>
          <p:cNvSpPr txBox="1"/>
          <p:nvPr/>
        </p:nvSpPr>
        <p:spPr>
          <a:xfrm>
            <a:off x="1975642" y="4477942"/>
            <a:ext cx="2016125" cy="1530350"/>
          </a:xfrm>
          <a:prstGeom prst="rect">
            <a:avLst/>
          </a:prstGeom>
          <a:ln w="10779">
            <a:solidFill>
              <a:srgbClr val="000000"/>
            </a:solidFill>
          </a:ln>
        </p:spPr>
        <p:txBody>
          <a:bodyPr vert="horz" wrap="square" lIns="0" tIns="0" rIns="0" bIns="0" rtlCol="0">
            <a:spAutoFit/>
          </a:bodyPr>
          <a:lstStyle/>
          <a:p>
            <a:pPr marL="1061720">
              <a:lnSpc>
                <a:spcPct val="100000"/>
              </a:lnSpc>
            </a:pPr>
            <a:r>
              <a:rPr sz="1600" spc="-110" dirty="0">
                <a:latin typeface="Times New Roman"/>
                <a:cs typeface="Times New Roman"/>
              </a:rPr>
              <a:t>i</a:t>
            </a:r>
            <a:r>
              <a:rPr sz="1600" spc="-45" dirty="0">
                <a:latin typeface="Times New Roman"/>
                <a:cs typeface="Times New Roman"/>
              </a:rPr>
              <a:t>n</a:t>
            </a:r>
            <a:r>
              <a:rPr sz="1600" spc="40" dirty="0">
                <a:latin typeface="Times New Roman"/>
                <a:cs typeface="Times New Roman"/>
              </a:rPr>
              <a:t>p</a:t>
            </a:r>
            <a:r>
              <a:rPr sz="1600" spc="-45" dirty="0">
                <a:latin typeface="Times New Roman"/>
                <a:cs typeface="Times New Roman"/>
              </a:rPr>
              <a:t>u</a:t>
            </a:r>
            <a:r>
              <a:rPr sz="1600" dirty="0">
                <a:latin typeface="Times New Roman"/>
                <a:cs typeface="Times New Roman"/>
              </a:rPr>
              <a:t>t 1</a:t>
            </a:r>
            <a:endParaRPr sz="1600">
              <a:latin typeface="Times New Roman"/>
              <a:cs typeface="Times New Roman"/>
            </a:endParaRPr>
          </a:p>
        </p:txBody>
      </p:sp>
      <p:sp>
        <p:nvSpPr>
          <p:cNvPr id="109" name="object 109"/>
          <p:cNvSpPr/>
          <p:nvPr/>
        </p:nvSpPr>
        <p:spPr>
          <a:xfrm>
            <a:off x="4627473" y="4477929"/>
            <a:ext cx="2026920" cy="1530350"/>
          </a:xfrm>
          <a:custGeom>
            <a:avLst/>
            <a:gdLst/>
            <a:ahLst/>
            <a:cxnLst/>
            <a:rect l="l" t="t" r="r" b="b"/>
            <a:pathLst>
              <a:path w="2026920" h="1530350">
                <a:moveTo>
                  <a:pt x="0" y="1530108"/>
                </a:moveTo>
                <a:lnTo>
                  <a:pt x="2026599" y="1530108"/>
                </a:lnTo>
                <a:lnTo>
                  <a:pt x="2026599" y="0"/>
                </a:lnTo>
                <a:lnTo>
                  <a:pt x="0" y="0"/>
                </a:lnTo>
                <a:lnTo>
                  <a:pt x="0" y="1530108"/>
                </a:lnTo>
                <a:close/>
              </a:path>
            </a:pathLst>
          </a:custGeom>
          <a:solidFill>
            <a:srgbClr val="FFFFFF"/>
          </a:solidFill>
        </p:spPr>
        <p:txBody>
          <a:bodyPr wrap="square" lIns="0" tIns="0" rIns="0" bIns="0" rtlCol="0"/>
          <a:lstStyle/>
          <a:p>
            <a:endParaRPr/>
          </a:p>
        </p:txBody>
      </p:sp>
      <p:sp>
        <p:nvSpPr>
          <p:cNvPr id="110" name="object 110"/>
          <p:cNvSpPr/>
          <p:nvPr/>
        </p:nvSpPr>
        <p:spPr>
          <a:xfrm>
            <a:off x="6654048"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1" name="object 111"/>
          <p:cNvSpPr/>
          <p:nvPr/>
        </p:nvSpPr>
        <p:spPr>
          <a:xfrm>
            <a:off x="6654048" y="600804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2" name="object 112"/>
          <p:cNvSpPr/>
          <p:nvPr/>
        </p:nvSpPr>
        <p:spPr>
          <a:xfrm>
            <a:off x="6654048"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3" name="object 113"/>
          <p:cNvSpPr/>
          <p:nvPr/>
        </p:nvSpPr>
        <p:spPr>
          <a:xfrm>
            <a:off x="4627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4" name="object 114"/>
          <p:cNvSpPr/>
          <p:nvPr/>
        </p:nvSpPr>
        <p:spPr>
          <a:xfrm>
            <a:off x="6654048" y="600804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5" name="object 115"/>
          <p:cNvSpPr/>
          <p:nvPr/>
        </p:nvSpPr>
        <p:spPr>
          <a:xfrm>
            <a:off x="4627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6" name="object 116"/>
          <p:cNvSpPr/>
          <p:nvPr/>
        </p:nvSpPr>
        <p:spPr>
          <a:xfrm>
            <a:off x="5231139" y="5986487"/>
            <a:ext cx="0" cy="21590"/>
          </a:xfrm>
          <a:custGeom>
            <a:avLst/>
            <a:gdLst/>
            <a:ahLst/>
            <a:cxnLst/>
            <a:rect l="l" t="t" r="r" b="b"/>
            <a:pathLst>
              <a:path h="21589">
                <a:moveTo>
                  <a:pt x="0" y="21560"/>
                </a:moveTo>
                <a:lnTo>
                  <a:pt x="0" y="0"/>
                </a:lnTo>
              </a:path>
            </a:pathLst>
          </a:custGeom>
          <a:ln w="10779">
            <a:solidFill>
              <a:srgbClr val="000000"/>
            </a:solidFill>
          </a:ln>
        </p:spPr>
        <p:txBody>
          <a:bodyPr wrap="square" lIns="0" tIns="0" rIns="0" bIns="0" rtlCol="0"/>
          <a:lstStyle/>
          <a:p>
            <a:endParaRPr/>
          </a:p>
        </p:txBody>
      </p:sp>
      <p:sp>
        <p:nvSpPr>
          <p:cNvPr id="117" name="object 117"/>
          <p:cNvSpPr/>
          <p:nvPr/>
        </p:nvSpPr>
        <p:spPr>
          <a:xfrm>
            <a:off x="5231139" y="598648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8" name="object 118"/>
          <p:cNvSpPr/>
          <p:nvPr/>
        </p:nvSpPr>
        <p:spPr>
          <a:xfrm>
            <a:off x="5231139" y="448871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19" name="object 119"/>
          <p:cNvSpPr/>
          <p:nvPr/>
        </p:nvSpPr>
        <p:spPr>
          <a:xfrm>
            <a:off x="5910248" y="5986487"/>
            <a:ext cx="0" cy="21590"/>
          </a:xfrm>
          <a:custGeom>
            <a:avLst/>
            <a:gdLst/>
            <a:ahLst/>
            <a:cxnLst/>
            <a:rect l="l" t="t" r="r" b="b"/>
            <a:pathLst>
              <a:path h="21589">
                <a:moveTo>
                  <a:pt x="0" y="21560"/>
                </a:moveTo>
                <a:lnTo>
                  <a:pt x="0" y="0"/>
                </a:lnTo>
              </a:path>
            </a:pathLst>
          </a:custGeom>
          <a:ln w="10779">
            <a:solidFill>
              <a:srgbClr val="000000"/>
            </a:solidFill>
          </a:ln>
        </p:spPr>
        <p:txBody>
          <a:bodyPr wrap="square" lIns="0" tIns="0" rIns="0" bIns="0" rtlCol="0"/>
          <a:lstStyle/>
          <a:p>
            <a:endParaRPr/>
          </a:p>
        </p:txBody>
      </p:sp>
      <p:sp>
        <p:nvSpPr>
          <p:cNvPr id="120" name="object 120"/>
          <p:cNvSpPr/>
          <p:nvPr/>
        </p:nvSpPr>
        <p:spPr>
          <a:xfrm>
            <a:off x="5910248" y="598648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21" name="object 121"/>
          <p:cNvSpPr/>
          <p:nvPr/>
        </p:nvSpPr>
        <p:spPr>
          <a:xfrm>
            <a:off x="5910248" y="448871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22" name="object 122"/>
          <p:cNvSpPr/>
          <p:nvPr/>
        </p:nvSpPr>
        <p:spPr>
          <a:xfrm>
            <a:off x="6578594" y="5986487"/>
            <a:ext cx="0" cy="21590"/>
          </a:xfrm>
          <a:custGeom>
            <a:avLst/>
            <a:gdLst/>
            <a:ahLst/>
            <a:cxnLst/>
            <a:rect l="l" t="t" r="r" b="b"/>
            <a:pathLst>
              <a:path h="21589">
                <a:moveTo>
                  <a:pt x="0" y="21560"/>
                </a:moveTo>
                <a:lnTo>
                  <a:pt x="0" y="0"/>
                </a:lnTo>
              </a:path>
            </a:pathLst>
          </a:custGeom>
          <a:ln w="10779">
            <a:solidFill>
              <a:srgbClr val="000000"/>
            </a:solidFill>
          </a:ln>
        </p:spPr>
        <p:txBody>
          <a:bodyPr wrap="square" lIns="0" tIns="0" rIns="0" bIns="0" rtlCol="0"/>
          <a:lstStyle/>
          <a:p>
            <a:endParaRPr/>
          </a:p>
        </p:txBody>
      </p:sp>
      <p:sp>
        <p:nvSpPr>
          <p:cNvPr id="123" name="object 123"/>
          <p:cNvSpPr/>
          <p:nvPr/>
        </p:nvSpPr>
        <p:spPr>
          <a:xfrm>
            <a:off x="6578594" y="598648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24" name="object 124"/>
          <p:cNvSpPr/>
          <p:nvPr/>
        </p:nvSpPr>
        <p:spPr>
          <a:xfrm>
            <a:off x="6578594" y="448871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25" name="object 125"/>
          <p:cNvSpPr txBox="1"/>
          <p:nvPr/>
        </p:nvSpPr>
        <p:spPr>
          <a:xfrm>
            <a:off x="5121431" y="6035332"/>
            <a:ext cx="1567180" cy="230504"/>
          </a:xfrm>
          <a:prstGeom prst="rect">
            <a:avLst/>
          </a:prstGeom>
        </p:spPr>
        <p:txBody>
          <a:bodyPr vert="horz" wrap="square" lIns="0" tIns="0" rIns="0" bIns="0" rtlCol="0">
            <a:spAutoFit/>
          </a:bodyPr>
          <a:lstStyle/>
          <a:p>
            <a:pPr marL="12700">
              <a:lnSpc>
                <a:spcPct val="100000"/>
              </a:lnSpc>
              <a:tabLst>
                <a:tab pos="691515" algn="l"/>
                <a:tab pos="1359535" algn="l"/>
              </a:tabLst>
            </a:pPr>
            <a:r>
              <a:rPr sz="1600" spc="-45" dirty="0">
                <a:latin typeface="Times New Roman"/>
                <a:cs typeface="Times New Roman"/>
              </a:rPr>
              <a:t>1</a:t>
            </a:r>
            <a:r>
              <a:rPr sz="1600" dirty="0">
                <a:latin typeface="Times New Roman"/>
                <a:cs typeface="Times New Roman"/>
              </a:rPr>
              <a:t>0	</a:t>
            </a:r>
            <a:r>
              <a:rPr sz="1600" spc="-45" dirty="0">
                <a:latin typeface="Times New Roman"/>
                <a:cs typeface="Times New Roman"/>
              </a:rPr>
              <a:t>2</a:t>
            </a:r>
            <a:r>
              <a:rPr sz="1600" dirty="0">
                <a:latin typeface="Times New Roman"/>
                <a:cs typeface="Times New Roman"/>
              </a:rPr>
              <a:t>0	</a:t>
            </a:r>
            <a:r>
              <a:rPr sz="1600" spc="-45" dirty="0">
                <a:latin typeface="Times New Roman"/>
                <a:cs typeface="Times New Roman"/>
              </a:rPr>
              <a:t>30</a:t>
            </a:r>
            <a:endParaRPr sz="1600">
              <a:latin typeface="Times New Roman"/>
              <a:cs typeface="Times New Roman"/>
            </a:endParaRPr>
          </a:p>
        </p:txBody>
      </p:sp>
      <p:sp>
        <p:nvSpPr>
          <p:cNvPr id="126" name="object 126"/>
          <p:cNvSpPr/>
          <p:nvPr/>
        </p:nvSpPr>
        <p:spPr>
          <a:xfrm>
            <a:off x="4627453" y="5867959"/>
            <a:ext cx="10795" cy="0"/>
          </a:xfrm>
          <a:custGeom>
            <a:avLst/>
            <a:gdLst/>
            <a:ahLst/>
            <a:cxnLst/>
            <a:rect l="l" t="t" r="r" b="b"/>
            <a:pathLst>
              <a:path w="10795">
                <a:moveTo>
                  <a:pt x="0" y="0"/>
                </a:moveTo>
                <a:lnTo>
                  <a:pt x="10792" y="0"/>
                </a:lnTo>
              </a:path>
            </a:pathLst>
          </a:custGeom>
          <a:ln w="10775">
            <a:solidFill>
              <a:srgbClr val="000000"/>
            </a:solidFill>
          </a:ln>
        </p:spPr>
        <p:txBody>
          <a:bodyPr wrap="square" lIns="0" tIns="0" rIns="0" bIns="0" rtlCol="0"/>
          <a:lstStyle/>
          <a:p>
            <a:endParaRPr/>
          </a:p>
        </p:txBody>
      </p:sp>
      <p:sp>
        <p:nvSpPr>
          <p:cNvPr id="127" name="object 127"/>
          <p:cNvSpPr/>
          <p:nvPr/>
        </p:nvSpPr>
        <p:spPr>
          <a:xfrm>
            <a:off x="4638246" y="5867959"/>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28" name="object 128"/>
          <p:cNvSpPr/>
          <p:nvPr/>
        </p:nvSpPr>
        <p:spPr>
          <a:xfrm>
            <a:off x="6632494" y="5867959"/>
            <a:ext cx="21590" cy="0"/>
          </a:xfrm>
          <a:custGeom>
            <a:avLst/>
            <a:gdLst/>
            <a:ahLst/>
            <a:cxnLst/>
            <a:rect l="l" t="t" r="r" b="b"/>
            <a:pathLst>
              <a:path w="21590">
                <a:moveTo>
                  <a:pt x="21553" y="0"/>
                </a:moveTo>
                <a:lnTo>
                  <a:pt x="0" y="0"/>
                </a:lnTo>
              </a:path>
            </a:pathLst>
          </a:custGeom>
          <a:ln w="10775">
            <a:solidFill>
              <a:srgbClr val="000000"/>
            </a:solidFill>
          </a:ln>
        </p:spPr>
        <p:txBody>
          <a:bodyPr wrap="square" lIns="0" tIns="0" rIns="0" bIns="0" rtlCol="0"/>
          <a:lstStyle/>
          <a:p>
            <a:endParaRPr/>
          </a:p>
        </p:txBody>
      </p:sp>
      <p:sp>
        <p:nvSpPr>
          <p:cNvPr id="129" name="object 129"/>
          <p:cNvSpPr/>
          <p:nvPr/>
        </p:nvSpPr>
        <p:spPr>
          <a:xfrm>
            <a:off x="6632494" y="5867959"/>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30" name="object 130"/>
          <p:cNvSpPr txBox="1"/>
          <p:nvPr/>
        </p:nvSpPr>
        <p:spPr>
          <a:xfrm>
            <a:off x="4474645" y="5755166"/>
            <a:ext cx="128270" cy="230504"/>
          </a:xfrm>
          <a:prstGeom prst="rect">
            <a:avLst/>
          </a:prstGeom>
        </p:spPr>
        <p:txBody>
          <a:bodyPr vert="horz" wrap="square" lIns="0" tIns="0" rIns="0" bIns="0" rtlCol="0">
            <a:spAutoFit/>
          </a:bodyPr>
          <a:lstStyle/>
          <a:p>
            <a:pPr marL="12700">
              <a:lnSpc>
                <a:spcPct val="100000"/>
              </a:lnSpc>
            </a:pPr>
            <a:r>
              <a:rPr sz="1600" dirty="0">
                <a:latin typeface="Times New Roman"/>
                <a:cs typeface="Times New Roman"/>
              </a:rPr>
              <a:t>0</a:t>
            </a:r>
            <a:endParaRPr sz="1600">
              <a:latin typeface="Times New Roman"/>
              <a:cs typeface="Times New Roman"/>
            </a:endParaRPr>
          </a:p>
        </p:txBody>
      </p:sp>
      <p:sp>
        <p:nvSpPr>
          <p:cNvPr id="131" name="object 131"/>
          <p:cNvSpPr/>
          <p:nvPr/>
        </p:nvSpPr>
        <p:spPr>
          <a:xfrm>
            <a:off x="4627453" y="5167562"/>
            <a:ext cx="10795" cy="0"/>
          </a:xfrm>
          <a:custGeom>
            <a:avLst/>
            <a:gdLst/>
            <a:ahLst/>
            <a:cxnLst/>
            <a:rect l="l" t="t" r="r" b="b"/>
            <a:pathLst>
              <a:path w="10795">
                <a:moveTo>
                  <a:pt x="0" y="0"/>
                </a:moveTo>
                <a:lnTo>
                  <a:pt x="10792" y="0"/>
                </a:lnTo>
              </a:path>
            </a:pathLst>
          </a:custGeom>
          <a:ln w="10775">
            <a:solidFill>
              <a:srgbClr val="000000"/>
            </a:solidFill>
          </a:ln>
        </p:spPr>
        <p:txBody>
          <a:bodyPr wrap="square" lIns="0" tIns="0" rIns="0" bIns="0" rtlCol="0"/>
          <a:lstStyle/>
          <a:p>
            <a:endParaRPr/>
          </a:p>
        </p:txBody>
      </p:sp>
      <p:sp>
        <p:nvSpPr>
          <p:cNvPr id="132" name="object 132"/>
          <p:cNvSpPr/>
          <p:nvPr/>
        </p:nvSpPr>
        <p:spPr>
          <a:xfrm>
            <a:off x="4638246" y="516756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33" name="object 133"/>
          <p:cNvSpPr/>
          <p:nvPr/>
        </p:nvSpPr>
        <p:spPr>
          <a:xfrm>
            <a:off x="6632494" y="5167562"/>
            <a:ext cx="21590" cy="0"/>
          </a:xfrm>
          <a:custGeom>
            <a:avLst/>
            <a:gdLst/>
            <a:ahLst/>
            <a:cxnLst/>
            <a:rect l="l" t="t" r="r" b="b"/>
            <a:pathLst>
              <a:path w="21590">
                <a:moveTo>
                  <a:pt x="21553" y="0"/>
                </a:moveTo>
                <a:lnTo>
                  <a:pt x="0" y="0"/>
                </a:lnTo>
              </a:path>
            </a:pathLst>
          </a:custGeom>
          <a:ln w="10775">
            <a:solidFill>
              <a:srgbClr val="000000"/>
            </a:solidFill>
          </a:ln>
        </p:spPr>
        <p:txBody>
          <a:bodyPr wrap="square" lIns="0" tIns="0" rIns="0" bIns="0" rtlCol="0"/>
          <a:lstStyle/>
          <a:p>
            <a:endParaRPr/>
          </a:p>
        </p:txBody>
      </p:sp>
      <p:sp>
        <p:nvSpPr>
          <p:cNvPr id="134" name="object 134"/>
          <p:cNvSpPr/>
          <p:nvPr/>
        </p:nvSpPr>
        <p:spPr>
          <a:xfrm>
            <a:off x="6632494" y="516756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35" name="object 135"/>
          <p:cNvSpPr txBox="1"/>
          <p:nvPr/>
        </p:nvSpPr>
        <p:spPr>
          <a:xfrm>
            <a:off x="4323731" y="5054764"/>
            <a:ext cx="279400" cy="230504"/>
          </a:xfrm>
          <a:prstGeom prst="rect">
            <a:avLst/>
          </a:prstGeom>
        </p:spPr>
        <p:txBody>
          <a:bodyPr vert="horz" wrap="square" lIns="0" tIns="0" rIns="0" bIns="0" rtlCol="0">
            <a:spAutoFit/>
          </a:bodyPr>
          <a:lstStyle/>
          <a:p>
            <a:pPr marL="12700">
              <a:lnSpc>
                <a:spcPct val="100000"/>
              </a:lnSpc>
            </a:pPr>
            <a:r>
              <a:rPr sz="1600" spc="-45" dirty="0">
                <a:latin typeface="Times New Roman"/>
                <a:cs typeface="Times New Roman"/>
              </a:rPr>
              <a:t>0</a:t>
            </a:r>
            <a:r>
              <a:rPr sz="1600" spc="20" dirty="0">
                <a:latin typeface="Times New Roman"/>
                <a:cs typeface="Times New Roman"/>
              </a:rPr>
              <a:t>.</a:t>
            </a:r>
            <a:r>
              <a:rPr sz="1600" dirty="0">
                <a:latin typeface="Times New Roman"/>
                <a:cs typeface="Times New Roman"/>
              </a:rPr>
              <a:t>1</a:t>
            </a:r>
            <a:endParaRPr sz="1600">
              <a:latin typeface="Times New Roman"/>
              <a:cs typeface="Times New Roman"/>
            </a:endParaRPr>
          </a:p>
        </p:txBody>
      </p:sp>
      <p:sp>
        <p:nvSpPr>
          <p:cNvPr id="136" name="object 136"/>
          <p:cNvSpPr/>
          <p:nvPr/>
        </p:nvSpPr>
        <p:spPr>
          <a:xfrm>
            <a:off x="4638246"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37" name="object 137"/>
          <p:cNvSpPr/>
          <p:nvPr/>
        </p:nvSpPr>
        <p:spPr>
          <a:xfrm>
            <a:off x="6632494"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38" name="object 138"/>
          <p:cNvSpPr txBox="1"/>
          <p:nvPr/>
        </p:nvSpPr>
        <p:spPr>
          <a:xfrm>
            <a:off x="4323743" y="4365141"/>
            <a:ext cx="279400" cy="230504"/>
          </a:xfrm>
          <a:prstGeom prst="rect">
            <a:avLst/>
          </a:prstGeom>
        </p:spPr>
        <p:txBody>
          <a:bodyPr vert="horz" wrap="square" lIns="0" tIns="0" rIns="0" bIns="0" rtlCol="0">
            <a:spAutoFit/>
          </a:bodyPr>
          <a:lstStyle/>
          <a:p>
            <a:pPr marL="12700">
              <a:lnSpc>
                <a:spcPct val="100000"/>
              </a:lnSpc>
            </a:pPr>
            <a:r>
              <a:rPr sz="1600" spc="-45" dirty="0">
                <a:latin typeface="Times New Roman"/>
                <a:cs typeface="Times New Roman"/>
              </a:rPr>
              <a:t>0</a:t>
            </a:r>
            <a:r>
              <a:rPr sz="1600" spc="20" dirty="0">
                <a:latin typeface="Times New Roman"/>
                <a:cs typeface="Times New Roman"/>
              </a:rPr>
              <a:t>.</a:t>
            </a:r>
            <a:r>
              <a:rPr sz="1600" dirty="0">
                <a:latin typeface="Times New Roman"/>
                <a:cs typeface="Times New Roman"/>
              </a:rPr>
              <a:t>2</a:t>
            </a:r>
            <a:endParaRPr sz="1600">
              <a:latin typeface="Times New Roman"/>
              <a:cs typeface="Times New Roman"/>
            </a:endParaRPr>
          </a:p>
        </p:txBody>
      </p:sp>
      <p:sp>
        <p:nvSpPr>
          <p:cNvPr id="139" name="object 139"/>
          <p:cNvSpPr/>
          <p:nvPr/>
        </p:nvSpPr>
        <p:spPr>
          <a:xfrm>
            <a:off x="6654048"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40" name="object 140"/>
          <p:cNvSpPr/>
          <p:nvPr/>
        </p:nvSpPr>
        <p:spPr>
          <a:xfrm>
            <a:off x="6654048" y="6008047"/>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41" name="object 141"/>
          <p:cNvSpPr/>
          <p:nvPr/>
        </p:nvSpPr>
        <p:spPr>
          <a:xfrm>
            <a:off x="6654048"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42" name="object 142"/>
          <p:cNvSpPr/>
          <p:nvPr/>
        </p:nvSpPr>
        <p:spPr>
          <a:xfrm>
            <a:off x="4627453" y="4477942"/>
            <a:ext cx="0" cy="0"/>
          </a:xfrm>
          <a:custGeom>
            <a:avLst/>
            <a:gdLst/>
            <a:ahLst/>
            <a:cxnLst/>
            <a:rect l="l" t="t" r="r" b="b"/>
            <a:pathLst>
              <a:path>
                <a:moveTo>
                  <a:pt x="0" y="0"/>
                </a:moveTo>
                <a:lnTo>
                  <a:pt x="0" y="0"/>
                </a:lnTo>
              </a:path>
            </a:pathLst>
          </a:custGeom>
          <a:ln w="10775">
            <a:solidFill>
              <a:srgbClr val="000000"/>
            </a:solidFill>
          </a:ln>
        </p:spPr>
        <p:txBody>
          <a:bodyPr wrap="square" lIns="0" tIns="0" rIns="0" bIns="0" rtlCol="0"/>
          <a:lstStyle/>
          <a:p>
            <a:endParaRPr/>
          </a:p>
        </p:txBody>
      </p:sp>
      <p:sp>
        <p:nvSpPr>
          <p:cNvPr id="143" name="object 143"/>
          <p:cNvSpPr/>
          <p:nvPr/>
        </p:nvSpPr>
        <p:spPr>
          <a:xfrm>
            <a:off x="4627473" y="4704218"/>
            <a:ext cx="2026920" cy="1163955"/>
          </a:xfrm>
          <a:custGeom>
            <a:avLst/>
            <a:gdLst/>
            <a:ahLst/>
            <a:cxnLst/>
            <a:rect l="l" t="t" r="r" b="b"/>
            <a:pathLst>
              <a:path w="2026920" h="1163954">
                <a:moveTo>
                  <a:pt x="19" y="1163656"/>
                </a:moveTo>
                <a:lnTo>
                  <a:pt x="64691" y="883586"/>
                </a:lnTo>
                <a:lnTo>
                  <a:pt x="129352" y="657297"/>
                </a:lnTo>
                <a:lnTo>
                  <a:pt x="194044" y="431017"/>
                </a:lnTo>
                <a:lnTo>
                  <a:pt x="269497" y="290942"/>
                </a:lnTo>
                <a:lnTo>
                  <a:pt x="334188" y="204728"/>
                </a:lnTo>
                <a:lnTo>
                  <a:pt x="398849" y="150851"/>
                </a:lnTo>
                <a:lnTo>
                  <a:pt x="463541" y="107752"/>
                </a:lnTo>
                <a:lnTo>
                  <a:pt x="538994" y="86201"/>
                </a:lnTo>
                <a:lnTo>
                  <a:pt x="603685" y="64650"/>
                </a:lnTo>
                <a:lnTo>
                  <a:pt x="668346" y="43102"/>
                </a:lnTo>
                <a:lnTo>
                  <a:pt x="733038" y="32326"/>
                </a:lnTo>
                <a:lnTo>
                  <a:pt x="808491" y="21551"/>
                </a:lnTo>
                <a:lnTo>
                  <a:pt x="873152" y="21551"/>
                </a:lnTo>
                <a:lnTo>
                  <a:pt x="937843" y="10775"/>
                </a:lnTo>
                <a:lnTo>
                  <a:pt x="1013296" y="10775"/>
                </a:lnTo>
                <a:lnTo>
                  <a:pt x="1077988" y="10775"/>
                </a:lnTo>
                <a:lnTo>
                  <a:pt x="1142649" y="0"/>
                </a:lnTo>
                <a:lnTo>
                  <a:pt x="1951140" y="0"/>
                </a:lnTo>
                <a:lnTo>
                  <a:pt x="2026593" y="0"/>
                </a:lnTo>
              </a:path>
            </a:pathLst>
          </a:custGeom>
          <a:ln w="10776">
            <a:solidFill>
              <a:srgbClr val="000000"/>
            </a:solidFill>
          </a:ln>
        </p:spPr>
        <p:txBody>
          <a:bodyPr wrap="square" lIns="0" tIns="0" rIns="0" bIns="0" rtlCol="0"/>
          <a:lstStyle/>
          <a:p>
            <a:endParaRPr/>
          </a:p>
        </p:txBody>
      </p:sp>
      <p:sp>
        <p:nvSpPr>
          <p:cNvPr id="144" name="object 144"/>
          <p:cNvSpPr txBox="1"/>
          <p:nvPr/>
        </p:nvSpPr>
        <p:spPr>
          <a:xfrm>
            <a:off x="4627453" y="4477942"/>
            <a:ext cx="2026920" cy="1530350"/>
          </a:xfrm>
          <a:prstGeom prst="rect">
            <a:avLst/>
          </a:prstGeom>
          <a:ln w="10779">
            <a:solidFill>
              <a:srgbClr val="000000"/>
            </a:solidFill>
          </a:ln>
        </p:spPr>
        <p:txBody>
          <a:bodyPr vert="horz" wrap="square" lIns="0" tIns="0" rIns="0" bIns="0" rtlCol="0">
            <a:spAutoFit/>
          </a:bodyPr>
          <a:lstStyle/>
          <a:p>
            <a:pPr marL="1072515">
              <a:lnSpc>
                <a:spcPct val="100000"/>
              </a:lnSpc>
            </a:pPr>
            <a:r>
              <a:rPr sz="1600" spc="-110" dirty="0">
                <a:latin typeface="Times New Roman"/>
                <a:cs typeface="Times New Roman"/>
              </a:rPr>
              <a:t>i</a:t>
            </a:r>
            <a:r>
              <a:rPr sz="1600" spc="-45" dirty="0">
                <a:latin typeface="Times New Roman"/>
                <a:cs typeface="Times New Roman"/>
              </a:rPr>
              <a:t>n</a:t>
            </a:r>
            <a:r>
              <a:rPr sz="1600" spc="40" dirty="0">
                <a:latin typeface="Times New Roman"/>
                <a:cs typeface="Times New Roman"/>
              </a:rPr>
              <a:t>p</a:t>
            </a:r>
            <a:r>
              <a:rPr sz="1600" spc="-45" dirty="0">
                <a:latin typeface="Times New Roman"/>
                <a:cs typeface="Times New Roman"/>
              </a:rPr>
              <a:t>u</a:t>
            </a:r>
            <a:r>
              <a:rPr sz="1600" dirty="0">
                <a:latin typeface="Times New Roman"/>
                <a:cs typeface="Times New Roman"/>
              </a:rPr>
              <a:t>t 2</a:t>
            </a:r>
            <a:endParaRPr sz="1600">
              <a:latin typeface="Times New Roman"/>
              <a:cs typeface="Times New Roman"/>
            </a:endParaRPr>
          </a:p>
        </p:txBody>
      </p:sp>
      <p:sp>
        <p:nvSpPr>
          <p:cNvPr id="146" name="object 146"/>
          <p:cNvSpPr txBox="1"/>
          <p:nvPr/>
        </p:nvSpPr>
        <p:spPr>
          <a:xfrm>
            <a:off x="2512709" y="6261611"/>
            <a:ext cx="895985" cy="230504"/>
          </a:xfrm>
          <a:prstGeom prst="rect">
            <a:avLst/>
          </a:prstGeom>
        </p:spPr>
        <p:txBody>
          <a:bodyPr vert="horz" wrap="square" lIns="0" tIns="0" rIns="0" bIns="0" rtlCol="0">
            <a:spAutoFit/>
          </a:bodyPr>
          <a:lstStyle/>
          <a:p>
            <a:pPr marL="12700">
              <a:lnSpc>
                <a:spcPct val="100000"/>
              </a:lnSpc>
            </a:pPr>
            <a:r>
              <a:rPr sz="1600" spc="50" dirty="0">
                <a:latin typeface="Times New Roman"/>
                <a:cs typeface="Times New Roman"/>
              </a:rPr>
              <a:t>s</a:t>
            </a:r>
            <a:r>
              <a:rPr sz="1600" spc="-40" dirty="0">
                <a:latin typeface="Times New Roman"/>
                <a:cs typeface="Times New Roman"/>
              </a:rPr>
              <a:t>a</a:t>
            </a:r>
            <a:r>
              <a:rPr sz="1600" spc="-70" dirty="0">
                <a:latin typeface="Times New Roman"/>
                <a:cs typeface="Times New Roman"/>
              </a:rPr>
              <a:t>m</a:t>
            </a:r>
            <a:r>
              <a:rPr sz="1600" spc="40" dirty="0">
                <a:latin typeface="Times New Roman"/>
                <a:cs typeface="Times New Roman"/>
              </a:rPr>
              <a:t>p</a:t>
            </a:r>
            <a:r>
              <a:rPr sz="1600" spc="-110" dirty="0">
                <a:latin typeface="Times New Roman"/>
                <a:cs typeface="Times New Roman"/>
              </a:rPr>
              <a:t>l</a:t>
            </a:r>
            <a:r>
              <a:rPr sz="1600" dirty="0">
                <a:latin typeface="Times New Roman"/>
                <a:cs typeface="Times New Roman"/>
              </a:rPr>
              <a:t>e</a:t>
            </a:r>
            <a:r>
              <a:rPr sz="1600" spc="-15" dirty="0">
                <a:latin typeface="Times New Roman"/>
                <a:cs typeface="Times New Roman"/>
              </a:rPr>
              <a:t> </a:t>
            </a:r>
            <a:r>
              <a:rPr sz="1600" spc="-45" dirty="0">
                <a:latin typeface="Times New Roman"/>
                <a:cs typeface="Times New Roman"/>
              </a:rPr>
              <a:t>n</a:t>
            </a:r>
            <a:r>
              <a:rPr sz="1600" spc="40" dirty="0">
                <a:latin typeface="Times New Roman"/>
                <a:cs typeface="Times New Roman"/>
              </a:rPr>
              <a:t>o</a:t>
            </a:r>
            <a:r>
              <a:rPr sz="1600" dirty="0">
                <a:latin typeface="Times New Roman"/>
                <a:cs typeface="Times New Roman"/>
              </a:rPr>
              <a:t>.</a:t>
            </a:r>
            <a:endParaRPr sz="1600">
              <a:latin typeface="Times New Roman"/>
              <a:cs typeface="Times New Roman"/>
            </a:endParaRPr>
          </a:p>
        </p:txBody>
      </p:sp>
      <p:sp>
        <p:nvSpPr>
          <p:cNvPr id="147" name="object 147"/>
          <p:cNvSpPr txBox="1"/>
          <p:nvPr/>
        </p:nvSpPr>
        <p:spPr>
          <a:xfrm>
            <a:off x="5175330" y="6261611"/>
            <a:ext cx="895985" cy="230504"/>
          </a:xfrm>
          <a:prstGeom prst="rect">
            <a:avLst/>
          </a:prstGeom>
        </p:spPr>
        <p:txBody>
          <a:bodyPr vert="horz" wrap="square" lIns="0" tIns="0" rIns="0" bIns="0" rtlCol="0">
            <a:spAutoFit/>
          </a:bodyPr>
          <a:lstStyle/>
          <a:p>
            <a:pPr marL="12700">
              <a:lnSpc>
                <a:spcPct val="100000"/>
              </a:lnSpc>
            </a:pPr>
            <a:r>
              <a:rPr sz="1600" spc="50" dirty="0">
                <a:latin typeface="Times New Roman"/>
                <a:cs typeface="Times New Roman"/>
              </a:rPr>
              <a:t>s</a:t>
            </a:r>
            <a:r>
              <a:rPr sz="1600" spc="-40" dirty="0">
                <a:latin typeface="Times New Roman"/>
                <a:cs typeface="Times New Roman"/>
              </a:rPr>
              <a:t>a</a:t>
            </a:r>
            <a:r>
              <a:rPr sz="1600" spc="-70" dirty="0">
                <a:latin typeface="Times New Roman"/>
                <a:cs typeface="Times New Roman"/>
              </a:rPr>
              <a:t>m</a:t>
            </a:r>
            <a:r>
              <a:rPr sz="1600" spc="40" dirty="0">
                <a:latin typeface="Times New Roman"/>
                <a:cs typeface="Times New Roman"/>
              </a:rPr>
              <a:t>p</a:t>
            </a:r>
            <a:r>
              <a:rPr sz="1600" spc="-110" dirty="0">
                <a:latin typeface="Times New Roman"/>
                <a:cs typeface="Times New Roman"/>
              </a:rPr>
              <a:t>l</a:t>
            </a:r>
            <a:r>
              <a:rPr sz="1600" dirty="0">
                <a:latin typeface="Times New Roman"/>
                <a:cs typeface="Times New Roman"/>
              </a:rPr>
              <a:t>e</a:t>
            </a:r>
            <a:r>
              <a:rPr sz="1600" spc="-15" dirty="0">
                <a:latin typeface="Times New Roman"/>
                <a:cs typeface="Times New Roman"/>
              </a:rPr>
              <a:t> </a:t>
            </a:r>
            <a:r>
              <a:rPr sz="1600" spc="-45" dirty="0">
                <a:latin typeface="Times New Roman"/>
                <a:cs typeface="Times New Roman"/>
              </a:rPr>
              <a:t>n</a:t>
            </a:r>
            <a:r>
              <a:rPr sz="1600" spc="40" dirty="0">
                <a:latin typeface="Times New Roman"/>
                <a:cs typeface="Times New Roman"/>
              </a:rPr>
              <a:t>o</a:t>
            </a:r>
            <a:r>
              <a:rPr sz="1600" dirty="0">
                <a:latin typeface="Times New Roman"/>
                <a:cs typeface="Times New Roman"/>
              </a:rPr>
              <a:t>.</a:t>
            </a:r>
            <a:endParaRPr sz="160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10" dirty="0">
                <a:latin typeface="Calibri"/>
                <a:cs typeface="Calibri"/>
              </a:rPr>
              <a:t>B</a:t>
            </a:r>
            <a:r>
              <a:rPr spc="-5" dirty="0">
                <a:latin typeface="Calibri"/>
                <a:cs typeface="Calibri"/>
              </a:rPr>
              <a:t>i</a:t>
            </a:r>
            <a:r>
              <a:rPr spc="5" dirty="0">
                <a:latin typeface="Calibri"/>
                <a:cs typeface="Calibri"/>
              </a:rPr>
              <a:t>o</a:t>
            </a:r>
            <a:r>
              <a:rPr spc="-30" dirty="0">
                <a:latin typeface="Calibri"/>
                <a:cs typeface="Calibri"/>
              </a:rPr>
              <a:t>m</a:t>
            </a:r>
            <a:r>
              <a:rPr spc="-15" dirty="0">
                <a:latin typeface="Calibri"/>
                <a:cs typeface="Calibri"/>
              </a:rPr>
              <a:t>as</a:t>
            </a:r>
            <a:r>
              <a:rPr dirty="0">
                <a:latin typeface="Calibri"/>
                <a:cs typeface="Calibri"/>
              </a:rPr>
              <a:t>s</a:t>
            </a:r>
            <a:r>
              <a:rPr spc="-105" dirty="0">
                <a:latin typeface="Times New Roman"/>
                <a:cs typeface="Times New Roman"/>
              </a:rPr>
              <a:t> </a:t>
            </a:r>
            <a:r>
              <a:rPr spc="-30" dirty="0">
                <a:latin typeface="Calibri"/>
                <a:cs typeface="Calibri"/>
              </a:rPr>
              <a:t>G</a:t>
            </a:r>
            <a:r>
              <a:rPr spc="-15" dirty="0">
                <a:latin typeface="Calibri"/>
                <a:cs typeface="Calibri"/>
              </a:rPr>
              <a:t>as</a:t>
            </a:r>
            <a:r>
              <a:rPr spc="-5" dirty="0">
                <a:latin typeface="Calibri"/>
                <a:cs typeface="Calibri"/>
              </a:rPr>
              <a:t>i</a:t>
            </a:r>
            <a:r>
              <a:rPr dirty="0">
                <a:latin typeface="Calibri"/>
                <a:cs typeface="Calibri"/>
              </a:rPr>
              <a:t>fi</a:t>
            </a:r>
            <a:r>
              <a:rPr spc="-15" dirty="0">
                <a:latin typeface="Calibri"/>
                <a:cs typeface="Calibri"/>
              </a:rPr>
              <a:t>er</a:t>
            </a:r>
          </a:p>
        </p:txBody>
      </p:sp>
      <p:sp>
        <p:nvSpPr>
          <p:cNvPr id="5" name="object 5"/>
          <p:cNvSpPr txBox="1"/>
          <p:nvPr/>
        </p:nvSpPr>
        <p:spPr>
          <a:xfrm>
            <a:off x="736548" y="2485576"/>
            <a:ext cx="3609975" cy="1544320"/>
          </a:xfrm>
          <a:prstGeom prst="rect">
            <a:avLst/>
          </a:prstGeom>
        </p:spPr>
        <p:txBody>
          <a:bodyPr vert="horz" wrap="square" lIns="0" tIns="0" rIns="0" bIns="0" rtlCol="0">
            <a:spAutoFit/>
          </a:bodyPr>
          <a:lstStyle/>
          <a:p>
            <a:pPr marL="12700" marR="5080">
              <a:lnSpc>
                <a:spcPct val="100000"/>
              </a:lnSpc>
            </a:pPr>
            <a:r>
              <a:rPr sz="2600" b="1" spc="5" dirty="0">
                <a:solidFill>
                  <a:srgbClr val="C00000"/>
                </a:solidFill>
                <a:latin typeface="Calibri"/>
                <a:cs typeface="Calibri"/>
              </a:rPr>
              <a:t>M</a:t>
            </a:r>
            <a:r>
              <a:rPr sz="2600" b="1" spc="-15" dirty="0">
                <a:solidFill>
                  <a:srgbClr val="C00000"/>
                </a:solidFill>
                <a:latin typeface="Calibri"/>
                <a:cs typeface="Calibri"/>
              </a:rPr>
              <a:t>ult</a:t>
            </a:r>
            <a:r>
              <a:rPr sz="2600" b="1" spc="-10" dirty="0">
                <a:solidFill>
                  <a:srgbClr val="C00000"/>
                </a:solidFill>
                <a:latin typeface="Calibri"/>
                <a:cs typeface="Calibri"/>
              </a:rPr>
              <a:t>i</a:t>
            </a:r>
            <a:r>
              <a:rPr sz="2600" b="1" spc="-35" dirty="0">
                <a:solidFill>
                  <a:srgbClr val="C00000"/>
                </a:solidFill>
                <a:latin typeface="Calibri"/>
                <a:cs typeface="Calibri"/>
              </a:rPr>
              <a:t>v</a:t>
            </a:r>
            <a:r>
              <a:rPr sz="2600" b="1" spc="-20" dirty="0">
                <a:solidFill>
                  <a:srgbClr val="C00000"/>
                </a:solidFill>
                <a:latin typeface="Calibri"/>
                <a:cs typeface="Calibri"/>
              </a:rPr>
              <a:t>a</a:t>
            </a:r>
            <a:r>
              <a:rPr sz="2600" b="1" spc="-5" dirty="0">
                <a:solidFill>
                  <a:srgbClr val="C00000"/>
                </a:solidFill>
                <a:latin typeface="Calibri"/>
                <a:cs typeface="Calibri"/>
              </a:rPr>
              <a:t>r</a:t>
            </a:r>
            <a:r>
              <a:rPr sz="2600" b="1" spc="-10" dirty="0">
                <a:solidFill>
                  <a:srgbClr val="C00000"/>
                </a:solidFill>
                <a:latin typeface="Calibri"/>
                <a:cs typeface="Calibri"/>
              </a:rPr>
              <a:t>i</a:t>
            </a:r>
            <a:r>
              <a:rPr sz="2600" b="1" spc="-20" dirty="0">
                <a:solidFill>
                  <a:srgbClr val="C00000"/>
                </a:solidFill>
                <a:latin typeface="Calibri"/>
                <a:cs typeface="Calibri"/>
              </a:rPr>
              <a:t>a</a:t>
            </a:r>
            <a:r>
              <a:rPr sz="2600" b="1" spc="-15" dirty="0">
                <a:solidFill>
                  <a:srgbClr val="C00000"/>
                </a:solidFill>
                <a:latin typeface="Calibri"/>
                <a:cs typeface="Calibri"/>
              </a:rPr>
              <a:t>bl</a:t>
            </a:r>
            <a:r>
              <a:rPr sz="2600" b="1" dirty="0">
                <a:solidFill>
                  <a:srgbClr val="C00000"/>
                </a:solidFill>
                <a:latin typeface="Calibri"/>
                <a:cs typeface="Calibri"/>
              </a:rPr>
              <a:t>e</a:t>
            </a:r>
            <a:r>
              <a:rPr sz="2600" b="1" spc="-60" dirty="0">
                <a:solidFill>
                  <a:srgbClr val="C00000"/>
                </a:solidFill>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5" dirty="0">
                <a:latin typeface="Calibri"/>
                <a:cs typeface="Calibri"/>
              </a:rPr>
              <a:t>o</a:t>
            </a:r>
            <a:r>
              <a:rPr sz="2600" dirty="0">
                <a:latin typeface="Calibri"/>
                <a:cs typeface="Calibri"/>
              </a:rPr>
              <a:t>f</a:t>
            </a:r>
            <a:r>
              <a:rPr sz="2600" dirty="0">
                <a:latin typeface="Times New Roman"/>
                <a:cs typeface="Times New Roman"/>
              </a:rPr>
              <a:t> </a:t>
            </a:r>
            <a:r>
              <a:rPr sz="2600" spc="-10" dirty="0">
                <a:latin typeface="Calibri"/>
                <a:cs typeface="Calibri"/>
              </a:rPr>
              <a:t>p</a:t>
            </a:r>
            <a:r>
              <a:rPr sz="2600" spc="-50" dirty="0">
                <a:latin typeface="Calibri"/>
                <a:cs typeface="Calibri"/>
              </a:rPr>
              <a:t>r</a:t>
            </a:r>
            <a:r>
              <a:rPr sz="2600" spc="-10" dirty="0">
                <a:latin typeface="Calibri"/>
                <a:cs typeface="Calibri"/>
              </a:rPr>
              <a:t>e</a:t>
            </a:r>
            <a:r>
              <a:rPr sz="2600" dirty="0">
                <a:latin typeface="Calibri"/>
                <a:cs typeface="Calibri"/>
              </a:rPr>
              <a:t>ss</a:t>
            </a:r>
            <a:r>
              <a:rPr sz="2600" spc="-10" dirty="0">
                <a:latin typeface="Calibri"/>
                <a:cs typeface="Calibri"/>
              </a:rPr>
              <a:t>u</a:t>
            </a:r>
            <a:r>
              <a:rPr sz="2600" spc="-50" dirty="0">
                <a:latin typeface="Calibri"/>
                <a:cs typeface="Calibri"/>
              </a:rPr>
              <a:t>r</a:t>
            </a:r>
            <a:r>
              <a:rPr sz="2600" spc="-10" dirty="0">
                <a:latin typeface="Calibri"/>
                <a:cs typeface="Calibri"/>
              </a:rPr>
              <a:t>e,</a:t>
            </a:r>
            <a:r>
              <a:rPr sz="2600" spc="-60" dirty="0">
                <a:latin typeface="Times New Roman"/>
                <a:cs typeface="Times New Roman"/>
              </a:rPr>
              <a:t> </a:t>
            </a:r>
            <a:r>
              <a:rPr sz="2600" spc="-25" dirty="0">
                <a:latin typeface="Calibri"/>
                <a:cs typeface="Calibri"/>
              </a:rPr>
              <a:t>t</a:t>
            </a:r>
            <a:r>
              <a:rPr sz="2600" spc="-10" dirty="0">
                <a:latin typeface="Calibri"/>
                <a:cs typeface="Calibri"/>
              </a:rPr>
              <a:t>e</a:t>
            </a:r>
            <a:r>
              <a:rPr sz="2600" spc="-25" dirty="0">
                <a:latin typeface="Calibri"/>
                <a:cs typeface="Calibri"/>
              </a:rPr>
              <a:t>mp</a:t>
            </a:r>
            <a:r>
              <a:rPr sz="2600" spc="-10" dirty="0">
                <a:latin typeface="Calibri"/>
                <a:cs typeface="Calibri"/>
              </a:rPr>
              <a:t>e</a:t>
            </a:r>
            <a:r>
              <a:rPr sz="2600" spc="-80" dirty="0">
                <a:latin typeface="Calibri"/>
                <a:cs typeface="Calibri"/>
              </a:rPr>
              <a:t>r</a:t>
            </a:r>
            <a:r>
              <a:rPr sz="2600" spc="-30" dirty="0">
                <a:latin typeface="Calibri"/>
                <a:cs typeface="Calibri"/>
              </a:rPr>
              <a:t>a</a:t>
            </a:r>
            <a:r>
              <a:rPr sz="2600" spc="-5" dirty="0">
                <a:latin typeface="Calibri"/>
                <a:cs typeface="Calibri"/>
              </a:rPr>
              <a:t>t</a:t>
            </a:r>
            <a:r>
              <a:rPr sz="2600" spc="-10" dirty="0">
                <a:latin typeface="Calibri"/>
                <a:cs typeface="Calibri"/>
              </a:rPr>
              <a:t>u</a:t>
            </a:r>
            <a:r>
              <a:rPr sz="2600" spc="-50" dirty="0">
                <a:latin typeface="Calibri"/>
                <a:cs typeface="Calibri"/>
              </a:rPr>
              <a:t>r</a:t>
            </a:r>
            <a:r>
              <a:rPr sz="2600" spc="-15" dirty="0">
                <a:latin typeface="Calibri"/>
                <a:cs typeface="Calibri"/>
              </a:rPr>
              <a:t>e</a:t>
            </a:r>
            <a:r>
              <a:rPr sz="2600" spc="-65" dirty="0">
                <a:latin typeface="Times New Roman"/>
                <a:cs typeface="Times New Roman"/>
              </a:rPr>
              <a:t> </a:t>
            </a:r>
            <a:r>
              <a:rPr sz="2600" spc="-10" dirty="0">
                <a:latin typeface="Calibri"/>
                <a:cs typeface="Calibri"/>
              </a:rPr>
              <a:t>and</a:t>
            </a:r>
            <a:r>
              <a:rPr sz="2600" spc="-10" dirty="0">
                <a:latin typeface="Times New Roman"/>
                <a:cs typeface="Times New Roman"/>
              </a:rPr>
              <a:t> </a:t>
            </a:r>
            <a:r>
              <a:rPr sz="2600" spc="-50" dirty="0">
                <a:latin typeface="Calibri"/>
                <a:cs typeface="Calibri"/>
              </a:rPr>
              <a:t>v</a:t>
            </a:r>
            <a:r>
              <a:rPr sz="2600" spc="-10" dirty="0">
                <a:latin typeface="Calibri"/>
                <a:cs typeface="Calibri"/>
              </a:rPr>
              <a:t>a</a:t>
            </a:r>
            <a:r>
              <a:rPr sz="2600" spc="-20" dirty="0">
                <a:latin typeface="Calibri"/>
                <a:cs typeface="Calibri"/>
              </a:rPr>
              <a:t>r</a:t>
            </a:r>
            <a:r>
              <a:rPr sz="2600" dirty="0">
                <a:latin typeface="Calibri"/>
                <a:cs typeface="Calibri"/>
              </a:rPr>
              <a:t>i</a:t>
            </a:r>
            <a:r>
              <a:rPr sz="2600" spc="5" dirty="0">
                <a:latin typeface="Calibri"/>
                <a:cs typeface="Calibri"/>
              </a:rPr>
              <a:t>o</a:t>
            </a:r>
            <a:r>
              <a:rPr sz="2600" spc="-10" dirty="0">
                <a:latin typeface="Calibri"/>
                <a:cs typeface="Calibri"/>
              </a:rPr>
              <a:t>u</a:t>
            </a:r>
            <a:r>
              <a:rPr sz="2600" dirty="0">
                <a:latin typeface="Calibri"/>
                <a:cs typeface="Calibri"/>
              </a:rPr>
              <a:t>s</a:t>
            </a:r>
            <a:r>
              <a:rPr sz="2600" spc="-50" dirty="0">
                <a:latin typeface="Times New Roman"/>
                <a:cs typeface="Times New Roman"/>
              </a:rPr>
              <a:t> </a:t>
            </a:r>
            <a:r>
              <a:rPr sz="2600" spc="5" dirty="0">
                <a:latin typeface="Calibri"/>
                <a:cs typeface="Calibri"/>
              </a:rPr>
              <a:t>f</a:t>
            </a:r>
            <a:r>
              <a:rPr sz="2600" dirty="0">
                <a:latin typeface="Calibri"/>
                <a:cs typeface="Calibri"/>
              </a:rPr>
              <a:t>l</a:t>
            </a:r>
            <a:r>
              <a:rPr sz="2600" spc="-15" dirty="0">
                <a:latin typeface="Calibri"/>
                <a:cs typeface="Calibri"/>
              </a:rPr>
              <a:t>o</a:t>
            </a:r>
            <a:r>
              <a:rPr sz="2600" spc="-20" dirty="0">
                <a:latin typeface="Calibri"/>
                <a:cs typeface="Calibri"/>
              </a:rPr>
              <a:t>w</a:t>
            </a:r>
            <a:r>
              <a:rPr sz="2600" spc="-70" dirty="0">
                <a:latin typeface="Times New Roman"/>
                <a:cs typeface="Times New Roman"/>
              </a:rPr>
              <a:t> </a:t>
            </a:r>
            <a:r>
              <a:rPr sz="2600" spc="-80" dirty="0">
                <a:latin typeface="Calibri"/>
                <a:cs typeface="Calibri"/>
              </a:rPr>
              <a:t>r</a:t>
            </a:r>
            <a:r>
              <a:rPr sz="2600" spc="-30" dirty="0">
                <a:latin typeface="Calibri"/>
                <a:cs typeface="Calibri"/>
              </a:rPr>
              <a:t>a</a:t>
            </a:r>
            <a:r>
              <a:rPr sz="2600" spc="-25" dirty="0">
                <a:latin typeface="Calibri"/>
                <a:cs typeface="Calibri"/>
              </a:rPr>
              <a:t>t</a:t>
            </a:r>
            <a:r>
              <a:rPr sz="2600" spc="-10" dirty="0">
                <a:latin typeface="Calibri"/>
                <a:cs typeface="Calibri"/>
              </a:rPr>
              <a:t>e</a:t>
            </a:r>
            <a:r>
              <a:rPr sz="2600" dirty="0">
                <a:latin typeface="Calibri"/>
                <a:cs typeface="Calibri"/>
              </a:rPr>
              <a:t>s</a:t>
            </a:r>
            <a:r>
              <a:rPr sz="2600" spc="-70" dirty="0">
                <a:latin typeface="Times New Roman"/>
                <a:cs typeface="Times New Roman"/>
              </a:rPr>
              <a:t> </a:t>
            </a:r>
            <a:r>
              <a:rPr sz="2600" spc="-25" dirty="0">
                <a:latin typeface="Calibri"/>
                <a:cs typeface="Calibri"/>
              </a:rPr>
              <a:t>t</a:t>
            </a:r>
            <a:r>
              <a:rPr sz="2600" dirty="0">
                <a:latin typeface="Calibri"/>
                <a:cs typeface="Calibri"/>
              </a:rPr>
              <a:t>o</a:t>
            </a:r>
            <a:r>
              <a:rPr sz="2600"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imi</a:t>
            </a:r>
            <a:r>
              <a:rPr sz="2600" spc="-15" dirty="0">
                <a:latin typeface="Calibri"/>
                <a:cs typeface="Calibri"/>
              </a:rPr>
              <a:t>se</a:t>
            </a:r>
            <a:r>
              <a:rPr sz="2600" spc="-85" dirty="0">
                <a:latin typeface="Times New Roman"/>
                <a:cs typeface="Times New Roman"/>
              </a:rPr>
              <a:t> </a:t>
            </a:r>
            <a:r>
              <a:rPr sz="2600" spc="5" dirty="0">
                <a:latin typeface="Calibri"/>
                <a:cs typeface="Calibri"/>
              </a:rPr>
              <a:t>f</a:t>
            </a:r>
            <a:r>
              <a:rPr sz="2600" spc="-10" dirty="0">
                <a:latin typeface="Calibri"/>
                <a:cs typeface="Calibri"/>
              </a:rPr>
              <a:t>ue</a:t>
            </a:r>
            <a:r>
              <a:rPr sz="2600" dirty="0">
                <a:latin typeface="Calibri"/>
                <a:cs typeface="Calibri"/>
              </a:rPr>
              <a:t>l</a:t>
            </a:r>
            <a:r>
              <a:rPr sz="2600" spc="-90" dirty="0">
                <a:latin typeface="Times New Roman"/>
                <a:cs typeface="Times New Roman"/>
              </a:rPr>
              <a:t> </a:t>
            </a:r>
            <a:r>
              <a:rPr sz="2600" spc="-60" dirty="0">
                <a:latin typeface="Calibri"/>
                <a:cs typeface="Calibri"/>
              </a:rPr>
              <a:t>g</a:t>
            </a:r>
            <a:r>
              <a:rPr sz="2600" spc="-10" dirty="0">
                <a:latin typeface="Calibri"/>
                <a:cs typeface="Calibri"/>
              </a:rPr>
              <a:t>a</a:t>
            </a:r>
            <a:r>
              <a:rPr sz="2600" dirty="0">
                <a:latin typeface="Calibri"/>
                <a:cs typeface="Calibri"/>
              </a:rPr>
              <a:t>s</a:t>
            </a:r>
            <a:r>
              <a:rPr sz="2600" spc="-50" dirty="0">
                <a:latin typeface="Times New Roman"/>
                <a:cs typeface="Times New Roman"/>
              </a:rPr>
              <a:t> </a:t>
            </a:r>
            <a:r>
              <a:rPr sz="2600" spc="5" dirty="0">
                <a:latin typeface="Calibri"/>
                <a:cs typeface="Calibri"/>
              </a:rPr>
              <a:t>o</a:t>
            </a:r>
            <a:r>
              <a:rPr sz="2600" spc="-10" dirty="0">
                <a:latin typeface="Calibri"/>
                <a:cs typeface="Calibri"/>
              </a:rPr>
              <a:t>u</a:t>
            </a:r>
            <a:r>
              <a:rPr sz="2600" spc="-5" dirty="0">
                <a:latin typeface="Calibri"/>
                <a:cs typeface="Calibri"/>
              </a:rPr>
              <a:t>t</a:t>
            </a:r>
            <a:r>
              <a:rPr sz="2600" spc="-10" dirty="0">
                <a:latin typeface="Calibri"/>
                <a:cs typeface="Calibri"/>
              </a:rPr>
              <a:t>put</a:t>
            </a:r>
            <a:endParaRPr sz="2600">
              <a:latin typeface="Calibri"/>
              <a:cs typeface="Calibri"/>
            </a:endParaRPr>
          </a:p>
        </p:txBody>
      </p:sp>
      <p:sp>
        <p:nvSpPr>
          <p:cNvPr id="6" name="object 6"/>
          <p:cNvSpPr/>
          <p:nvPr/>
        </p:nvSpPr>
        <p:spPr>
          <a:xfrm>
            <a:off x="5224426" y="1860560"/>
            <a:ext cx="3086099" cy="3962396"/>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10" dirty="0">
                <a:latin typeface="Calibri"/>
                <a:cs typeface="Calibri"/>
              </a:rPr>
              <a:t>B</a:t>
            </a:r>
            <a:r>
              <a:rPr spc="-5" dirty="0">
                <a:latin typeface="Calibri"/>
                <a:cs typeface="Calibri"/>
              </a:rPr>
              <a:t>i</a:t>
            </a:r>
            <a:r>
              <a:rPr spc="5" dirty="0">
                <a:latin typeface="Calibri"/>
                <a:cs typeface="Calibri"/>
              </a:rPr>
              <a:t>o</a:t>
            </a:r>
            <a:r>
              <a:rPr spc="-30" dirty="0">
                <a:latin typeface="Calibri"/>
                <a:cs typeface="Calibri"/>
              </a:rPr>
              <a:t>m</a:t>
            </a:r>
            <a:r>
              <a:rPr spc="-15" dirty="0">
                <a:latin typeface="Calibri"/>
                <a:cs typeface="Calibri"/>
              </a:rPr>
              <a:t>as</a:t>
            </a:r>
            <a:r>
              <a:rPr dirty="0">
                <a:latin typeface="Calibri"/>
                <a:cs typeface="Calibri"/>
              </a:rPr>
              <a:t>s</a:t>
            </a:r>
            <a:r>
              <a:rPr spc="-105" dirty="0">
                <a:latin typeface="Times New Roman"/>
                <a:cs typeface="Times New Roman"/>
              </a:rPr>
              <a:t> </a:t>
            </a:r>
            <a:r>
              <a:rPr spc="-30" dirty="0">
                <a:latin typeface="Calibri"/>
                <a:cs typeface="Calibri"/>
              </a:rPr>
              <a:t>G</a:t>
            </a:r>
            <a:r>
              <a:rPr spc="-15" dirty="0">
                <a:latin typeface="Calibri"/>
                <a:cs typeface="Calibri"/>
              </a:rPr>
              <a:t>as</a:t>
            </a:r>
            <a:r>
              <a:rPr spc="-5" dirty="0">
                <a:latin typeface="Calibri"/>
                <a:cs typeface="Calibri"/>
              </a:rPr>
              <a:t>i</a:t>
            </a:r>
            <a:r>
              <a:rPr dirty="0">
                <a:latin typeface="Calibri"/>
                <a:cs typeface="Calibri"/>
              </a:rPr>
              <a:t>fi</a:t>
            </a:r>
            <a:r>
              <a:rPr spc="-15" dirty="0">
                <a:latin typeface="Calibri"/>
                <a:cs typeface="Calibri"/>
              </a:rPr>
              <a:t>er</a:t>
            </a:r>
            <a:r>
              <a:rPr spc="-95" dirty="0">
                <a:latin typeface="Times New Roman"/>
                <a:cs typeface="Times New Roman"/>
              </a:rPr>
              <a:t> </a:t>
            </a:r>
            <a:r>
              <a:rPr spc="5" dirty="0">
                <a:latin typeface="Calibri"/>
                <a:cs typeface="Calibri"/>
              </a:rPr>
              <a:t>(</a:t>
            </a:r>
            <a:r>
              <a:rPr spc="-25" dirty="0">
                <a:latin typeface="Calibri"/>
                <a:cs typeface="Calibri"/>
              </a:rPr>
              <a:t>2</a:t>
            </a:r>
            <a:r>
              <a:rPr dirty="0">
                <a:latin typeface="Calibri"/>
                <a:cs typeface="Calibri"/>
              </a:rPr>
              <a:t>)</a:t>
            </a:r>
          </a:p>
        </p:txBody>
      </p:sp>
      <p:sp>
        <p:nvSpPr>
          <p:cNvPr id="5" name="object 5"/>
          <p:cNvSpPr txBox="1"/>
          <p:nvPr/>
        </p:nvSpPr>
        <p:spPr>
          <a:xfrm>
            <a:off x="559086" y="2085918"/>
            <a:ext cx="7861934" cy="3609340"/>
          </a:xfrm>
          <a:prstGeom prst="rect">
            <a:avLst/>
          </a:prstGeom>
        </p:spPr>
        <p:txBody>
          <a:bodyPr vert="horz" wrap="square" lIns="0" tIns="0" rIns="0" bIns="0" rtlCol="0">
            <a:spAutoFit/>
          </a:bodyPr>
          <a:lstStyle/>
          <a:p>
            <a:pPr marL="241300" marR="88265" indent="-228600">
              <a:lnSpc>
                <a:spcPct val="90100"/>
              </a:lnSpc>
              <a:buClr>
                <a:srgbClr val="ADB3B8"/>
              </a:buClr>
              <a:buFont typeface="Arial"/>
              <a:buChar char="•"/>
              <a:tabLst>
                <a:tab pos="241300" algn="l"/>
              </a:tabLst>
            </a:pPr>
            <a:r>
              <a:rPr sz="2600" spc="-10" dirty="0">
                <a:latin typeface="Calibri"/>
                <a:cs typeface="Calibri"/>
              </a:rPr>
              <a:t>Th</a:t>
            </a:r>
            <a:r>
              <a:rPr sz="2600" spc="-15" dirty="0">
                <a:latin typeface="Calibri"/>
                <a:cs typeface="Calibri"/>
              </a:rPr>
              <a:t>e</a:t>
            </a:r>
            <a:r>
              <a:rPr sz="2600" spc="-65" dirty="0">
                <a:latin typeface="Times New Roman"/>
                <a:cs typeface="Times New Roman"/>
              </a:rPr>
              <a:t> </a:t>
            </a:r>
            <a:r>
              <a:rPr sz="2600" spc="-60" dirty="0">
                <a:latin typeface="Calibri"/>
                <a:cs typeface="Calibri"/>
              </a:rPr>
              <a:t>g</a:t>
            </a:r>
            <a:r>
              <a:rPr sz="2600" spc="-10" dirty="0">
                <a:latin typeface="Calibri"/>
                <a:cs typeface="Calibri"/>
              </a:rPr>
              <a:t>a</a:t>
            </a:r>
            <a:r>
              <a:rPr sz="2600" dirty="0">
                <a:latin typeface="Calibri"/>
                <a:cs typeface="Calibri"/>
              </a:rPr>
              <a:t>si</a:t>
            </a:r>
            <a:r>
              <a:rPr sz="2600" spc="5" dirty="0">
                <a:latin typeface="Calibri"/>
                <a:cs typeface="Calibri"/>
              </a:rPr>
              <a:t>f</a:t>
            </a:r>
            <a:r>
              <a:rPr sz="2600" dirty="0">
                <a:latin typeface="Calibri"/>
                <a:cs typeface="Calibri"/>
              </a:rPr>
              <a:t>i</a:t>
            </a:r>
            <a:r>
              <a:rPr sz="2600" spc="-35" dirty="0">
                <a:latin typeface="Calibri"/>
                <a:cs typeface="Calibri"/>
              </a:rPr>
              <a:t>c</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10" dirty="0">
                <a:latin typeface="Calibri"/>
                <a:cs typeface="Calibri"/>
              </a:rPr>
              <a:t>p</a:t>
            </a:r>
            <a:r>
              <a:rPr sz="2600" spc="-60" dirty="0">
                <a:latin typeface="Calibri"/>
                <a:cs typeface="Calibri"/>
              </a:rPr>
              <a:t>r</a:t>
            </a:r>
            <a:r>
              <a:rPr sz="2600" spc="5" dirty="0">
                <a:latin typeface="Calibri"/>
                <a:cs typeface="Calibri"/>
              </a:rPr>
              <a:t>o</a:t>
            </a:r>
            <a:r>
              <a:rPr sz="2600" spc="-15" dirty="0">
                <a:latin typeface="Calibri"/>
                <a:cs typeface="Calibri"/>
              </a:rPr>
              <a:t>c</a:t>
            </a:r>
            <a:r>
              <a:rPr sz="2600" spc="-10" dirty="0">
                <a:latin typeface="Calibri"/>
                <a:cs typeface="Calibri"/>
              </a:rPr>
              <a:t>e</a:t>
            </a:r>
            <a:r>
              <a:rPr sz="2600" dirty="0">
                <a:latin typeface="Calibri"/>
                <a:cs typeface="Calibri"/>
              </a:rPr>
              <a:t>ss</a:t>
            </a:r>
            <a:r>
              <a:rPr sz="2600" spc="-90" dirty="0">
                <a:latin typeface="Times New Roman"/>
                <a:cs typeface="Times New Roman"/>
              </a:rPr>
              <a:t> </a:t>
            </a:r>
            <a:r>
              <a:rPr sz="2600" spc="-35" dirty="0">
                <a:latin typeface="Calibri"/>
                <a:cs typeface="Calibri"/>
              </a:rPr>
              <a:t>c</a:t>
            </a:r>
            <a:r>
              <a:rPr sz="2600" spc="5" dirty="0">
                <a:latin typeface="Calibri"/>
                <a:cs typeface="Calibri"/>
              </a:rPr>
              <a:t>o</a:t>
            </a:r>
            <a:r>
              <a:rPr sz="2600" spc="-50" dirty="0">
                <a:latin typeface="Calibri"/>
                <a:cs typeface="Calibri"/>
              </a:rPr>
              <a:t>n</a:t>
            </a:r>
            <a:r>
              <a:rPr sz="2600" spc="-30" dirty="0">
                <a:latin typeface="Calibri"/>
                <a:cs typeface="Calibri"/>
              </a:rPr>
              <a:t>v</a:t>
            </a:r>
            <a:r>
              <a:rPr sz="2600" spc="-10" dirty="0">
                <a:latin typeface="Calibri"/>
                <a:cs typeface="Calibri"/>
              </a:rPr>
              <a:t>e</a:t>
            </a:r>
            <a:r>
              <a:rPr sz="2600" spc="-20" dirty="0">
                <a:latin typeface="Calibri"/>
                <a:cs typeface="Calibri"/>
              </a:rPr>
              <a:t>r</a:t>
            </a:r>
            <a:r>
              <a:rPr sz="2600" spc="-5" dirty="0">
                <a:latin typeface="Calibri"/>
                <a:cs typeface="Calibri"/>
              </a:rPr>
              <a:t>t</a:t>
            </a:r>
            <a:r>
              <a:rPr sz="2600" dirty="0">
                <a:latin typeface="Calibri"/>
                <a:cs typeface="Calibri"/>
              </a:rPr>
              <a:t>s</a:t>
            </a:r>
            <a:r>
              <a:rPr sz="2600" spc="-90" dirty="0">
                <a:latin typeface="Times New Roman"/>
                <a:cs typeface="Times New Roman"/>
              </a:rPr>
              <a:t> </a:t>
            </a:r>
            <a:r>
              <a:rPr sz="2600" spc="-10" dirty="0">
                <a:latin typeface="Calibri"/>
                <a:cs typeface="Calibri"/>
              </a:rPr>
              <a:t>(e</a:t>
            </a:r>
            <a:r>
              <a:rPr sz="2600" spc="20" dirty="0">
                <a:latin typeface="Calibri"/>
                <a:cs typeface="Calibri"/>
              </a:rPr>
              <a:t>.</a:t>
            </a:r>
            <a:r>
              <a:rPr sz="2600" spc="-20" dirty="0">
                <a:latin typeface="Calibri"/>
                <a:cs typeface="Calibri"/>
              </a:rPr>
              <a:t>g</a:t>
            </a:r>
            <a:r>
              <a:rPr sz="2600" dirty="0">
                <a:latin typeface="Calibri"/>
                <a:cs typeface="Calibri"/>
              </a:rPr>
              <a:t>.)</a:t>
            </a:r>
            <a:r>
              <a:rPr sz="2600" spc="-60" dirty="0">
                <a:latin typeface="Times New Roman"/>
                <a:cs typeface="Times New Roman"/>
              </a:rPr>
              <a:t> </a:t>
            </a:r>
            <a:r>
              <a:rPr sz="2600" spc="-80" dirty="0">
                <a:latin typeface="Calibri"/>
                <a:cs typeface="Calibri"/>
              </a:rPr>
              <a:t>r</a:t>
            </a:r>
            <a:r>
              <a:rPr sz="2600" spc="-30" dirty="0">
                <a:latin typeface="Calibri"/>
                <a:cs typeface="Calibri"/>
              </a:rPr>
              <a:t>a</a:t>
            </a:r>
            <a:r>
              <a:rPr sz="2600" spc="-20" dirty="0">
                <a:latin typeface="Calibri"/>
                <a:cs typeface="Calibri"/>
              </a:rPr>
              <a:t>w</a:t>
            </a:r>
            <a:r>
              <a:rPr sz="2600" spc="-30" dirty="0">
                <a:latin typeface="Times New Roman"/>
                <a:cs typeface="Times New Roman"/>
              </a:rPr>
              <a:t> </a:t>
            </a:r>
            <a:r>
              <a:rPr sz="2600" spc="-10" dirty="0">
                <a:latin typeface="Calibri"/>
                <a:cs typeface="Calibri"/>
              </a:rPr>
              <a:t>b</a:t>
            </a:r>
            <a:r>
              <a:rPr sz="2600" dirty="0">
                <a:latin typeface="Calibri"/>
                <a:cs typeface="Calibri"/>
              </a:rPr>
              <a:t>i</a:t>
            </a:r>
            <a:r>
              <a:rPr sz="2600" spc="5" dirty="0">
                <a:latin typeface="Calibri"/>
                <a:cs typeface="Calibri"/>
              </a:rPr>
              <a:t>o</a:t>
            </a:r>
            <a:r>
              <a:rPr sz="2600" spc="-25" dirty="0">
                <a:latin typeface="Calibri"/>
                <a:cs typeface="Calibri"/>
              </a:rPr>
              <a:t>ma</a:t>
            </a:r>
            <a:r>
              <a:rPr sz="2600" dirty="0">
                <a:latin typeface="Calibri"/>
                <a:cs typeface="Calibri"/>
              </a:rPr>
              <a:t>ss</a:t>
            </a:r>
            <a:r>
              <a:rPr sz="2600" spc="-70" dirty="0">
                <a:latin typeface="Times New Roman"/>
                <a:cs typeface="Times New Roman"/>
              </a:rPr>
              <a:t> </a:t>
            </a:r>
            <a:r>
              <a:rPr sz="2600" dirty="0">
                <a:latin typeface="Calibri"/>
                <a:cs typeface="Calibri"/>
              </a:rPr>
              <a:t>i</a:t>
            </a:r>
            <a:r>
              <a:rPr sz="2600" spc="-30" dirty="0">
                <a:latin typeface="Calibri"/>
                <a:cs typeface="Calibri"/>
              </a:rPr>
              <a:t>n</a:t>
            </a:r>
            <a:r>
              <a:rPr sz="2600" spc="-25" dirty="0">
                <a:latin typeface="Calibri"/>
                <a:cs typeface="Calibri"/>
              </a:rPr>
              <a:t>t</a:t>
            </a:r>
            <a:r>
              <a:rPr sz="2600" dirty="0">
                <a:latin typeface="Calibri"/>
                <a:cs typeface="Calibri"/>
              </a:rPr>
              <a:t>o</a:t>
            </a:r>
            <a:r>
              <a:rPr sz="2600" dirty="0">
                <a:latin typeface="Times New Roman"/>
                <a:cs typeface="Times New Roman"/>
              </a:rPr>
              <a:t> </a:t>
            </a:r>
            <a:r>
              <a:rPr sz="2600" dirty="0">
                <a:latin typeface="Calibri"/>
                <a:cs typeface="Calibri"/>
              </a:rPr>
              <a:t>a</a:t>
            </a:r>
            <a:r>
              <a:rPr sz="2600" spc="-55" dirty="0">
                <a:latin typeface="Times New Roman"/>
                <a:cs typeface="Times New Roman"/>
              </a:rPr>
              <a:t> </a:t>
            </a:r>
            <a:r>
              <a:rPr sz="2600" spc="-35" dirty="0">
                <a:latin typeface="Calibri"/>
                <a:cs typeface="Calibri"/>
              </a:rPr>
              <a:t>c</a:t>
            </a:r>
            <a:r>
              <a:rPr sz="2600" spc="5" dirty="0">
                <a:latin typeface="Calibri"/>
                <a:cs typeface="Calibri"/>
              </a:rPr>
              <a:t>o</a:t>
            </a:r>
            <a:r>
              <a:rPr sz="2600" spc="-25" dirty="0">
                <a:latin typeface="Calibri"/>
                <a:cs typeface="Calibri"/>
              </a:rPr>
              <a:t>m</a:t>
            </a:r>
            <a:r>
              <a:rPr sz="2600" spc="-10" dirty="0">
                <a:latin typeface="Calibri"/>
                <a:cs typeface="Calibri"/>
              </a:rPr>
              <a:t>bu</a:t>
            </a:r>
            <a:r>
              <a:rPr sz="2600" spc="-20" dirty="0">
                <a:latin typeface="Calibri"/>
                <a:cs typeface="Calibri"/>
              </a:rPr>
              <a:t>s</a:t>
            </a:r>
            <a:r>
              <a:rPr sz="2600" spc="-5" dirty="0">
                <a:latin typeface="Calibri"/>
                <a:cs typeface="Calibri"/>
              </a:rPr>
              <a:t>t</a:t>
            </a:r>
            <a:r>
              <a:rPr sz="2600" dirty="0">
                <a:latin typeface="Calibri"/>
                <a:cs typeface="Calibri"/>
              </a:rPr>
              <a:t>i</a:t>
            </a:r>
            <a:r>
              <a:rPr sz="2600" spc="-10" dirty="0">
                <a:latin typeface="Calibri"/>
                <a:cs typeface="Calibri"/>
              </a:rPr>
              <a:t>b</a:t>
            </a:r>
            <a:r>
              <a:rPr sz="2600" dirty="0">
                <a:latin typeface="Calibri"/>
                <a:cs typeface="Calibri"/>
              </a:rPr>
              <a:t>l</a:t>
            </a:r>
            <a:r>
              <a:rPr sz="2600" spc="-15" dirty="0">
                <a:latin typeface="Calibri"/>
                <a:cs typeface="Calibri"/>
              </a:rPr>
              <a:t>e</a:t>
            </a:r>
            <a:r>
              <a:rPr sz="2600" spc="-105" dirty="0">
                <a:latin typeface="Times New Roman"/>
                <a:cs typeface="Times New Roman"/>
              </a:rPr>
              <a:t> </a:t>
            </a:r>
            <a:r>
              <a:rPr sz="2600" spc="-60" dirty="0">
                <a:latin typeface="Calibri"/>
                <a:cs typeface="Calibri"/>
              </a:rPr>
              <a:t>g</a:t>
            </a:r>
            <a:r>
              <a:rPr sz="2600" spc="-10" dirty="0">
                <a:latin typeface="Calibri"/>
                <a:cs typeface="Calibri"/>
              </a:rPr>
              <a:t>a</a:t>
            </a:r>
            <a:r>
              <a:rPr sz="2600" dirty="0">
                <a:latin typeface="Calibri"/>
                <a:cs typeface="Calibri"/>
              </a:rPr>
              <a:t>s</a:t>
            </a:r>
            <a:r>
              <a:rPr sz="2600" spc="-10" dirty="0">
                <a:latin typeface="Calibri"/>
                <a:cs typeface="Calibri"/>
              </a:rPr>
              <a:t>,</a:t>
            </a:r>
            <a:r>
              <a:rPr sz="2600" spc="-60" dirty="0">
                <a:latin typeface="Times New Roman"/>
                <a:cs typeface="Times New Roman"/>
              </a:rPr>
              <a:t> </a:t>
            </a:r>
            <a:r>
              <a:rPr sz="2600" spc="-20" dirty="0">
                <a:latin typeface="Calibri"/>
                <a:cs typeface="Calibri"/>
              </a:rPr>
              <a:t>w</a:t>
            </a:r>
            <a:r>
              <a:rPr sz="2600" dirty="0">
                <a:latin typeface="Calibri"/>
                <a:cs typeface="Calibri"/>
              </a:rPr>
              <a:t>i</a:t>
            </a:r>
            <a:r>
              <a:rPr sz="2600" spc="-5" dirty="0">
                <a:latin typeface="Calibri"/>
                <a:cs typeface="Calibri"/>
              </a:rPr>
              <a:t>t</a:t>
            </a:r>
            <a:r>
              <a:rPr sz="2600" dirty="0">
                <a:latin typeface="Calibri"/>
                <a:cs typeface="Calibri"/>
              </a:rPr>
              <a:t>h</a:t>
            </a:r>
            <a:r>
              <a:rPr sz="2600" spc="-60" dirty="0">
                <a:latin typeface="Times New Roman"/>
                <a:cs typeface="Times New Roman"/>
              </a:rPr>
              <a:t> </a:t>
            </a:r>
            <a:r>
              <a:rPr sz="2600" spc="-10" dirty="0">
                <a:latin typeface="Calibri"/>
                <a:cs typeface="Calibri"/>
              </a:rPr>
              <a:t>e</a:t>
            </a:r>
            <a:r>
              <a:rPr sz="2600" spc="-25" dirty="0">
                <a:latin typeface="Calibri"/>
                <a:cs typeface="Calibri"/>
              </a:rPr>
              <a:t>n</a:t>
            </a:r>
            <a:r>
              <a:rPr sz="2600" spc="-10" dirty="0">
                <a:latin typeface="Calibri"/>
                <a:cs typeface="Calibri"/>
              </a:rPr>
              <a:t>e</a:t>
            </a:r>
            <a:r>
              <a:rPr sz="2600" spc="-60" dirty="0">
                <a:latin typeface="Calibri"/>
                <a:cs typeface="Calibri"/>
              </a:rPr>
              <a:t>r</a:t>
            </a:r>
            <a:r>
              <a:rPr sz="2600" spc="-20" dirty="0">
                <a:latin typeface="Calibri"/>
                <a:cs typeface="Calibri"/>
              </a:rPr>
              <a:t>g</a:t>
            </a:r>
            <a:r>
              <a:rPr sz="2600" spc="-15" dirty="0">
                <a:latin typeface="Calibri"/>
                <a:cs typeface="Calibri"/>
              </a:rPr>
              <a:t>y</a:t>
            </a:r>
            <a:r>
              <a:rPr sz="2600" spc="-7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25" dirty="0">
                <a:latin typeface="Calibri"/>
                <a:cs typeface="Calibri"/>
              </a:rPr>
              <a:t>t</a:t>
            </a:r>
            <a:r>
              <a:rPr sz="2600" spc="-10" dirty="0">
                <a:latin typeface="Calibri"/>
                <a:cs typeface="Calibri"/>
              </a:rPr>
              <a:t>e</a:t>
            </a:r>
            <a:r>
              <a:rPr sz="2600" spc="-30" dirty="0">
                <a:latin typeface="Calibri"/>
                <a:cs typeface="Calibri"/>
              </a:rPr>
              <a:t>n</a:t>
            </a:r>
            <a:r>
              <a:rPr sz="2600" spc="-10" dirty="0">
                <a:latin typeface="Calibri"/>
                <a:cs typeface="Calibri"/>
              </a:rPr>
              <a:t>t</a:t>
            </a:r>
            <a:r>
              <a:rPr sz="2600" spc="-105" dirty="0">
                <a:latin typeface="Times New Roman"/>
                <a:cs typeface="Times New Roman"/>
              </a:rPr>
              <a:t> </a:t>
            </a:r>
            <a:r>
              <a:rPr sz="2600" spc="-20" dirty="0">
                <a:latin typeface="Calibri"/>
                <a:cs typeface="Calibri"/>
              </a:rPr>
              <a:t>w</a:t>
            </a:r>
            <a:r>
              <a:rPr sz="2600" dirty="0">
                <a:latin typeface="Calibri"/>
                <a:cs typeface="Calibri"/>
              </a:rPr>
              <a:t>i</a:t>
            </a:r>
            <a:r>
              <a:rPr sz="2600" spc="-5" dirty="0">
                <a:latin typeface="Calibri"/>
                <a:cs typeface="Calibri"/>
              </a:rPr>
              <a:t>t</a:t>
            </a:r>
            <a:r>
              <a:rPr sz="2600" dirty="0">
                <a:latin typeface="Calibri"/>
                <a:cs typeface="Calibri"/>
              </a:rPr>
              <a:t>h</a:t>
            </a:r>
            <a:r>
              <a:rPr sz="2600" spc="-8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60" dirty="0">
                <a:latin typeface="Calibri"/>
                <a:cs typeface="Calibri"/>
              </a:rPr>
              <a:t>r</a:t>
            </a:r>
            <a:r>
              <a:rPr sz="2600" spc="-10" dirty="0">
                <a:latin typeface="Calibri"/>
                <a:cs typeface="Calibri"/>
              </a:rPr>
              <a:t>e</a:t>
            </a:r>
            <a:r>
              <a:rPr sz="2600" spc="-5" dirty="0">
                <a:latin typeface="Calibri"/>
                <a:cs typeface="Calibri"/>
              </a:rPr>
              <a:t>g</a:t>
            </a:r>
            <a:r>
              <a:rPr sz="2600" dirty="0">
                <a:latin typeface="Calibri"/>
                <a:cs typeface="Calibri"/>
              </a:rPr>
              <a:t>i</a:t>
            </a:r>
            <a:r>
              <a:rPr sz="2600" spc="5" dirty="0">
                <a:latin typeface="Calibri"/>
                <a:cs typeface="Calibri"/>
              </a:rPr>
              <a:t>o</a:t>
            </a:r>
            <a:r>
              <a:rPr sz="2600" dirty="0">
                <a:latin typeface="Calibri"/>
                <a:cs typeface="Calibri"/>
              </a:rPr>
              <a:t>n</a:t>
            </a:r>
            <a:r>
              <a:rPr sz="2600" dirty="0">
                <a:latin typeface="Times New Roman"/>
                <a:cs typeface="Times New Roman"/>
              </a:rPr>
              <a:t> </a:t>
            </a:r>
            <a:r>
              <a:rPr sz="2600" spc="5" dirty="0">
                <a:latin typeface="Calibri"/>
                <a:cs typeface="Calibri"/>
              </a:rPr>
              <a:t>o</a:t>
            </a:r>
            <a:r>
              <a:rPr sz="2600" dirty="0">
                <a:latin typeface="Calibri"/>
                <a:cs typeface="Calibri"/>
              </a:rPr>
              <a:t>f</a:t>
            </a:r>
            <a:r>
              <a:rPr sz="2600" spc="-65" dirty="0">
                <a:latin typeface="Times New Roman"/>
                <a:cs typeface="Times New Roman"/>
              </a:rPr>
              <a:t> </a:t>
            </a:r>
            <a:r>
              <a:rPr sz="2600" spc="-15" dirty="0">
                <a:latin typeface="Calibri"/>
                <a:cs typeface="Calibri"/>
              </a:rPr>
              <a:t>60</a:t>
            </a:r>
            <a:r>
              <a:rPr sz="2600" dirty="0">
                <a:latin typeface="Calibri"/>
                <a:cs typeface="Calibri"/>
              </a:rPr>
              <a:t>-</a:t>
            </a:r>
            <a:r>
              <a:rPr sz="2600" spc="-15" dirty="0">
                <a:latin typeface="Calibri"/>
                <a:cs typeface="Calibri"/>
              </a:rPr>
              <a:t>70%</a:t>
            </a:r>
            <a:r>
              <a:rPr sz="2600" spc="-90" dirty="0">
                <a:latin typeface="Times New Roman"/>
                <a:cs typeface="Times New Roman"/>
              </a:rPr>
              <a:t> </a:t>
            </a:r>
            <a:r>
              <a:rPr sz="2600" spc="5" dirty="0">
                <a:latin typeface="Calibri"/>
                <a:cs typeface="Calibri"/>
              </a:rPr>
              <a:t>o</a:t>
            </a:r>
            <a:r>
              <a:rPr sz="2600" dirty="0">
                <a:latin typeface="Calibri"/>
                <a:cs typeface="Calibri"/>
              </a:rPr>
              <a:t>f</a:t>
            </a:r>
            <a:r>
              <a:rPr sz="2600" spc="-85" dirty="0">
                <a:latin typeface="Times New Roman"/>
                <a:cs typeface="Times New Roman"/>
              </a:rPr>
              <a:t> </a:t>
            </a:r>
            <a:r>
              <a:rPr sz="2600" spc="-5" dirty="0">
                <a:latin typeface="Calibri"/>
                <a:cs typeface="Calibri"/>
              </a:rPr>
              <a:t>t</a:t>
            </a:r>
            <a:r>
              <a:rPr sz="2600" spc="-10" dirty="0">
                <a:latin typeface="Calibri"/>
                <a:cs typeface="Calibri"/>
              </a:rPr>
              <a:t>h</a:t>
            </a:r>
            <a:r>
              <a:rPr sz="2600" spc="-15" dirty="0">
                <a:latin typeface="Calibri"/>
                <a:cs typeface="Calibri"/>
              </a:rPr>
              <a:t>e</a:t>
            </a:r>
            <a:r>
              <a:rPr sz="2600" spc="-65" dirty="0">
                <a:latin typeface="Times New Roman"/>
                <a:cs typeface="Times New Roman"/>
              </a:rPr>
              <a:t> </a:t>
            </a:r>
            <a:r>
              <a:rPr sz="2600" spc="5" dirty="0">
                <a:latin typeface="Calibri"/>
                <a:cs typeface="Calibri"/>
              </a:rPr>
              <a:t>o</a:t>
            </a:r>
            <a:r>
              <a:rPr sz="2600" spc="-20" dirty="0">
                <a:latin typeface="Calibri"/>
                <a:cs typeface="Calibri"/>
              </a:rPr>
              <a:t>r</a:t>
            </a:r>
            <a:r>
              <a:rPr sz="2600" dirty="0">
                <a:latin typeface="Calibri"/>
                <a:cs typeface="Calibri"/>
              </a:rPr>
              <a:t>i</a:t>
            </a:r>
            <a:r>
              <a:rPr sz="2600" spc="-20" dirty="0">
                <a:latin typeface="Calibri"/>
                <a:cs typeface="Calibri"/>
              </a:rPr>
              <a:t>g</a:t>
            </a:r>
            <a:r>
              <a:rPr sz="2600" dirty="0">
                <a:latin typeface="Calibri"/>
                <a:cs typeface="Calibri"/>
              </a:rPr>
              <a:t>i</a:t>
            </a:r>
            <a:r>
              <a:rPr sz="2600" spc="-10" dirty="0">
                <a:latin typeface="Calibri"/>
                <a:cs typeface="Calibri"/>
              </a:rPr>
              <a:t>na</a:t>
            </a:r>
            <a:r>
              <a:rPr sz="2600" dirty="0">
                <a:latin typeface="Calibri"/>
                <a:cs typeface="Calibri"/>
              </a:rPr>
              <a:t>l</a:t>
            </a:r>
            <a:r>
              <a:rPr sz="2600" spc="-50" dirty="0">
                <a:latin typeface="Times New Roman"/>
                <a:cs typeface="Times New Roman"/>
              </a:rPr>
              <a:t> </a:t>
            </a:r>
            <a:r>
              <a:rPr sz="2600" spc="-10" dirty="0">
                <a:latin typeface="Calibri"/>
                <a:cs typeface="Calibri"/>
              </a:rPr>
              <a:t>b</a:t>
            </a:r>
            <a:r>
              <a:rPr sz="2600" dirty="0">
                <a:latin typeface="Calibri"/>
                <a:cs typeface="Calibri"/>
              </a:rPr>
              <a:t>i</a:t>
            </a:r>
            <a:r>
              <a:rPr sz="2600" spc="5" dirty="0">
                <a:latin typeface="Calibri"/>
                <a:cs typeface="Calibri"/>
              </a:rPr>
              <a:t>o</a:t>
            </a:r>
            <a:r>
              <a:rPr sz="2600" spc="-25" dirty="0">
                <a:latin typeface="Calibri"/>
                <a:cs typeface="Calibri"/>
              </a:rPr>
              <a:t>ma</a:t>
            </a:r>
            <a:r>
              <a:rPr sz="2600" dirty="0">
                <a:latin typeface="Calibri"/>
                <a:cs typeface="Calibri"/>
              </a:rPr>
              <a:t>ss</a:t>
            </a:r>
            <a:r>
              <a:rPr sz="2600" spc="-70" dirty="0">
                <a:latin typeface="Times New Roman"/>
                <a:cs typeface="Times New Roman"/>
              </a:rPr>
              <a:t> </a:t>
            </a:r>
            <a:r>
              <a:rPr sz="2600" spc="-20" dirty="0">
                <a:latin typeface="Calibri"/>
                <a:cs typeface="Calibri"/>
              </a:rPr>
              <a:t>s</a:t>
            </a:r>
            <a:r>
              <a:rPr sz="2600" spc="-25" dirty="0">
                <a:latin typeface="Calibri"/>
                <a:cs typeface="Calibri"/>
              </a:rPr>
              <a:t>t</a:t>
            </a:r>
            <a:r>
              <a:rPr sz="2600" spc="5" dirty="0">
                <a:latin typeface="Calibri"/>
                <a:cs typeface="Calibri"/>
              </a:rPr>
              <a:t>o</a:t>
            </a:r>
            <a:r>
              <a:rPr sz="2600" spc="-15" dirty="0">
                <a:latin typeface="Calibri"/>
                <a:cs typeface="Calibri"/>
              </a:rPr>
              <a:t>ck</a:t>
            </a:r>
            <a:endParaRPr sz="2600">
              <a:latin typeface="Calibri"/>
              <a:cs typeface="Calibri"/>
            </a:endParaRPr>
          </a:p>
          <a:p>
            <a:pPr marL="241300" marR="5080" indent="-228600">
              <a:lnSpc>
                <a:spcPts val="2820"/>
              </a:lnSpc>
              <a:spcBef>
                <a:spcPts val="1019"/>
              </a:spcBef>
              <a:buClr>
                <a:srgbClr val="ADB3B8"/>
              </a:buClr>
              <a:buFont typeface="Arial"/>
              <a:buChar char="•"/>
              <a:tabLst>
                <a:tab pos="241300" algn="l"/>
              </a:tabLst>
            </a:pPr>
            <a:r>
              <a:rPr sz="2600" spc="-10" dirty="0">
                <a:latin typeface="Calibri"/>
                <a:cs typeface="Calibri"/>
              </a:rPr>
              <a:t>Th</a:t>
            </a:r>
            <a:r>
              <a:rPr sz="2600" dirty="0">
                <a:latin typeface="Calibri"/>
                <a:cs typeface="Calibri"/>
              </a:rPr>
              <a:t>is</a:t>
            </a:r>
            <a:r>
              <a:rPr sz="2600" spc="-70" dirty="0">
                <a:latin typeface="Times New Roman"/>
                <a:cs typeface="Times New Roman"/>
              </a:rPr>
              <a:t> </a:t>
            </a:r>
            <a:r>
              <a:rPr sz="2600" spc="-60" dirty="0">
                <a:latin typeface="Calibri"/>
                <a:cs typeface="Calibri"/>
              </a:rPr>
              <a:t>g</a:t>
            </a:r>
            <a:r>
              <a:rPr sz="2600" spc="-10" dirty="0">
                <a:latin typeface="Calibri"/>
                <a:cs typeface="Calibri"/>
              </a:rPr>
              <a:t>a</a:t>
            </a:r>
            <a:r>
              <a:rPr sz="2600" dirty="0">
                <a:latin typeface="Calibri"/>
                <a:cs typeface="Calibri"/>
              </a:rPr>
              <a:t>s</a:t>
            </a:r>
            <a:r>
              <a:rPr sz="2600" spc="-50" dirty="0">
                <a:latin typeface="Times New Roman"/>
                <a:cs typeface="Times New Roman"/>
              </a:rPr>
              <a:t> </a:t>
            </a:r>
            <a:r>
              <a:rPr sz="2600" spc="-35" dirty="0">
                <a:latin typeface="Calibri"/>
                <a:cs typeface="Calibri"/>
              </a:rPr>
              <a:t>c</a:t>
            </a:r>
            <a:r>
              <a:rPr sz="2600" spc="-10" dirty="0">
                <a:latin typeface="Calibri"/>
                <a:cs typeface="Calibri"/>
              </a:rPr>
              <a:t>a</a:t>
            </a:r>
            <a:r>
              <a:rPr sz="2600" dirty="0">
                <a:latin typeface="Calibri"/>
                <a:cs typeface="Calibri"/>
              </a:rPr>
              <a:t>n</a:t>
            </a:r>
            <a:r>
              <a:rPr sz="2600" spc="-60" dirty="0">
                <a:latin typeface="Times New Roman"/>
                <a:cs typeface="Times New Roman"/>
              </a:rPr>
              <a:t> </a:t>
            </a:r>
            <a:r>
              <a:rPr sz="2600" spc="-5" dirty="0">
                <a:latin typeface="Calibri"/>
                <a:cs typeface="Calibri"/>
              </a:rPr>
              <a:t>t</a:t>
            </a:r>
            <a:r>
              <a:rPr sz="2600" spc="-25" dirty="0">
                <a:latin typeface="Calibri"/>
                <a:cs typeface="Calibri"/>
              </a:rPr>
              <a:t>h</a:t>
            </a:r>
            <a:r>
              <a:rPr sz="2600" spc="-10" dirty="0">
                <a:latin typeface="Calibri"/>
                <a:cs typeface="Calibri"/>
              </a:rPr>
              <a:t>e</a:t>
            </a:r>
            <a:r>
              <a:rPr sz="2600" dirty="0">
                <a:latin typeface="Calibri"/>
                <a:cs typeface="Calibri"/>
              </a:rPr>
              <a:t>n</a:t>
            </a:r>
            <a:r>
              <a:rPr sz="2600" spc="-100" dirty="0">
                <a:latin typeface="Times New Roman"/>
                <a:cs typeface="Times New Roman"/>
              </a:rPr>
              <a:t> </a:t>
            </a:r>
            <a:r>
              <a:rPr sz="2600" spc="-25" dirty="0">
                <a:latin typeface="Calibri"/>
                <a:cs typeface="Calibri"/>
              </a:rPr>
              <a:t>b</a:t>
            </a:r>
            <a:r>
              <a:rPr sz="2600" spc="-15" dirty="0">
                <a:latin typeface="Calibri"/>
                <a:cs typeface="Calibri"/>
              </a:rPr>
              <a:t>e</a:t>
            </a:r>
            <a:r>
              <a:rPr sz="2600" spc="-65" dirty="0">
                <a:latin typeface="Times New Roman"/>
                <a:cs typeface="Times New Roman"/>
              </a:rPr>
              <a:t> </a:t>
            </a:r>
            <a:r>
              <a:rPr sz="2600" spc="-10" dirty="0">
                <a:latin typeface="Calibri"/>
                <a:cs typeface="Calibri"/>
              </a:rPr>
              <a:t>bur</a:t>
            </a:r>
            <a:r>
              <a:rPr sz="2600" spc="-30" dirty="0">
                <a:latin typeface="Calibri"/>
                <a:cs typeface="Calibri"/>
              </a:rPr>
              <a:t>n</a:t>
            </a:r>
            <a:r>
              <a:rPr sz="2600" spc="-10" dirty="0">
                <a:latin typeface="Calibri"/>
                <a:cs typeface="Calibri"/>
              </a:rPr>
              <a:t>t</a:t>
            </a:r>
            <a:r>
              <a:rPr sz="2600" spc="-45" dirty="0">
                <a:latin typeface="Times New Roman"/>
                <a:cs typeface="Times New Roman"/>
              </a:rPr>
              <a:t> </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spc="-10" dirty="0">
                <a:latin typeface="Calibri"/>
                <a:cs typeface="Calibri"/>
              </a:rPr>
              <a:t>p</a:t>
            </a:r>
            <a:r>
              <a:rPr sz="2600" spc="-50" dirty="0">
                <a:latin typeface="Calibri"/>
                <a:cs typeface="Calibri"/>
              </a:rPr>
              <a:t>r</a:t>
            </a:r>
            <a:r>
              <a:rPr sz="2600" spc="5" dirty="0">
                <a:latin typeface="Calibri"/>
                <a:cs typeface="Calibri"/>
              </a:rPr>
              <a:t>o</a:t>
            </a:r>
            <a:r>
              <a:rPr sz="2600" spc="-10" dirty="0">
                <a:latin typeface="Calibri"/>
                <a:cs typeface="Calibri"/>
              </a:rPr>
              <a:t>du</a:t>
            </a:r>
            <a:r>
              <a:rPr sz="2600" dirty="0">
                <a:latin typeface="Calibri"/>
                <a:cs typeface="Calibri"/>
              </a:rPr>
              <a:t>c</a:t>
            </a:r>
            <a:r>
              <a:rPr sz="2600" spc="-15" dirty="0">
                <a:latin typeface="Calibri"/>
                <a:cs typeface="Calibri"/>
              </a:rPr>
              <a:t>e</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0" dirty="0">
                <a:latin typeface="Calibri"/>
                <a:cs typeface="Calibri"/>
              </a:rPr>
              <a:t>e</a:t>
            </a:r>
            <a:r>
              <a:rPr sz="2600" spc="-20" dirty="0">
                <a:latin typeface="Calibri"/>
                <a:cs typeface="Calibri"/>
              </a:rPr>
              <a:t>r</a:t>
            </a:r>
            <a:r>
              <a:rPr sz="2600" spc="-25" dirty="0">
                <a:latin typeface="Calibri"/>
                <a:cs typeface="Calibri"/>
              </a:rPr>
              <a:t>m</a:t>
            </a:r>
            <a:r>
              <a:rPr sz="2600" spc="-10" dirty="0">
                <a:latin typeface="Calibri"/>
                <a:cs typeface="Calibri"/>
              </a:rPr>
              <a:t>a</a:t>
            </a:r>
            <a:r>
              <a:rPr sz="2600" dirty="0">
                <a:latin typeface="Calibri"/>
                <a:cs typeface="Calibri"/>
              </a:rPr>
              <a:t>l</a:t>
            </a:r>
            <a:r>
              <a:rPr sz="2600" spc="-50" dirty="0">
                <a:latin typeface="Times New Roman"/>
                <a:cs typeface="Times New Roman"/>
              </a:rPr>
              <a:t> </a:t>
            </a:r>
            <a:r>
              <a:rPr sz="2600" spc="-10" dirty="0">
                <a:latin typeface="Calibri"/>
                <a:cs typeface="Calibri"/>
              </a:rPr>
              <a:t>e</a:t>
            </a:r>
            <a:r>
              <a:rPr sz="2600" spc="-25" dirty="0">
                <a:latin typeface="Calibri"/>
                <a:cs typeface="Calibri"/>
              </a:rPr>
              <a:t>n</a:t>
            </a:r>
            <a:r>
              <a:rPr sz="2600" spc="-10" dirty="0">
                <a:latin typeface="Calibri"/>
                <a:cs typeface="Calibri"/>
              </a:rPr>
              <a:t>e</a:t>
            </a:r>
            <a:r>
              <a:rPr sz="2600" spc="-60" dirty="0">
                <a:latin typeface="Calibri"/>
                <a:cs typeface="Calibri"/>
              </a:rPr>
              <a:t>r</a:t>
            </a:r>
            <a:r>
              <a:rPr sz="2600" spc="-20" dirty="0">
                <a:latin typeface="Calibri"/>
                <a:cs typeface="Calibri"/>
              </a:rPr>
              <a:t>g</a:t>
            </a:r>
            <a:r>
              <a:rPr sz="2600" spc="-195" dirty="0">
                <a:latin typeface="Calibri"/>
                <a:cs typeface="Calibri"/>
              </a:rPr>
              <a:t>y</a:t>
            </a:r>
            <a:r>
              <a:rPr sz="2600" spc="-10" dirty="0">
                <a:latin typeface="Calibri"/>
                <a:cs typeface="Calibri"/>
              </a:rPr>
              <a:t>,</a:t>
            </a:r>
            <a:r>
              <a:rPr sz="2600" spc="-80" dirty="0">
                <a:latin typeface="Times New Roman"/>
                <a:cs typeface="Times New Roman"/>
              </a:rPr>
              <a:t> </a:t>
            </a:r>
            <a:r>
              <a:rPr sz="2600" spc="5" dirty="0">
                <a:latin typeface="Calibri"/>
                <a:cs typeface="Calibri"/>
              </a:rPr>
              <a:t>o</a:t>
            </a:r>
            <a:r>
              <a:rPr sz="2600" spc="-10" dirty="0">
                <a:latin typeface="Calibri"/>
                <a:cs typeface="Calibri"/>
              </a:rPr>
              <a:t>r</a:t>
            </a:r>
            <a:r>
              <a:rPr sz="2600" spc="-10" dirty="0">
                <a:latin typeface="Times New Roman"/>
                <a:cs typeface="Times New Roman"/>
              </a:rPr>
              <a:t> </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spc="-20" dirty="0">
                <a:latin typeface="Calibri"/>
                <a:cs typeface="Calibri"/>
              </a:rPr>
              <a:t>r</a:t>
            </a:r>
            <a:r>
              <a:rPr sz="2600" spc="-10" dirty="0">
                <a:latin typeface="Calibri"/>
                <a:cs typeface="Calibri"/>
              </a:rPr>
              <a:t>u</a:t>
            </a:r>
            <a:r>
              <a:rPr sz="2600" dirty="0">
                <a:latin typeface="Calibri"/>
                <a:cs typeface="Calibri"/>
              </a:rPr>
              <a:t>n</a:t>
            </a:r>
            <a:r>
              <a:rPr sz="2600" spc="-60" dirty="0">
                <a:latin typeface="Times New Roman"/>
                <a:cs typeface="Times New Roman"/>
              </a:rPr>
              <a:t> </a:t>
            </a:r>
            <a:r>
              <a:rPr sz="2600" spc="-10" dirty="0">
                <a:latin typeface="Calibri"/>
                <a:cs typeface="Calibri"/>
              </a:rPr>
              <a:t>eng</a:t>
            </a:r>
            <a:r>
              <a:rPr sz="2600" spc="5" dirty="0">
                <a:latin typeface="Calibri"/>
                <a:cs typeface="Calibri"/>
              </a:rPr>
              <a:t>i</a:t>
            </a:r>
            <a:r>
              <a:rPr sz="2600" spc="-25" dirty="0">
                <a:latin typeface="Calibri"/>
                <a:cs typeface="Calibri"/>
              </a:rPr>
              <a:t>n</a:t>
            </a:r>
            <a:r>
              <a:rPr sz="2600" spc="-10" dirty="0">
                <a:latin typeface="Calibri"/>
                <a:cs typeface="Calibri"/>
              </a:rPr>
              <a:t>e</a:t>
            </a:r>
            <a:r>
              <a:rPr sz="2600" dirty="0">
                <a:latin typeface="Calibri"/>
                <a:cs typeface="Calibri"/>
              </a:rPr>
              <a:t>s</a:t>
            </a:r>
            <a:r>
              <a:rPr sz="2600" spc="-90" dirty="0">
                <a:latin typeface="Times New Roman"/>
                <a:cs typeface="Times New Roman"/>
              </a:rPr>
              <a:t> </a:t>
            </a:r>
            <a:r>
              <a:rPr sz="2600" spc="-55" dirty="0">
                <a:latin typeface="Calibri"/>
                <a:cs typeface="Calibri"/>
              </a:rPr>
              <a:t>f</a:t>
            </a:r>
            <a:r>
              <a:rPr sz="2600" spc="5" dirty="0">
                <a:latin typeface="Calibri"/>
                <a:cs typeface="Calibri"/>
              </a:rPr>
              <a:t>o</a:t>
            </a:r>
            <a:r>
              <a:rPr sz="2600" spc="-10" dirty="0">
                <a:latin typeface="Calibri"/>
                <a:cs typeface="Calibri"/>
              </a:rPr>
              <a:t>r</a:t>
            </a:r>
            <a:r>
              <a:rPr sz="2600" spc="-60" dirty="0">
                <a:latin typeface="Times New Roman"/>
                <a:cs typeface="Times New Roman"/>
              </a:rPr>
              <a:t> </a:t>
            </a:r>
            <a:r>
              <a:rPr sz="2600" spc="-25" dirty="0">
                <a:latin typeface="Calibri"/>
                <a:cs typeface="Calibri"/>
              </a:rPr>
              <a:t>m</a:t>
            </a:r>
            <a:r>
              <a:rPr sz="2600" spc="-10" dirty="0">
                <a:latin typeface="Calibri"/>
                <a:cs typeface="Calibri"/>
              </a:rPr>
              <a:t>e</a:t>
            </a:r>
            <a:r>
              <a:rPr sz="2600" spc="-15" dirty="0">
                <a:latin typeface="Calibri"/>
                <a:cs typeface="Calibri"/>
              </a:rPr>
              <a:t>c</a:t>
            </a:r>
            <a:r>
              <a:rPr sz="2600" spc="-10" dirty="0">
                <a:latin typeface="Calibri"/>
                <a:cs typeface="Calibri"/>
              </a:rPr>
              <a:t>han</a:t>
            </a:r>
            <a:r>
              <a:rPr sz="2600" dirty="0">
                <a:latin typeface="Calibri"/>
                <a:cs typeface="Calibri"/>
              </a:rPr>
              <a:t>i</a:t>
            </a:r>
            <a:r>
              <a:rPr sz="2600" spc="-35" dirty="0">
                <a:latin typeface="Calibri"/>
                <a:cs typeface="Calibri"/>
              </a:rPr>
              <a:t>c</a:t>
            </a:r>
            <a:r>
              <a:rPr sz="2600" spc="-10" dirty="0">
                <a:latin typeface="Calibri"/>
                <a:cs typeface="Calibri"/>
              </a:rPr>
              <a:t>a</a:t>
            </a:r>
            <a:r>
              <a:rPr sz="2600" dirty="0">
                <a:latin typeface="Calibri"/>
                <a:cs typeface="Calibri"/>
              </a:rPr>
              <a:t>l</a:t>
            </a:r>
            <a:r>
              <a:rPr sz="2600" spc="-70" dirty="0">
                <a:latin typeface="Times New Roman"/>
                <a:cs typeface="Times New Roman"/>
              </a:rPr>
              <a:t> </a:t>
            </a:r>
            <a:r>
              <a:rPr sz="2600" spc="5" dirty="0">
                <a:latin typeface="Calibri"/>
                <a:cs typeface="Calibri"/>
              </a:rPr>
              <a:t>o</a:t>
            </a:r>
            <a:r>
              <a:rPr sz="2600" spc="-10" dirty="0">
                <a:latin typeface="Calibri"/>
                <a:cs typeface="Calibri"/>
              </a:rPr>
              <a:t>r</a:t>
            </a:r>
            <a:r>
              <a:rPr sz="2600" spc="-60" dirty="0">
                <a:latin typeface="Times New Roman"/>
                <a:cs typeface="Times New Roman"/>
              </a:rPr>
              <a:t> </a:t>
            </a:r>
            <a:r>
              <a:rPr sz="2600" spc="-10" dirty="0">
                <a:latin typeface="Calibri"/>
                <a:cs typeface="Calibri"/>
              </a:rPr>
              <a:t>e</a:t>
            </a:r>
            <a:r>
              <a:rPr sz="2600" dirty="0">
                <a:latin typeface="Calibri"/>
                <a:cs typeface="Calibri"/>
              </a:rPr>
              <a:t>l</a:t>
            </a:r>
            <a:r>
              <a:rPr sz="2600" spc="-10" dirty="0">
                <a:latin typeface="Calibri"/>
                <a:cs typeface="Calibri"/>
              </a:rPr>
              <a:t>e</a:t>
            </a:r>
            <a:r>
              <a:rPr sz="2600" spc="-15" dirty="0">
                <a:latin typeface="Calibri"/>
                <a:cs typeface="Calibri"/>
              </a:rPr>
              <a:t>c</a:t>
            </a:r>
            <a:r>
              <a:rPr sz="2600" spc="-5" dirty="0">
                <a:latin typeface="Calibri"/>
                <a:cs typeface="Calibri"/>
              </a:rPr>
              <a:t>t</a:t>
            </a:r>
            <a:r>
              <a:rPr sz="2600" spc="-20" dirty="0">
                <a:latin typeface="Calibri"/>
                <a:cs typeface="Calibri"/>
              </a:rPr>
              <a:t>r</a:t>
            </a:r>
            <a:r>
              <a:rPr sz="2600" dirty="0">
                <a:latin typeface="Calibri"/>
                <a:cs typeface="Calibri"/>
              </a:rPr>
              <a:t>i</a:t>
            </a:r>
            <a:r>
              <a:rPr sz="2600" spc="-35" dirty="0">
                <a:latin typeface="Calibri"/>
                <a:cs typeface="Calibri"/>
              </a:rPr>
              <a:t>c</a:t>
            </a:r>
            <a:r>
              <a:rPr sz="2600" spc="-10" dirty="0">
                <a:latin typeface="Calibri"/>
                <a:cs typeface="Calibri"/>
              </a:rPr>
              <a:t>a</a:t>
            </a:r>
            <a:r>
              <a:rPr sz="2600" dirty="0">
                <a:latin typeface="Calibri"/>
                <a:cs typeface="Calibri"/>
              </a:rPr>
              <a:t>l</a:t>
            </a:r>
            <a:r>
              <a:rPr sz="2600" spc="-70" dirty="0">
                <a:latin typeface="Times New Roman"/>
                <a:cs typeface="Times New Roman"/>
              </a:rPr>
              <a:t> </a:t>
            </a:r>
            <a:r>
              <a:rPr sz="2600" spc="-10" dirty="0">
                <a:latin typeface="Calibri"/>
                <a:cs typeface="Calibri"/>
              </a:rPr>
              <a:t>p</a:t>
            </a:r>
            <a:r>
              <a:rPr sz="2600" spc="-15" dirty="0">
                <a:latin typeface="Calibri"/>
                <a:cs typeface="Calibri"/>
              </a:rPr>
              <a:t>o</a:t>
            </a:r>
            <a:r>
              <a:rPr sz="2600" spc="-40" dirty="0">
                <a:latin typeface="Calibri"/>
                <a:cs typeface="Calibri"/>
              </a:rPr>
              <a:t>w</a:t>
            </a:r>
            <a:r>
              <a:rPr sz="2600" spc="-10" dirty="0">
                <a:latin typeface="Calibri"/>
                <a:cs typeface="Calibri"/>
              </a:rPr>
              <a:t>er</a:t>
            </a:r>
            <a:endParaRPr sz="2600">
              <a:latin typeface="Calibri"/>
              <a:cs typeface="Calibri"/>
            </a:endParaRPr>
          </a:p>
          <a:p>
            <a:pPr marL="241300" marR="662305" indent="-228600">
              <a:lnSpc>
                <a:spcPts val="2820"/>
              </a:lnSpc>
              <a:spcBef>
                <a:spcPts val="975"/>
              </a:spcBef>
              <a:buClr>
                <a:srgbClr val="ADB3B8"/>
              </a:buClr>
              <a:buFont typeface="Arial"/>
              <a:buChar char="•"/>
              <a:tabLst>
                <a:tab pos="241300" algn="l"/>
              </a:tabLst>
            </a:pPr>
            <a:r>
              <a:rPr sz="2600" spc="-10" dirty="0">
                <a:latin typeface="Calibri"/>
                <a:cs typeface="Calibri"/>
              </a:rPr>
              <a:t>Th</a:t>
            </a:r>
            <a:r>
              <a:rPr sz="2600" spc="-15" dirty="0">
                <a:latin typeface="Calibri"/>
                <a:cs typeface="Calibri"/>
              </a:rPr>
              <a:t>e</a:t>
            </a:r>
            <a:r>
              <a:rPr sz="2600" spc="-65" dirty="0">
                <a:latin typeface="Times New Roman"/>
                <a:cs typeface="Times New Roman"/>
              </a:rPr>
              <a:t> </a:t>
            </a:r>
            <a:r>
              <a:rPr sz="2600" spc="-60" dirty="0">
                <a:latin typeface="Calibri"/>
                <a:cs typeface="Calibri"/>
              </a:rPr>
              <a:t>g</a:t>
            </a:r>
            <a:r>
              <a:rPr sz="2600" spc="-10" dirty="0">
                <a:latin typeface="Calibri"/>
                <a:cs typeface="Calibri"/>
              </a:rPr>
              <a:t>a</a:t>
            </a:r>
            <a:r>
              <a:rPr sz="2600" dirty="0">
                <a:latin typeface="Calibri"/>
                <a:cs typeface="Calibri"/>
              </a:rPr>
              <a:t>si</a:t>
            </a:r>
            <a:r>
              <a:rPr sz="2600" spc="5" dirty="0">
                <a:latin typeface="Calibri"/>
                <a:cs typeface="Calibri"/>
              </a:rPr>
              <a:t>f</a:t>
            </a:r>
            <a:r>
              <a:rPr sz="2600" dirty="0">
                <a:latin typeface="Calibri"/>
                <a:cs typeface="Calibri"/>
              </a:rPr>
              <a:t>i</a:t>
            </a:r>
            <a:r>
              <a:rPr sz="2600" spc="-10" dirty="0">
                <a:latin typeface="Calibri"/>
                <a:cs typeface="Calibri"/>
              </a:rPr>
              <a:t>er</a:t>
            </a:r>
            <a:r>
              <a:rPr sz="2600" spc="-80" dirty="0">
                <a:latin typeface="Times New Roman"/>
                <a:cs typeface="Times New Roman"/>
              </a:rPr>
              <a:t> </a:t>
            </a:r>
            <a:r>
              <a:rPr sz="2600" spc="-40" dirty="0">
                <a:latin typeface="Calibri"/>
                <a:cs typeface="Calibri"/>
              </a:rPr>
              <a:t>s</a:t>
            </a:r>
            <a:r>
              <a:rPr sz="2600" spc="-35" dirty="0">
                <a:latin typeface="Calibri"/>
                <a:cs typeface="Calibri"/>
              </a:rPr>
              <a:t>y</a:t>
            </a:r>
            <a:r>
              <a:rPr sz="2600" spc="-20" dirty="0">
                <a:latin typeface="Calibri"/>
                <a:cs typeface="Calibri"/>
              </a:rPr>
              <a:t>s</a:t>
            </a:r>
            <a:r>
              <a:rPr sz="2600" spc="-25" dirty="0">
                <a:latin typeface="Calibri"/>
                <a:cs typeface="Calibri"/>
              </a:rPr>
              <a:t>t</a:t>
            </a:r>
            <a:r>
              <a:rPr sz="2600" spc="-30" dirty="0">
                <a:latin typeface="Calibri"/>
                <a:cs typeface="Calibri"/>
              </a:rPr>
              <a:t>e</a:t>
            </a:r>
            <a:r>
              <a:rPr sz="2600" spc="-25" dirty="0">
                <a:latin typeface="Calibri"/>
                <a:cs typeface="Calibri"/>
              </a:rPr>
              <a:t>m</a:t>
            </a:r>
            <a:r>
              <a:rPr sz="2600" spc="-110" dirty="0">
                <a:latin typeface="Times New Roman"/>
                <a:cs typeface="Times New Roman"/>
              </a:rPr>
              <a:t> </a:t>
            </a:r>
            <a:r>
              <a:rPr sz="2600" spc="-60" dirty="0">
                <a:latin typeface="Calibri"/>
                <a:cs typeface="Calibri"/>
              </a:rPr>
              <a:t>r</a:t>
            </a:r>
            <a:r>
              <a:rPr sz="2600" spc="-10" dirty="0">
                <a:latin typeface="Calibri"/>
                <a:cs typeface="Calibri"/>
              </a:rPr>
              <a:t>equ</a:t>
            </a:r>
            <a:r>
              <a:rPr sz="2600" dirty="0">
                <a:latin typeface="Calibri"/>
                <a:cs typeface="Calibri"/>
              </a:rPr>
              <a:t>i</a:t>
            </a:r>
            <a:r>
              <a:rPr sz="2600" spc="-60" dirty="0">
                <a:latin typeface="Calibri"/>
                <a:cs typeface="Calibri"/>
              </a:rPr>
              <a:t>r</a:t>
            </a:r>
            <a:r>
              <a:rPr sz="2600" spc="-10" dirty="0">
                <a:latin typeface="Calibri"/>
                <a:cs typeface="Calibri"/>
              </a:rPr>
              <a:t>e</a:t>
            </a:r>
            <a:r>
              <a:rPr sz="2600" dirty="0">
                <a:latin typeface="Calibri"/>
                <a:cs typeface="Calibri"/>
              </a:rPr>
              <a:t>s</a:t>
            </a:r>
            <a:r>
              <a:rPr sz="2600" spc="-7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5" dirty="0">
                <a:latin typeface="Calibri"/>
                <a:cs typeface="Calibri"/>
              </a:rPr>
              <a:t>o</a:t>
            </a:r>
            <a:r>
              <a:rPr sz="2600" dirty="0">
                <a:latin typeface="Calibri"/>
                <a:cs typeface="Calibri"/>
              </a:rPr>
              <a:t>f</a:t>
            </a:r>
            <a:r>
              <a:rPr sz="2600" spc="-65" dirty="0">
                <a:latin typeface="Times New Roman"/>
                <a:cs typeface="Times New Roman"/>
              </a:rPr>
              <a:t> </a:t>
            </a:r>
            <a:r>
              <a:rPr sz="2600" spc="-25" dirty="0">
                <a:latin typeface="Calibri"/>
                <a:cs typeface="Calibri"/>
              </a:rPr>
              <a:t>t</a:t>
            </a:r>
            <a:r>
              <a:rPr sz="2600" spc="-10" dirty="0">
                <a:latin typeface="Calibri"/>
                <a:cs typeface="Calibri"/>
              </a:rPr>
              <a:t>e</a:t>
            </a:r>
            <a:r>
              <a:rPr sz="2600" dirty="0">
                <a:latin typeface="Calibri"/>
                <a:cs typeface="Calibri"/>
              </a:rPr>
              <a:t>m</a:t>
            </a:r>
            <a:r>
              <a:rPr sz="2600" spc="-10" dirty="0">
                <a:latin typeface="Calibri"/>
                <a:cs typeface="Calibri"/>
              </a:rPr>
              <a:t>pe</a:t>
            </a:r>
            <a:r>
              <a:rPr sz="2600" spc="-80" dirty="0">
                <a:latin typeface="Calibri"/>
                <a:cs typeface="Calibri"/>
              </a:rPr>
              <a:t>r</a:t>
            </a:r>
            <a:r>
              <a:rPr sz="2600" spc="-30" dirty="0">
                <a:latin typeface="Calibri"/>
                <a:cs typeface="Calibri"/>
              </a:rPr>
              <a:t>a</a:t>
            </a:r>
            <a:r>
              <a:rPr sz="2600" spc="-5" dirty="0">
                <a:latin typeface="Calibri"/>
                <a:cs typeface="Calibri"/>
              </a:rPr>
              <a:t>t</a:t>
            </a:r>
            <a:r>
              <a:rPr sz="2600" spc="-10" dirty="0">
                <a:latin typeface="Calibri"/>
                <a:cs typeface="Calibri"/>
              </a:rPr>
              <a:t>u</a:t>
            </a:r>
            <a:r>
              <a:rPr sz="2600" spc="-60" dirty="0">
                <a:latin typeface="Calibri"/>
                <a:cs typeface="Calibri"/>
              </a:rPr>
              <a:t>r</a:t>
            </a:r>
            <a:r>
              <a:rPr sz="2600" spc="-10" dirty="0">
                <a:latin typeface="Calibri"/>
                <a:cs typeface="Calibri"/>
              </a:rPr>
              <a:t>e,</a:t>
            </a:r>
            <a:r>
              <a:rPr sz="2600" spc="-10" dirty="0">
                <a:latin typeface="Times New Roman"/>
                <a:cs typeface="Times New Roman"/>
              </a:rPr>
              <a:t> </a:t>
            </a:r>
            <a:r>
              <a:rPr sz="2600" spc="-10" dirty="0">
                <a:latin typeface="Calibri"/>
                <a:cs typeface="Calibri"/>
              </a:rPr>
              <a:t>p</a:t>
            </a:r>
            <a:r>
              <a:rPr sz="2600" spc="-60" dirty="0">
                <a:latin typeface="Calibri"/>
                <a:cs typeface="Calibri"/>
              </a:rPr>
              <a:t>r</a:t>
            </a:r>
            <a:r>
              <a:rPr sz="2600" spc="-10" dirty="0">
                <a:latin typeface="Calibri"/>
                <a:cs typeface="Calibri"/>
              </a:rPr>
              <a:t>e</a:t>
            </a:r>
            <a:r>
              <a:rPr sz="2600" dirty="0">
                <a:latin typeface="Calibri"/>
                <a:cs typeface="Calibri"/>
              </a:rPr>
              <a:t>ss</a:t>
            </a:r>
            <a:r>
              <a:rPr sz="2600" spc="-10" dirty="0">
                <a:latin typeface="Calibri"/>
                <a:cs typeface="Calibri"/>
              </a:rPr>
              <a:t>u</a:t>
            </a:r>
            <a:r>
              <a:rPr sz="2600" spc="-60" dirty="0">
                <a:latin typeface="Calibri"/>
                <a:cs typeface="Calibri"/>
              </a:rPr>
              <a:t>r</a:t>
            </a:r>
            <a:r>
              <a:rPr sz="2600" spc="-10" dirty="0">
                <a:latin typeface="Calibri"/>
                <a:cs typeface="Calibri"/>
              </a:rPr>
              <a:t>e,</a:t>
            </a:r>
            <a:r>
              <a:rPr sz="2600" spc="-60" dirty="0">
                <a:latin typeface="Times New Roman"/>
                <a:cs typeface="Times New Roman"/>
              </a:rPr>
              <a:t> </a:t>
            </a:r>
            <a:r>
              <a:rPr sz="2600" spc="5" dirty="0">
                <a:latin typeface="Calibri"/>
                <a:cs typeface="Calibri"/>
              </a:rPr>
              <a:t>f</a:t>
            </a:r>
            <a:r>
              <a:rPr sz="2600" dirty="0">
                <a:latin typeface="Calibri"/>
                <a:cs typeface="Calibri"/>
              </a:rPr>
              <a:t>l</a:t>
            </a:r>
            <a:r>
              <a:rPr sz="2600" spc="-15" dirty="0">
                <a:latin typeface="Calibri"/>
                <a:cs typeface="Calibri"/>
              </a:rPr>
              <a:t>o</a:t>
            </a:r>
            <a:r>
              <a:rPr sz="2600" spc="-20" dirty="0">
                <a:latin typeface="Calibri"/>
                <a:cs typeface="Calibri"/>
              </a:rPr>
              <a:t>w</a:t>
            </a:r>
            <a:r>
              <a:rPr sz="2600" spc="-70" dirty="0">
                <a:latin typeface="Times New Roman"/>
                <a:cs typeface="Times New Roman"/>
              </a:rPr>
              <a:t> </a:t>
            </a:r>
            <a:r>
              <a:rPr sz="2600" spc="-80" dirty="0">
                <a:latin typeface="Calibri"/>
                <a:cs typeface="Calibri"/>
              </a:rPr>
              <a:t>r</a:t>
            </a:r>
            <a:r>
              <a:rPr sz="2600" spc="-30" dirty="0">
                <a:latin typeface="Calibri"/>
                <a:cs typeface="Calibri"/>
              </a:rPr>
              <a:t>a</a:t>
            </a:r>
            <a:r>
              <a:rPr sz="2600" spc="-25" dirty="0">
                <a:latin typeface="Calibri"/>
                <a:cs typeface="Calibri"/>
              </a:rPr>
              <a:t>t</a:t>
            </a:r>
            <a:r>
              <a:rPr sz="2600" spc="-10" dirty="0">
                <a:latin typeface="Calibri"/>
                <a:cs typeface="Calibri"/>
              </a:rPr>
              <a:t>es,</a:t>
            </a:r>
            <a:r>
              <a:rPr sz="2600" spc="-60" dirty="0">
                <a:latin typeface="Times New Roman"/>
                <a:cs typeface="Times New Roman"/>
              </a:rPr>
              <a:t> </a:t>
            </a:r>
            <a:r>
              <a:rPr sz="2600" spc="-30" dirty="0">
                <a:latin typeface="Calibri"/>
                <a:cs typeface="Calibri"/>
              </a:rPr>
              <a:t>e</a:t>
            </a:r>
            <a:r>
              <a:rPr sz="2600" spc="-45" dirty="0">
                <a:latin typeface="Calibri"/>
                <a:cs typeface="Calibri"/>
              </a:rPr>
              <a:t>t</a:t>
            </a:r>
            <a:r>
              <a:rPr sz="2600" spc="-15" dirty="0">
                <a:latin typeface="Calibri"/>
                <a:cs typeface="Calibri"/>
              </a:rPr>
              <a:t>c</a:t>
            </a:r>
            <a:r>
              <a:rPr sz="2600" dirty="0">
                <a:latin typeface="Calibri"/>
                <a:cs typeface="Calibri"/>
              </a:rPr>
              <a:t>.</a:t>
            </a:r>
            <a:endParaRPr sz="2600">
              <a:latin typeface="Calibri"/>
              <a:cs typeface="Calibri"/>
            </a:endParaRPr>
          </a:p>
          <a:p>
            <a:pPr marL="241300" marR="779780" indent="-228600">
              <a:lnSpc>
                <a:spcPts val="2800"/>
              </a:lnSpc>
              <a:spcBef>
                <a:spcPts val="995"/>
              </a:spcBef>
              <a:buClr>
                <a:srgbClr val="ADB3B8"/>
              </a:buClr>
              <a:buFont typeface="Arial"/>
              <a:buChar char="•"/>
              <a:tabLst>
                <a:tab pos="241300" algn="l"/>
              </a:tabLst>
            </a:pPr>
            <a:r>
              <a:rPr sz="2600" spc="-10" dirty="0">
                <a:latin typeface="Calibri"/>
                <a:cs typeface="Calibri"/>
              </a:rPr>
              <a:t>B</a:t>
            </a:r>
            <a:r>
              <a:rPr sz="2600" dirty="0">
                <a:latin typeface="Calibri"/>
                <a:cs typeface="Calibri"/>
              </a:rPr>
              <a:t>i</a:t>
            </a:r>
            <a:r>
              <a:rPr sz="2600" spc="5" dirty="0">
                <a:latin typeface="Calibri"/>
                <a:cs typeface="Calibri"/>
              </a:rPr>
              <a:t>o</a:t>
            </a:r>
            <a:r>
              <a:rPr sz="2600" spc="-25" dirty="0">
                <a:latin typeface="Calibri"/>
                <a:cs typeface="Calibri"/>
              </a:rPr>
              <a:t>m</a:t>
            </a:r>
            <a:r>
              <a:rPr sz="2600" spc="-10" dirty="0">
                <a:latin typeface="Calibri"/>
                <a:cs typeface="Calibri"/>
              </a:rPr>
              <a:t>a</a:t>
            </a:r>
            <a:r>
              <a:rPr sz="2600" dirty="0">
                <a:latin typeface="Calibri"/>
                <a:cs typeface="Calibri"/>
              </a:rPr>
              <a:t>ss</a:t>
            </a:r>
            <a:r>
              <a:rPr sz="2600" spc="-90" dirty="0">
                <a:latin typeface="Times New Roman"/>
                <a:cs typeface="Times New Roman"/>
              </a:rPr>
              <a:t> </a:t>
            </a:r>
            <a:r>
              <a:rPr sz="2600" dirty="0">
                <a:latin typeface="Calibri"/>
                <a:cs typeface="Calibri"/>
              </a:rPr>
              <a:t>is</a:t>
            </a:r>
            <a:r>
              <a:rPr sz="2600" spc="-70" dirty="0">
                <a:latin typeface="Times New Roman"/>
                <a:cs typeface="Times New Roman"/>
              </a:rPr>
              <a:t> </a:t>
            </a:r>
            <a:r>
              <a:rPr sz="2600" spc="-10" dirty="0">
                <a:latin typeface="Calibri"/>
                <a:cs typeface="Calibri"/>
              </a:rPr>
              <a:t>ha</a:t>
            </a:r>
            <a:r>
              <a:rPr sz="2600" spc="-50" dirty="0">
                <a:latin typeface="Calibri"/>
                <a:cs typeface="Calibri"/>
              </a:rPr>
              <a:t>r</a:t>
            </a:r>
            <a:r>
              <a:rPr sz="2600" spc="-25" dirty="0">
                <a:latin typeface="Calibri"/>
                <a:cs typeface="Calibri"/>
              </a:rPr>
              <a:t>d</a:t>
            </a:r>
            <a:r>
              <a:rPr sz="2600" spc="-10" dirty="0">
                <a:latin typeface="Calibri"/>
                <a:cs typeface="Calibri"/>
              </a:rPr>
              <a:t>er</a:t>
            </a:r>
            <a:r>
              <a:rPr sz="2600" spc="-40" dirty="0">
                <a:latin typeface="Times New Roman"/>
                <a:cs typeface="Times New Roman"/>
              </a:rPr>
              <a:t> </a:t>
            </a:r>
            <a:r>
              <a:rPr sz="2600" spc="-25" dirty="0">
                <a:latin typeface="Calibri"/>
                <a:cs typeface="Calibri"/>
              </a:rPr>
              <a:t>t</a:t>
            </a:r>
            <a:r>
              <a:rPr sz="2600" dirty="0">
                <a:latin typeface="Calibri"/>
                <a:cs typeface="Calibri"/>
              </a:rPr>
              <a:t>o</a:t>
            </a:r>
            <a:r>
              <a:rPr sz="2600" spc="-65"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a:t>
            </a:r>
            <a:r>
              <a:rPr sz="2600" spc="-25" dirty="0">
                <a:latin typeface="Calibri"/>
                <a:cs typeface="Calibri"/>
              </a:rPr>
              <a:t>m</a:t>
            </a:r>
            <a:r>
              <a:rPr sz="2600" dirty="0">
                <a:latin typeface="Calibri"/>
                <a:cs typeface="Calibri"/>
              </a:rPr>
              <a:t>is</a:t>
            </a:r>
            <a:r>
              <a:rPr sz="2600" spc="-15" dirty="0">
                <a:latin typeface="Calibri"/>
                <a:cs typeface="Calibri"/>
              </a:rPr>
              <a:t>e</a:t>
            </a:r>
            <a:r>
              <a:rPr sz="2600" spc="-85" dirty="0">
                <a:latin typeface="Times New Roman"/>
                <a:cs typeface="Times New Roman"/>
              </a:rPr>
              <a:t> </a:t>
            </a:r>
            <a:r>
              <a:rPr sz="2600" spc="-5" dirty="0">
                <a:latin typeface="Calibri"/>
                <a:cs typeface="Calibri"/>
              </a:rPr>
              <a:t>t</a:t>
            </a:r>
            <a:r>
              <a:rPr sz="2600" spc="-10" dirty="0">
                <a:latin typeface="Calibri"/>
                <a:cs typeface="Calibri"/>
              </a:rPr>
              <a:t>ha</a:t>
            </a:r>
            <a:r>
              <a:rPr sz="2600" dirty="0">
                <a:latin typeface="Calibri"/>
                <a:cs typeface="Calibri"/>
              </a:rPr>
              <a:t>n</a:t>
            </a:r>
            <a:r>
              <a:rPr sz="2600" spc="-55" dirty="0">
                <a:latin typeface="Times New Roman"/>
                <a:cs typeface="Times New Roman"/>
              </a:rPr>
              <a:t> </a:t>
            </a:r>
            <a:r>
              <a:rPr sz="2600" spc="-35" dirty="0">
                <a:latin typeface="Calibri"/>
                <a:cs typeface="Calibri"/>
              </a:rPr>
              <a:t>c</a:t>
            </a:r>
            <a:r>
              <a:rPr sz="2600" spc="5" dirty="0">
                <a:latin typeface="Calibri"/>
                <a:cs typeface="Calibri"/>
              </a:rPr>
              <a:t>o</a:t>
            </a:r>
            <a:r>
              <a:rPr sz="2600" spc="-10" dirty="0">
                <a:latin typeface="Calibri"/>
                <a:cs typeface="Calibri"/>
              </a:rPr>
              <a:t>a</a:t>
            </a:r>
            <a:r>
              <a:rPr sz="2600" dirty="0">
                <a:latin typeface="Calibri"/>
                <a:cs typeface="Calibri"/>
              </a:rPr>
              <a:t>l</a:t>
            </a:r>
            <a:r>
              <a:rPr sz="2600" spc="-70" dirty="0">
                <a:latin typeface="Times New Roman"/>
                <a:cs typeface="Times New Roman"/>
              </a:rPr>
              <a:t> </a:t>
            </a:r>
            <a:r>
              <a:rPr sz="2600" spc="-10" dirty="0">
                <a:latin typeface="Calibri"/>
                <a:cs typeface="Calibri"/>
              </a:rPr>
              <a:t>a</a:t>
            </a:r>
            <a:r>
              <a:rPr sz="2600" dirty="0">
                <a:latin typeface="Calibri"/>
                <a:cs typeface="Calibri"/>
              </a:rPr>
              <a:t>s</a:t>
            </a:r>
            <a:r>
              <a:rPr sz="2600" spc="-50" dirty="0">
                <a:latin typeface="Times New Roman"/>
                <a:cs typeface="Times New Roman"/>
              </a:rPr>
              <a:t> </a:t>
            </a:r>
            <a:r>
              <a:rPr sz="2600" dirty="0">
                <a:latin typeface="Calibri"/>
                <a:cs typeface="Calibri"/>
              </a:rPr>
              <a:t>i</a:t>
            </a:r>
            <a:r>
              <a:rPr sz="2600" spc="-10" dirty="0">
                <a:latin typeface="Calibri"/>
                <a:cs typeface="Calibri"/>
              </a:rPr>
              <a:t>t</a:t>
            </a:r>
            <a:r>
              <a:rPr sz="2600" spc="-65" dirty="0">
                <a:latin typeface="Times New Roman"/>
                <a:cs typeface="Times New Roman"/>
              </a:rPr>
              <a:t> </a:t>
            </a:r>
            <a:r>
              <a:rPr sz="2600" spc="-10" dirty="0">
                <a:latin typeface="Calibri"/>
                <a:cs typeface="Calibri"/>
              </a:rPr>
              <a:t>ha</a:t>
            </a:r>
            <a:r>
              <a:rPr sz="2600" dirty="0">
                <a:latin typeface="Calibri"/>
                <a:cs typeface="Calibri"/>
              </a:rPr>
              <a:t>s</a:t>
            </a:r>
            <a:r>
              <a:rPr sz="2600" spc="-50" dirty="0">
                <a:latin typeface="Times New Roman"/>
                <a:cs typeface="Times New Roman"/>
              </a:rPr>
              <a:t> </a:t>
            </a:r>
            <a:r>
              <a:rPr sz="2600" spc="-10" dirty="0">
                <a:latin typeface="Calibri"/>
                <a:cs typeface="Calibri"/>
              </a:rPr>
              <a:t>an</a:t>
            </a:r>
            <a:r>
              <a:rPr sz="2600" spc="-10" dirty="0">
                <a:latin typeface="Times New Roman"/>
                <a:cs typeface="Times New Roman"/>
              </a:rPr>
              <a:t> </a:t>
            </a:r>
            <a:r>
              <a:rPr sz="2600" spc="-10" dirty="0">
                <a:latin typeface="Calibri"/>
                <a:cs typeface="Calibri"/>
              </a:rPr>
              <a:t>un</a:t>
            </a:r>
            <a:r>
              <a:rPr sz="2600" spc="-15" dirty="0">
                <a:latin typeface="Calibri"/>
                <a:cs typeface="Calibri"/>
              </a:rPr>
              <a:t>e</a:t>
            </a:r>
            <a:r>
              <a:rPr sz="2600" spc="-30" dirty="0">
                <a:latin typeface="Calibri"/>
                <a:cs typeface="Calibri"/>
              </a:rPr>
              <a:t>v</a:t>
            </a:r>
            <a:r>
              <a:rPr sz="2600" spc="-10" dirty="0">
                <a:latin typeface="Calibri"/>
                <a:cs typeface="Calibri"/>
              </a:rPr>
              <a:t>e</a:t>
            </a:r>
            <a:r>
              <a:rPr sz="2600" dirty="0">
                <a:latin typeface="Calibri"/>
                <a:cs typeface="Calibri"/>
              </a:rPr>
              <a:t>n</a:t>
            </a:r>
            <a:r>
              <a:rPr sz="2600" spc="-100" dirty="0">
                <a:latin typeface="Times New Roman"/>
                <a:cs typeface="Times New Roman"/>
              </a:rPr>
              <a:t> </a:t>
            </a:r>
            <a:r>
              <a:rPr sz="2600" spc="5" dirty="0">
                <a:latin typeface="Calibri"/>
                <a:cs typeface="Calibri"/>
              </a:rPr>
              <a:t>f</a:t>
            </a:r>
            <a:r>
              <a:rPr sz="2600" spc="-25" dirty="0">
                <a:latin typeface="Calibri"/>
                <a:cs typeface="Calibri"/>
              </a:rPr>
              <a:t>u</a:t>
            </a:r>
            <a:r>
              <a:rPr sz="2600" spc="-10" dirty="0">
                <a:latin typeface="Calibri"/>
                <a:cs typeface="Calibri"/>
              </a:rPr>
              <a:t>e</a:t>
            </a:r>
            <a:r>
              <a:rPr sz="2600" dirty="0">
                <a:latin typeface="Calibri"/>
                <a:cs typeface="Calibri"/>
              </a:rPr>
              <a:t>l</a:t>
            </a:r>
            <a:r>
              <a:rPr sz="2600" spc="-70" dirty="0">
                <a:latin typeface="Times New Roman"/>
                <a:cs typeface="Times New Roman"/>
              </a:rPr>
              <a:t> </a:t>
            </a:r>
            <a:r>
              <a:rPr sz="2600" dirty="0">
                <a:latin typeface="Calibri"/>
                <a:cs typeface="Calibri"/>
              </a:rPr>
              <a:t>i</a:t>
            </a:r>
            <a:r>
              <a:rPr sz="2600" spc="-10" dirty="0">
                <a:latin typeface="Calibri"/>
                <a:cs typeface="Calibri"/>
              </a:rPr>
              <a:t>npu</a:t>
            </a:r>
            <a:r>
              <a:rPr sz="2600" dirty="0">
                <a:latin typeface="Calibri"/>
                <a:cs typeface="Calibri"/>
              </a:rPr>
              <a:t>t</a:t>
            </a:r>
            <a:r>
              <a:rPr sz="2600" spc="-65" dirty="0">
                <a:latin typeface="Times New Roman"/>
                <a:cs typeface="Times New Roman"/>
              </a:rPr>
              <a:t> </a:t>
            </a:r>
            <a:r>
              <a:rPr sz="2600" spc="-10" dirty="0">
                <a:latin typeface="Calibri"/>
                <a:cs typeface="Calibri"/>
              </a:rPr>
              <a:t>(e</a:t>
            </a:r>
            <a:r>
              <a:rPr sz="2600" spc="20" dirty="0">
                <a:latin typeface="Calibri"/>
                <a:cs typeface="Calibri"/>
              </a:rPr>
              <a:t>.</a:t>
            </a:r>
            <a:r>
              <a:rPr sz="2600" spc="-5" dirty="0">
                <a:latin typeface="Calibri"/>
                <a:cs typeface="Calibri"/>
              </a:rPr>
              <a:t>g</a:t>
            </a:r>
            <a:r>
              <a:rPr sz="2600" dirty="0">
                <a:latin typeface="Calibri"/>
                <a:cs typeface="Calibri"/>
              </a:rPr>
              <a:t>.</a:t>
            </a:r>
            <a:r>
              <a:rPr sz="2600" spc="-50" dirty="0">
                <a:latin typeface="Times New Roman"/>
                <a:cs typeface="Times New Roman"/>
              </a:rPr>
              <a:t> </a:t>
            </a:r>
            <a:r>
              <a:rPr sz="2600" spc="-40" dirty="0">
                <a:latin typeface="Calibri"/>
                <a:cs typeface="Calibri"/>
              </a:rPr>
              <a:t>w</a:t>
            </a:r>
            <a:r>
              <a:rPr sz="2600" spc="5" dirty="0">
                <a:latin typeface="Calibri"/>
                <a:cs typeface="Calibri"/>
              </a:rPr>
              <a:t>oo</a:t>
            </a:r>
            <a:r>
              <a:rPr sz="2600" spc="-10" dirty="0">
                <a:latin typeface="Calibri"/>
                <a:cs typeface="Calibri"/>
              </a:rPr>
              <a:t>d)</a:t>
            </a:r>
            <a:endParaRPr sz="26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4488" y="96004"/>
            <a:ext cx="8964295" cy="6666230"/>
          </a:xfrm>
          <a:custGeom>
            <a:avLst/>
            <a:gdLst/>
            <a:ahLst/>
            <a:cxnLst/>
            <a:rect l="l" t="t" r="r" b="b"/>
            <a:pathLst>
              <a:path w="8964295" h="6666230">
                <a:moveTo>
                  <a:pt x="0" y="6665792"/>
                </a:moveTo>
                <a:lnTo>
                  <a:pt x="8963954" y="6665792"/>
                </a:lnTo>
                <a:lnTo>
                  <a:pt x="8963954"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633222" y="1860042"/>
            <a:ext cx="1583055" cy="0"/>
          </a:xfrm>
          <a:custGeom>
            <a:avLst/>
            <a:gdLst/>
            <a:ahLst/>
            <a:cxnLst/>
            <a:rect l="l" t="t" r="r" b="b"/>
            <a:pathLst>
              <a:path w="1583055">
                <a:moveTo>
                  <a:pt x="0" y="0"/>
                </a:moveTo>
                <a:lnTo>
                  <a:pt x="1582841" y="0"/>
                </a:lnTo>
              </a:path>
            </a:pathLst>
          </a:custGeom>
          <a:ln w="16763">
            <a:solidFill>
              <a:srgbClr val="A5ACB0"/>
            </a:solidFill>
          </a:ln>
        </p:spPr>
        <p:txBody>
          <a:bodyPr wrap="square" lIns="0" tIns="0" rIns="0" bIns="0" rtlCol="0"/>
          <a:lstStyle/>
          <a:p>
            <a:endParaRPr/>
          </a:p>
        </p:txBody>
      </p:sp>
      <p:sp>
        <p:nvSpPr>
          <p:cNvPr id="4" name="object 4"/>
          <p:cNvSpPr/>
          <p:nvPr/>
        </p:nvSpPr>
        <p:spPr>
          <a:xfrm>
            <a:off x="6271259" y="763837"/>
            <a:ext cx="210300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87567" y="728987"/>
            <a:ext cx="4832350" cy="914400"/>
          </a:xfrm>
          <a:prstGeom prst="rect">
            <a:avLst/>
          </a:prstGeom>
        </p:spPr>
        <p:txBody>
          <a:bodyPr vert="horz" wrap="square" lIns="0" tIns="0" rIns="0" bIns="0" rtlCol="0">
            <a:spAutoFit/>
          </a:bodyPr>
          <a:lstStyle/>
          <a:p>
            <a:pPr marL="12700" marR="5080">
              <a:lnSpc>
                <a:spcPts val="3600"/>
              </a:lnSpc>
            </a:pPr>
            <a:r>
              <a:rPr sz="3400" spc="-95" dirty="0">
                <a:solidFill>
                  <a:srgbClr val="B5121B"/>
                </a:solidFill>
                <a:latin typeface="Calibri"/>
                <a:cs typeface="Calibri"/>
              </a:rPr>
              <a:t>P</a:t>
            </a:r>
            <a:r>
              <a:rPr sz="3400" spc="-10" dirty="0">
                <a:solidFill>
                  <a:srgbClr val="B5121B"/>
                </a:solidFill>
                <a:latin typeface="Calibri"/>
                <a:cs typeface="Calibri"/>
              </a:rPr>
              <a:t>ar</a:t>
            </a:r>
            <a:r>
              <a:rPr sz="3400" spc="-15" dirty="0">
                <a:solidFill>
                  <a:srgbClr val="B5121B"/>
                </a:solidFill>
                <a:latin typeface="Calibri"/>
                <a:cs typeface="Calibri"/>
              </a:rPr>
              <a:t>t</a:t>
            </a:r>
            <a:r>
              <a:rPr sz="3400" spc="-95" dirty="0">
                <a:solidFill>
                  <a:srgbClr val="B5121B"/>
                </a:solidFill>
                <a:latin typeface="Times New Roman"/>
                <a:cs typeface="Times New Roman"/>
              </a:rPr>
              <a:t> </a:t>
            </a:r>
            <a:r>
              <a:rPr sz="3400" spc="-20" dirty="0">
                <a:solidFill>
                  <a:srgbClr val="B5121B"/>
                </a:solidFill>
                <a:latin typeface="Calibri"/>
                <a:cs typeface="Calibri"/>
              </a:rPr>
              <a:t>6</a:t>
            </a:r>
            <a:r>
              <a:rPr sz="3400" spc="-80" dirty="0">
                <a:solidFill>
                  <a:srgbClr val="B5121B"/>
                </a:solidFill>
                <a:latin typeface="Times New Roman"/>
                <a:cs typeface="Times New Roman"/>
              </a:rPr>
              <a:t> </a:t>
            </a:r>
            <a:r>
              <a:rPr sz="3400" spc="-20" dirty="0">
                <a:solidFill>
                  <a:srgbClr val="B5121B"/>
                </a:solidFill>
                <a:latin typeface="Calibri"/>
                <a:cs typeface="Calibri"/>
              </a:rPr>
              <a:t>–</a:t>
            </a:r>
            <a:r>
              <a:rPr sz="3400" spc="-95" dirty="0">
                <a:solidFill>
                  <a:srgbClr val="B5121B"/>
                </a:solidFill>
                <a:latin typeface="Times New Roman"/>
                <a:cs typeface="Times New Roman"/>
              </a:rPr>
              <a:t> </a:t>
            </a:r>
            <a:r>
              <a:rPr sz="3400" spc="-15" dirty="0">
                <a:solidFill>
                  <a:srgbClr val="B5121B"/>
                </a:solidFill>
                <a:latin typeface="Calibri"/>
                <a:cs typeface="Calibri"/>
              </a:rPr>
              <a:t>Additi</a:t>
            </a:r>
            <a:r>
              <a:rPr sz="3400" spc="-25" dirty="0">
                <a:solidFill>
                  <a:srgbClr val="B5121B"/>
                </a:solidFill>
                <a:latin typeface="Calibri"/>
                <a:cs typeface="Calibri"/>
              </a:rPr>
              <a:t>o</a:t>
            </a:r>
            <a:r>
              <a:rPr sz="3400" spc="-20" dirty="0">
                <a:solidFill>
                  <a:srgbClr val="B5121B"/>
                </a:solidFill>
                <a:latin typeface="Calibri"/>
                <a:cs typeface="Calibri"/>
              </a:rPr>
              <a:t>n</a:t>
            </a:r>
            <a:r>
              <a:rPr sz="3400" spc="-15" dirty="0">
                <a:solidFill>
                  <a:srgbClr val="B5121B"/>
                </a:solidFill>
                <a:latin typeface="Calibri"/>
                <a:cs typeface="Calibri"/>
              </a:rPr>
              <a:t>a</a:t>
            </a:r>
            <a:r>
              <a:rPr sz="3400" dirty="0">
                <a:solidFill>
                  <a:srgbClr val="B5121B"/>
                </a:solidFill>
                <a:latin typeface="Calibri"/>
                <a:cs typeface="Calibri"/>
              </a:rPr>
              <a:t>l</a:t>
            </a:r>
            <a:r>
              <a:rPr sz="3400" spc="-120" dirty="0">
                <a:solidFill>
                  <a:srgbClr val="B5121B"/>
                </a:solidFill>
                <a:latin typeface="Times New Roman"/>
                <a:cs typeface="Times New Roman"/>
              </a:rPr>
              <a:t> </a:t>
            </a:r>
            <a:r>
              <a:rPr sz="3400" spc="-320" dirty="0">
                <a:solidFill>
                  <a:srgbClr val="B5121B"/>
                </a:solidFill>
                <a:latin typeface="Calibri"/>
                <a:cs typeface="Calibri"/>
              </a:rPr>
              <a:t>T</a:t>
            </a:r>
            <a:r>
              <a:rPr sz="3400" spc="-25" dirty="0">
                <a:solidFill>
                  <a:srgbClr val="B5121B"/>
                </a:solidFill>
                <a:latin typeface="Calibri"/>
                <a:cs typeface="Calibri"/>
              </a:rPr>
              <a:t>o</a:t>
            </a:r>
            <a:r>
              <a:rPr sz="3400" spc="-15" dirty="0">
                <a:solidFill>
                  <a:srgbClr val="B5121B"/>
                </a:solidFill>
                <a:latin typeface="Calibri"/>
                <a:cs typeface="Calibri"/>
              </a:rPr>
              <a:t>pics</a:t>
            </a:r>
            <a:r>
              <a:rPr sz="3400" spc="-100" dirty="0">
                <a:solidFill>
                  <a:srgbClr val="B5121B"/>
                </a:solidFill>
                <a:latin typeface="Times New Roman"/>
                <a:cs typeface="Times New Roman"/>
              </a:rPr>
              <a:t> </a:t>
            </a:r>
            <a:r>
              <a:rPr sz="3400" spc="-25" dirty="0">
                <a:solidFill>
                  <a:srgbClr val="B5121B"/>
                </a:solidFill>
                <a:latin typeface="Calibri"/>
                <a:cs typeface="Calibri"/>
              </a:rPr>
              <a:t>&amp;</a:t>
            </a:r>
            <a:r>
              <a:rPr sz="3400" spc="-10" dirty="0">
                <a:solidFill>
                  <a:srgbClr val="B5121B"/>
                </a:solidFill>
                <a:latin typeface="Times New Roman"/>
                <a:cs typeface="Times New Roman"/>
              </a:rPr>
              <a:t> </a:t>
            </a:r>
            <a:r>
              <a:rPr sz="3400" spc="-20" dirty="0">
                <a:solidFill>
                  <a:srgbClr val="B5121B"/>
                </a:solidFill>
                <a:latin typeface="Calibri"/>
                <a:cs typeface="Calibri"/>
              </a:rPr>
              <a:t>Case</a:t>
            </a:r>
            <a:r>
              <a:rPr sz="3400" spc="-105" dirty="0">
                <a:solidFill>
                  <a:srgbClr val="B5121B"/>
                </a:solidFill>
                <a:latin typeface="Times New Roman"/>
                <a:cs typeface="Times New Roman"/>
              </a:rPr>
              <a:t> </a:t>
            </a:r>
            <a:r>
              <a:rPr sz="3400" spc="-25" dirty="0">
                <a:solidFill>
                  <a:srgbClr val="B5121B"/>
                </a:solidFill>
                <a:latin typeface="Calibri"/>
                <a:cs typeface="Calibri"/>
              </a:rPr>
              <a:t>S</a:t>
            </a:r>
            <a:r>
              <a:rPr sz="3400" spc="-15" dirty="0">
                <a:solidFill>
                  <a:srgbClr val="B5121B"/>
                </a:solidFill>
                <a:latin typeface="Calibri"/>
                <a:cs typeface="Calibri"/>
              </a:rPr>
              <a:t>tudi</a:t>
            </a:r>
            <a:r>
              <a:rPr sz="3400" spc="-25" dirty="0">
                <a:solidFill>
                  <a:srgbClr val="B5121B"/>
                </a:solidFill>
                <a:latin typeface="Calibri"/>
                <a:cs typeface="Calibri"/>
              </a:rPr>
              <a:t>e</a:t>
            </a:r>
            <a:r>
              <a:rPr sz="3400" spc="-15" dirty="0">
                <a:solidFill>
                  <a:srgbClr val="B5121B"/>
                </a:solidFill>
                <a:latin typeface="Calibri"/>
                <a:cs typeface="Calibri"/>
              </a:rPr>
              <a:t>s</a:t>
            </a:r>
            <a:endParaRPr sz="3400">
              <a:latin typeface="Calibri"/>
              <a:cs typeface="Calibri"/>
            </a:endParaRPr>
          </a:p>
        </p:txBody>
      </p:sp>
      <p:sp>
        <p:nvSpPr>
          <p:cNvPr id="6" name="object 6"/>
          <p:cNvSpPr txBox="1"/>
          <p:nvPr/>
        </p:nvSpPr>
        <p:spPr>
          <a:xfrm>
            <a:off x="707390" y="2256875"/>
            <a:ext cx="7610475" cy="2828980"/>
          </a:xfrm>
          <a:prstGeom prst="rect">
            <a:avLst/>
          </a:prstGeom>
        </p:spPr>
        <p:txBody>
          <a:bodyPr vert="horz" wrap="square" lIns="0" tIns="0" rIns="0" bIns="0" rtlCol="0">
            <a:spAutoFit/>
          </a:bodyPr>
          <a:lstStyle/>
          <a:p>
            <a:pPr marL="12700" algn="just">
              <a:lnSpc>
                <a:spcPct val="100000"/>
              </a:lnSpc>
            </a:pPr>
            <a:r>
              <a:rPr sz="2800" spc="-20" dirty="0">
                <a:solidFill>
                  <a:srgbClr val="B5121B"/>
                </a:solidFill>
                <a:latin typeface="Calibri"/>
                <a:cs typeface="Calibri"/>
              </a:rPr>
              <a:t>C</a:t>
            </a:r>
            <a:r>
              <a:rPr sz="2800" spc="-15" dirty="0">
                <a:solidFill>
                  <a:srgbClr val="B5121B"/>
                </a:solidFill>
                <a:latin typeface="Calibri"/>
                <a:cs typeface="Calibri"/>
              </a:rPr>
              <a:t>o</a:t>
            </a:r>
            <a:r>
              <a:rPr sz="2800" spc="-45" dirty="0">
                <a:solidFill>
                  <a:srgbClr val="B5121B"/>
                </a:solidFill>
                <a:latin typeface="Calibri"/>
                <a:cs typeface="Calibri"/>
              </a:rPr>
              <a:t>n</a:t>
            </a:r>
            <a:r>
              <a:rPr sz="2800" spc="-35" dirty="0">
                <a:solidFill>
                  <a:srgbClr val="B5121B"/>
                </a:solidFill>
                <a:latin typeface="Calibri"/>
                <a:cs typeface="Calibri"/>
              </a:rPr>
              <a:t>t</a:t>
            </a:r>
            <a:r>
              <a:rPr sz="2800" spc="-15" dirty="0">
                <a:solidFill>
                  <a:srgbClr val="B5121B"/>
                </a:solidFill>
                <a:latin typeface="Calibri"/>
                <a:cs typeface="Calibri"/>
              </a:rPr>
              <a:t>e</a:t>
            </a:r>
            <a:r>
              <a:rPr sz="2800" spc="-45" dirty="0">
                <a:solidFill>
                  <a:srgbClr val="B5121B"/>
                </a:solidFill>
                <a:latin typeface="Calibri"/>
                <a:cs typeface="Calibri"/>
              </a:rPr>
              <a:t>n</a:t>
            </a:r>
            <a:r>
              <a:rPr sz="2800" spc="-15" dirty="0">
                <a:solidFill>
                  <a:srgbClr val="B5121B"/>
                </a:solidFill>
                <a:latin typeface="Calibri"/>
                <a:cs typeface="Calibri"/>
              </a:rPr>
              <a:t>ts</a:t>
            </a:r>
            <a:endParaRPr sz="2800" dirty="0">
              <a:latin typeface="Calibri"/>
              <a:cs typeface="Calibri"/>
            </a:endParaRPr>
          </a:p>
          <a:p>
            <a:pPr marL="241300" indent="-228600" algn="just">
              <a:lnSpc>
                <a:spcPct val="100000"/>
              </a:lnSpc>
              <a:spcBef>
                <a:spcPts val="380"/>
              </a:spcBef>
              <a:buClr>
                <a:srgbClr val="ADB3B8"/>
              </a:buClr>
              <a:buFont typeface="Arial"/>
              <a:buChar char="•"/>
              <a:tabLst>
                <a:tab pos="241300" algn="l"/>
              </a:tabLst>
            </a:pPr>
            <a:r>
              <a:rPr sz="2600" dirty="0">
                <a:latin typeface="Calibri"/>
                <a:cs typeface="Calibri"/>
              </a:rPr>
              <a:t>Secti</a:t>
            </a:r>
            <a:r>
              <a:rPr sz="2600" spc="-10" dirty="0">
                <a:latin typeface="Calibri"/>
                <a:cs typeface="Calibri"/>
              </a:rPr>
              <a:t>o</a:t>
            </a:r>
            <a:r>
              <a:rPr sz="2600" dirty="0">
                <a:latin typeface="Calibri"/>
                <a:cs typeface="Calibri"/>
              </a:rPr>
              <a:t>n</a:t>
            </a:r>
            <a:r>
              <a:rPr sz="2600" spc="-75" dirty="0">
                <a:latin typeface="Times New Roman"/>
                <a:cs typeface="Times New Roman"/>
              </a:rPr>
              <a:t> </a:t>
            </a:r>
            <a:r>
              <a:rPr sz="2600" dirty="0">
                <a:latin typeface="Calibri"/>
                <a:cs typeface="Calibri"/>
              </a:rPr>
              <a:t>6.1</a:t>
            </a:r>
            <a:r>
              <a:rPr sz="2600" spc="-75" dirty="0">
                <a:latin typeface="Times New Roman"/>
                <a:cs typeface="Times New Roman"/>
              </a:rPr>
              <a:t> </a:t>
            </a:r>
            <a:r>
              <a:rPr sz="2600" dirty="0">
                <a:latin typeface="Calibri"/>
                <a:cs typeface="Calibri"/>
              </a:rPr>
              <a:t>–</a:t>
            </a:r>
            <a:r>
              <a:rPr sz="2600" spc="-60" dirty="0">
                <a:latin typeface="Times New Roman"/>
                <a:cs typeface="Times New Roman"/>
              </a:rPr>
              <a:t> </a:t>
            </a:r>
            <a:r>
              <a:rPr sz="2600" dirty="0">
                <a:latin typeface="Calibri"/>
                <a:cs typeface="Calibri"/>
              </a:rPr>
              <a:t>O</a:t>
            </a:r>
            <a:r>
              <a:rPr sz="2600" spc="-15" dirty="0">
                <a:latin typeface="Calibri"/>
                <a:cs typeface="Calibri"/>
              </a:rPr>
              <a:t>p</a:t>
            </a:r>
            <a:r>
              <a:rPr sz="2600" dirty="0">
                <a:latin typeface="Calibri"/>
                <a:cs typeface="Calibri"/>
              </a:rPr>
              <a:t>ti</a:t>
            </a:r>
            <a:r>
              <a:rPr sz="2600" spc="-10" dirty="0">
                <a:latin typeface="Calibri"/>
                <a:cs typeface="Calibri"/>
              </a:rPr>
              <a:t>m</a:t>
            </a:r>
            <a:r>
              <a:rPr sz="2600" dirty="0">
                <a:latin typeface="Calibri"/>
                <a:cs typeface="Calibri"/>
              </a:rPr>
              <a:t>al</a:t>
            </a:r>
            <a:r>
              <a:rPr sz="2600" spc="-75"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5" dirty="0">
                <a:latin typeface="Calibri"/>
                <a:cs typeface="Calibri"/>
              </a:rPr>
              <a:t>P</a:t>
            </a:r>
            <a:r>
              <a:rPr sz="2600" spc="-35" dirty="0">
                <a:latin typeface="Calibri"/>
                <a:cs typeface="Calibri"/>
              </a:rPr>
              <a:t>r</a:t>
            </a:r>
            <a:r>
              <a:rPr sz="2600" dirty="0">
                <a:latin typeface="Calibri"/>
                <a:cs typeface="Calibri"/>
              </a:rPr>
              <a:t>edicti</a:t>
            </a:r>
            <a:r>
              <a:rPr sz="2600" spc="-25" dirty="0">
                <a:latin typeface="Calibri"/>
                <a:cs typeface="Calibri"/>
              </a:rPr>
              <a:t>v</a:t>
            </a:r>
            <a:r>
              <a:rPr sz="2600" dirty="0">
                <a:latin typeface="Calibri"/>
                <a:cs typeface="Calibri"/>
              </a:rPr>
              <a:t>e</a:t>
            </a:r>
            <a:r>
              <a:rPr sz="2600" spc="-100" dirty="0">
                <a:latin typeface="Times New Roman"/>
                <a:cs typeface="Times New Roman"/>
              </a:rPr>
              <a:t> </a:t>
            </a:r>
            <a:r>
              <a:rPr sz="2600" dirty="0">
                <a:latin typeface="Calibri"/>
                <a:cs typeface="Calibri"/>
              </a:rPr>
              <a:t>C</a:t>
            </a:r>
            <a:r>
              <a:rPr sz="2600" spc="-10" dirty="0">
                <a:latin typeface="Calibri"/>
                <a:cs typeface="Calibri"/>
              </a:rPr>
              <a:t>o</a:t>
            </a:r>
            <a:r>
              <a:rPr sz="2600" spc="-25" dirty="0">
                <a:latin typeface="Calibri"/>
                <a:cs typeface="Calibri"/>
              </a:rPr>
              <a:t>n</a:t>
            </a:r>
            <a:r>
              <a:rPr sz="2600" dirty="0">
                <a:latin typeface="Calibri"/>
                <a:cs typeface="Calibri"/>
              </a:rPr>
              <a:t>t</a:t>
            </a:r>
            <a:r>
              <a:rPr sz="2600" spc="-35" dirty="0">
                <a:latin typeface="Calibri"/>
                <a:cs typeface="Calibri"/>
              </a:rPr>
              <a:t>r</a:t>
            </a:r>
            <a:r>
              <a:rPr sz="2600" spc="-5" dirty="0">
                <a:latin typeface="Calibri"/>
                <a:cs typeface="Calibri"/>
              </a:rPr>
              <a:t>o</a:t>
            </a:r>
            <a:r>
              <a:rPr sz="2600" dirty="0">
                <a:latin typeface="Calibri"/>
                <a:cs typeface="Calibri"/>
              </a:rPr>
              <a:t>l</a:t>
            </a:r>
          </a:p>
          <a:p>
            <a:pPr marL="241300" indent="-228600" algn="just">
              <a:lnSpc>
                <a:spcPct val="100000"/>
              </a:lnSpc>
              <a:spcBef>
                <a:spcPts val="384"/>
              </a:spcBef>
              <a:buClr>
                <a:srgbClr val="ADB3B8"/>
              </a:buClr>
              <a:buFont typeface="Arial"/>
              <a:buChar char="•"/>
              <a:tabLst>
                <a:tab pos="241300" algn="l"/>
              </a:tabLst>
            </a:pPr>
            <a:r>
              <a:rPr sz="2600" dirty="0">
                <a:latin typeface="Calibri"/>
                <a:cs typeface="Calibri"/>
              </a:rPr>
              <a:t>Secti</a:t>
            </a:r>
            <a:r>
              <a:rPr sz="2600" spc="-10" dirty="0">
                <a:latin typeface="Calibri"/>
                <a:cs typeface="Calibri"/>
              </a:rPr>
              <a:t>o</a:t>
            </a:r>
            <a:r>
              <a:rPr sz="2600" dirty="0">
                <a:latin typeface="Calibri"/>
                <a:cs typeface="Calibri"/>
              </a:rPr>
              <a:t>n</a:t>
            </a:r>
            <a:r>
              <a:rPr sz="2600" spc="-75" dirty="0">
                <a:latin typeface="Times New Roman"/>
                <a:cs typeface="Times New Roman"/>
              </a:rPr>
              <a:t> </a:t>
            </a:r>
            <a:r>
              <a:rPr sz="2600" dirty="0">
                <a:latin typeface="Calibri"/>
                <a:cs typeface="Calibri"/>
              </a:rPr>
              <a:t>6.2</a:t>
            </a:r>
            <a:r>
              <a:rPr sz="2600" spc="-75" dirty="0">
                <a:latin typeface="Times New Roman"/>
                <a:cs typeface="Times New Roman"/>
              </a:rPr>
              <a:t> </a:t>
            </a:r>
            <a:r>
              <a:rPr sz="2600" dirty="0">
                <a:latin typeface="Calibri"/>
                <a:cs typeface="Calibri"/>
              </a:rPr>
              <a:t>–</a:t>
            </a:r>
            <a:r>
              <a:rPr sz="2600" spc="-60" dirty="0">
                <a:latin typeface="Times New Roman"/>
                <a:cs typeface="Times New Roman"/>
              </a:rPr>
              <a:t> </a:t>
            </a:r>
            <a:r>
              <a:rPr sz="2600" spc="5" dirty="0">
                <a:latin typeface="Calibri"/>
                <a:cs typeface="Calibri"/>
              </a:rPr>
              <a:t>M</a:t>
            </a:r>
            <a:r>
              <a:rPr sz="2600" dirty="0">
                <a:latin typeface="Calibri"/>
                <a:cs typeface="Calibri"/>
              </a:rPr>
              <a:t>ulti</a:t>
            </a:r>
            <a:r>
              <a:rPr sz="2600" spc="-35" dirty="0">
                <a:latin typeface="Calibri"/>
                <a:cs typeface="Calibri"/>
              </a:rPr>
              <a:t>v</a:t>
            </a:r>
            <a:r>
              <a:rPr sz="2600" dirty="0">
                <a:latin typeface="Calibri"/>
                <a:cs typeface="Calibri"/>
              </a:rPr>
              <a:t>ari</a:t>
            </a:r>
            <a:r>
              <a:rPr sz="2600" spc="-5" dirty="0">
                <a:latin typeface="Calibri"/>
                <a:cs typeface="Calibri"/>
              </a:rPr>
              <a:t>ab</a:t>
            </a:r>
            <a:r>
              <a:rPr sz="2600" dirty="0">
                <a:latin typeface="Calibri"/>
                <a:cs typeface="Calibri"/>
              </a:rPr>
              <a:t>le</a:t>
            </a:r>
            <a:r>
              <a:rPr sz="2600" spc="-90" dirty="0">
                <a:latin typeface="Times New Roman"/>
                <a:cs typeface="Times New Roman"/>
              </a:rPr>
              <a:t> </a:t>
            </a:r>
            <a:r>
              <a:rPr sz="2600" dirty="0">
                <a:latin typeface="Calibri"/>
                <a:cs typeface="Calibri"/>
              </a:rPr>
              <a:t>C</a:t>
            </a:r>
            <a:r>
              <a:rPr sz="2600" spc="-10" dirty="0">
                <a:latin typeface="Calibri"/>
                <a:cs typeface="Calibri"/>
              </a:rPr>
              <a:t>o</a:t>
            </a:r>
            <a:r>
              <a:rPr sz="2600" spc="-25" dirty="0">
                <a:latin typeface="Calibri"/>
                <a:cs typeface="Calibri"/>
              </a:rPr>
              <a:t>n</a:t>
            </a:r>
            <a:r>
              <a:rPr sz="2600" dirty="0">
                <a:latin typeface="Calibri"/>
                <a:cs typeface="Calibri"/>
              </a:rPr>
              <a:t>t</a:t>
            </a:r>
            <a:r>
              <a:rPr sz="2600" spc="-35" dirty="0">
                <a:latin typeface="Calibri"/>
                <a:cs typeface="Calibri"/>
              </a:rPr>
              <a:t>r</a:t>
            </a:r>
            <a:r>
              <a:rPr sz="2600" spc="-5" dirty="0">
                <a:latin typeface="Calibri"/>
                <a:cs typeface="Calibri"/>
              </a:rPr>
              <a:t>o</a:t>
            </a:r>
            <a:r>
              <a:rPr sz="2600" dirty="0">
                <a:latin typeface="Calibri"/>
                <a:cs typeface="Calibri"/>
              </a:rPr>
              <a:t>l</a:t>
            </a:r>
          </a:p>
          <a:p>
            <a:pPr marL="241300" indent="-228600" algn="just">
              <a:lnSpc>
                <a:spcPct val="100000"/>
              </a:lnSpc>
              <a:spcBef>
                <a:spcPts val="370"/>
              </a:spcBef>
              <a:buClr>
                <a:srgbClr val="ADB3B8"/>
              </a:buClr>
              <a:buFont typeface="Arial"/>
              <a:buChar char="•"/>
              <a:tabLst>
                <a:tab pos="241300" algn="l"/>
              </a:tabLst>
            </a:pPr>
            <a:r>
              <a:rPr sz="2600" dirty="0">
                <a:latin typeface="Calibri"/>
                <a:cs typeface="Calibri"/>
              </a:rPr>
              <a:t>Secti</a:t>
            </a:r>
            <a:r>
              <a:rPr sz="2600" spc="-10" dirty="0">
                <a:latin typeface="Calibri"/>
                <a:cs typeface="Calibri"/>
              </a:rPr>
              <a:t>o</a:t>
            </a:r>
            <a:r>
              <a:rPr sz="2600" dirty="0">
                <a:latin typeface="Calibri"/>
                <a:cs typeface="Calibri"/>
              </a:rPr>
              <a:t>n</a:t>
            </a:r>
            <a:r>
              <a:rPr sz="2600" spc="-75" dirty="0">
                <a:latin typeface="Times New Roman"/>
                <a:cs typeface="Times New Roman"/>
              </a:rPr>
              <a:t> </a:t>
            </a:r>
            <a:r>
              <a:rPr sz="2600" dirty="0">
                <a:latin typeface="Calibri"/>
                <a:cs typeface="Calibri"/>
              </a:rPr>
              <a:t>6.3</a:t>
            </a:r>
            <a:r>
              <a:rPr sz="2600" spc="-75" dirty="0">
                <a:latin typeface="Times New Roman"/>
                <a:cs typeface="Times New Roman"/>
              </a:rPr>
              <a:t> </a:t>
            </a:r>
            <a:r>
              <a:rPr sz="2600" dirty="0">
                <a:latin typeface="Calibri"/>
                <a:cs typeface="Calibri"/>
              </a:rPr>
              <a:t>–</a:t>
            </a:r>
            <a:r>
              <a:rPr sz="2600" spc="-60" dirty="0">
                <a:latin typeface="Times New Roman"/>
                <a:cs typeface="Times New Roman"/>
              </a:rPr>
              <a:t> </a:t>
            </a:r>
            <a:r>
              <a:rPr sz="2600" u="heavy" dirty="0">
                <a:latin typeface="Calibri"/>
                <a:cs typeface="Calibri"/>
              </a:rPr>
              <a:t>I</a:t>
            </a:r>
            <a:r>
              <a:rPr sz="2600" u="heavy" spc="-5" dirty="0">
                <a:latin typeface="Calibri"/>
                <a:cs typeface="Calibri"/>
              </a:rPr>
              <a:t>mp</a:t>
            </a:r>
            <a:r>
              <a:rPr sz="2600" u="heavy" dirty="0">
                <a:latin typeface="Calibri"/>
                <a:cs typeface="Calibri"/>
              </a:rPr>
              <a:t>le</a:t>
            </a:r>
            <a:r>
              <a:rPr sz="2600" u="heavy" spc="-5" dirty="0">
                <a:latin typeface="Calibri"/>
                <a:cs typeface="Calibri"/>
              </a:rPr>
              <a:t>m</a:t>
            </a:r>
            <a:r>
              <a:rPr sz="2600" u="heavy" dirty="0">
                <a:latin typeface="Calibri"/>
                <a:cs typeface="Calibri"/>
              </a:rPr>
              <a:t>e</a:t>
            </a:r>
            <a:r>
              <a:rPr sz="2600" u="heavy" spc="-25" dirty="0">
                <a:latin typeface="Calibri"/>
                <a:cs typeface="Calibri"/>
              </a:rPr>
              <a:t>n</a:t>
            </a:r>
            <a:r>
              <a:rPr sz="2600" u="heavy" spc="-35" dirty="0">
                <a:latin typeface="Calibri"/>
                <a:cs typeface="Calibri"/>
              </a:rPr>
              <a:t>t</a:t>
            </a:r>
            <a:r>
              <a:rPr sz="2600" u="heavy" spc="-25" dirty="0">
                <a:latin typeface="Calibri"/>
                <a:cs typeface="Calibri"/>
              </a:rPr>
              <a:t>a</a:t>
            </a:r>
            <a:r>
              <a:rPr sz="2600" u="heavy" dirty="0">
                <a:latin typeface="Calibri"/>
                <a:cs typeface="Calibri"/>
              </a:rPr>
              <a:t>ti</a:t>
            </a:r>
            <a:r>
              <a:rPr sz="2600" u="heavy" spc="-10" dirty="0">
                <a:latin typeface="Calibri"/>
                <a:cs typeface="Calibri"/>
              </a:rPr>
              <a:t>on</a:t>
            </a:r>
            <a:r>
              <a:rPr sz="2600" u="heavy" spc="-35" dirty="0">
                <a:latin typeface="Calibri"/>
                <a:cs typeface="Calibri"/>
              </a:rPr>
              <a:t> F</a:t>
            </a:r>
            <a:r>
              <a:rPr sz="2600" u="heavy" spc="-10" dirty="0">
                <a:latin typeface="Calibri"/>
                <a:cs typeface="Calibri"/>
              </a:rPr>
              <a:t>o</a:t>
            </a:r>
            <a:r>
              <a:rPr sz="2600" u="heavy" dirty="0">
                <a:latin typeface="Calibri"/>
                <a:cs typeface="Calibri"/>
              </a:rPr>
              <a:t>r</a:t>
            </a:r>
            <a:r>
              <a:rPr sz="2600" u="heavy" spc="-5" dirty="0">
                <a:latin typeface="Calibri"/>
                <a:cs typeface="Calibri"/>
              </a:rPr>
              <a:t>ms</a:t>
            </a:r>
            <a:endParaRPr sz="2600" dirty="0">
              <a:latin typeface="Calibri"/>
              <a:cs typeface="Calibri"/>
            </a:endParaRPr>
          </a:p>
          <a:p>
            <a:pPr marL="241300" indent="-228600" algn="just">
              <a:lnSpc>
                <a:spcPct val="100000"/>
              </a:lnSpc>
              <a:spcBef>
                <a:spcPts val="370"/>
              </a:spcBef>
              <a:buClr>
                <a:srgbClr val="ADB3B8"/>
              </a:buClr>
              <a:buFont typeface="Arial"/>
              <a:buChar char="•"/>
              <a:tabLst>
                <a:tab pos="241300" algn="l"/>
              </a:tabLst>
            </a:pPr>
            <a:r>
              <a:rPr sz="2600" dirty="0">
                <a:latin typeface="Calibri"/>
                <a:cs typeface="Calibri"/>
              </a:rPr>
              <a:t>Secti</a:t>
            </a:r>
            <a:r>
              <a:rPr sz="2600" spc="-10" dirty="0">
                <a:latin typeface="Calibri"/>
                <a:cs typeface="Calibri"/>
              </a:rPr>
              <a:t>o</a:t>
            </a:r>
            <a:r>
              <a:rPr sz="2600" dirty="0">
                <a:latin typeface="Calibri"/>
                <a:cs typeface="Calibri"/>
              </a:rPr>
              <a:t>n</a:t>
            </a:r>
            <a:r>
              <a:rPr sz="2600" spc="-75" dirty="0">
                <a:latin typeface="Times New Roman"/>
                <a:cs typeface="Times New Roman"/>
              </a:rPr>
              <a:t> </a:t>
            </a:r>
            <a:r>
              <a:rPr sz="2600" dirty="0">
                <a:latin typeface="Calibri"/>
                <a:cs typeface="Calibri"/>
              </a:rPr>
              <a:t>6.4</a:t>
            </a:r>
            <a:r>
              <a:rPr sz="2600" spc="-75" dirty="0">
                <a:latin typeface="Times New Roman"/>
                <a:cs typeface="Times New Roman"/>
              </a:rPr>
              <a:t> </a:t>
            </a:r>
            <a:r>
              <a:rPr sz="2600" dirty="0">
                <a:latin typeface="Calibri"/>
                <a:cs typeface="Calibri"/>
              </a:rPr>
              <a:t>–</a:t>
            </a:r>
            <a:r>
              <a:rPr sz="2600" spc="-60" dirty="0">
                <a:latin typeface="Times New Roman"/>
                <a:cs typeface="Times New Roman"/>
              </a:rPr>
              <a:t> </a:t>
            </a:r>
            <a:r>
              <a:rPr sz="2600" spc="5" dirty="0">
                <a:latin typeface="Calibri"/>
                <a:cs typeface="Calibri"/>
              </a:rPr>
              <a:t>A</a:t>
            </a:r>
            <a:r>
              <a:rPr sz="2600" spc="-5" dirty="0">
                <a:latin typeface="Calibri"/>
                <a:cs typeface="Calibri"/>
              </a:rPr>
              <a:t>da</a:t>
            </a:r>
            <a:r>
              <a:rPr sz="2600" spc="-15" dirty="0">
                <a:latin typeface="Calibri"/>
                <a:cs typeface="Calibri"/>
              </a:rPr>
              <a:t>p</a:t>
            </a:r>
            <a:r>
              <a:rPr sz="2600" dirty="0">
                <a:latin typeface="Calibri"/>
                <a:cs typeface="Calibri"/>
              </a:rPr>
              <a:t>ti</a:t>
            </a:r>
            <a:r>
              <a:rPr sz="2600" spc="-25" dirty="0">
                <a:latin typeface="Calibri"/>
                <a:cs typeface="Calibri"/>
              </a:rPr>
              <a:t>v</a:t>
            </a:r>
            <a:r>
              <a:rPr sz="2600" dirty="0">
                <a:latin typeface="Calibri"/>
                <a:cs typeface="Calibri"/>
              </a:rPr>
              <a:t>e</a:t>
            </a:r>
            <a:r>
              <a:rPr sz="2600" spc="-100"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5" dirty="0">
                <a:latin typeface="Calibri"/>
                <a:cs typeface="Calibri"/>
              </a:rPr>
              <a:t>N</a:t>
            </a:r>
            <a:r>
              <a:rPr sz="2600" spc="-10" dirty="0">
                <a:latin typeface="Calibri"/>
                <a:cs typeface="Calibri"/>
              </a:rPr>
              <a:t>o</a:t>
            </a:r>
            <a:r>
              <a:rPr sz="2600" spc="-5" dirty="0">
                <a:latin typeface="Calibri"/>
                <a:cs typeface="Calibri"/>
              </a:rPr>
              <a:t>n</a:t>
            </a:r>
            <a:r>
              <a:rPr sz="2600" dirty="0">
                <a:latin typeface="Calibri"/>
                <a:cs typeface="Calibri"/>
              </a:rPr>
              <a:t>li</a:t>
            </a:r>
            <a:r>
              <a:rPr sz="2600" spc="-5" dirty="0">
                <a:latin typeface="Calibri"/>
                <a:cs typeface="Calibri"/>
              </a:rPr>
              <a:t>nea</a:t>
            </a:r>
            <a:r>
              <a:rPr sz="2600" dirty="0">
                <a:latin typeface="Calibri"/>
                <a:cs typeface="Calibri"/>
              </a:rPr>
              <a:t>r</a:t>
            </a:r>
            <a:r>
              <a:rPr sz="2600" spc="-70" dirty="0">
                <a:latin typeface="Times New Roman"/>
                <a:cs typeface="Times New Roman"/>
              </a:rPr>
              <a:t> </a:t>
            </a:r>
            <a:r>
              <a:rPr sz="2600" dirty="0">
                <a:latin typeface="Calibri"/>
                <a:cs typeface="Calibri"/>
              </a:rPr>
              <a:t>C</a:t>
            </a:r>
            <a:r>
              <a:rPr sz="2600" spc="-5" dirty="0">
                <a:latin typeface="Calibri"/>
                <a:cs typeface="Calibri"/>
              </a:rPr>
              <a:t>o</a:t>
            </a:r>
            <a:r>
              <a:rPr sz="2600" spc="-25" dirty="0">
                <a:latin typeface="Calibri"/>
                <a:cs typeface="Calibri"/>
              </a:rPr>
              <a:t>n</a:t>
            </a:r>
            <a:r>
              <a:rPr sz="2600" dirty="0">
                <a:latin typeface="Calibri"/>
                <a:cs typeface="Calibri"/>
              </a:rPr>
              <a:t>t</a:t>
            </a:r>
            <a:r>
              <a:rPr sz="2600" spc="-35" dirty="0">
                <a:latin typeface="Calibri"/>
                <a:cs typeface="Calibri"/>
              </a:rPr>
              <a:t>r</a:t>
            </a:r>
            <a:r>
              <a:rPr sz="2600" spc="-5" dirty="0">
                <a:latin typeface="Calibri"/>
                <a:cs typeface="Calibri"/>
              </a:rPr>
              <a:t>o</a:t>
            </a:r>
            <a:r>
              <a:rPr sz="2600" dirty="0">
                <a:latin typeface="Calibri"/>
                <a:cs typeface="Calibri"/>
              </a:rPr>
              <a:t>l</a:t>
            </a:r>
          </a:p>
          <a:p>
            <a:pPr>
              <a:lnSpc>
                <a:spcPct val="100000"/>
              </a:lnSpc>
              <a:spcBef>
                <a:spcPts val="49"/>
              </a:spcBef>
            </a:pPr>
            <a:endParaRPr lang="en-US" sz="3850" dirty="0">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4488" y="96004"/>
            <a:ext cx="8964295" cy="6666230"/>
          </a:xfrm>
          <a:custGeom>
            <a:avLst/>
            <a:gdLst/>
            <a:ahLst/>
            <a:cxnLst/>
            <a:rect l="l" t="t" r="r" b="b"/>
            <a:pathLst>
              <a:path w="8964295" h="6666230">
                <a:moveTo>
                  <a:pt x="0" y="6665792"/>
                </a:moveTo>
                <a:lnTo>
                  <a:pt x="8963954" y="6665792"/>
                </a:lnTo>
                <a:lnTo>
                  <a:pt x="8963954"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633222" y="1860042"/>
            <a:ext cx="1583055" cy="0"/>
          </a:xfrm>
          <a:custGeom>
            <a:avLst/>
            <a:gdLst/>
            <a:ahLst/>
            <a:cxnLst/>
            <a:rect l="l" t="t" r="r" b="b"/>
            <a:pathLst>
              <a:path w="1583055">
                <a:moveTo>
                  <a:pt x="0" y="0"/>
                </a:moveTo>
                <a:lnTo>
                  <a:pt x="1582841" y="0"/>
                </a:lnTo>
              </a:path>
            </a:pathLst>
          </a:custGeom>
          <a:ln w="16763">
            <a:solidFill>
              <a:srgbClr val="A5ACB0"/>
            </a:solidFill>
          </a:ln>
        </p:spPr>
        <p:txBody>
          <a:bodyPr wrap="square" lIns="0" tIns="0" rIns="0" bIns="0" rtlCol="0"/>
          <a:lstStyle/>
          <a:p>
            <a:endParaRPr/>
          </a:p>
        </p:txBody>
      </p:sp>
      <p:sp>
        <p:nvSpPr>
          <p:cNvPr id="4" name="object 4"/>
          <p:cNvSpPr/>
          <p:nvPr/>
        </p:nvSpPr>
        <p:spPr>
          <a:xfrm>
            <a:off x="6271259" y="763837"/>
            <a:ext cx="210300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496150" y="721240"/>
            <a:ext cx="5511800" cy="876300"/>
          </a:xfrm>
          <a:prstGeom prst="rect">
            <a:avLst/>
          </a:prstGeom>
        </p:spPr>
        <p:txBody>
          <a:bodyPr vert="horz" wrap="square" lIns="0" tIns="0" rIns="0" bIns="0" rtlCol="0">
            <a:spAutoFit/>
          </a:bodyPr>
          <a:lstStyle/>
          <a:p>
            <a:pPr marL="12700">
              <a:lnSpc>
                <a:spcPts val="3660"/>
              </a:lnSpc>
            </a:pPr>
            <a:r>
              <a:rPr sz="3100" spc="-25" dirty="0">
                <a:solidFill>
                  <a:srgbClr val="B5121B"/>
                </a:solidFill>
                <a:latin typeface="Calibri"/>
                <a:cs typeface="Calibri"/>
              </a:rPr>
              <a:t>E</a:t>
            </a:r>
            <a:r>
              <a:rPr sz="3100" spc="-75" dirty="0">
                <a:solidFill>
                  <a:srgbClr val="B5121B"/>
                </a:solidFill>
                <a:latin typeface="Calibri"/>
                <a:cs typeface="Calibri"/>
              </a:rPr>
              <a:t>x</a:t>
            </a:r>
            <a:r>
              <a:rPr sz="3100" spc="-10" dirty="0">
                <a:solidFill>
                  <a:srgbClr val="B5121B"/>
                </a:solidFill>
                <a:latin typeface="Calibri"/>
                <a:cs typeface="Calibri"/>
              </a:rPr>
              <a:t>a</a:t>
            </a:r>
            <a:r>
              <a:rPr sz="3100" spc="-30" dirty="0">
                <a:solidFill>
                  <a:srgbClr val="B5121B"/>
                </a:solidFill>
                <a:latin typeface="Calibri"/>
                <a:cs typeface="Calibri"/>
              </a:rPr>
              <a:t>m</a:t>
            </a:r>
            <a:r>
              <a:rPr sz="3100" spc="-15" dirty="0">
                <a:solidFill>
                  <a:srgbClr val="B5121B"/>
                </a:solidFill>
                <a:latin typeface="Calibri"/>
                <a:cs typeface="Calibri"/>
              </a:rPr>
              <a:t>pl</a:t>
            </a:r>
            <a:r>
              <a:rPr sz="3100" spc="-20" dirty="0">
                <a:solidFill>
                  <a:srgbClr val="B5121B"/>
                </a:solidFill>
                <a:latin typeface="Calibri"/>
                <a:cs typeface="Calibri"/>
              </a:rPr>
              <a:t>e</a:t>
            </a:r>
            <a:r>
              <a:rPr sz="3100" spc="-85" dirty="0">
                <a:solidFill>
                  <a:srgbClr val="B5121B"/>
                </a:solidFill>
                <a:latin typeface="Times New Roman"/>
                <a:cs typeface="Times New Roman"/>
              </a:rPr>
              <a:t> </a:t>
            </a:r>
            <a:r>
              <a:rPr sz="3100" spc="-20" dirty="0">
                <a:solidFill>
                  <a:srgbClr val="B5121B"/>
                </a:solidFill>
                <a:latin typeface="Calibri"/>
                <a:cs typeface="Calibri"/>
              </a:rPr>
              <a:t>7</a:t>
            </a:r>
            <a:r>
              <a:rPr sz="3100" spc="-65" dirty="0">
                <a:solidFill>
                  <a:srgbClr val="B5121B"/>
                </a:solidFill>
                <a:latin typeface="Times New Roman"/>
                <a:cs typeface="Times New Roman"/>
              </a:rPr>
              <a:t> </a:t>
            </a:r>
            <a:r>
              <a:rPr sz="3100" spc="-10" dirty="0">
                <a:solidFill>
                  <a:srgbClr val="B5121B"/>
                </a:solidFill>
                <a:latin typeface="Calibri"/>
                <a:cs typeface="Calibri"/>
              </a:rPr>
              <a:t>f</a:t>
            </a:r>
            <a:r>
              <a:rPr sz="3100" spc="-65" dirty="0">
                <a:solidFill>
                  <a:srgbClr val="B5121B"/>
                </a:solidFill>
                <a:latin typeface="Calibri"/>
                <a:cs typeface="Calibri"/>
              </a:rPr>
              <a:t>r</a:t>
            </a:r>
            <a:r>
              <a:rPr sz="3100" spc="-25" dirty="0">
                <a:solidFill>
                  <a:srgbClr val="B5121B"/>
                </a:solidFill>
                <a:latin typeface="Calibri"/>
                <a:cs typeface="Calibri"/>
              </a:rPr>
              <a:t>om</a:t>
            </a:r>
            <a:r>
              <a:rPr sz="3100" spc="-70" dirty="0">
                <a:solidFill>
                  <a:srgbClr val="B5121B"/>
                </a:solidFill>
                <a:latin typeface="Times New Roman"/>
                <a:cs typeface="Times New Roman"/>
              </a:rPr>
              <a:t> </a:t>
            </a:r>
            <a:r>
              <a:rPr sz="3100" spc="-100" dirty="0">
                <a:solidFill>
                  <a:srgbClr val="B5121B"/>
                </a:solidFill>
                <a:latin typeface="Calibri"/>
                <a:cs typeface="Calibri"/>
              </a:rPr>
              <a:t>P</a:t>
            </a:r>
            <a:r>
              <a:rPr sz="3100" spc="-10" dirty="0">
                <a:solidFill>
                  <a:srgbClr val="B5121B"/>
                </a:solidFill>
                <a:latin typeface="Calibri"/>
                <a:cs typeface="Calibri"/>
              </a:rPr>
              <a:t>a</a:t>
            </a:r>
            <a:r>
              <a:rPr sz="3100" spc="-15" dirty="0">
                <a:solidFill>
                  <a:srgbClr val="B5121B"/>
                </a:solidFill>
                <a:latin typeface="Calibri"/>
                <a:cs typeface="Calibri"/>
              </a:rPr>
              <a:t>rt</a:t>
            </a:r>
            <a:r>
              <a:rPr sz="3100" spc="-75" dirty="0">
                <a:solidFill>
                  <a:srgbClr val="B5121B"/>
                </a:solidFill>
                <a:latin typeface="Times New Roman"/>
                <a:cs typeface="Times New Roman"/>
              </a:rPr>
              <a:t> </a:t>
            </a:r>
            <a:r>
              <a:rPr sz="3100" spc="-15" dirty="0">
                <a:solidFill>
                  <a:srgbClr val="B5121B"/>
                </a:solidFill>
                <a:latin typeface="Calibri"/>
                <a:cs typeface="Calibri"/>
              </a:rPr>
              <a:t>5:</a:t>
            </a:r>
            <a:endParaRPr sz="3100">
              <a:latin typeface="Calibri"/>
              <a:cs typeface="Calibri"/>
            </a:endParaRPr>
          </a:p>
          <a:p>
            <a:pPr marL="12700">
              <a:lnSpc>
                <a:spcPts val="3660"/>
              </a:lnSpc>
            </a:pPr>
            <a:r>
              <a:rPr sz="3100" b="1" spc="-60" dirty="0">
                <a:solidFill>
                  <a:srgbClr val="B5121B"/>
                </a:solidFill>
                <a:latin typeface="Calibri"/>
                <a:cs typeface="Calibri"/>
              </a:rPr>
              <a:t>F</a:t>
            </a:r>
            <a:r>
              <a:rPr sz="3100" b="1" spc="-20" dirty="0">
                <a:solidFill>
                  <a:srgbClr val="B5121B"/>
                </a:solidFill>
                <a:latin typeface="Calibri"/>
                <a:cs typeface="Calibri"/>
              </a:rPr>
              <a:t>o</a:t>
            </a:r>
            <a:r>
              <a:rPr sz="3100" b="1" spc="15" dirty="0">
                <a:solidFill>
                  <a:srgbClr val="B5121B"/>
                </a:solidFill>
                <a:latin typeface="Calibri"/>
                <a:cs typeface="Calibri"/>
              </a:rPr>
              <a:t>r</a:t>
            </a:r>
            <a:r>
              <a:rPr sz="3100" b="1" spc="-65" dirty="0">
                <a:solidFill>
                  <a:srgbClr val="B5121B"/>
                </a:solidFill>
                <a:latin typeface="Calibri"/>
                <a:cs typeface="Calibri"/>
              </a:rPr>
              <a:t>w</a:t>
            </a:r>
            <a:r>
              <a:rPr sz="3100" b="1" spc="-30" dirty="0">
                <a:solidFill>
                  <a:srgbClr val="B5121B"/>
                </a:solidFill>
                <a:latin typeface="Calibri"/>
                <a:cs typeface="Calibri"/>
              </a:rPr>
              <a:t>a</a:t>
            </a:r>
            <a:r>
              <a:rPr sz="3100" b="1" spc="-50" dirty="0">
                <a:solidFill>
                  <a:srgbClr val="B5121B"/>
                </a:solidFill>
                <a:latin typeface="Calibri"/>
                <a:cs typeface="Calibri"/>
              </a:rPr>
              <a:t>r</a:t>
            </a:r>
            <a:r>
              <a:rPr sz="3100" b="1" spc="-20" dirty="0">
                <a:solidFill>
                  <a:srgbClr val="B5121B"/>
                </a:solidFill>
                <a:latin typeface="Calibri"/>
                <a:cs typeface="Calibri"/>
              </a:rPr>
              <a:t>d</a:t>
            </a:r>
            <a:r>
              <a:rPr sz="3100" b="1" spc="-60" dirty="0">
                <a:solidFill>
                  <a:srgbClr val="B5121B"/>
                </a:solidFill>
                <a:latin typeface="Times New Roman"/>
                <a:cs typeface="Times New Roman"/>
              </a:rPr>
              <a:t> </a:t>
            </a:r>
            <a:r>
              <a:rPr sz="3100" b="1" spc="-85" dirty="0">
                <a:solidFill>
                  <a:srgbClr val="B5121B"/>
                </a:solidFill>
                <a:latin typeface="Calibri"/>
                <a:cs typeface="Calibri"/>
              </a:rPr>
              <a:t>P</a:t>
            </a:r>
            <a:r>
              <a:rPr sz="3100" b="1" spc="-50" dirty="0">
                <a:solidFill>
                  <a:srgbClr val="B5121B"/>
                </a:solidFill>
                <a:latin typeface="Calibri"/>
                <a:cs typeface="Calibri"/>
              </a:rPr>
              <a:t>a</a:t>
            </a:r>
            <a:r>
              <a:rPr sz="3100" b="1" spc="-20" dirty="0">
                <a:solidFill>
                  <a:srgbClr val="B5121B"/>
                </a:solidFill>
                <a:latin typeface="Calibri"/>
                <a:cs typeface="Calibri"/>
              </a:rPr>
              <a:t>th</a:t>
            </a:r>
            <a:r>
              <a:rPr sz="3100" b="1" spc="-75" dirty="0">
                <a:solidFill>
                  <a:srgbClr val="B5121B"/>
                </a:solidFill>
                <a:latin typeface="Times New Roman"/>
                <a:cs typeface="Times New Roman"/>
              </a:rPr>
              <a:t> </a:t>
            </a:r>
            <a:r>
              <a:rPr sz="3100" spc="-20" dirty="0">
                <a:solidFill>
                  <a:srgbClr val="B5121B"/>
                </a:solidFill>
                <a:latin typeface="Calibri"/>
                <a:cs typeface="Calibri"/>
              </a:rPr>
              <a:t>Bloc</a:t>
            </a:r>
            <a:r>
              <a:rPr sz="3100" spc="-15" dirty="0">
                <a:solidFill>
                  <a:srgbClr val="B5121B"/>
                </a:solidFill>
                <a:latin typeface="Calibri"/>
                <a:cs typeface="Calibri"/>
              </a:rPr>
              <a:t>k</a:t>
            </a:r>
            <a:r>
              <a:rPr sz="3100" spc="-50" dirty="0">
                <a:solidFill>
                  <a:srgbClr val="B5121B"/>
                </a:solidFill>
                <a:latin typeface="Times New Roman"/>
                <a:cs typeface="Times New Roman"/>
              </a:rPr>
              <a:t> </a:t>
            </a:r>
            <a:r>
              <a:rPr sz="3100" spc="-20" dirty="0">
                <a:solidFill>
                  <a:srgbClr val="B5121B"/>
                </a:solidFill>
                <a:latin typeface="Calibri"/>
                <a:cs typeface="Calibri"/>
              </a:rPr>
              <a:t>D</a:t>
            </a:r>
            <a:r>
              <a:rPr sz="3100" spc="-15" dirty="0">
                <a:solidFill>
                  <a:srgbClr val="B5121B"/>
                </a:solidFill>
                <a:latin typeface="Calibri"/>
                <a:cs typeface="Calibri"/>
              </a:rPr>
              <a:t>i</a:t>
            </a:r>
            <a:r>
              <a:rPr sz="3100" spc="-10" dirty="0">
                <a:solidFill>
                  <a:srgbClr val="B5121B"/>
                </a:solidFill>
                <a:latin typeface="Calibri"/>
                <a:cs typeface="Calibri"/>
              </a:rPr>
              <a:t>a</a:t>
            </a:r>
            <a:r>
              <a:rPr sz="3100" spc="-25" dirty="0">
                <a:solidFill>
                  <a:srgbClr val="B5121B"/>
                </a:solidFill>
                <a:latin typeface="Calibri"/>
                <a:cs typeface="Calibri"/>
              </a:rPr>
              <a:t>g</a:t>
            </a:r>
            <a:r>
              <a:rPr sz="3100" spc="-75" dirty="0">
                <a:solidFill>
                  <a:srgbClr val="B5121B"/>
                </a:solidFill>
                <a:latin typeface="Calibri"/>
                <a:cs typeface="Calibri"/>
              </a:rPr>
              <a:t>r</a:t>
            </a:r>
            <a:r>
              <a:rPr sz="3100" spc="-10" dirty="0">
                <a:solidFill>
                  <a:srgbClr val="B5121B"/>
                </a:solidFill>
                <a:latin typeface="Calibri"/>
                <a:cs typeface="Calibri"/>
              </a:rPr>
              <a:t>a</a:t>
            </a:r>
            <a:r>
              <a:rPr sz="3100" spc="-25" dirty="0">
                <a:solidFill>
                  <a:srgbClr val="B5121B"/>
                </a:solidFill>
                <a:latin typeface="Calibri"/>
                <a:cs typeface="Calibri"/>
              </a:rPr>
              <a:t>m</a:t>
            </a:r>
            <a:r>
              <a:rPr sz="3100" spc="-60" dirty="0">
                <a:solidFill>
                  <a:srgbClr val="B5121B"/>
                </a:solidFill>
                <a:latin typeface="Times New Roman"/>
                <a:cs typeface="Times New Roman"/>
              </a:rPr>
              <a:t> </a:t>
            </a:r>
            <a:r>
              <a:rPr sz="3100" spc="-60" dirty="0">
                <a:solidFill>
                  <a:srgbClr val="B5121B"/>
                </a:solidFill>
                <a:latin typeface="Calibri"/>
                <a:cs typeface="Calibri"/>
              </a:rPr>
              <a:t>F</a:t>
            </a:r>
            <a:r>
              <a:rPr sz="3100" spc="-25" dirty="0">
                <a:solidFill>
                  <a:srgbClr val="B5121B"/>
                </a:solidFill>
                <a:latin typeface="Calibri"/>
                <a:cs typeface="Calibri"/>
              </a:rPr>
              <a:t>orm</a:t>
            </a:r>
            <a:endParaRPr sz="3100">
              <a:latin typeface="Calibri"/>
              <a:cs typeface="Calibri"/>
            </a:endParaRPr>
          </a:p>
        </p:txBody>
      </p:sp>
      <p:sp>
        <p:nvSpPr>
          <p:cNvPr id="6" name="object 6"/>
          <p:cNvSpPr/>
          <p:nvPr/>
        </p:nvSpPr>
        <p:spPr>
          <a:xfrm>
            <a:off x="6256496" y="2715015"/>
            <a:ext cx="2162810" cy="0"/>
          </a:xfrm>
          <a:custGeom>
            <a:avLst/>
            <a:gdLst/>
            <a:ahLst/>
            <a:cxnLst/>
            <a:rect l="l" t="t" r="r" b="b"/>
            <a:pathLst>
              <a:path w="2162809">
                <a:moveTo>
                  <a:pt x="0" y="0"/>
                </a:moveTo>
                <a:lnTo>
                  <a:pt x="2162749" y="0"/>
                </a:lnTo>
              </a:path>
            </a:pathLst>
          </a:custGeom>
          <a:ln w="9244">
            <a:solidFill>
              <a:srgbClr val="000000"/>
            </a:solidFill>
          </a:ln>
        </p:spPr>
        <p:txBody>
          <a:bodyPr wrap="square" lIns="0" tIns="0" rIns="0" bIns="0" rtlCol="0"/>
          <a:lstStyle/>
          <a:p>
            <a:endParaRPr/>
          </a:p>
        </p:txBody>
      </p:sp>
      <p:sp>
        <p:nvSpPr>
          <p:cNvPr id="7" name="object 7"/>
          <p:cNvSpPr txBox="1"/>
          <p:nvPr/>
        </p:nvSpPr>
        <p:spPr>
          <a:xfrm>
            <a:off x="6684663" y="2378551"/>
            <a:ext cx="200025" cy="194945"/>
          </a:xfrm>
          <a:prstGeom prst="rect">
            <a:avLst/>
          </a:prstGeom>
        </p:spPr>
        <p:txBody>
          <a:bodyPr vert="horz" wrap="square" lIns="0" tIns="0" rIns="0" bIns="0" rtlCol="0">
            <a:spAutoFit/>
          </a:bodyPr>
          <a:lstStyle/>
          <a:p>
            <a:pPr marL="12700">
              <a:lnSpc>
                <a:spcPct val="100000"/>
              </a:lnSpc>
            </a:pPr>
            <a:r>
              <a:rPr sz="1300" spc="-5" dirty="0">
                <a:latin typeface="Symbol"/>
                <a:cs typeface="Symbol"/>
              </a:rPr>
              <a:t></a:t>
            </a:r>
            <a:r>
              <a:rPr sz="1300" dirty="0">
                <a:latin typeface="Times New Roman"/>
                <a:cs typeface="Times New Roman"/>
              </a:rPr>
              <a:t>1</a:t>
            </a:r>
            <a:endParaRPr sz="1300">
              <a:latin typeface="Times New Roman"/>
              <a:cs typeface="Times New Roman"/>
            </a:endParaRPr>
          </a:p>
        </p:txBody>
      </p:sp>
      <p:sp>
        <p:nvSpPr>
          <p:cNvPr id="8" name="object 8"/>
          <p:cNvSpPr txBox="1"/>
          <p:nvPr/>
        </p:nvSpPr>
        <p:spPr>
          <a:xfrm>
            <a:off x="7364496" y="2378551"/>
            <a:ext cx="200025" cy="194945"/>
          </a:xfrm>
          <a:prstGeom prst="rect">
            <a:avLst/>
          </a:prstGeom>
        </p:spPr>
        <p:txBody>
          <a:bodyPr vert="horz" wrap="square" lIns="0" tIns="0" rIns="0" bIns="0" rtlCol="0">
            <a:spAutoFit/>
          </a:bodyPr>
          <a:lstStyle/>
          <a:p>
            <a:pPr marL="12700">
              <a:lnSpc>
                <a:spcPct val="100000"/>
              </a:lnSpc>
            </a:pPr>
            <a:r>
              <a:rPr sz="1300" spc="-5" dirty="0">
                <a:latin typeface="Symbol"/>
                <a:cs typeface="Symbol"/>
              </a:rPr>
              <a:t></a:t>
            </a:r>
            <a:r>
              <a:rPr sz="1300" dirty="0">
                <a:latin typeface="Times New Roman"/>
                <a:cs typeface="Times New Roman"/>
              </a:rPr>
              <a:t>2</a:t>
            </a:r>
            <a:endParaRPr sz="1300">
              <a:latin typeface="Times New Roman"/>
              <a:cs typeface="Times New Roman"/>
            </a:endParaRPr>
          </a:p>
        </p:txBody>
      </p:sp>
      <p:sp>
        <p:nvSpPr>
          <p:cNvPr id="9" name="object 9"/>
          <p:cNvSpPr txBox="1"/>
          <p:nvPr/>
        </p:nvSpPr>
        <p:spPr>
          <a:xfrm>
            <a:off x="8046613" y="2378551"/>
            <a:ext cx="200025" cy="194945"/>
          </a:xfrm>
          <a:prstGeom prst="rect">
            <a:avLst/>
          </a:prstGeom>
        </p:spPr>
        <p:txBody>
          <a:bodyPr vert="horz" wrap="square" lIns="0" tIns="0" rIns="0" bIns="0" rtlCol="0">
            <a:spAutoFit/>
          </a:bodyPr>
          <a:lstStyle/>
          <a:p>
            <a:pPr marL="12700">
              <a:lnSpc>
                <a:spcPct val="100000"/>
              </a:lnSpc>
            </a:pPr>
            <a:r>
              <a:rPr sz="1300" spc="-5" dirty="0">
                <a:latin typeface="Symbol"/>
                <a:cs typeface="Symbol"/>
              </a:rPr>
              <a:t></a:t>
            </a:r>
            <a:r>
              <a:rPr sz="1300" dirty="0">
                <a:latin typeface="Times New Roman"/>
                <a:cs typeface="Times New Roman"/>
              </a:rPr>
              <a:t>3</a:t>
            </a:r>
            <a:endParaRPr sz="1300">
              <a:latin typeface="Times New Roman"/>
              <a:cs typeface="Times New Roman"/>
            </a:endParaRPr>
          </a:p>
        </p:txBody>
      </p:sp>
      <p:sp>
        <p:nvSpPr>
          <p:cNvPr id="10" name="object 10"/>
          <p:cNvSpPr txBox="1"/>
          <p:nvPr/>
        </p:nvSpPr>
        <p:spPr>
          <a:xfrm>
            <a:off x="6411592" y="2432411"/>
            <a:ext cx="1645285" cy="297815"/>
          </a:xfrm>
          <a:prstGeom prst="rect">
            <a:avLst/>
          </a:prstGeom>
        </p:spPr>
        <p:txBody>
          <a:bodyPr vert="horz" wrap="square" lIns="0" tIns="0" rIns="0" bIns="0" rtlCol="0">
            <a:spAutoFit/>
          </a:bodyPr>
          <a:lstStyle/>
          <a:p>
            <a:pPr marL="12700">
              <a:lnSpc>
                <a:spcPct val="100000"/>
              </a:lnSpc>
              <a:tabLst>
                <a:tab pos="504825" algn="l"/>
                <a:tab pos="1196975" algn="l"/>
              </a:tabLst>
            </a:pPr>
            <a:r>
              <a:rPr sz="1750" i="1" spc="-250" dirty="0">
                <a:latin typeface="Times New Roman"/>
                <a:cs typeface="Times New Roman"/>
              </a:rPr>
              <a:t>b</a:t>
            </a:r>
            <a:r>
              <a:rPr sz="1950" spc="82" baseline="-19230" dirty="0">
                <a:latin typeface="Times New Roman"/>
                <a:cs typeface="Times New Roman"/>
              </a:rPr>
              <a:t>1</a:t>
            </a:r>
            <a:r>
              <a:rPr sz="1750" i="1" dirty="0">
                <a:latin typeface="Times New Roman"/>
                <a:cs typeface="Times New Roman"/>
              </a:rPr>
              <a:t>z	</a:t>
            </a:r>
            <a:r>
              <a:rPr sz="1750" spc="-10" dirty="0">
                <a:latin typeface="Symbol"/>
                <a:cs typeface="Symbol"/>
              </a:rPr>
              <a:t></a:t>
            </a:r>
            <a:r>
              <a:rPr sz="1750" spc="-170" dirty="0">
                <a:latin typeface="Times New Roman"/>
                <a:cs typeface="Times New Roman"/>
              </a:rPr>
              <a:t> </a:t>
            </a:r>
            <a:r>
              <a:rPr sz="1750" i="1" spc="-105" dirty="0">
                <a:latin typeface="Times New Roman"/>
                <a:cs typeface="Times New Roman"/>
              </a:rPr>
              <a:t>b</a:t>
            </a:r>
            <a:r>
              <a:rPr sz="1950" baseline="-19230" dirty="0">
                <a:latin typeface="Times New Roman"/>
                <a:cs typeface="Times New Roman"/>
              </a:rPr>
              <a:t>2</a:t>
            </a:r>
            <a:r>
              <a:rPr sz="1950" spc="-254" baseline="-19230" dirty="0">
                <a:latin typeface="Times New Roman"/>
                <a:cs typeface="Times New Roman"/>
              </a:rPr>
              <a:t> </a:t>
            </a:r>
            <a:r>
              <a:rPr sz="1750" i="1" dirty="0">
                <a:latin typeface="Times New Roman"/>
                <a:cs typeface="Times New Roman"/>
              </a:rPr>
              <a:t>z	</a:t>
            </a:r>
            <a:r>
              <a:rPr sz="1750" spc="-10" dirty="0">
                <a:latin typeface="Symbol"/>
                <a:cs typeface="Symbol"/>
              </a:rPr>
              <a:t></a:t>
            </a:r>
            <a:r>
              <a:rPr sz="1750" spc="-170" dirty="0">
                <a:latin typeface="Times New Roman"/>
                <a:cs typeface="Times New Roman"/>
              </a:rPr>
              <a:t> </a:t>
            </a:r>
            <a:r>
              <a:rPr sz="1750" i="1" spc="-145" dirty="0">
                <a:latin typeface="Times New Roman"/>
                <a:cs typeface="Times New Roman"/>
              </a:rPr>
              <a:t>b</a:t>
            </a:r>
            <a:r>
              <a:rPr sz="1950" baseline="-19230" dirty="0">
                <a:latin typeface="Times New Roman"/>
                <a:cs typeface="Times New Roman"/>
              </a:rPr>
              <a:t>3</a:t>
            </a:r>
            <a:r>
              <a:rPr sz="1950" spc="-322" baseline="-19230" dirty="0">
                <a:latin typeface="Times New Roman"/>
                <a:cs typeface="Times New Roman"/>
              </a:rPr>
              <a:t> </a:t>
            </a:r>
            <a:r>
              <a:rPr sz="1750" i="1" dirty="0">
                <a:latin typeface="Times New Roman"/>
                <a:cs typeface="Times New Roman"/>
              </a:rPr>
              <a:t>z</a:t>
            </a:r>
            <a:endParaRPr sz="1750">
              <a:latin typeface="Times New Roman"/>
              <a:cs typeface="Times New Roman"/>
            </a:endParaRPr>
          </a:p>
        </p:txBody>
      </p:sp>
      <p:sp>
        <p:nvSpPr>
          <p:cNvPr id="11" name="object 11"/>
          <p:cNvSpPr txBox="1"/>
          <p:nvPr/>
        </p:nvSpPr>
        <p:spPr>
          <a:xfrm>
            <a:off x="6809630" y="2720665"/>
            <a:ext cx="897255" cy="194310"/>
          </a:xfrm>
          <a:prstGeom prst="rect">
            <a:avLst/>
          </a:prstGeom>
        </p:spPr>
        <p:txBody>
          <a:bodyPr vert="horz" wrap="square" lIns="0" tIns="0" rIns="0" bIns="0" rtlCol="0">
            <a:spAutoFit/>
          </a:bodyPr>
          <a:lstStyle/>
          <a:p>
            <a:pPr marL="12700">
              <a:lnSpc>
                <a:spcPct val="100000"/>
              </a:lnSpc>
              <a:tabLst>
                <a:tab pos="709295" algn="l"/>
              </a:tabLst>
            </a:pPr>
            <a:r>
              <a:rPr sz="1300" spc="-5" dirty="0">
                <a:latin typeface="Symbol"/>
                <a:cs typeface="Symbol"/>
              </a:rPr>
              <a:t></a:t>
            </a:r>
            <a:r>
              <a:rPr sz="1300" dirty="0">
                <a:latin typeface="Times New Roman"/>
                <a:cs typeface="Times New Roman"/>
              </a:rPr>
              <a:t>1	</a:t>
            </a:r>
            <a:r>
              <a:rPr sz="1300" spc="-5" dirty="0">
                <a:latin typeface="Symbol"/>
                <a:cs typeface="Symbol"/>
              </a:rPr>
              <a:t></a:t>
            </a:r>
            <a:r>
              <a:rPr sz="1300" dirty="0">
                <a:latin typeface="Times New Roman"/>
                <a:cs typeface="Times New Roman"/>
              </a:rPr>
              <a:t>2</a:t>
            </a:r>
            <a:endParaRPr sz="1300">
              <a:latin typeface="Times New Roman"/>
              <a:cs typeface="Times New Roman"/>
            </a:endParaRPr>
          </a:p>
        </p:txBody>
      </p:sp>
      <p:sp>
        <p:nvSpPr>
          <p:cNvPr id="12" name="object 12"/>
          <p:cNvSpPr txBox="1"/>
          <p:nvPr/>
        </p:nvSpPr>
        <p:spPr>
          <a:xfrm>
            <a:off x="8206294" y="2720665"/>
            <a:ext cx="200025" cy="194310"/>
          </a:xfrm>
          <a:prstGeom prst="rect">
            <a:avLst/>
          </a:prstGeom>
        </p:spPr>
        <p:txBody>
          <a:bodyPr vert="horz" wrap="square" lIns="0" tIns="0" rIns="0" bIns="0" rtlCol="0">
            <a:spAutoFit/>
          </a:bodyPr>
          <a:lstStyle/>
          <a:p>
            <a:pPr marL="12700">
              <a:lnSpc>
                <a:spcPct val="100000"/>
              </a:lnSpc>
            </a:pPr>
            <a:r>
              <a:rPr sz="1300" spc="-5" dirty="0">
                <a:latin typeface="Symbol"/>
                <a:cs typeface="Symbol"/>
              </a:rPr>
              <a:t></a:t>
            </a:r>
            <a:r>
              <a:rPr sz="1300" dirty="0">
                <a:latin typeface="Times New Roman"/>
                <a:cs typeface="Times New Roman"/>
              </a:rPr>
              <a:t>3</a:t>
            </a:r>
            <a:endParaRPr sz="1300">
              <a:latin typeface="Times New Roman"/>
              <a:cs typeface="Times New Roman"/>
            </a:endParaRPr>
          </a:p>
        </p:txBody>
      </p:sp>
      <p:sp>
        <p:nvSpPr>
          <p:cNvPr id="13" name="object 13"/>
          <p:cNvSpPr txBox="1"/>
          <p:nvPr/>
        </p:nvSpPr>
        <p:spPr>
          <a:xfrm>
            <a:off x="6234523" y="2774525"/>
            <a:ext cx="1982470" cy="297815"/>
          </a:xfrm>
          <a:prstGeom prst="rect">
            <a:avLst/>
          </a:prstGeom>
        </p:spPr>
        <p:txBody>
          <a:bodyPr vert="horz" wrap="square" lIns="0" tIns="0" rIns="0" bIns="0" rtlCol="0">
            <a:spAutoFit/>
          </a:bodyPr>
          <a:lstStyle/>
          <a:p>
            <a:pPr marL="12700">
              <a:lnSpc>
                <a:spcPct val="100000"/>
              </a:lnSpc>
              <a:tabLst>
                <a:tab pos="806450" algn="l"/>
                <a:tab pos="1516380" algn="l"/>
              </a:tabLst>
            </a:pPr>
            <a:r>
              <a:rPr sz="1750" spc="125" dirty="0">
                <a:latin typeface="Times New Roman"/>
                <a:cs typeface="Times New Roman"/>
              </a:rPr>
              <a:t>1</a:t>
            </a:r>
            <a:r>
              <a:rPr sz="1750" spc="-10" dirty="0">
                <a:latin typeface="Symbol"/>
                <a:cs typeface="Symbol"/>
              </a:rPr>
              <a:t></a:t>
            </a:r>
            <a:r>
              <a:rPr sz="1750" spc="-114" dirty="0">
                <a:latin typeface="Times New Roman"/>
                <a:cs typeface="Times New Roman"/>
              </a:rPr>
              <a:t> </a:t>
            </a:r>
            <a:r>
              <a:rPr sz="1750" i="1" spc="-170" dirty="0">
                <a:latin typeface="Times New Roman"/>
                <a:cs typeface="Times New Roman"/>
              </a:rPr>
              <a:t>a</a:t>
            </a:r>
            <a:r>
              <a:rPr sz="1950" spc="82" baseline="-19230" dirty="0">
                <a:latin typeface="Times New Roman"/>
                <a:cs typeface="Times New Roman"/>
              </a:rPr>
              <a:t>1</a:t>
            </a:r>
            <a:r>
              <a:rPr sz="1750" i="1" dirty="0">
                <a:latin typeface="Times New Roman"/>
                <a:cs typeface="Times New Roman"/>
              </a:rPr>
              <a:t>z	</a:t>
            </a:r>
            <a:r>
              <a:rPr sz="1750" spc="-10" dirty="0">
                <a:latin typeface="Symbol"/>
                <a:cs typeface="Symbol"/>
              </a:rPr>
              <a:t></a:t>
            </a:r>
            <a:r>
              <a:rPr sz="1750" spc="-114" dirty="0">
                <a:latin typeface="Times New Roman"/>
                <a:cs typeface="Times New Roman"/>
              </a:rPr>
              <a:t> </a:t>
            </a:r>
            <a:r>
              <a:rPr sz="1750" i="1" spc="-25" dirty="0">
                <a:latin typeface="Times New Roman"/>
                <a:cs typeface="Times New Roman"/>
              </a:rPr>
              <a:t>a</a:t>
            </a:r>
            <a:r>
              <a:rPr sz="1950" baseline="-19230" dirty="0">
                <a:latin typeface="Times New Roman"/>
                <a:cs typeface="Times New Roman"/>
              </a:rPr>
              <a:t>2</a:t>
            </a:r>
            <a:r>
              <a:rPr sz="1950" spc="-254" baseline="-19230" dirty="0">
                <a:latin typeface="Times New Roman"/>
                <a:cs typeface="Times New Roman"/>
              </a:rPr>
              <a:t> </a:t>
            </a:r>
            <a:r>
              <a:rPr sz="1750" i="1" dirty="0">
                <a:latin typeface="Times New Roman"/>
                <a:cs typeface="Times New Roman"/>
              </a:rPr>
              <a:t>z	</a:t>
            </a:r>
            <a:r>
              <a:rPr sz="1750" spc="-10" dirty="0">
                <a:latin typeface="Symbol"/>
                <a:cs typeface="Symbol"/>
              </a:rPr>
              <a:t></a:t>
            </a:r>
            <a:r>
              <a:rPr sz="1750" spc="-114" dirty="0">
                <a:latin typeface="Times New Roman"/>
                <a:cs typeface="Times New Roman"/>
              </a:rPr>
              <a:t> </a:t>
            </a:r>
            <a:r>
              <a:rPr sz="1750" i="1" spc="-65" dirty="0">
                <a:latin typeface="Times New Roman"/>
                <a:cs typeface="Times New Roman"/>
              </a:rPr>
              <a:t>a</a:t>
            </a:r>
            <a:r>
              <a:rPr sz="1950" baseline="-19230" dirty="0">
                <a:latin typeface="Times New Roman"/>
                <a:cs typeface="Times New Roman"/>
              </a:rPr>
              <a:t>3</a:t>
            </a:r>
            <a:r>
              <a:rPr sz="1950" spc="-322" baseline="-19230" dirty="0">
                <a:latin typeface="Times New Roman"/>
                <a:cs typeface="Times New Roman"/>
              </a:rPr>
              <a:t> </a:t>
            </a:r>
            <a:r>
              <a:rPr sz="1750" i="1" dirty="0">
                <a:latin typeface="Times New Roman"/>
                <a:cs typeface="Times New Roman"/>
              </a:rPr>
              <a:t>z</a:t>
            </a:r>
            <a:endParaRPr sz="1750">
              <a:latin typeface="Times New Roman"/>
              <a:cs typeface="Times New Roman"/>
            </a:endParaRPr>
          </a:p>
        </p:txBody>
      </p:sp>
      <p:sp>
        <p:nvSpPr>
          <p:cNvPr id="14" name="object 14"/>
          <p:cNvSpPr/>
          <p:nvPr/>
        </p:nvSpPr>
        <p:spPr>
          <a:xfrm>
            <a:off x="6217919" y="2362200"/>
            <a:ext cx="2243455" cy="706120"/>
          </a:xfrm>
          <a:custGeom>
            <a:avLst/>
            <a:gdLst/>
            <a:ahLst/>
            <a:cxnLst/>
            <a:rect l="l" t="t" r="r" b="b"/>
            <a:pathLst>
              <a:path w="2243454" h="706119">
                <a:moveTo>
                  <a:pt x="0" y="705611"/>
                </a:moveTo>
                <a:lnTo>
                  <a:pt x="2243327" y="705611"/>
                </a:lnTo>
                <a:lnTo>
                  <a:pt x="2243327" y="0"/>
                </a:lnTo>
                <a:lnTo>
                  <a:pt x="0" y="0"/>
                </a:lnTo>
                <a:lnTo>
                  <a:pt x="0" y="705611"/>
                </a:lnTo>
                <a:close/>
              </a:path>
            </a:pathLst>
          </a:custGeom>
          <a:ln w="3175">
            <a:solidFill>
              <a:srgbClr val="000000"/>
            </a:solidFill>
          </a:ln>
        </p:spPr>
        <p:txBody>
          <a:bodyPr wrap="square" lIns="0" tIns="0" rIns="0" bIns="0" rtlCol="0"/>
          <a:lstStyle/>
          <a:p>
            <a:endParaRPr/>
          </a:p>
        </p:txBody>
      </p:sp>
      <p:sp>
        <p:nvSpPr>
          <p:cNvPr id="15" name="object 15"/>
          <p:cNvSpPr/>
          <p:nvPr/>
        </p:nvSpPr>
        <p:spPr>
          <a:xfrm>
            <a:off x="3861116" y="2627552"/>
            <a:ext cx="1898014" cy="0"/>
          </a:xfrm>
          <a:custGeom>
            <a:avLst/>
            <a:gdLst/>
            <a:ahLst/>
            <a:cxnLst/>
            <a:rect l="l" t="t" r="r" b="b"/>
            <a:pathLst>
              <a:path w="1898014">
                <a:moveTo>
                  <a:pt x="0" y="0"/>
                </a:moveTo>
                <a:lnTo>
                  <a:pt x="1897781" y="0"/>
                </a:lnTo>
              </a:path>
            </a:pathLst>
          </a:custGeom>
          <a:ln w="11625">
            <a:solidFill>
              <a:srgbClr val="000000"/>
            </a:solidFill>
          </a:ln>
        </p:spPr>
        <p:txBody>
          <a:bodyPr wrap="square" lIns="0" tIns="0" rIns="0" bIns="0" rtlCol="0"/>
          <a:lstStyle/>
          <a:p>
            <a:endParaRPr/>
          </a:p>
        </p:txBody>
      </p:sp>
      <p:sp>
        <p:nvSpPr>
          <p:cNvPr id="16" name="object 16"/>
          <p:cNvSpPr txBox="1"/>
          <p:nvPr/>
        </p:nvSpPr>
        <p:spPr>
          <a:xfrm>
            <a:off x="4585694" y="2637845"/>
            <a:ext cx="244475" cy="238125"/>
          </a:xfrm>
          <a:prstGeom prst="rect">
            <a:avLst/>
          </a:prstGeom>
        </p:spPr>
        <p:txBody>
          <a:bodyPr vert="horz" wrap="square" lIns="0" tIns="0" rIns="0" bIns="0" rtlCol="0">
            <a:spAutoFit/>
          </a:bodyPr>
          <a:lstStyle/>
          <a:p>
            <a:pPr marL="12700">
              <a:lnSpc>
                <a:spcPct val="100000"/>
              </a:lnSpc>
            </a:pPr>
            <a:r>
              <a:rPr sz="1650" spc="-20" dirty="0">
                <a:latin typeface="Symbol"/>
                <a:cs typeface="Symbol"/>
              </a:rPr>
              <a:t></a:t>
            </a:r>
            <a:r>
              <a:rPr sz="1650" spc="-10" dirty="0">
                <a:latin typeface="Times New Roman"/>
                <a:cs typeface="Times New Roman"/>
              </a:rPr>
              <a:t>1</a:t>
            </a:r>
            <a:endParaRPr sz="1650">
              <a:latin typeface="Times New Roman"/>
              <a:cs typeface="Times New Roman"/>
            </a:endParaRPr>
          </a:p>
        </p:txBody>
      </p:sp>
      <p:sp>
        <p:nvSpPr>
          <p:cNvPr id="17" name="object 17"/>
          <p:cNvSpPr txBox="1"/>
          <p:nvPr/>
        </p:nvSpPr>
        <p:spPr>
          <a:xfrm>
            <a:off x="5487992" y="2637845"/>
            <a:ext cx="244475" cy="238125"/>
          </a:xfrm>
          <a:prstGeom prst="rect">
            <a:avLst/>
          </a:prstGeom>
        </p:spPr>
        <p:txBody>
          <a:bodyPr vert="horz" wrap="square" lIns="0" tIns="0" rIns="0" bIns="0" rtlCol="0">
            <a:spAutoFit/>
          </a:bodyPr>
          <a:lstStyle/>
          <a:p>
            <a:pPr marL="12700">
              <a:lnSpc>
                <a:spcPct val="100000"/>
              </a:lnSpc>
            </a:pPr>
            <a:r>
              <a:rPr sz="1650" spc="-20" dirty="0">
                <a:latin typeface="Symbol"/>
                <a:cs typeface="Symbol"/>
              </a:rPr>
              <a:t></a:t>
            </a:r>
            <a:r>
              <a:rPr sz="1650" spc="-10" dirty="0">
                <a:latin typeface="Times New Roman"/>
                <a:cs typeface="Times New Roman"/>
              </a:rPr>
              <a:t>2</a:t>
            </a:r>
            <a:endParaRPr sz="1650">
              <a:latin typeface="Times New Roman"/>
              <a:cs typeface="Times New Roman"/>
            </a:endParaRPr>
          </a:p>
        </p:txBody>
      </p:sp>
      <p:sp>
        <p:nvSpPr>
          <p:cNvPr id="18" name="object 18"/>
          <p:cNvSpPr txBox="1"/>
          <p:nvPr/>
        </p:nvSpPr>
        <p:spPr>
          <a:xfrm>
            <a:off x="3836785" y="2705581"/>
            <a:ext cx="1657985" cy="368300"/>
          </a:xfrm>
          <a:prstGeom prst="rect">
            <a:avLst/>
          </a:prstGeom>
        </p:spPr>
        <p:txBody>
          <a:bodyPr vert="horz" wrap="square" lIns="0" tIns="0" rIns="0" bIns="0" rtlCol="0">
            <a:spAutoFit/>
          </a:bodyPr>
          <a:lstStyle/>
          <a:p>
            <a:pPr marL="12700">
              <a:lnSpc>
                <a:spcPct val="100000"/>
              </a:lnSpc>
              <a:tabLst>
                <a:tab pos="1036955" algn="l"/>
              </a:tabLst>
            </a:pPr>
            <a:r>
              <a:rPr sz="2200" spc="150" dirty="0">
                <a:latin typeface="Times New Roman"/>
                <a:cs typeface="Times New Roman"/>
              </a:rPr>
              <a:t>1</a:t>
            </a:r>
            <a:r>
              <a:rPr sz="2200" spc="-15" dirty="0">
                <a:latin typeface="Symbol"/>
                <a:cs typeface="Symbol"/>
              </a:rPr>
              <a:t></a:t>
            </a:r>
            <a:r>
              <a:rPr sz="2200" spc="-40" dirty="0">
                <a:latin typeface="Times New Roman"/>
                <a:cs typeface="Times New Roman"/>
              </a:rPr>
              <a:t> </a:t>
            </a:r>
            <a:r>
              <a:rPr sz="2200" i="1" spc="-110" dirty="0">
                <a:latin typeface="Times New Roman"/>
                <a:cs typeface="Times New Roman"/>
              </a:rPr>
              <a:t>g</a:t>
            </a:r>
            <a:r>
              <a:rPr sz="2475" spc="75" baseline="-18518" dirty="0">
                <a:latin typeface="Times New Roman"/>
                <a:cs typeface="Times New Roman"/>
              </a:rPr>
              <a:t>1</a:t>
            </a:r>
            <a:r>
              <a:rPr sz="2200" i="1" spc="-10" dirty="0">
                <a:latin typeface="Times New Roman"/>
                <a:cs typeface="Times New Roman"/>
              </a:rPr>
              <a:t>z</a:t>
            </a:r>
            <a:r>
              <a:rPr sz="2200" i="1" dirty="0">
                <a:latin typeface="Times New Roman"/>
                <a:cs typeface="Times New Roman"/>
              </a:rPr>
              <a:t>	</a:t>
            </a:r>
            <a:r>
              <a:rPr sz="2200" spc="-15" dirty="0">
                <a:latin typeface="Symbol"/>
                <a:cs typeface="Symbol"/>
              </a:rPr>
              <a:t></a:t>
            </a:r>
            <a:r>
              <a:rPr sz="2200" spc="-40" dirty="0">
                <a:latin typeface="Times New Roman"/>
                <a:cs typeface="Times New Roman"/>
              </a:rPr>
              <a:t> </a:t>
            </a:r>
            <a:r>
              <a:rPr sz="2200" i="1" spc="75" dirty="0">
                <a:latin typeface="Times New Roman"/>
                <a:cs typeface="Times New Roman"/>
              </a:rPr>
              <a:t>g</a:t>
            </a:r>
            <a:r>
              <a:rPr sz="2475" spc="-15" baseline="-18518" dirty="0">
                <a:latin typeface="Times New Roman"/>
                <a:cs typeface="Times New Roman"/>
              </a:rPr>
              <a:t>2</a:t>
            </a:r>
            <a:r>
              <a:rPr sz="2475" spc="-330" baseline="-18518" dirty="0">
                <a:latin typeface="Times New Roman"/>
                <a:cs typeface="Times New Roman"/>
              </a:rPr>
              <a:t> </a:t>
            </a:r>
            <a:r>
              <a:rPr sz="2200" i="1" spc="-10" dirty="0">
                <a:latin typeface="Times New Roman"/>
                <a:cs typeface="Times New Roman"/>
              </a:rPr>
              <a:t>z</a:t>
            </a:r>
            <a:endParaRPr sz="2200">
              <a:latin typeface="Times New Roman"/>
              <a:cs typeface="Times New Roman"/>
            </a:endParaRPr>
          </a:p>
        </p:txBody>
      </p:sp>
      <p:sp>
        <p:nvSpPr>
          <p:cNvPr id="19" name="object 19"/>
          <p:cNvSpPr txBox="1"/>
          <p:nvPr/>
        </p:nvSpPr>
        <p:spPr>
          <a:xfrm>
            <a:off x="4727489" y="2284232"/>
            <a:ext cx="165100" cy="304800"/>
          </a:xfrm>
          <a:prstGeom prst="rect">
            <a:avLst/>
          </a:prstGeom>
        </p:spPr>
        <p:txBody>
          <a:bodyPr vert="horz" wrap="square" lIns="0" tIns="0" rIns="0" bIns="0" rtlCol="0">
            <a:spAutoFit/>
          </a:bodyPr>
          <a:lstStyle/>
          <a:p>
            <a:pPr marL="12700">
              <a:lnSpc>
                <a:spcPct val="100000"/>
              </a:lnSpc>
            </a:pPr>
            <a:r>
              <a:rPr sz="2200" spc="-15" dirty="0">
                <a:latin typeface="Times New Roman"/>
                <a:cs typeface="Times New Roman"/>
              </a:rPr>
              <a:t>1</a:t>
            </a:r>
            <a:endParaRPr sz="2200">
              <a:latin typeface="Times New Roman"/>
              <a:cs typeface="Times New Roman"/>
            </a:endParaRPr>
          </a:p>
        </p:txBody>
      </p:sp>
      <p:sp>
        <p:nvSpPr>
          <p:cNvPr id="20" name="object 20"/>
          <p:cNvSpPr/>
          <p:nvPr/>
        </p:nvSpPr>
        <p:spPr>
          <a:xfrm>
            <a:off x="3813047" y="2253996"/>
            <a:ext cx="2004060" cy="817244"/>
          </a:xfrm>
          <a:custGeom>
            <a:avLst/>
            <a:gdLst/>
            <a:ahLst/>
            <a:cxnLst/>
            <a:rect l="l" t="t" r="r" b="b"/>
            <a:pathLst>
              <a:path w="2004060" h="817244">
                <a:moveTo>
                  <a:pt x="0" y="816863"/>
                </a:moveTo>
                <a:lnTo>
                  <a:pt x="2004059" y="816863"/>
                </a:lnTo>
                <a:lnTo>
                  <a:pt x="2004059" y="0"/>
                </a:lnTo>
                <a:lnTo>
                  <a:pt x="0" y="0"/>
                </a:lnTo>
                <a:lnTo>
                  <a:pt x="0" y="816863"/>
                </a:lnTo>
                <a:close/>
              </a:path>
            </a:pathLst>
          </a:custGeom>
          <a:ln w="3175">
            <a:solidFill>
              <a:srgbClr val="000000"/>
            </a:solidFill>
          </a:ln>
        </p:spPr>
        <p:txBody>
          <a:bodyPr wrap="square" lIns="0" tIns="0" rIns="0" bIns="0" rtlCol="0"/>
          <a:lstStyle/>
          <a:p>
            <a:endParaRPr/>
          </a:p>
        </p:txBody>
      </p:sp>
      <p:sp>
        <p:nvSpPr>
          <p:cNvPr id="21" name="object 21"/>
          <p:cNvSpPr txBox="1"/>
          <p:nvPr/>
        </p:nvSpPr>
        <p:spPr>
          <a:xfrm>
            <a:off x="4662008" y="4662741"/>
            <a:ext cx="190500" cy="186055"/>
          </a:xfrm>
          <a:prstGeom prst="rect">
            <a:avLst/>
          </a:prstGeom>
        </p:spPr>
        <p:txBody>
          <a:bodyPr vert="horz" wrap="square" lIns="0" tIns="0" rIns="0" bIns="0" rtlCol="0">
            <a:spAutoFit/>
          </a:bodyPr>
          <a:lstStyle/>
          <a:p>
            <a:pPr marL="12700">
              <a:lnSpc>
                <a:spcPct val="100000"/>
              </a:lnSpc>
            </a:pPr>
            <a:r>
              <a:rPr sz="1250" spc="-15" dirty="0">
                <a:latin typeface="Symbol"/>
                <a:cs typeface="Symbol"/>
              </a:rPr>
              <a:t></a:t>
            </a:r>
            <a:r>
              <a:rPr sz="1250" spc="-10" dirty="0">
                <a:latin typeface="Times New Roman"/>
                <a:cs typeface="Times New Roman"/>
              </a:rPr>
              <a:t>1</a:t>
            </a:r>
            <a:endParaRPr sz="1250">
              <a:latin typeface="Times New Roman"/>
              <a:cs typeface="Times New Roman"/>
            </a:endParaRPr>
          </a:p>
        </p:txBody>
      </p:sp>
      <p:sp>
        <p:nvSpPr>
          <p:cNvPr id="22" name="object 22"/>
          <p:cNvSpPr txBox="1"/>
          <p:nvPr/>
        </p:nvSpPr>
        <p:spPr>
          <a:xfrm>
            <a:off x="5458355" y="4662741"/>
            <a:ext cx="190500" cy="186055"/>
          </a:xfrm>
          <a:prstGeom prst="rect">
            <a:avLst/>
          </a:prstGeom>
        </p:spPr>
        <p:txBody>
          <a:bodyPr vert="horz" wrap="square" lIns="0" tIns="0" rIns="0" bIns="0" rtlCol="0">
            <a:spAutoFit/>
          </a:bodyPr>
          <a:lstStyle/>
          <a:p>
            <a:pPr marL="12700">
              <a:lnSpc>
                <a:spcPct val="100000"/>
              </a:lnSpc>
            </a:pPr>
            <a:r>
              <a:rPr sz="1250" spc="-15" dirty="0">
                <a:latin typeface="Symbol"/>
                <a:cs typeface="Symbol"/>
              </a:rPr>
              <a:t></a:t>
            </a:r>
            <a:r>
              <a:rPr sz="1250" spc="-10" dirty="0">
                <a:latin typeface="Times New Roman"/>
                <a:cs typeface="Times New Roman"/>
              </a:rPr>
              <a:t>2</a:t>
            </a:r>
            <a:endParaRPr sz="1250">
              <a:latin typeface="Times New Roman"/>
              <a:cs typeface="Times New Roman"/>
            </a:endParaRPr>
          </a:p>
        </p:txBody>
      </p:sp>
      <p:sp>
        <p:nvSpPr>
          <p:cNvPr id="23" name="object 23"/>
          <p:cNvSpPr txBox="1"/>
          <p:nvPr/>
        </p:nvSpPr>
        <p:spPr>
          <a:xfrm>
            <a:off x="3881961" y="4690543"/>
            <a:ext cx="1582420" cy="351155"/>
          </a:xfrm>
          <a:prstGeom prst="rect">
            <a:avLst/>
          </a:prstGeom>
        </p:spPr>
        <p:txBody>
          <a:bodyPr vert="horz" wrap="square" lIns="0" tIns="0" rIns="0" bIns="0" rtlCol="0">
            <a:spAutoFit/>
          </a:bodyPr>
          <a:lstStyle/>
          <a:p>
            <a:pPr marL="12700">
              <a:lnSpc>
                <a:spcPct val="100000"/>
              </a:lnSpc>
              <a:tabLst>
                <a:tab pos="1017905" algn="l"/>
              </a:tabLst>
            </a:pPr>
            <a:r>
              <a:rPr sz="2150" i="1" spc="75" dirty="0">
                <a:latin typeface="Times New Roman"/>
                <a:cs typeface="Times New Roman"/>
              </a:rPr>
              <a:t>f</a:t>
            </a:r>
            <a:r>
              <a:rPr sz="1875" spc="-15" baseline="-24444" dirty="0">
                <a:latin typeface="Times New Roman"/>
                <a:cs typeface="Times New Roman"/>
              </a:rPr>
              <a:t>0</a:t>
            </a:r>
            <a:r>
              <a:rPr sz="1875" baseline="-24444" dirty="0">
                <a:latin typeface="Times New Roman"/>
                <a:cs typeface="Times New Roman"/>
              </a:rPr>
              <a:t> </a:t>
            </a:r>
            <a:r>
              <a:rPr sz="1875" spc="-75" baseline="-24444" dirty="0">
                <a:latin typeface="Times New Roman"/>
                <a:cs typeface="Times New Roman"/>
              </a:rPr>
              <a:t> </a:t>
            </a:r>
            <a:r>
              <a:rPr sz="2150" spc="-15" dirty="0">
                <a:latin typeface="Symbol"/>
                <a:cs typeface="Symbol"/>
              </a:rPr>
              <a:t></a:t>
            </a:r>
            <a:r>
              <a:rPr sz="2150" spc="260" dirty="0">
                <a:latin typeface="Times New Roman"/>
                <a:cs typeface="Times New Roman"/>
              </a:rPr>
              <a:t> </a:t>
            </a:r>
            <a:r>
              <a:rPr sz="2150" i="1" spc="-45" dirty="0">
                <a:latin typeface="Times New Roman"/>
                <a:cs typeface="Times New Roman"/>
              </a:rPr>
              <a:t>f</a:t>
            </a:r>
            <a:r>
              <a:rPr sz="1875" spc="-15" baseline="-24444" dirty="0">
                <a:latin typeface="Times New Roman"/>
                <a:cs typeface="Times New Roman"/>
              </a:rPr>
              <a:t>1</a:t>
            </a:r>
            <a:r>
              <a:rPr sz="1875" spc="-307" baseline="-24444" dirty="0">
                <a:latin typeface="Times New Roman"/>
                <a:cs typeface="Times New Roman"/>
              </a:rPr>
              <a:t> </a:t>
            </a:r>
            <a:r>
              <a:rPr sz="2150" i="1" spc="-10" dirty="0">
                <a:latin typeface="Times New Roman"/>
                <a:cs typeface="Times New Roman"/>
              </a:rPr>
              <a:t>z</a:t>
            </a:r>
            <a:r>
              <a:rPr sz="2150" i="1" dirty="0">
                <a:latin typeface="Times New Roman"/>
                <a:cs typeface="Times New Roman"/>
              </a:rPr>
              <a:t>	</a:t>
            </a:r>
            <a:r>
              <a:rPr sz="2150" spc="-15" dirty="0">
                <a:latin typeface="Symbol"/>
                <a:cs typeface="Symbol"/>
              </a:rPr>
              <a:t></a:t>
            </a:r>
            <a:r>
              <a:rPr sz="2150" spc="260" dirty="0">
                <a:latin typeface="Times New Roman"/>
                <a:cs typeface="Times New Roman"/>
              </a:rPr>
              <a:t> </a:t>
            </a:r>
            <a:r>
              <a:rPr sz="2150" i="1" spc="90" dirty="0">
                <a:latin typeface="Times New Roman"/>
                <a:cs typeface="Times New Roman"/>
              </a:rPr>
              <a:t>f</a:t>
            </a:r>
            <a:r>
              <a:rPr sz="1875" spc="-15" baseline="-24444" dirty="0">
                <a:latin typeface="Times New Roman"/>
                <a:cs typeface="Times New Roman"/>
              </a:rPr>
              <a:t>2</a:t>
            </a:r>
            <a:r>
              <a:rPr sz="1875" spc="-165" baseline="-24444" dirty="0">
                <a:latin typeface="Times New Roman"/>
                <a:cs typeface="Times New Roman"/>
              </a:rPr>
              <a:t> </a:t>
            </a:r>
            <a:r>
              <a:rPr sz="2150" i="1" spc="-10" dirty="0">
                <a:latin typeface="Times New Roman"/>
                <a:cs typeface="Times New Roman"/>
              </a:rPr>
              <a:t>z</a:t>
            </a:r>
            <a:endParaRPr sz="2150">
              <a:latin typeface="Times New Roman"/>
              <a:cs typeface="Times New Roman"/>
            </a:endParaRPr>
          </a:p>
        </p:txBody>
      </p:sp>
      <p:sp>
        <p:nvSpPr>
          <p:cNvPr id="24" name="object 24"/>
          <p:cNvSpPr/>
          <p:nvPr/>
        </p:nvSpPr>
        <p:spPr>
          <a:xfrm>
            <a:off x="3800855" y="4629911"/>
            <a:ext cx="1888489" cy="436245"/>
          </a:xfrm>
          <a:custGeom>
            <a:avLst/>
            <a:gdLst/>
            <a:ahLst/>
            <a:cxnLst/>
            <a:rect l="l" t="t" r="r" b="b"/>
            <a:pathLst>
              <a:path w="1888489" h="436245">
                <a:moveTo>
                  <a:pt x="0" y="435863"/>
                </a:moveTo>
                <a:lnTo>
                  <a:pt x="1888235" y="435863"/>
                </a:lnTo>
                <a:lnTo>
                  <a:pt x="1888235" y="0"/>
                </a:lnTo>
                <a:lnTo>
                  <a:pt x="0" y="0"/>
                </a:lnTo>
                <a:lnTo>
                  <a:pt x="0" y="435863"/>
                </a:lnTo>
                <a:close/>
              </a:path>
            </a:pathLst>
          </a:custGeom>
          <a:ln w="3175">
            <a:solidFill>
              <a:srgbClr val="000000"/>
            </a:solidFill>
          </a:ln>
        </p:spPr>
        <p:txBody>
          <a:bodyPr wrap="square" lIns="0" tIns="0" rIns="0" bIns="0" rtlCol="0"/>
          <a:lstStyle/>
          <a:p>
            <a:endParaRPr/>
          </a:p>
        </p:txBody>
      </p:sp>
      <p:sp>
        <p:nvSpPr>
          <p:cNvPr id="25" name="object 25"/>
          <p:cNvSpPr/>
          <p:nvPr/>
        </p:nvSpPr>
        <p:spPr>
          <a:xfrm>
            <a:off x="1735420" y="2631175"/>
            <a:ext cx="882650" cy="0"/>
          </a:xfrm>
          <a:custGeom>
            <a:avLst/>
            <a:gdLst/>
            <a:ahLst/>
            <a:cxnLst/>
            <a:rect l="l" t="t" r="r" b="b"/>
            <a:pathLst>
              <a:path w="882650">
                <a:moveTo>
                  <a:pt x="0" y="0"/>
                </a:moveTo>
                <a:lnTo>
                  <a:pt x="882311" y="0"/>
                </a:lnTo>
              </a:path>
            </a:pathLst>
          </a:custGeom>
          <a:ln w="14025">
            <a:solidFill>
              <a:srgbClr val="000000"/>
            </a:solidFill>
          </a:ln>
        </p:spPr>
        <p:txBody>
          <a:bodyPr wrap="square" lIns="0" tIns="0" rIns="0" bIns="0" rtlCol="0"/>
          <a:lstStyle/>
          <a:p>
            <a:endParaRPr/>
          </a:p>
        </p:txBody>
      </p:sp>
      <p:sp>
        <p:nvSpPr>
          <p:cNvPr id="26" name="object 26"/>
          <p:cNvSpPr txBox="1"/>
          <p:nvPr/>
        </p:nvSpPr>
        <p:spPr>
          <a:xfrm>
            <a:off x="1708722" y="2646226"/>
            <a:ext cx="894080" cy="449580"/>
          </a:xfrm>
          <a:prstGeom prst="rect">
            <a:avLst/>
          </a:prstGeom>
        </p:spPr>
        <p:txBody>
          <a:bodyPr vert="horz" wrap="square" lIns="0" tIns="0" rIns="0" bIns="0" rtlCol="0">
            <a:spAutoFit/>
          </a:bodyPr>
          <a:lstStyle/>
          <a:p>
            <a:pPr marL="12700">
              <a:lnSpc>
                <a:spcPct val="100000"/>
              </a:lnSpc>
            </a:pPr>
            <a:r>
              <a:rPr sz="2650" spc="190" dirty="0">
                <a:latin typeface="Times New Roman"/>
                <a:cs typeface="Times New Roman"/>
              </a:rPr>
              <a:t>1</a:t>
            </a:r>
            <a:r>
              <a:rPr sz="2650" spc="-15" dirty="0">
                <a:latin typeface="Symbol"/>
                <a:cs typeface="Symbol"/>
              </a:rPr>
              <a:t></a:t>
            </a:r>
            <a:r>
              <a:rPr sz="2650" spc="-95" dirty="0">
                <a:latin typeface="Times New Roman"/>
                <a:cs typeface="Times New Roman"/>
              </a:rPr>
              <a:t> </a:t>
            </a:r>
            <a:r>
              <a:rPr sz="2650" i="1" spc="165" dirty="0">
                <a:latin typeface="Times New Roman"/>
                <a:cs typeface="Times New Roman"/>
              </a:rPr>
              <a:t>z</a:t>
            </a:r>
            <a:r>
              <a:rPr sz="2925" baseline="34188" dirty="0">
                <a:latin typeface="Symbol"/>
                <a:cs typeface="Symbol"/>
              </a:rPr>
              <a:t></a:t>
            </a:r>
            <a:r>
              <a:rPr sz="2925" spc="7" baseline="34188" dirty="0">
                <a:latin typeface="Times New Roman"/>
                <a:cs typeface="Times New Roman"/>
              </a:rPr>
              <a:t>1</a:t>
            </a:r>
            <a:endParaRPr sz="2925" baseline="34188">
              <a:latin typeface="Times New Roman"/>
              <a:cs typeface="Times New Roman"/>
            </a:endParaRPr>
          </a:p>
        </p:txBody>
      </p:sp>
      <p:sp>
        <p:nvSpPr>
          <p:cNvPr id="27" name="object 27"/>
          <p:cNvSpPr txBox="1"/>
          <p:nvPr/>
        </p:nvSpPr>
        <p:spPr>
          <a:xfrm>
            <a:off x="2175676" y="2373258"/>
            <a:ext cx="109855" cy="278130"/>
          </a:xfrm>
          <a:prstGeom prst="rect">
            <a:avLst/>
          </a:prstGeom>
        </p:spPr>
        <p:txBody>
          <a:bodyPr vert="horz" wrap="square" lIns="0" tIns="0" rIns="0" bIns="0" rtlCol="0">
            <a:spAutoFit/>
          </a:bodyPr>
          <a:lstStyle/>
          <a:p>
            <a:pPr marL="12700">
              <a:lnSpc>
                <a:spcPct val="100000"/>
              </a:lnSpc>
            </a:pPr>
            <a:r>
              <a:rPr sz="1950" i="1" spc="5" dirty="0">
                <a:latin typeface="Times New Roman"/>
                <a:cs typeface="Times New Roman"/>
              </a:rPr>
              <a:t>I</a:t>
            </a:r>
            <a:endParaRPr sz="1950">
              <a:latin typeface="Times New Roman"/>
              <a:cs typeface="Times New Roman"/>
            </a:endParaRPr>
          </a:p>
        </p:txBody>
      </p:sp>
      <p:sp>
        <p:nvSpPr>
          <p:cNvPr id="28" name="object 28"/>
          <p:cNvSpPr txBox="1"/>
          <p:nvPr/>
        </p:nvSpPr>
        <p:spPr>
          <a:xfrm>
            <a:off x="2013027" y="2217875"/>
            <a:ext cx="174625" cy="362585"/>
          </a:xfrm>
          <a:prstGeom prst="rect">
            <a:avLst/>
          </a:prstGeom>
        </p:spPr>
        <p:txBody>
          <a:bodyPr vert="horz" wrap="square" lIns="0" tIns="0" rIns="0" bIns="0" rtlCol="0">
            <a:spAutoFit/>
          </a:bodyPr>
          <a:lstStyle/>
          <a:p>
            <a:pPr marL="12700">
              <a:lnSpc>
                <a:spcPct val="100000"/>
              </a:lnSpc>
            </a:pPr>
            <a:r>
              <a:rPr sz="2650" i="1" spc="-15" dirty="0">
                <a:latin typeface="Times New Roman"/>
                <a:cs typeface="Times New Roman"/>
              </a:rPr>
              <a:t>k</a:t>
            </a:r>
            <a:endParaRPr sz="2650">
              <a:latin typeface="Times New Roman"/>
              <a:cs typeface="Times New Roman"/>
            </a:endParaRPr>
          </a:p>
        </p:txBody>
      </p:sp>
      <p:sp>
        <p:nvSpPr>
          <p:cNvPr id="29" name="object 29"/>
          <p:cNvSpPr/>
          <p:nvPr/>
        </p:nvSpPr>
        <p:spPr>
          <a:xfrm>
            <a:off x="1677923" y="2180844"/>
            <a:ext cx="1010919" cy="901065"/>
          </a:xfrm>
          <a:custGeom>
            <a:avLst/>
            <a:gdLst/>
            <a:ahLst/>
            <a:cxnLst/>
            <a:rect l="l" t="t" r="r" b="b"/>
            <a:pathLst>
              <a:path w="1010919" h="901064">
                <a:moveTo>
                  <a:pt x="0" y="900683"/>
                </a:moveTo>
                <a:lnTo>
                  <a:pt x="1010411" y="900683"/>
                </a:lnTo>
                <a:lnTo>
                  <a:pt x="1010411" y="0"/>
                </a:lnTo>
                <a:lnTo>
                  <a:pt x="0" y="0"/>
                </a:lnTo>
                <a:lnTo>
                  <a:pt x="0" y="900683"/>
                </a:lnTo>
                <a:close/>
              </a:path>
            </a:pathLst>
          </a:custGeom>
          <a:ln w="3175">
            <a:solidFill>
              <a:srgbClr val="000000"/>
            </a:solidFill>
          </a:ln>
        </p:spPr>
        <p:txBody>
          <a:bodyPr wrap="square" lIns="0" tIns="0" rIns="0" bIns="0" rtlCol="0"/>
          <a:lstStyle/>
          <a:p>
            <a:endParaRPr/>
          </a:p>
        </p:txBody>
      </p:sp>
      <p:sp>
        <p:nvSpPr>
          <p:cNvPr id="30" name="object 30"/>
          <p:cNvSpPr/>
          <p:nvPr/>
        </p:nvSpPr>
        <p:spPr>
          <a:xfrm>
            <a:off x="790955" y="2435352"/>
            <a:ext cx="403860" cy="396240"/>
          </a:xfrm>
          <a:custGeom>
            <a:avLst/>
            <a:gdLst/>
            <a:ahLst/>
            <a:cxnLst/>
            <a:rect l="l" t="t" r="r" b="b"/>
            <a:pathLst>
              <a:path w="403859" h="396239">
                <a:moveTo>
                  <a:pt x="201929" y="0"/>
                </a:moveTo>
                <a:lnTo>
                  <a:pt x="153406" y="5757"/>
                </a:lnTo>
                <a:lnTo>
                  <a:pt x="109135" y="22112"/>
                </a:lnTo>
                <a:lnTo>
                  <a:pt x="70519" y="47689"/>
                </a:lnTo>
                <a:lnTo>
                  <a:pt x="38963" y="81110"/>
                </a:lnTo>
                <a:lnTo>
                  <a:pt x="15869" y="121000"/>
                </a:lnTo>
                <a:lnTo>
                  <a:pt x="2643" y="165982"/>
                </a:lnTo>
                <a:lnTo>
                  <a:pt x="0" y="198119"/>
                </a:lnTo>
                <a:lnTo>
                  <a:pt x="669" y="214369"/>
                </a:lnTo>
                <a:lnTo>
                  <a:pt x="10295" y="260742"/>
                </a:lnTo>
                <a:lnTo>
                  <a:pt x="30255" y="302483"/>
                </a:lnTo>
                <a:lnTo>
                  <a:pt x="59147" y="338213"/>
                </a:lnTo>
                <a:lnTo>
                  <a:pt x="95565" y="366558"/>
                </a:lnTo>
                <a:lnTo>
                  <a:pt x="138107" y="386140"/>
                </a:lnTo>
                <a:lnTo>
                  <a:pt x="185369" y="395583"/>
                </a:lnTo>
                <a:lnTo>
                  <a:pt x="201929" y="396239"/>
                </a:lnTo>
                <a:lnTo>
                  <a:pt x="218490" y="395583"/>
                </a:lnTo>
                <a:lnTo>
                  <a:pt x="265752" y="386140"/>
                </a:lnTo>
                <a:lnTo>
                  <a:pt x="308294" y="366558"/>
                </a:lnTo>
                <a:lnTo>
                  <a:pt x="344712" y="338213"/>
                </a:lnTo>
                <a:lnTo>
                  <a:pt x="373604" y="302483"/>
                </a:lnTo>
                <a:lnTo>
                  <a:pt x="393564" y="260742"/>
                </a:lnTo>
                <a:lnTo>
                  <a:pt x="403190" y="214369"/>
                </a:lnTo>
                <a:lnTo>
                  <a:pt x="403859" y="198119"/>
                </a:lnTo>
                <a:lnTo>
                  <a:pt x="403190" y="181870"/>
                </a:lnTo>
                <a:lnTo>
                  <a:pt x="393564" y="135497"/>
                </a:lnTo>
                <a:lnTo>
                  <a:pt x="373604" y="93756"/>
                </a:lnTo>
                <a:lnTo>
                  <a:pt x="344712" y="58026"/>
                </a:lnTo>
                <a:lnTo>
                  <a:pt x="308294" y="29681"/>
                </a:lnTo>
                <a:lnTo>
                  <a:pt x="265752" y="10099"/>
                </a:lnTo>
                <a:lnTo>
                  <a:pt x="218490" y="656"/>
                </a:lnTo>
                <a:lnTo>
                  <a:pt x="201929" y="0"/>
                </a:lnTo>
                <a:close/>
              </a:path>
            </a:pathLst>
          </a:custGeom>
          <a:solidFill>
            <a:srgbClr val="FF0D06"/>
          </a:solidFill>
        </p:spPr>
        <p:txBody>
          <a:bodyPr wrap="square" lIns="0" tIns="0" rIns="0" bIns="0" rtlCol="0"/>
          <a:lstStyle/>
          <a:p>
            <a:endParaRPr/>
          </a:p>
        </p:txBody>
      </p:sp>
      <p:sp>
        <p:nvSpPr>
          <p:cNvPr id="31" name="object 31"/>
          <p:cNvSpPr/>
          <p:nvPr/>
        </p:nvSpPr>
        <p:spPr>
          <a:xfrm>
            <a:off x="790955" y="2435352"/>
            <a:ext cx="403860" cy="396240"/>
          </a:xfrm>
          <a:custGeom>
            <a:avLst/>
            <a:gdLst/>
            <a:ahLst/>
            <a:cxnLst/>
            <a:rect l="l" t="t" r="r" b="b"/>
            <a:pathLst>
              <a:path w="403859" h="396239">
                <a:moveTo>
                  <a:pt x="0" y="198119"/>
                </a:moveTo>
                <a:lnTo>
                  <a:pt x="5869" y="150507"/>
                </a:lnTo>
                <a:lnTo>
                  <a:pt x="22540" y="107070"/>
                </a:lnTo>
                <a:lnTo>
                  <a:pt x="48611" y="69183"/>
                </a:lnTo>
                <a:lnTo>
                  <a:pt x="82676" y="38224"/>
                </a:lnTo>
                <a:lnTo>
                  <a:pt x="123333" y="15568"/>
                </a:lnTo>
                <a:lnTo>
                  <a:pt x="169178" y="2592"/>
                </a:lnTo>
                <a:lnTo>
                  <a:pt x="201929" y="0"/>
                </a:lnTo>
                <a:lnTo>
                  <a:pt x="218490" y="656"/>
                </a:lnTo>
                <a:lnTo>
                  <a:pt x="265752" y="10099"/>
                </a:lnTo>
                <a:lnTo>
                  <a:pt x="308294" y="29681"/>
                </a:lnTo>
                <a:lnTo>
                  <a:pt x="344712" y="58026"/>
                </a:lnTo>
                <a:lnTo>
                  <a:pt x="373604" y="93756"/>
                </a:lnTo>
                <a:lnTo>
                  <a:pt x="393564" y="135497"/>
                </a:lnTo>
                <a:lnTo>
                  <a:pt x="403190" y="181870"/>
                </a:lnTo>
                <a:lnTo>
                  <a:pt x="403859" y="198119"/>
                </a:lnTo>
                <a:lnTo>
                  <a:pt x="403190" y="214369"/>
                </a:lnTo>
                <a:lnTo>
                  <a:pt x="393564" y="260742"/>
                </a:lnTo>
                <a:lnTo>
                  <a:pt x="373604" y="302483"/>
                </a:lnTo>
                <a:lnTo>
                  <a:pt x="344712" y="338213"/>
                </a:lnTo>
                <a:lnTo>
                  <a:pt x="308294" y="366558"/>
                </a:lnTo>
                <a:lnTo>
                  <a:pt x="265752" y="386140"/>
                </a:lnTo>
                <a:lnTo>
                  <a:pt x="218490" y="395583"/>
                </a:lnTo>
                <a:lnTo>
                  <a:pt x="201929" y="396239"/>
                </a:lnTo>
                <a:lnTo>
                  <a:pt x="185369" y="395583"/>
                </a:lnTo>
                <a:lnTo>
                  <a:pt x="138107" y="386140"/>
                </a:lnTo>
                <a:lnTo>
                  <a:pt x="95565" y="366558"/>
                </a:lnTo>
                <a:lnTo>
                  <a:pt x="59147" y="338213"/>
                </a:lnTo>
                <a:lnTo>
                  <a:pt x="30255" y="302483"/>
                </a:lnTo>
                <a:lnTo>
                  <a:pt x="10295" y="260742"/>
                </a:lnTo>
                <a:lnTo>
                  <a:pt x="669" y="214369"/>
                </a:lnTo>
                <a:lnTo>
                  <a:pt x="0" y="198119"/>
                </a:lnTo>
                <a:close/>
              </a:path>
            </a:pathLst>
          </a:custGeom>
          <a:ln w="12191">
            <a:solidFill>
              <a:srgbClr val="2E528E"/>
            </a:solidFill>
          </a:ln>
        </p:spPr>
        <p:txBody>
          <a:bodyPr wrap="square" lIns="0" tIns="0" rIns="0" bIns="0" rtlCol="0"/>
          <a:lstStyle/>
          <a:p>
            <a:endParaRPr/>
          </a:p>
        </p:txBody>
      </p:sp>
      <p:sp>
        <p:nvSpPr>
          <p:cNvPr id="32" name="object 32"/>
          <p:cNvSpPr/>
          <p:nvPr/>
        </p:nvSpPr>
        <p:spPr>
          <a:xfrm>
            <a:off x="3166872" y="2435352"/>
            <a:ext cx="405765" cy="396240"/>
          </a:xfrm>
          <a:custGeom>
            <a:avLst/>
            <a:gdLst/>
            <a:ahLst/>
            <a:cxnLst/>
            <a:rect l="l" t="t" r="r" b="b"/>
            <a:pathLst>
              <a:path w="405764" h="396239">
                <a:moveTo>
                  <a:pt x="202691" y="0"/>
                </a:moveTo>
                <a:lnTo>
                  <a:pt x="153979" y="5757"/>
                </a:lnTo>
                <a:lnTo>
                  <a:pt x="109539" y="22112"/>
                </a:lnTo>
                <a:lnTo>
                  <a:pt x="70778" y="47689"/>
                </a:lnTo>
                <a:lnTo>
                  <a:pt x="39105" y="81110"/>
                </a:lnTo>
                <a:lnTo>
                  <a:pt x="15927" y="121000"/>
                </a:lnTo>
                <a:lnTo>
                  <a:pt x="2652" y="165982"/>
                </a:lnTo>
                <a:lnTo>
                  <a:pt x="0" y="198119"/>
                </a:lnTo>
                <a:lnTo>
                  <a:pt x="671" y="214369"/>
                </a:lnTo>
                <a:lnTo>
                  <a:pt x="10332" y="260742"/>
                </a:lnTo>
                <a:lnTo>
                  <a:pt x="30365" y="302483"/>
                </a:lnTo>
                <a:lnTo>
                  <a:pt x="59363" y="338213"/>
                </a:lnTo>
                <a:lnTo>
                  <a:pt x="95918" y="366558"/>
                </a:lnTo>
                <a:lnTo>
                  <a:pt x="138622" y="386140"/>
                </a:lnTo>
                <a:lnTo>
                  <a:pt x="186066" y="395583"/>
                </a:lnTo>
                <a:lnTo>
                  <a:pt x="202691" y="396239"/>
                </a:lnTo>
                <a:lnTo>
                  <a:pt x="219317" y="395583"/>
                </a:lnTo>
                <a:lnTo>
                  <a:pt x="266761" y="386140"/>
                </a:lnTo>
                <a:lnTo>
                  <a:pt x="309465" y="366558"/>
                </a:lnTo>
                <a:lnTo>
                  <a:pt x="346020" y="338213"/>
                </a:lnTo>
                <a:lnTo>
                  <a:pt x="375018" y="302483"/>
                </a:lnTo>
                <a:lnTo>
                  <a:pt x="395051" y="260742"/>
                </a:lnTo>
                <a:lnTo>
                  <a:pt x="404712" y="214369"/>
                </a:lnTo>
                <a:lnTo>
                  <a:pt x="405383" y="198119"/>
                </a:lnTo>
                <a:lnTo>
                  <a:pt x="404712" y="181870"/>
                </a:lnTo>
                <a:lnTo>
                  <a:pt x="395051" y="135497"/>
                </a:lnTo>
                <a:lnTo>
                  <a:pt x="375018" y="93756"/>
                </a:lnTo>
                <a:lnTo>
                  <a:pt x="346020" y="58026"/>
                </a:lnTo>
                <a:lnTo>
                  <a:pt x="309465" y="29681"/>
                </a:lnTo>
                <a:lnTo>
                  <a:pt x="266761" y="10099"/>
                </a:lnTo>
                <a:lnTo>
                  <a:pt x="219317" y="656"/>
                </a:lnTo>
                <a:lnTo>
                  <a:pt x="202691" y="0"/>
                </a:lnTo>
                <a:close/>
              </a:path>
            </a:pathLst>
          </a:custGeom>
          <a:solidFill>
            <a:srgbClr val="FF0D06"/>
          </a:solidFill>
        </p:spPr>
        <p:txBody>
          <a:bodyPr wrap="square" lIns="0" tIns="0" rIns="0" bIns="0" rtlCol="0"/>
          <a:lstStyle/>
          <a:p>
            <a:endParaRPr/>
          </a:p>
        </p:txBody>
      </p:sp>
      <p:sp>
        <p:nvSpPr>
          <p:cNvPr id="33" name="object 33"/>
          <p:cNvSpPr/>
          <p:nvPr/>
        </p:nvSpPr>
        <p:spPr>
          <a:xfrm>
            <a:off x="3166872" y="2435352"/>
            <a:ext cx="405765" cy="396240"/>
          </a:xfrm>
          <a:custGeom>
            <a:avLst/>
            <a:gdLst/>
            <a:ahLst/>
            <a:cxnLst/>
            <a:rect l="l" t="t" r="r" b="b"/>
            <a:pathLst>
              <a:path w="405764" h="396239">
                <a:moveTo>
                  <a:pt x="0" y="198119"/>
                </a:moveTo>
                <a:lnTo>
                  <a:pt x="5890" y="150507"/>
                </a:lnTo>
                <a:lnTo>
                  <a:pt x="22622" y="107070"/>
                </a:lnTo>
                <a:lnTo>
                  <a:pt x="48788" y="69183"/>
                </a:lnTo>
                <a:lnTo>
                  <a:pt x="82980" y="38224"/>
                </a:lnTo>
                <a:lnTo>
                  <a:pt x="123791" y="15568"/>
                </a:lnTo>
                <a:lnTo>
                  <a:pt x="169812" y="2592"/>
                </a:lnTo>
                <a:lnTo>
                  <a:pt x="202691" y="0"/>
                </a:lnTo>
                <a:lnTo>
                  <a:pt x="219317" y="656"/>
                </a:lnTo>
                <a:lnTo>
                  <a:pt x="266761" y="10099"/>
                </a:lnTo>
                <a:lnTo>
                  <a:pt x="309465" y="29681"/>
                </a:lnTo>
                <a:lnTo>
                  <a:pt x="346020" y="58026"/>
                </a:lnTo>
                <a:lnTo>
                  <a:pt x="375018" y="93756"/>
                </a:lnTo>
                <a:lnTo>
                  <a:pt x="395051" y="135497"/>
                </a:lnTo>
                <a:lnTo>
                  <a:pt x="404712" y="181870"/>
                </a:lnTo>
                <a:lnTo>
                  <a:pt x="405383" y="198119"/>
                </a:lnTo>
                <a:lnTo>
                  <a:pt x="404712" y="214369"/>
                </a:lnTo>
                <a:lnTo>
                  <a:pt x="395051" y="260742"/>
                </a:lnTo>
                <a:lnTo>
                  <a:pt x="375018" y="302483"/>
                </a:lnTo>
                <a:lnTo>
                  <a:pt x="346020" y="338213"/>
                </a:lnTo>
                <a:lnTo>
                  <a:pt x="309465" y="366558"/>
                </a:lnTo>
                <a:lnTo>
                  <a:pt x="266761" y="386140"/>
                </a:lnTo>
                <a:lnTo>
                  <a:pt x="219317" y="395583"/>
                </a:lnTo>
                <a:lnTo>
                  <a:pt x="202691" y="396239"/>
                </a:lnTo>
                <a:lnTo>
                  <a:pt x="186066" y="395583"/>
                </a:lnTo>
                <a:lnTo>
                  <a:pt x="138622" y="386140"/>
                </a:lnTo>
                <a:lnTo>
                  <a:pt x="95918" y="366558"/>
                </a:lnTo>
                <a:lnTo>
                  <a:pt x="59363" y="338213"/>
                </a:lnTo>
                <a:lnTo>
                  <a:pt x="30365" y="302483"/>
                </a:lnTo>
                <a:lnTo>
                  <a:pt x="10332" y="260742"/>
                </a:lnTo>
                <a:lnTo>
                  <a:pt x="671" y="214369"/>
                </a:lnTo>
                <a:lnTo>
                  <a:pt x="0" y="198119"/>
                </a:lnTo>
                <a:close/>
              </a:path>
            </a:pathLst>
          </a:custGeom>
          <a:ln w="12191">
            <a:solidFill>
              <a:srgbClr val="2E528E"/>
            </a:solidFill>
          </a:ln>
        </p:spPr>
        <p:txBody>
          <a:bodyPr wrap="square" lIns="0" tIns="0" rIns="0" bIns="0" rtlCol="0"/>
          <a:lstStyle/>
          <a:p>
            <a:endParaRPr/>
          </a:p>
        </p:txBody>
      </p:sp>
      <p:sp>
        <p:nvSpPr>
          <p:cNvPr id="34" name="object 34"/>
          <p:cNvSpPr/>
          <p:nvPr/>
        </p:nvSpPr>
        <p:spPr>
          <a:xfrm>
            <a:off x="1195577" y="2632831"/>
            <a:ext cx="446405" cy="1905"/>
          </a:xfrm>
          <a:custGeom>
            <a:avLst/>
            <a:gdLst/>
            <a:ahLst/>
            <a:cxnLst/>
            <a:rect l="l" t="t" r="r" b="b"/>
            <a:pathLst>
              <a:path w="446405" h="1905">
                <a:moveTo>
                  <a:pt x="0" y="1463"/>
                </a:moveTo>
                <a:lnTo>
                  <a:pt x="445840" y="0"/>
                </a:lnTo>
              </a:path>
            </a:pathLst>
          </a:custGeom>
          <a:ln w="38099">
            <a:solidFill>
              <a:srgbClr val="4471C4"/>
            </a:solidFill>
          </a:ln>
        </p:spPr>
        <p:txBody>
          <a:bodyPr wrap="square" lIns="0" tIns="0" rIns="0" bIns="0" rtlCol="0"/>
          <a:lstStyle/>
          <a:p>
            <a:endParaRPr/>
          </a:p>
        </p:txBody>
      </p:sp>
      <p:sp>
        <p:nvSpPr>
          <p:cNvPr id="35" name="object 35"/>
          <p:cNvSpPr/>
          <p:nvPr/>
        </p:nvSpPr>
        <p:spPr>
          <a:xfrm>
            <a:off x="1526904" y="2566538"/>
            <a:ext cx="114935" cy="133350"/>
          </a:xfrm>
          <a:custGeom>
            <a:avLst/>
            <a:gdLst/>
            <a:ahLst/>
            <a:cxnLst/>
            <a:rect l="l" t="t" r="r" b="b"/>
            <a:pathLst>
              <a:path w="114935" h="133350">
                <a:moveTo>
                  <a:pt x="441" y="133349"/>
                </a:moveTo>
                <a:lnTo>
                  <a:pt x="114525" y="66293"/>
                </a:lnTo>
                <a:lnTo>
                  <a:pt x="0" y="0"/>
                </a:lnTo>
              </a:path>
            </a:pathLst>
          </a:custGeom>
          <a:ln w="38099">
            <a:solidFill>
              <a:srgbClr val="4471C4"/>
            </a:solidFill>
          </a:ln>
        </p:spPr>
        <p:txBody>
          <a:bodyPr wrap="square" lIns="0" tIns="0" rIns="0" bIns="0" rtlCol="0"/>
          <a:lstStyle/>
          <a:p>
            <a:endParaRPr/>
          </a:p>
        </p:txBody>
      </p:sp>
      <p:sp>
        <p:nvSpPr>
          <p:cNvPr id="36" name="object 36"/>
          <p:cNvSpPr/>
          <p:nvPr/>
        </p:nvSpPr>
        <p:spPr>
          <a:xfrm>
            <a:off x="180593" y="2634325"/>
            <a:ext cx="574040" cy="1905"/>
          </a:xfrm>
          <a:custGeom>
            <a:avLst/>
            <a:gdLst/>
            <a:ahLst/>
            <a:cxnLst/>
            <a:rect l="l" t="t" r="r" b="b"/>
            <a:pathLst>
              <a:path w="574040" h="1905">
                <a:moveTo>
                  <a:pt x="0" y="1493"/>
                </a:moveTo>
                <a:lnTo>
                  <a:pt x="573834" y="0"/>
                </a:lnTo>
              </a:path>
            </a:pathLst>
          </a:custGeom>
          <a:ln w="38099">
            <a:solidFill>
              <a:srgbClr val="4471C4"/>
            </a:solidFill>
          </a:ln>
        </p:spPr>
        <p:txBody>
          <a:bodyPr wrap="square" lIns="0" tIns="0" rIns="0" bIns="0" rtlCol="0"/>
          <a:lstStyle/>
          <a:p>
            <a:endParaRPr/>
          </a:p>
        </p:txBody>
      </p:sp>
      <p:sp>
        <p:nvSpPr>
          <p:cNvPr id="37" name="object 37"/>
          <p:cNvSpPr/>
          <p:nvPr/>
        </p:nvSpPr>
        <p:spPr>
          <a:xfrm>
            <a:off x="639961" y="2567970"/>
            <a:ext cx="114935" cy="133350"/>
          </a:xfrm>
          <a:custGeom>
            <a:avLst/>
            <a:gdLst/>
            <a:ahLst/>
            <a:cxnLst/>
            <a:rect l="l" t="t" r="r" b="b"/>
            <a:pathLst>
              <a:path w="114934" h="133350">
                <a:moveTo>
                  <a:pt x="344" y="133349"/>
                </a:moveTo>
                <a:lnTo>
                  <a:pt x="114467" y="66354"/>
                </a:lnTo>
                <a:lnTo>
                  <a:pt x="0" y="0"/>
                </a:lnTo>
              </a:path>
            </a:pathLst>
          </a:custGeom>
          <a:ln w="38099">
            <a:solidFill>
              <a:srgbClr val="4471C4"/>
            </a:solidFill>
          </a:ln>
        </p:spPr>
        <p:txBody>
          <a:bodyPr wrap="square" lIns="0" tIns="0" rIns="0" bIns="0" rtlCol="0"/>
          <a:lstStyle/>
          <a:p>
            <a:endParaRPr/>
          </a:p>
        </p:txBody>
      </p:sp>
      <p:sp>
        <p:nvSpPr>
          <p:cNvPr id="38" name="object 38"/>
          <p:cNvSpPr/>
          <p:nvPr/>
        </p:nvSpPr>
        <p:spPr>
          <a:xfrm>
            <a:off x="2684525" y="2634356"/>
            <a:ext cx="446405" cy="1905"/>
          </a:xfrm>
          <a:custGeom>
            <a:avLst/>
            <a:gdLst/>
            <a:ahLst/>
            <a:cxnLst/>
            <a:rect l="l" t="t" r="r" b="b"/>
            <a:pathLst>
              <a:path w="446405" h="1905">
                <a:moveTo>
                  <a:pt x="0" y="1463"/>
                </a:moveTo>
                <a:lnTo>
                  <a:pt x="445830" y="0"/>
                </a:lnTo>
              </a:path>
            </a:pathLst>
          </a:custGeom>
          <a:ln w="38099">
            <a:solidFill>
              <a:srgbClr val="4471C4"/>
            </a:solidFill>
          </a:ln>
        </p:spPr>
        <p:txBody>
          <a:bodyPr wrap="square" lIns="0" tIns="0" rIns="0" bIns="0" rtlCol="0"/>
          <a:lstStyle/>
          <a:p>
            <a:endParaRPr/>
          </a:p>
        </p:txBody>
      </p:sp>
      <p:sp>
        <p:nvSpPr>
          <p:cNvPr id="39" name="object 39"/>
          <p:cNvSpPr/>
          <p:nvPr/>
        </p:nvSpPr>
        <p:spPr>
          <a:xfrm>
            <a:off x="3015852" y="2568062"/>
            <a:ext cx="114935" cy="133350"/>
          </a:xfrm>
          <a:custGeom>
            <a:avLst/>
            <a:gdLst/>
            <a:ahLst/>
            <a:cxnLst/>
            <a:rect l="l" t="t" r="r" b="b"/>
            <a:pathLst>
              <a:path w="114935" h="133350">
                <a:moveTo>
                  <a:pt x="441" y="133349"/>
                </a:moveTo>
                <a:lnTo>
                  <a:pt x="114534" y="66293"/>
                </a:lnTo>
                <a:lnTo>
                  <a:pt x="0" y="0"/>
                </a:lnTo>
              </a:path>
            </a:pathLst>
          </a:custGeom>
          <a:ln w="38099">
            <a:solidFill>
              <a:srgbClr val="4471C4"/>
            </a:solidFill>
          </a:ln>
        </p:spPr>
        <p:txBody>
          <a:bodyPr wrap="square" lIns="0" tIns="0" rIns="0" bIns="0" rtlCol="0"/>
          <a:lstStyle/>
          <a:p>
            <a:endParaRPr/>
          </a:p>
        </p:txBody>
      </p:sp>
      <p:sp>
        <p:nvSpPr>
          <p:cNvPr id="40" name="object 40"/>
          <p:cNvSpPr/>
          <p:nvPr/>
        </p:nvSpPr>
        <p:spPr>
          <a:xfrm>
            <a:off x="8460485" y="2622804"/>
            <a:ext cx="646430" cy="13335"/>
          </a:xfrm>
          <a:custGeom>
            <a:avLst/>
            <a:gdLst/>
            <a:ahLst/>
            <a:cxnLst/>
            <a:rect l="l" t="t" r="r" b="b"/>
            <a:pathLst>
              <a:path w="646429" h="13335">
                <a:moveTo>
                  <a:pt x="0" y="13228"/>
                </a:moveTo>
                <a:lnTo>
                  <a:pt x="645840" y="0"/>
                </a:lnTo>
              </a:path>
            </a:pathLst>
          </a:custGeom>
          <a:ln w="38099">
            <a:solidFill>
              <a:srgbClr val="4471C4"/>
            </a:solidFill>
          </a:ln>
        </p:spPr>
        <p:txBody>
          <a:bodyPr wrap="square" lIns="0" tIns="0" rIns="0" bIns="0" rtlCol="0"/>
          <a:lstStyle/>
          <a:p>
            <a:endParaRPr/>
          </a:p>
        </p:txBody>
      </p:sp>
      <p:sp>
        <p:nvSpPr>
          <p:cNvPr id="41" name="object 41"/>
          <p:cNvSpPr/>
          <p:nvPr/>
        </p:nvSpPr>
        <p:spPr>
          <a:xfrm>
            <a:off x="8990715" y="2558491"/>
            <a:ext cx="116205" cy="133350"/>
          </a:xfrm>
          <a:custGeom>
            <a:avLst/>
            <a:gdLst/>
            <a:ahLst/>
            <a:cxnLst/>
            <a:rect l="l" t="t" r="r" b="b"/>
            <a:pathLst>
              <a:path w="116204" h="133350">
                <a:moveTo>
                  <a:pt x="2712" y="133319"/>
                </a:moveTo>
                <a:lnTo>
                  <a:pt x="115610" y="64312"/>
                </a:lnTo>
                <a:lnTo>
                  <a:pt x="0" y="0"/>
                </a:lnTo>
              </a:path>
            </a:pathLst>
          </a:custGeom>
          <a:ln w="38099">
            <a:solidFill>
              <a:srgbClr val="4471C4"/>
            </a:solidFill>
          </a:ln>
        </p:spPr>
        <p:txBody>
          <a:bodyPr wrap="square" lIns="0" tIns="0" rIns="0" bIns="0" rtlCol="0"/>
          <a:lstStyle/>
          <a:p>
            <a:endParaRPr/>
          </a:p>
        </p:txBody>
      </p:sp>
      <p:sp>
        <p:nvSpPr>
          <p:cNvPr id="42" name="object 42"/>
          <p:cNvSpPr txBox="1"/>
          <p:nvPr/>
        </p:nvSpPr>
        <p:spPr>
          <a:xfrm>
            <a:off x="65012" y="2733445"/>
            <a:ext cx="677545" cy="382905"/>
          </a:xfrm>
          <a:prstGeom prst="rect">
            <a:avLst/>
          </a:prstGeom>
        </p:spPr>
        <p:txBody>
          <a:bodyPr vert="horz" wrap="square" lIns="0" tIns="0" rIns="0" bIns="0" rtlCol="0">
            <a:spAutoFit/>
          </a:bodyPr>
          <a:lstStyle/>
          <a:p>
            <a:pPr marL="12700">
              <a:lnSpc>
                <a:spcPct val="100000"/>
              </a:lnSpc>
            </a:pPr>
            <a:r>
              <a:rPr sz="2400" i="1" spc="15" dirty="0">
                <a:latin typeface="Times New Roman"/>
                <a:cs typeface="Times New Roman"/>
              </a:rPr>
              <a:t>y</a:t>
            </a:r>
            <a:r>
              <a:rPr sz="2025" i="1" spc="15" baseline="-24691" dirty="0">
                <a:latin typeface="Times New Roman"/>
                <a:cs typeface="Times New Roman"/>
              </a:rPr>
              <a:t>d</a:t>
            </a:r>
            <a:r>
              <a:rPr sz="2025" i="1" spc="120" baseline="-24691" dirty="0">
                <a:latin typeface="Times New Roman"/>
                <a:cs typeface="Times New Roman"/>
              </a:rPr>
              <a:t> </a:t>
            </a:r>
            <a:r>
              <a:rPr sz="2400" spc="60" dirty="0">
                <a:latin typeface="Times New Roman"/>
                <a:cs typeface="Times New Roman"/>
              </a:rPr>
              <a:t>(</a:t>
            </a:r>
            <a:r>
              <a:rPr sz="2400" i="1" dirty="0">
                <a:latin typeface="Times New Roman"/>
                <a:cs typeface="Times New Roman"/>
              </a:rPr>
              <a:t>k</a:t>
            </a:r>
            <a:r>
              <a:rPr sz="2400" i="1" spc="-390" dirty="0">
                <a:latin typeface="Times New Roman"/>
                <a:cs typeface="Times New Roman"/>
              </a:rPr>
              <a:t> </a:t>
            </a:r>
            <a:r>
              <a:rPr sz="2400" dirty="0">
                <a:latin typeface="Times New Roman"/>
                <a:cs typeface="Times New Roman"/>
              </a:rPr>
              <a:t>)</a:t>
            </a:r>
            <a:endParaRPr sz="2400">
              <a:latin typeface="Times New Roman"/>
              <a:cs typeface="Times New Roman"/>
            </a:endParaRPr>
          </a:p>
        </p:txBody>
      </p:sp>
      <p:sp>
        <p:nvSpPr>
          <p:cNvPr id="43" name="object 43"/>
          <p:cNvSpPr txBox="1"/>
          <p:nvPr/>
        </p:nvSpPr>
        <p:spPr>
          <a:xfrm>
            <a:off x="5615359" y="1799732"/>
            <a:ext cx="565785" cy="328295"/>
          </a:xfrm>
          <a:prstGeom prst="rect">
            <a:avLst/>
          </a:prstGeom>
        </p:spPr>
        <p:txBody>
          <a:bodyPr vert="horz" wrap="square" lIns="0" tIns="0" rIns="0" bIns="0" rtlCol="0">
            <a:spAutoFit/>
          </a:bodyPr>
          <a:lstStyle/>
          <a:p>
            <a:pPr marL="12700">
              <a:lnSpc>
                <a:spcPct val="100000"/>
              </a:lnSpc>
            </a:pPr>
            <a:r>
              <a:rPr sz="2350" i="1" spc="125" dirty="0">
                <a:latin typeface="Times New Roman"/>
                <a:cs typeface="Times New Roman"/>
              </a:rPr>
              <a:t>u</a:t>
            </a:r>
            <a:r>
              <a:rPr sz="2350" spc="75" dirty="0">
                <a:latin typeface="Times New Roman"/>
                <a:cs typeface="Times New Roman"/>
              </a:rPr>
              <a:t>(</a:t>
            </a:r>
            <a:r>
              <a:rPr sz="2350" i="1" spc="20" dirty="0">
                <a:latin typeface="Times New Roman"/>
                <a:cs typeface="Times New Roman"/>
              </a:rPr>
              <a:t>k</a:t>
            </a:r>
            <a:r>
              <a:rPr sz="2350" i="1" spc="-380" dirty="0">
                <a:latin typeface="Times New Roman"/>
                <a:cs typeface="Times New Roman"/>
              </a:rPr>
              <a:t> </a:t>
            </a:r>
            <a:r>
              <a:rPr sz="2350" spc="15" dirty="0">
                <a:latin typeface="Times New Roman"/>
                <a:cs typeface="Times New Roman"/>
              </a:rPr>
              <a:t>)</a:t>
            </a:r>
            <a:endParaRPr sz="2350">
              <a:latin typeface="Times New Roman"/>
              <a:cs typeface="Times New Roman"/>
            </a:endParaRPr>
          </a:p>
        </p:txBody>
      </p:sp>
      <p:sp>
        <p:nvSpPr>
          <p:cNvPr id="44" name="object 44"/>
          <p:cNvSpPr txBox="1"/>
          <p:nvPr/>
        </p:nvSpPr>
        <p:spPr>
          <a:xfrm>
            <a:off x="8535526" y="2168527"/>
            <a:ext cx="546735" cy="328295"/>
          </a:xfrm>
          <a:prstGeom prst="rect">
            <a:avLst/>
          </a:prstGeom>
        </p:spPr>
        <p:txBody>
          <a:bodyPr vert="horz" wrap="square" lIns="0" tIns="0" rIns="0" bIns="0" rtlCol="0">
            <a:spAutoFit/>
          </a:bodyPr>
          <a:lstStyle/>
          <a:p>
            <a:pPr marL="12700">
              <a:lnSpc>
                <a:spcPct val="100000"/>
              </a:lnSpc>
            </a:pPr>
            <a:r>
              <a:rPr sz="2350" i="1" spc="110" dirty="0">
                <a:latin typeface="Times New Roman"/>
                <a:cs typeface="Times New Roman"/>
              </a:rPr>
              <a:t>y</a:t>
            </a:r>
            <a:r>
              <a:rPr sz="2350" spc="75" dirty="0">
                <a:latin typeface="Times New Roman"/>
                <a:cs typeface="Times New Roman"/>
              </a:rPr>
              <a:t>(</a:t>
            </a:r>
            <a:r>
              <a:rPr sz="2350" i="1" spc="20" dirty="0">
                <a:latin typeface="Times New Roman"/>
                <a:cs typeface="Times New Roman"/>
              </a:rPr>
              <a:t>k</a:t>
            </a:r>
            <a:r>
              <a:rPr sz="2350" i="1" spc="-380" dirty="0">
                <a:latin typeface="Times New Roman"/>
                <a:cs typeface="Times New Roman"/>
              </a:rPr>
              <a:t> </a:t>
            </a:r>
            <a:r>
              <a:rPr sz="2350" spc="15" dirty="0">
                <a:latin typeface="Times New Roman"/>
                <a:cs typeface="Times New Roman"/>
              </a:rPr>
              <a:t>)</a:t>
            </a:r>
            <a:endParaRPr sz="2350">
              <a:latin typeface="Times New Roman"/>
              <a:cs typeface="Times New Roman"/>
            </a:endParaRPr>
          </a:p>
        </p:txBody>
      </p:sp>
      <p:sp>
        <p:nvSpPr>
          <p:cNvPr id="45" name="object 45"/>
          <p:cNvSpPr/>
          <p:nvPr/>
        </p:nvSpPr>
        <p:spPr>
          <a:xfrm>
            <a:off x="3384041" y="2870057"/>
            <a:ext cx="0" cy="1978660"/>
          </a:xfrm>
          <a:custGeom>
            <a:avLst/>
            <a:gdLst/>
            <a:ahLst/>
            <a:cxnLst/>
            <a:rect l="l" t="t" r="r" b="b"/>
            <a:pathLst>
              <a:path h="1978660">
                <a:moveTo>
                  <a:pt x="0" y="1978523"/>
                </a:moveTo>
                <a:lnTo>
                  <a:pt x="0" y="0"/>
                </a:lnTo>
              </a:path>
            </a:pathLst>
          </a:custGeom>
          <a:ln w="38099">
            <a:solidFill>
              <a:srgbClr val="4471C4"/>
            </a:solidFill>
          </a:ln>
        </p:spPr>
        <p:txBody>
          <a:bodyPr wrap="square" lIns="0" tIns="0" rIns="0" bIns="0" rtlCol="0"/>
          <a:lstStyle/>
          <a:p>
            <a:endParaRPr/>
          </a:p>
        </p:txBody>
      </p:sp>
      <p:sp>
        <p:nvSpPr>
          <p:cNvPr id="46" name="object 46"/>
          <p:cNvSpPr/>
          <p:nvPr/>
        </p:nvSpPr>
        <p:spPr>
          <a:xfrm>
            <a:off x="3317382" y="2870057"/>
            <a:ext cx="133350" cy="114300"/>
          </a:xfrm>
          <a:custGeom>
            <a:avLst/>
            <a:gdLst/>
            <a:ahLst/>
            <a:cxnLst/>
            <a:rect l="l" t="t" r="r" b="b"/>
            <a:pathLst>
              <a:path w="133350" h="114300">
                <a:moveTo>
                  <a:pt x="133349" y="114299"/>
                </a:moveTo>
                <a:lnTo>
                  <a:pt x="66659" y="0"/>
                </a:lnTo>
                <a:lnTo>
                  <a:pt x="0" y="114299"/>
                </a:lnTo>
              </a:path>
            </a:pathLst>
          </a:custGeom>
          <a:ln w="38099">
            <a:solidFill>
              <a:srgbClr val="4471C4"/>
            </a:solidFill>
          </a:ln>
        </p:spPr>
        <p:txBody>
          <a:bodyPr wrap="square" lIns="0" tIns="0" rIns="0" bIns="0" rtlCol="0"/>
          <a:lstStyle/>
          <a:p>
            <a:endParaRPr/>
          </a:p>
        </p:txBody>
      </p:sp>
      <p:sp>
        <p:nvSpPr>
          <p:cNvPr id="47" name="object 47"/>
          <p:cNvSpPr/>
          <p:nvPr/>
        </p:nvSpPr>
        <p:spPr>
          <a:xfrm>
            <a:off x="994409" y="2870057"/>
            <a:ext cx="0" cy="3058795"/>
          </a:xfrm>
          <a:custGeom>
            <a:avLst/>
            <a:gdLst/>
            <a:ahLst/>
            <a:cxnLst/>
            <a:rect l="l" t="t" r="r" b="b"/>
            <a:pathLst>
              <a:path h="3058795">
                <a:moveTo>
                  <a:pt x="0" y="3058634"/>
                </a:moveTo>
                <a:lnTo>
                  <a:pt x="0" y="0"/>
                </a:lnTo>
              </a:path>
            </a:pathLst>
          </a:custGeom>
          <a:ln w="38099">
            <a:solidFill>
              <a:srgbClr val="4471C4"/>
            </a:solidFill>
          </a:ln>
        </p:spPr>
        <p:txBody>
          <a:bodyPr wrap="square" lIns="0" tIns="0" rIns="0" bIns="0" rtlCol="0"/>
          <a:lstStyle/>
          <a:p>
            <a:endParaRPr/>
          </a:p>
        </p:txBody>
      </p:sp>
      <p:sp>
        <p:nvSpPr>
          <p:cNvPr id="48" name="object 48"/>
          <p:cNvSpPr/>
          <p:nvPr/>
        </p:nvSpPr>
        <p:spPr>
          <a:xfrm>
            <a:off x="927747" y="2870057"/>
            <a:ext cx="133350" cy="114300"/>
          </a:xfrm>
          <a:custGeom>
            <a:avLst/>
            <a:gdLst/>
            <a:ahLst/>
            <a:cxnLst/>
            <a:rect l="l" t="t" r="r" b="b"/>
            <a:pathLst>
              <a:path w="133350" h="114300">
                <a:moveTo>
                  <a:pt x="133349" y="114299"/>
                </a:moveTo>
                <a:lnTo>
                  <a:pt x="66674" y="0"/>
                </a:lnTo>
                <a:lnTo>
                  <a:pt x="0" y="114299"/>
                </a:lnTo>
              </a:path>
            </a:pathLst>
          </a:custGeom>
          <a:ln w="38099">
            <a:solidFill>
              <a:srgbClr val="4471C4"/>
            </a:solidFill>
          </a:ln>
        </p:spPr>
        <p:txBody>
          <a:bodyPr wrap="square" lIns="0" tIns="0" rIns="0" bIns="0" rtlCol="0"/>
          <a:lstStyle/>
          <a:p>
            <a:endParaRPr/>
          </a:p>
        </p:txBody>
      </p:sp>
      <p:sp>
        <p:nvSpPr>
          <p:cNvPr id="49" name="object 49"/>
          <p:cNvSpPr/>
          <p:nvPr/>
        </p:nvSpPr>
        <p:spPr>
          <a:xfrm>
            <a:off x="8821673" y="2622042"/>
            <a:ext cx="0" cy="3296285"/>
          </a:xfrm>
          <a:custGeom>
            <a:avLst/>
            <a:gdLst/>
            <a:ahLst/>
            <a:cxnLst/>
            <a:rect l="l" t="t" r="r" b="b"/>
            <a:pathLst>
              <a:path h="3296285">
                <a:moveTo>
                  <a:pt x="0" y="3295948"/>
                </a:moveTo>
                <a:lnTo>
                  <a:pt x="0" y="0"/>
                </a:lnTo>
              </a:path>
            </a:pathLst>
          </a:custGeom>
          <a:ln w="38099">
            <a:solidFill>
              <a:srgbClr val="4471C4"/>
            </a:solidFill>
          </a:ln>
        </p:spPr>
        <p:txBody>
          <a:bodyPr wrap="square" lIns="0" tIns="0" rIns="0" bIns="0" rtlCol="0"/>
          <a:lstStyle/>
          <a:p>
            <a:endParaRPr/>
          </a:p>
        </p:txBody>
      </p:sp>
      <p:sp>
        <p:nvSpPr>
          <p:cNvPr id="50" name="object 50"/>
          <p:cNvSpPr/>
          <p:nvPr/>
        </p:nvSpPr>
        <p:spPr>
          <a:xfrm>
            <a:off x="3384041" y="4848605"/>
            <a:ext cx="421005" cy="0"/>
          </a:xfrm>
          <a:custGeom>
            <a:avLst/>
            <a:gdLst/>
            <a:ahLst/>
            <a:cxnLst/>
            <a:rect l="l" t="t" r="r" b="b"/>
            <a:pathLst>
              <a:path w="421004">
                <a:moveTo>
                  <a:pt x="420715" y="0"/>
                </a:moveTo>
                <a:lnTo>
                  <a:pt x="0" y="0"/>
                </a:lnTo>
              </a:path>
            </a:pathLst>
          </a:custGeom>
          <a:ln w="38099">
            <a:solidFill>
              <a:srgbClr val="4471C4"/>
            </a:solidFill>
          </a:ln>
        </p:spPr>
        <p:txBody>
          <a:bodyPr wrap="square" lIns="0" tIns="0" rIns="0" bIns="0" rtlCol="0"/>
          <a:lstStyle/>
          <a:p>
            <a:endParaRPr/>
          </a:p>
        </p:txBody>
      </p:sp>
      <p:sp>
        <p:nvSpPr>
          <p:cNvPr id="51" name="object 51"/>
          <p:cNvSpPr/>
          <p:nvPr/>
        </p:nvSpPr>
        <p:spPr>
          <a:xfrm>
            <a:off x="7308341" y="3943350"/>
            <a:ext cx="0" cy="543560"/>
          </a:xfrm>
          <a:custGeom>
            <a:avLst/>
            <a:gdLst/>
            <a:ahLst/>
            <a:cxnLst/>
            <a:rect l="l" t="t" r="r" b="b"/>
            <a:pathLst>
              <a:path h="543560">
                <a:moveTo>
                  <a:pt x="0" y="0"/>
                </a:moveTo>
                <a:lnTo>
                  <a:pt x="0" y="543318"/>
                </a:lnTo>
              </a:path>
            </a:pathLst>
          </a:custGeom>
          <a:ln w="38099">
            <a:solidFill>
              <a:srgbClr val="4471C4"/>
            </a:solidFill>
          </a:ln>
        </p:spPr>
        <p:txBody>
          <a:bodyPr wrap="square" lIns="0" tIns="0" rIns="0" bIns="0" rtlCol="0"/>
          <a:lstStyle/>
          <a:p>
            <a:endParaRPr/>
          </a:p>
        </p:txBody>
      </p:sp>
      <p:sp>
        <p:nvSpPr>
          <p:cNvPr id="52" name="object 52"/>
          <p:cNvSpPr/>
          <p:nvPr/>
        </p:nvSpPr>
        <p:spPr>
          <a:xfrm>
            <a:off x="7241651" y="4372368"/>
            <a:ext cx="133350" cy="114300"/>
          </a:xfrm>
          <a:custGeom>
            <a:avLst/>
            <a:gdLst/>
            <a:ahLst/>
            <a:cxnLst/>
            <a:rect l="l" t="t" r="r" b="b"/>
            <a:pathLst>
              <a:path w="133350" h="114300">
                <a:moveTo>
                  <a:pt x="0" y="0"/>
                </a:moveTo>
                <a:lnTo>
                  <a:pt x="66690" y="114299"/>
                </a:lnTo>
                <a:lnTo>
                  <a:pt x="133349" y="0"/>
                </a:lnTo>
              </a:path>
            </a:pathLst>
          </a:custGeom>
          <a:ln w="38099">
            <a:solidFill>
              <a:srgbClr val="4471C4"/>
            </a:solidFill>
          </a:ln>
        </p:spPr>
        <p:txBody>
          <a:bodyPr wrap="square" lIns="0" tIns="0" rIns="0" bIns="0" rtlCol="0"/>
          <a:lstStyle/>
          <a:p>
            <a:endParaRPr/>
          </a:p>
        </p:txBody>
      </p:sp>
      <p:sp>
        <p:nvSpPr>
          <p:cNvPr id="53" name="object 53"/>
          <p:cNvSpPr/>
          <p:nvPr/>
        </p:nvSpPr>
        <p:spPr>
          <a:xfrm>
            <a:off x="971550" y="5927597"/>
            <a:ext cx="7868920" cy="0"/>
          </a:xfrm>
          <a:custGeom>
            <a:avLst/>
            <a:gdLst/>
            <a:ahLst/>
            <a:cxnLst/>
            <a:rect l="l" t="t" r="r" b="b"/>
            <a:pathLst>
              <a:path w="7868920">
                <a:moveTo>
                  <a:pt x="7868320" y="0"/>
                </a:moveTo>
                <a:lnTo>
                  <a:pt x="0" y="0"/>
                </a:lnTo>
              </a:path>
            </a:pathLst>
          </a:custGeom>
          <a:ln w="38099">
            <a:solidFill>
              <a:srgbClr val="4471C4"/>
            </a:solidFill>
          </a:ln>
        </p:spPr>
        <p:txBody>
          <a:bodyPr wrap="square" lIns="0" tIns="0" rIns="0" bIns="0" rtlCol="0"/>
          <a:lstStyle/>
          <a:p>
            <a:endParaRPr/>
          </a:p>
        </p:txBody>
      </p:sp>
      <p:sp>
        <p:nvSpPr>
          <p:cNvPr id="54" name="object 54"/>
          <p:cNvSpPr txBox="1"/>
          <p:nvPr/>
        </p:nvSpPr>
        <p:spPr>
          <a:xfrm>
            <a:off x="545321" y="2221438"/>
            <a:ext cx="192405" cy="328295"/>
          </a:xfrm>
          <a:prstGeom prst="rect">
            <a:avLst/>
          </a:prstGeom>
        </p:spPr>
        <p:txBody>
          <a:bodyPr vert="horz" wrap="square" lIns="0" tIns="0" rIns="0" bIns="0" rtlCol="0">
            <a:spAutoFit/>
          </a:bodyPr>
          <a:lstStyle/>
          <a:p>
            <a:pPr marL="12700">
              <a:lnSpc>
                <a:spcPct val="100000"/>
              </a:lnSpc>
            </a:pPr>
            <a:r>
              <a:rPr sz="2350" spc="10" dirty="0">
                <a:latin typeface="Symbol"/>
                <a:cs typeface="Symbol"/>
              </a:rPr>
              <a:t></a:t>
            </a:r>
            <a:endParaRPr sz="2350">
              <a:latin typeface="Symbol"/>
              <a:cs typeface="Symbol"/>
            </a:endParaRPr>
          </a:p>
        </p:txBody>
      </p:sp>
      <p:sp>
        <p:nvSpPr>
          <p:cNvPr id="55" name="object 55"/>
          <p:cNvSpPr txBox="1"/>
          <p:nvPr/>
        </p:nvSpPr>
        <p:spPr>
          <a:xfrm>
            <a:off x="2804136" y="2256370"/>
            <a:ext cx="193675" cy="330200"/>
          </a:xfrm>
          <a:prstGeom prst="rect">
            <a:avLst/>
          </a:prstGeom>
        </p:spPr>
        <p:txBody>
          <a:bodyPr vert="horz" wrap="square" lIns="0" tIns="0" rIns="0" bIns="0" rtlCol="0">
            <a:spAutoFit/>
          </a:bodyPr>
          <a:lstStyle/>
          <a:p>
            <a:pPr marL="12700">
              <a:lnSpc>
                <a:spcPct val="100000"/>
              </a:lnSpc>
            </a:pPr>
            <a:r>
              <a:rPr sz="2400" dirty="0">
                <a:latin typeface="Symbol"/>
                <a:cs typeface="Symbol"/>
              </a:rPr>
              <a:t></a:t>
            </a:r>
            <a:endParaRPr sz="2400">
              <a:latin typeface="Symbol"/>
              <a:cs typeface="Symbol"/>
            </a:endParaRPr>
          </a:p>
        </p:txBody>
      </p:sp>
      <p:sp>
        <p:nvSpPr>
          <p:cNvPr id="56" name="object 56"/>
          <p:cNvSpPr txBox="1"/>
          <p:nvPr/>
        </p:nvSpPr>
        <p:spPr>
          <a:xfrm>
            <a:off x="642751" y="3081064"/>
            <a:ext cx="192405" cy="329565"/>
          </a:xfrm>
          <a:prstGeom prst="rect">
            <a:avLst/>
          </a:prstGeom>
        </p:spPr>
        <p:txBody>
          <a:bodyPr vert="horz" wrap="square" lIns="0" tIns="0" rIns="0" bIns="0" rtlCol="0">
            <a:spAutoFit/>
          </a:bodyPr>
          <a:lstStyle/>
          <a:p>
            <a:pPr marL="12700">
              <a:lnSpc>
                <a:spcPct val="100000"/>
              </a:lnSpc>
            </a:pPr>
            <a:r>
              <a:rPr sz="2400" spc="-15" dirty="0">
                <a:latin typeface="Symbol"/>
                <a:cs typeface="Symbol"/>
              </a:rPr>
              <a:t></a:t>
            </a:r>
            <a:endParaRPr sz="2400">
              <a:latin typeface="Symbol"/>
              <a:cs typeface="Symbol"/>
            </a:endParaRPr>
          </a:p>
        </p:txBody>
      </p:sp>
      <p:sp>
        <p:nvSpPr>
          <p:cNvPr id="57" name="object 57"/>
          <p:cNvSpPr txBox="1"/>
          <p:nvPr/>
        </p:nvSpPr>
        <p:spPr>
          <a:xfrm>
            <a:off x="3020468" y="2912691"/>
            <a:ext cx="193040" cy="332105"/>
          </a:xfrm>
          <a:prstGeom prst="rect">
            <a:avLst/>
          </a:prstGeom>
        </p:spPr>
        <p:txBody>
          <a:bodyPr vert="horz" wrap="square" lIns="0" tIns="0" rIns="0" bIns="0" rtlCol="0">
            <a:spAutoFit/>
          </a:bodyPr>
          <a:lstStyle/>
          <a:p>
            <a:pPr marL="12700">
              <a:lnSpc>
                <a:spcPct val="100000"/>
              </a:lnSpc>
            </a:pPr>
            <a:r>
              <a:rPr sz="2400" dirty="0">
                <a:latin typeface="Symbol"/>
                <a:cs typeface="Symbol"/>
              </a:rPr>
              <a:t></a:t>
            </a:r>
            <a:endParaRPr sz="2400">
              <a:latin typeface="Symbol"/>
              <a:cs typeface="Symbol"/>
            </a:endParaRPr>
          </a:p>
        </p:txBody>
      </p:sp>
      <p:sp>
        <p:nvSpPr>
          <p:cNvPr id="58" name="object 58"/>
          <p:cNvSpPr txBox="1"/>
          <p:nvPr/>
        </p:nvSpPr>
        <p:spPr>
          <a:xfrm>
            <a:off x="1605954" y="3240846"/>
            <a:ext cx="1088390" cy="381000"/>
          </a:xfrm>
          <a:prstGeom prst="rect">
            <a:avLst/>
          </a:prstGeom>
        </p:spPr>
        <p:txBody>
          <a:bodyPr vert="horz" wrap="square" lIns="0" tIns="0" rIns="0" bIns="0" rtlCol="0">
            <a:spAutoFit/>
          </a:bodyPr>
          <a:lstStyle/>
          <a:p>
            <a:pPr marL="12700">
              <a:lnSpc>
                <a:spcPct val="100000"/>
              </a:lnSpc>
            </a:pPr>
            <a:r>
              <a:rPr sz="2800" b="0" spc="-5" dirty="0">
                <a:solidFill>
                  <a:srgbClr val="C00000"/>
                </a:solidFill>
                <a:latin typeface="Calibri Light"/>
                <a:cs typeface="Calibri Light"/>
              </a:rPr>
              <a:t>i</a:t>
            </a:r>
            <a:r>
              <a:rPr sz="2800" b="0" spc="-55" dirty="0">
                <a:solidFill>
                  <a:srgbClr val="C00000"/>
                </a:solidFill>
                <a:latin typeface="Calibri Light"/>
                <a:cs typeface="Calibri Light"/>
              </a:rPr>
              <a:t>nt</a:t>
            </a:r>
            <a:r>
              <a:rPr sz="2800" b="0" spc="-30" dirty="0">
                <a:solidFill>
                  <a:srgbClr val="C00000"/>
                </a:solidFill>
                <a:latin typeface="Calibri Light"/>
                <a:cs typeface="Calibri Light"/>
              </a:rPr>
              <a:t>e</a:t>
            </a:r>
            <a:r>
              <a:rPr sz="2800" b="0" spc="-45" dirty="0">
                <a:solidFill>
                  <a:srgbClr val="C00000"/>
                </a:solidFill>
                <a:latin typeface="Calibri Light"/>
                <a:cs typeface="Calibri Light"/>
              </a:rPr>
              <a:t>g</a:t>
            </a:r>
            <a:r>
              <a:rPr sz="2800" b="0" spc="-85" dirty="0">
                <a:solidFill>
                  <a:srgbClr val="C00000"/>
                </a:solidFill>
                <a:latin typeface="Calibri Light"/>
                <a:cs typeface="Calibri Light"/>
              </a:rPr>
              <a:t>r</a:t>
            </a:r>
            <a:r>
              <a:rPr sz="2800" b="0" spc="-40" dirty="0">
                <a:solidFill>
                  <a:srgbClr val="C00000"/>
                </a:solidFill>
                <a:latin typeface="Calibri Light"/>
                <a:cs typeface="Calibri Light"/>
              </a:rPr>
              <a:t>a</a:t>
            </a:r>
            <a:r>
              <a:rPr sz="2800" b="0" spc="-10" dirty="0">
                <a:solidFill>
                  <a:srgbClr val="C00000"/>
                </a:solidFill>
                <a:latin typeface="Calibri Light"/>
                <a:cs typeface="Calibri Light"/>
              </a:rPr>
              <a:t>l</a:t>
            </a:r>
            <a:endParaRPr sz="2800">
              <a:latin typeface="Calibri Light"/>
              <a:cs typeface="Calibri Light"/>
            </a:endParaRPr>
          </a:p>
        </p:txBody>
      </p:sp>
      <p:sp>
        <p:nvSpPr>
          <p:cNvPr id="59" name="object 59"/>
          <p:cNvSpPr txBox="1"/>
          <p:nvPr/>
        </p:nvSpPr>
        <p:spPr>
          <a:xfrm>
            <a:off x="3623198" y="5167069"/>
            <a:ext cx="2043430" cy="381000"/>
          </a:xfrm>
          <a:prstGeom prst="rect">
            <a:avLst/>
          </a:prstGeom>
        </p:spPr>
        <p:txBody>
          <a:bodyPr vert="horz" wrap="square" lIns="0" tIns="0" rIns="0" bIns="0" rtlCol="0">
            <a:spAutoFit/>
          </a:bodyPr>
          <a:lstStyle/>
          <a:p>
            <a:pPr marL="12700">
              <a:lnSpc>
                <a:spcPct val="100000"/>
              </a:lnSpc>
            </a:pPr>
            <a:r>
              <a:rPr sz="2800" b="0" spc="-105" dirty="0">
                <a:solidFill>
                  <a:srgbClr val="C00000"/>
                </a:solidFill>
                <a:latin typeface="Calibri Light"/>
                <a:cs typeface="Calibri Light"/>
              </a:rPr>
              <a:t>f</a:t>
            </a:r>
            <a:r>
              <a:rPr sz="2800" b="0" spc="-30" dirty="0">
                <a:solidFill>
                  <a:srgbClr val="C00000"/>
                </a:solidFill>
                <a:latin typeface="Calibri Light"/>
                <a:cs typeface="Calibri Light"/>
              </a:rPr>
              <a:t>eed</a:t>
            </a:r>
            <a:r>
              <a:rPr sz="2800" b="0" spc="-40" dirty="0">
                <a:solidFill>
                  <a:srgbClr val="C00000"/>
                </a:solidFill>
                <a:latin typeface="Calibri Light"/>
                <a:cs typeface="Calibri Light"/>
              </a:rPr>
              <a:t>ba</a:t>
            </a:r>
            <a:r>
              <a:rPr sz="2800" b="0" spc="-30" dirty="0">
                <a:solidFill>
                  <a:srgbClr val="C00000"/>
                </a:solidFill>
                <a:latin typeface="Calibri Light"/>
                <a:cs typeface="Calibri Light"/>
              </a:rPr>
              <a:t>c</a:t>
            </a:r>
            <a:r>
              <a:rPr sz="2800" b="0" spc="-15" dirty="0">
                <a:solidFill>
                  <a:srgbClr val="C00000"/>
                </a:solidFill>
                <a:latin typeface="Calibri Light"/>
                <a:cs typeface="Calibri Light"/>
              </a:rPr>
              <a:t>k</a:t>
            </a:r>
            <a:r>
              <a:rPr sz="2800" b="0" spc="-135" dirty="0">
                <a:solidFill>
                  <a:srgbClr val="C00000"/>
                </a:solidFill>
                <a:latin typeface="Times New Roman"/>
                <a:cs typeface="Times New Roman"/>
              </a:rPr>
              <a:t> </a:t>
            </a:r>
            <a:r>
              <a:rPr sz="2800" b="0" spc="-20" dirty="0">
                <a:solidFill>
                  <a:srgbClr val="C00000"/>
                </a:solidFill>
                <a:latin typeface="Calibri Light"/>
                <a:cs typeface="Calibri Light"/>
              </a:rPr>
              <a:t>f</a:t>
            </a:r>
            <a:r>
              <a:rPr sz="2800" b="0" spc="-5" dirty="0">
                <a:solidFill>
                  <a:srgbClr val="C00000"/>
                </a:solidFill>
                <a:latin typeface="Calibri Light"/>
                <a:cs typeface="Calibri Light"/>
              </a:rPr>
              <a:t>il</a:t>
            </a:r>
            <a:r>
              <a:rPr sz="2800" b="0" spc="-55" dirty="0">
                <a:solidFill>
                  <a:srgbClr val="C00000"/>
                </a:solidFill>
                <a:latin typeface="Calibri Light"/>
                <a:cs typeface="Calibri Light"/>
              </a:rPr>
              <a:t>t</a:t>
            </a:r>
            <a:r>
              <a:rPr sz="2800" b="0" spc="-30" dirty="0">
                <a:solidFill>
                  <a:srgbClr val="C00000"/>
                </a:solidFill>
                <a:latin typeface="Calibri Light"/>
                <a:cs typeface="Calibri Light"/>
              </a:rPr>
              <a:t>er</a:t>
            </a:r>
            <a:endParaRPr sz="2800">
              <a:latin typeface="Calibri Light"/>
              <a:cs typeface="Calibri Light"/>
            </a:endParaRPr>
          </a:p>
        </p:txBody>
      </p:sp>
      <p:sp>
        <p:nvSpPr>
          <p:cNvPr id="60" name="object 60"/>
          <p:cNvSpPr txBox="1"/>
          <p:nvPr/>
        </p:nvSpPr>
        <p:spPr>
          <a:xfrm>
            <a:off x="3991270" y="3241506"/>
            <a:ext cx="1412875" cy="721995"/>
          </a:xfrm>
          <a:prstGeom prst="rect">
            <a:avLst/>
          </a:prstGeom>
        </p:spPr>
        <p:txBody>
          <a:bodyPr vert="horz" wrap="square" lIns="0" tIns="0" rIns="0" bIns="0" rtlCol="0">
            <a:spAutoFit/>
          </a:bodyPr>
          <a:lstStyle/>
          <a:p>
            <a:pPr marL="12700" marR="5080" indent="139700">
              <a:lnSpc>
                <a:spcPts val="2690"/>
              </a:lnSpc>
            </a:pPr>
            <a:r>
              <a:rPr sz="2800" b="0" spc="-90" dirty="0">
                <a:solidFill>
                  <a:srgbClr val="C00000"/>
                </a:solidFill>
                <a:latin typeface="Calibri Light"/>
                <a:cs typeface="Calibri Light"/>
              </a:rPr>
              <a:t>f</a:t>
            </a:r>
            <a:r>
              <a:rPr sz="2800" b="0" spc="-35" dirty="0">
                <a:solidFill>
                  <a:srgbClr val="C00000"/>
                </a:solidFill>
                <a:latin typeface="Calibri Light"/>
                <a:cs typeface="Calibri Light"/>
              </a:rPr>
              <a:t>o</a:t>
            </a:r>
            <a:r>
              <a:rPr sz="2800" b="0" spc="-5" dirty="0">
                <a:solidFill>
                  <a:srgbClr val="C00000"/>
                </a:solidFill>
                <a:latin typeface="Calibri Light"/>
                <a:cs typeface="Calibri Light"/>
              </a:rPr>
              <a:t>r</a:t>
            </a:r>
            <a:r>
              <a:rPr sz="2800" b="0" spc="-80" dirty="0">
                <a:solidFill>
                  <a:srgbClr val="C00000"/>
                </a:solidFill>
                <a:latin typeface="Calibri Light"/>
                <a:cs typeface="Calibri Light"/>
              </a:rPr>
              <a:t>w</a:t>
            </a:r>
            <a:r>
              <a:rPr sz="2800" b="0" spc="-25" dirty="0">
                <a:solidFill>
                  <a:srgbClr val="C00000"/>
                </a:solidFill>
                <a:latin typeface="Calibri Light"/>
                <a:cs typeface="Calibri Light"/>
              </a:rPr>
              <a:t>a</a:t>
            </a:r>
            <a:r>
              <a:rPr sz="2800" b="0" spc="-65" dirty="0">
                <a:solidFill>
                  <a:srgbClr val="C00000"/>
                </a:solidFill>
                <a:latin typeface="Calibri Light"/>
                <a:cs typeface="Calibri Light"/>
              </a:rPr>
              <a:t>r</a:t>
            </a:r>
            <a:r>
              <a:rPr sz="2800" b="0" spc="-15" dirty="0">
                <a:solidFill>
                  <a:srgbClr val="C00000"/>
                </a:solidFill>
                <a:latin typeface="Calibri Light"/>
                <a:cs typeface="Calibri Light"/>
              </a:rPr>
              <a:t>d</a:t>
            </a:r>
            <a:r>
              <a:rPr sz="2800" b="0" spc="-10" dirty="0">
                <a:solidFill>
                  <a:srgbClr val="C00000"/>
                </a:solidFill>
                <a:latin typeface="Times New Roman"/>
                <a:cs typeface="Times New Roman"/>
              </a:rPr>
              <a:t> </a:t>
            </a:r>
            <a:r>
              <a:rPr sz="2800" b="0" spc="-30" dirty="0">
                <a:solidFill>
                  <a:srgbClr val="C00000"/>
                </a:solidFill>
                <a:latin typeface="Calibri Light"/>
                <a:cs typeface="Calibri Light"/>
              </a:rPr>
              <a:t>p</a:t>
            </a:r>
            <a:r>
              <a:rPr sz="2800" b="0" spc="-50" dirty="0">
                <a:solidFill>
                  <a:srgbClr val="C00000"/>
                </a:solidFill>
                <a:latin typeface="Calibri Light"/>
                <a:cs typeface="Calibri Light"/>
              </a:rPr>
              <a:t>a</a:t>
            </a:r>
            <a:r>
              <a:rPr sz="2800" b="0" spc="-30" dirty="0">
                <a:solidFill>
                  <a:srgbClr val="C00000"/>
                </a:solidFill>
                <a:latin typeface="Calibri Light"/>
                <a:cs typeface="Calibri Light"/>
              </a:rPr>
              <a:t>t</a:t>
            </a:r>
            <a:r>
              <a:rPr sz="2800" b="0" spc="-15" dirty="0">
                <a:solidFill>
                  <a:srgbClr val="C00000"/>
                </a:solidFill>
                <a:latin typeface="Calibri Light"/>
                <a:cs typeface="Calibri Light"/>
              </a:rPr>
              <a:t>h</a:t>
            </a:r>
            <a:r>
              <a:rPr sz="2800" b="0" spc="-140" dirty="0">
                <a:solidFill>
                  <a:srgbClr val="C00000"/>
                </a:solidFill>
                <a:latin typeface="Times New Roman"/>
                <a:cs typeface="Times New Roman"/>
              </a:rPr>
              <a:t> </a:t>
            </a:r>
            <a:r>
              <a:rPr sz="2800" b="0" spc="-20" dirty="0">
                <a:solidFill>
                  <a:srgbClr val="C00000"/>
                </a:solidFill>
                <a:latin typeface="Calibri Light"/>
                <a:cs typeface="Calibri Light"/>
              </a:rPr>
              <a:t>f</a:t>
            </a:r>
            <a:r>
              <a:rPr sz="2800" b="0" spc="-5" dirty="0">
                <a:solidFill>
                  <a:srgbClr val="C00000"/>
                </a:solidFill>
                <a:latin typeface="Calibri Light"/>
                <a:cs typeface="Calibri Light"/>
              </a:rPr>
              <a:t>il</a:t>
            </a:r>
            <a:r>
              <a:rPr sz="2800" b="0" spc="-55" dirty="0">
                <a:solidFill>
                  <a:srgbClr val="C00000"/>
                </a:solidFill>
                <a:latin typeface="Calibri Light"/>
                <a:cs typeface="Calibri Light"/>
              </a:rPr>
              <a:t>t</a:t>
            </a:r>
            <a:r>
              <a:rPr sz="2800" b="0" spc="-30" dirty="0">
                <a:solidFill>
                  <a:srgbClr val="C00000"/>
                </a:solidFill>
                <a:latin typeface="Calibri Light"/>
                <a:cs typeface="Calibri Light"/>
              </a:rPr>
              <a:t>e</a:t>
            </a:r>
            <a:r>
              <a:rPr sz="2800" b="0" spc="-10" dirty="0">
                <a:solidFill>
                  <a:srgbClr val="C00000"/>
                </a:solidFill>
                <a:latin typeface="Calibri Light"/>
                <a:cs typeface="Calibri Light"/>
              </a:rPr>
              <a:t>r</a:t>
            </a:r>
            <a:endParaRPr sz="2800">
              <a:latin typeface="Calibri Light"/>
              <a:cs typeface="Calibri Light"/>
            </a:endParaRPr>
          </a:p>
        </p:txBody>
      </p:sp>
      <p:sp>
        <p:nvSpPr>
          <p:cNvPr id="61" name="object 61"/>
          <p:cNvSpPr txBox="1"/>
          <p:nvPr/>
        </p:nvSpPr>
        <p:spPr>
          <a:xfrm>
            <a:off x="6932554" y="3078832"/>
            <a:ext cx="747395" cy="381000"/>
          </a:xfrm>
          <a:prstGeom prst="rect">
            <a:avLst/>
          </a:prstGeom>
        </p:spPr>
        <p:txBody>
          <a:bodyPr vert="horz" wrap="square" lIns="0" tIns="0" rIns="0" bIns="0" rtlCol="0">
            <a:spAutoFit/>
          </a:bodyPr>
          <a:lstStyle/>
          <a:p>
            <a:pPr marL="12700">
              <a:lnSpc>
                <a:spcPct val="100000"/>
              </a:lnSpc>
            </a:pPr>
            <a:r>
              <a:rPr sz="2800" b="0" spc="-30" dirty="0">
                <a:solidFill>
                  <a:srgbClr val="C00000"/>
                </a:solidFill>
                <a:latin typeface="Calibri Light"/>
                <a:cs typeface="Calibri Light"/>
              </a:rPr>
              <a:t>p</a:t>
            </a:r>
            <a:r>
              <a:rPr sz="2800" b="0" spc="-5" dirty="0">
                <a:solidFill>
                  <a:srgbClr val="C00000"/>
                </a:solidFill>
                <a:latin typeface="Calibri Light"/>
                <a:cs typeface="Calibri Light"/>
              </a:rPr>
              <a:t>l</a:t>
            </a:r>
            <a:r>
              <a:rPr sz="2800" b="0" spc="-40" dirty="0">
                <a:solidFill>
                  <a:srgbClr val="C00000"/>
                </a:solidFill>
                <a:latin typeface="Calibri Light"/>
                <a:cs typeface="Calibri Light"/>
              </a:rPr>
              <a:t>a</a:t>
            </a:r>
            <a:r>
              <a:rPr sz="2800" b="0" spc="-65" dirty="0">
                <a:solidFill>
                  <a:srgbClr val="C00000"/>
                </a:solidFill>
                <a:latin typeface="Calibri Light"/>
                <a:cs typeface="Calibri Light"/>
              </a:rPr>
              <a:t>n</a:t>
            </a:r>
            <a:r>
              <a:rPr sz="2800" b="0" spc="-10" dirty="0">
                <a:solidFill>
                  <a:srgbClr val="C00000"/>
                </a:solidFill>
                <a:latin typeface="Calibri Light"/>
                <a:cs typeface="Calibri Light"/>
              </a:rPr>
              <a:t>t</a:t>
            </a:r>
            <a:endParaRPr sz="2800">
              <a:latin typeface="Calibri Light"/>
              <a:cs typeface="Calibri Light"/>
            </a:endParaRPr>
          </a:p>
        </p:txBody>
      </p:sp>
      <p:sp>
        <p:nvSpPr>
          <p:cNvPr id="62" name="object 62"/>
          <p:cNvSpPr/>
          <p:nvPr/>
        </p:nvSpPr>
        <p:spPr>
          <a:xfrm>
            <a:off x="3563873" y="2622285"/>
            <a:ext cx="213995" cy="1905"/>
          </a:xfrm>
          <a:custGeom>
            <a:avLst/>
            <a:gdLst/>
            <a:ahLst/>
            <a:cxnLst/>
            <a:rect l="l" t="t" r="r" b="b"/>
            <a:pathLst>
              <a:path w="213995" h="1905">
                <a:moveTo>
                  <a:pt x="0" y="1341"/>
                </a:moveTo>
                <a:lnTo>
                  <a:pt x="213542" y="0"/>
                </a:lnTo>
              </a:path>
            </a:pathLst>
          </a:custGeom>
          <a:ln w="38099">
            <a:solidFill>
              <a:srgbClr val="4471C4"/>
            </a:solidFill>
          </a:ln>
        </p:spPr>
        <p:txBody>
          <a:bodyPr wrap="square" lIns="0" tIns="0" rIns="0" bIns="0" rtlCol="0"/>
          <a:lstStyle/>
          <a:p>
            <a:endParaRPr/>
          </a:p>
        </p:txBody>
      </p:sp>
      <p:sp>
        <p:nvSpPr>
          <p:cNvPr id="63" name="object 63"/>
          <p:cNvSpPr/>
          <p:nvPr/>
        </p:nvSpPr>
        <p:spPr>
          <a:xfrm>
            <a:off x="3662689" y="2556327"/>
            <a:ext cx="114935" cy="133350"/>
          </a:xfrm>
          <a:custGeom>
            <a:avLst/>
            <a:gdLst/>
            <a:ahLst/>
            <a:cxnLst/>
            <a:rect l="l" t="t" r="r" b="b"/>
            <a:pathLst>
              <a:path w="114935" h="133350">
                <a:moveTo>
                  <a:pt x="853" y="133349"/>
                </a:moveTo>
                <a:lnTo>
                  <a:pt x="114726" y="65958"/>
                </a:lnTo>
                <a:lnTo>
                  <a:pt x="0" y="0"/>
                </a:lnTo>
              </a:path>
            </a:pathLst>
          </a:custGeom>
          <a:ln w="38099">
            <a:solidFill>
              <a:srgbClr val="4471C4"/>
            </a:solidFill>
          </a:ln>
        </p:spPr>
        <p:txBody>
          <a:bodyPr wrap="square" lIns="0" tIns="0" rIns="0" bIns="0" rtlCol="0"/>
          <a:lstStyle/>
          <a:p>
            <a:endParaRPr/>
          </a:p>
        </p:txBody>
      </p:sp>
      <p:sp>
        <p:nvSpPr>
          <p:cNvPr id="65" name="object 65"/>
          <p:cNvSpPr txBox="1"/>
          <p:nvPr/>
        </p:nvSpPr>
        <p:spPr>
          <a:xfrm>
            <a:off x="6824540" y="5239079"/>
            <a:ext cx="920750" cy="381000"/>
          </a:xfrm>
          <a:prstGeom prst="rect">
            <a:avLst/>
          </a:prstGeom>
        </p:spPr>
        <p:txBody>
          <a:bodyPr vert="horz" wrap="square" lIns="0" tIns="0" rIns="0" bIns="0" rtlCol="0">
            <a:spAutoFit/>
          </a:bodyPr>
          <a:lstStyle/>
          <a:p>
            <a:pPr marL="12700">
              <a:lnSpc>
                <a:spcPct val="100000"/>
              </a:lnSpc>
            </a:pPr>
            <a:r>
              <a:rPr sz="2800" b="0" spc="-55" dirty="0">
                <a:solidFill>
                  <a:srgbClr val="C00000"/>
                </a:solidFill>
                <a:latin typeface="Calibri Light"/>
                <a:cs typeface="Calibri Light"/>
              </a:rPr>
              <a:t>m</a:t>
            </a:r>
            <a:r>
              <a:rPr sz="2800" b="0" spc="-35" dirty="0">
                <a:solidFill>
                  <a:srgbClr val="C00000"/>
                </a:solidFill>
                <a:latin typeface="Calibri Light"/>
                <a:cs typeface="Calibri Light"/>
              </a:rPr>
              <a:t>o</a:t>
            </a:r>
            <a:r>
              <a:rPr sz="2800" b="0" spc="-30" dirty="0">
                <a:solidFill>
                  <a:srgbClr val="C00000"/>
                </a:solidFill>
                <a:latin typeface="Calibri Light"/>
                <a:cs typeface="Calibri Light"/>
              </a:rPr>
              <a:t>de</a:t>
            </a:r>
            <a:r>
              <a:rPr sz="2800" b="0" spc="-10" dirty="0">
                <a:solidFill>
                  <a:srgbClr val="C00000"/>
                </a:solidFill>
                <a:latin typeface="Calibri Light"/>
                <a:cs typeface="Calibri Light"/>
              </a:rPr>
              <a:t>l</a:t>
            </a:r>
            <a:endParaRPr sz="2800">
              <a:latin typeface="Calibri Light"/>
              <a:cs typeface="Calibri Light"/>
            </a:endParaRPr>
          </a:p>
        </p:txBody>
      </p:sp>
      <p:sp>
        <p:nvSpPr>
          <p:cNvPr id="66" name="object 66"/>
          <p:cNvSpPr/>
          <p:nvPr/>
        </p:nvSpPr>
        <p:spPr>
          <a:xfrm>
            <a:off x="5726064" y="4781918"/>
            <a:ext cx="114300" cy="133350"/>
          </a:xfrm>
          <a:custGeom>
            <a:avLst/>
            <a:gdLst/>
            <a:ahLst/>
            <a:cxnLst/>
            <a:rect l="l" t="t" r="r" b="b"/>
            <a:pathLst>
              <a:path w="114300" h="133350">
                <a:moveTo>
                  <a:pt x="114299" y="0"/>
                </a:moveTo>
                <a:lnTo>
                  <a:pt x="0" y="66674"/>
                </a:lnTo>
                <a:lnTo>
                  <a:pt x="114299" y="133349"/>
                </a:lnTo>
              </a:path>
            </a:pathLst>
          </a:custGeom>
          <a:ln w="38099">
            <a:solidFill>
              <a:srgbClr val="4471C4"/>
            </a:solidFill>
          </a:ln>
        </p:spPr>
        <p:txBody>
          <a:bodyPr wrap="square" lIns="0" tIns="0" rIns="0" bIns="0" rtlCol="0"/>
          <a:lstStyle/>
          <a:p>
            <a:endParaRPr/>
          </a:p>
        </p:txBody>
      </p:sp>
      <p:sp>
        <p:nvSpPr>
          <p:cNvPr id="67" name="object 67"/>
          <p:cNvSpPr/>
          <p:nvPr/>
        </p:nvSpPr>
        <p:spPr>
          <a:xfrm>
            <a:off x="6012941" y="3947922"/>
            <a:ext cx="1280795" cy="0"/>
          </a:xfrm>
          <a:custGeom>
            <a:avLst/>
            <a:gdLst/>
            <a:ahLst/>
            <a:cxnLst/>
            <a:rect l="l" t="t" r="r" b="b"/>
            <a:pathLst>
              <a:path w="1280795">
                <a:moveTo>
                  <a:pt x="1280586" y="0"/>
                </a:moveTo>
                <a:lnTo>
                  <a:pt x="0" y="0"/>
                </a:lnTo>
              </a:path>
            </a:pathLst>
          </a:custGeom>
          <a:ln w="38099">
            <a:solidFill>
              <a:srgbClr val="4471C4"/>
            </a:solidFill>
          </a:ln>
        </p:spPr>
        <p:txBody>
          <a:bodyPr wrap="square" lIns="0" tIns="0" rIns="0" bIns="0" rtlCol="0"/>
          <a:lstStyle/>
          <a:p>
            <a:endParaRPr/>
          </a:p>
        </p:txBody>
      </p:sp>
      <p:sp>
        <p:nvSpPr>
          <p:cNvPr id="68" name="object 68"/>
          <p:cNvSpPr/>
          <p:nvPr/>
        </p:nvSpPr>
        <p:spPr>
          <a:xfrm>
            <a:off x="6012941" y="2652522"/>
            <a:ext cx="0" cy="1296670"/>
          </a:xfrm>
          <a:custGeom>
            <a:avLst/>
            <a:gdLst/>
            <a:ahLst/>
            <a:cxnLst/>
            <a:rect l="l" t="t" r="r" b="b"/>
            <a:pathLst>
              <a:path h="1296670">
                <a:moveTo>
                  <a:pt x="0" y="0"/>
                </a:moveTo>
                <a:lnTo>
                  <a:pt x="0" y="1296149"/>
                </a:lnTo>
              </a:path>
            </a:pathLst>
          </a:custGeom>
          <a:ln w="38099">
            <a:solidFill>
              <a:srgbClr val="4471C4"/>
            </a:solidFill>
          </a:ln>
        </p:spPr>
        <p:txBody>
          <a:bodyPr wrap="square" lIns="0" tIns="0" rIns="0" bIns="0" rtlCol="0"/>
          <a:lstStyle/>
          <a:p>
            <a:endParaRPr/>
          </a:p>
        </p:txBody>
      </p:sp>
      <p:sp>
        <p:nvSpPr>
          <p:cNvPr id="69" name="object 69"/>
          <p:cNvSpPr/>
          <p:nvPr/>
        </p:nvSpPr>
        <p:spPr>
          <a:xfrm>
            <a:off x="5781294" y="2652644"/>
            <a:ext cx="446405" cy="1905"/>
          </a:xfrm>
          <a:custGeom>
            <a:avLst/>
            <a:gdLst/>
            <a:ahLst/>
            <a:cxnLst/>
            <a:rect l="l" t="t" r="r" b="b"/>
            <a:pathLst>
              <a:path w="446404" h="1905">
                <a:moveTo>
                  <a:pt x="0" y="1463"/>
                </a:moveTo>
                <a:lnTo>
                  <a:pt x="445830" y="0"/>
                </a:lnTo>
              </a:path>
            </a:pathLst>
          </a:custGeom>
          <a:ln w="38099">
            <a:solidFill>
              <a:srgbClr val="4471C4"/>
            </a:solidFill>
          </a:ln>
        </p:spPr>
        <p:txBody>
          <a:bodyPr wrap="square" lIns="0" tIns="0" rIns="0" bIns="0" rtlCol="0"/>
          <a:lstStyle/>
          <a:p>
            <a:endParaRPr/>
          </a:p>
        </p:txBody>
      </p:sp>
      <p:sp>
        <p:nvSpPr>
          <p:cNvPr id="70" name="object 70"/>
          <p:cNvSpPr/>
          <p:nvPr/>
        </p:nvSpPr>
        <p:spPr>
          <a:xfrm>
            <a:off x="6112611" y="2586350"/>
            <a:ext cx="114935" cy="133350"/>
          </a:xfrm>
          <a:custGeom>
            <a:avLst/>
            <a:gdLst/>
            <a:ahLst/>
            <a:cxnLst/>
            <a:rect l="l" t="t" r="r" b="b"/>
            <a:pathLst>
              <a:path w="114935" h="133350">
                <a:moveTo>
                  <a:pt x="457" y="133349"/>
                </a:moveTo>
                <a:lnTo>
                  <a:pt x="114543" y="66293"/>
                </a:lnTo>
                <a:lnTo>
                  <a:pt x="0" y="0"/>
                </a:lnTo>
              </a:path>
            </a:pathLst>
          </a:custGeom>
          <a:ln w="38099">
            <a:solidFill>
              <a:srgbClr val="4471C4"/>
            </a:solidFill>
          </a:ln>
        </p:spPr>
        <p:txBody>
          <a:bodyPr wrap="square" lIns="0" tIns="0" rIns="0" bIns="0" rtlCol="0"/>
          <a:lstStyle/>
          <a:p>
            <a:endParaRPr/>
          </a:p>
        </p:txBody>
      </p:sp>
      <p:graphicFrame>
        <p:nvGraphicFramePr>
          <p:cNvPr id="64" name="object 64"/>
          <p:cNvGraphicFramePr>
            <a:graphicFrameLocks noGrp="1"/>
          </p:cNvGraphicFramePr>
          <p:nvPr/>
        </p:nvGraphicFramePr>
        <p:xfrm>
          <a:off x="5724540" y="4520184"/>
          <a:ext cx="2628502" cy="771910"/>
        </p:xfrm>
        <a:graphic>
          <a:graphicData uri="http://schemas.openxmlformats.org/drawingml/2006/table">
            <a:tbl>
              <a:tblPr firstRow="1" bandRow="1">
                <a:tableStyleId>{2D5ABB26-0587-4C30-8999-92F81FD0307C}</a:tableStyleId>
              </a:tblPr>
              <a:tblGrid>
                <a:gridCol w="436991">
                  <a:extLst>
                    <a:ext uri="{9D8B030D-6E8A-4147-A177-3AD203B41FA5}">
                      <a16:colId xmlns:a16="http://schemas.microsoft.com/office/drawing/2014/main" val="20000"/>
                    </a:ext>
                  </a:extLst>
                </a:gridCol>
                <a:gridCol w="2191511">
                  <a:extLst>
                    <a:ext uri="{9D8B030D-6E8A-4147-A177-3AD203B41FA5}">
                      <a16:colId xmlns:a16="http://schemas.microsoft.com/office/drawing/2014/main" val="20001"/>
                    </a:ext>
                  </a:extLst>
                </a:gridCol>
              </a:tblGrid>
              <a:tr h="345181">
                <a:tc>
                  <a:txBody>
                    <a:bodyPr/>
                    <a:lstStyle/>
                    <a:p>
                      <a:endParaRPr sz="2800">
                        <a:latin typeface="Calibri Light"/>
                        <a:cs typeface="Calibri Light"/>
                      </a:endParaRPr>
                    </a:p>
                  </a:txBody>
                  <a:tcPr marL="0" marR="0" marT="0" marB="0">
                    <a:lnR w="3047">
                      <a:solidFill>
                        <a:srgbClr val="000000"/>
                      </a:solidFill>
                      <a:prstDash val="solid"/>
                    </a:lnR>
                    <a:lnB w="38099">
                      <a:solidFill>
                        <a:srgbClr val="4471C4"/>
                      </a:solidFill>
                      <a:prstDash val="solid"/>
                    </a:lnB>
                  </a:tcPr>
                </a:tc>
                <a:tc>
                  <a:txBody>
                    <a:bodyPr/>
                    <a:lstStyle/>
                    <a:p>
                      <a:pPr marL="200025">
                        <a:lnSpc>
                          <a:spcPts val="1465"/>
                        </a:lnSpc>
                      </a:pPr>
                      <a:r>
                        <a:rPr sz="1700" i="1" spc="-545" dirty="0">
                          <a:latin typeface="Times New Roman"/>
                          <a:cs typeface="Times New Roman"/>
                        </a:rPr>
                        <a:t>b</a:t>
                      </a:r>
                      <a:r>
                        <a:rPr sz="2550" baseline="16339" dirty="0">
                          <a:latin typeface="Times New Roman"/>
                          <a:cs typeface="Times New Roman"/>
                        </a:rPr>
                        <a:t>ˆ</a:t>
                      </a:r>
                      <a:r>
                        <a:rPr sz="2550" spc="15" baseline="16339" dirty="0">
                          <a:latin typeface="Times New Roman"/>
                          <a:cs typeface="Times New Roman"/>
                        </a:rPr>
                        <a:t> </a:t>
                      </a:r>
                      <a:r>
                        <a:rPr sz="1700" i="1" spc="114" dirty="0">
                          <a:latin typeface="Times New Roman"/>
                          <a:cs typeface="Times New Roman"/>
                        </a:rPr>
                        <a:t>z</a:t>
                      </a:r>
                      <a:r>
                        <a:rPr sz="1875" spc="-7" baseline="33333" dirty="0">
                          <a:latin typeface="Symbol"/>
                          <a:cs typeface="Symbol"/>
                        </a:rPr>
                        <a:t></a:t>
                      </a:r>
                      <a:r>
                        <a:rPr sz="1875" baseline="33333" dirty="0">
                          <a:latin typeface="Times New Roman"/>
                          <a:cs typeface="Times New Roman"/>
                        </a:rPr>
                        <a:t>1</a:t>
                      </a:r>
                      <a:r>
                        <a:rPr sz="1875" spc="44" baseline="33333" dirty="0">
                          <a:latin typeface="Times New Roman"/>
                          <a:cs typeface="Times New Roman"/>
                        </a:rPr>
                        <a:t> </a:t>
                      </a:r>
                      <a:r>
                        <a:rPr sz="1700" dirty="0">
                          <a:latin typeface="Symbol"/>
                          <a:cs typeface="Symbol"/>
                        </a:rPr>
                        <a:t></a:t>
                      </a:r>
                      <a:r>
                        <a:rPr sz="1700" spc="-165" dirty="0">
                          <a:latin typeface="Times New Roman"/>
                          <a:cs typeface="Times New Roman"/>
                        </a:rPr>
                        <a:t> </a:t>
                      </a:r>
                      <a:r>
                        <a:rPr sz="1700" i="1" spc="-545" dirty="0">
                          <a:latin typeface="Times New Roman"/>
                          <a:cs typeface="Times New Roman"/>
                        </a:rPr>
                        <a:t>b</a:t>
                      </a:r>
                      <a:r>
                        <a:rPr sz="2550" baseline="16339" dirty="0">
                          <a:latin typeface="Times New Roman"/>
                          <a:cs typeface="Times New Roman"/>
                        </a:rPr>
                        <a:t>ˆ </a:t>
                      </a:r>
                      <a:r>
                        <a:rPr sz="2550" spc="-262" baseline="16339" dirty="0">
                          <a:latin typeface="Times New Roman"/>
                          <a:cs typeface="Times New Roman"/>
                        </a:rPr>
                        <a:t> </a:t>
                      </a:r>
                      <a:r>
                        <a:rPr sz="1700" i="1" spc="114" dirty="0">
                          <a:latin typeface="Times New Roman"/>
                          <a:cs typeface="Times New Roman"/>
                        </a:rPr>
                        <a:t>z</a:t>
                      </a:r>
                      <a:r>
                        <a:rPr sz="1875" spc="-7" baseline="33333" dirty="0">
                          <a:latin typeface="Symbol"/>
                          <a:cs typeface="Symbol"/>
                        </a:rPr>
                        <a:t></a:t>
                      </a:r>
                      <a:r>
                        <a:rPr sz="1875" baseline="33333" dirty="0">
                          <a:latin typeface="Times New Roman"/>
                          <a:cs typeface="Times New Roman"/>
                        </a:rPr>
                        <a:t>2</a:t>
                      </a:r>
                      <a:r>
                        <a:rPr sz="1875" spc="195" baseline="33333" dirty="0">
                          <a:latin typeface="Times New Roman"/>
                          <a:cs typeface="Times New Roman"/>
                        </a:rPr>
                        <a:t> </a:t>
                      </a:r>
                      <a:r>
                        <a:rPr sz="1700" dirty="0">
                          <a:latin typeface="Symbol"/>
                          <a:cs typeface="Symbol"/>
                        </a:rPr>
                        <a:t></a:t>
                      </a:r>
                      <a:r>
                        <a:rPr sz="1700" spc="-160" dirty="0">
                          <a:latin typeface="Times New Roman"/>
                          <a:cs typeface="Times New Roman"/>
                        </a:rPr>
                        <a:t> </a:t>
                      </a:r>
                      <a:r>
                        <a:rPr sz="1700" i="1" spc="-545" dirty="0">
                          <a:latin typeface="Times New Roman"/>
                          <a:cs typeface="Times New Roman"/>
                        </a:rPr>
                        <a:t>b</a:t>
                      </a:r>
                      <a:r>
                        <a:rPr sz="2550" baseline="16339" dirty="0">
                          <a:latin typeface="Times New Roman"/>
                          <a:cs typeface="Times New Roman"/>
                        </a:rPr>
                        <a:t>ˆ</a:t>
                      </a:r>
                      <a:r>
                        <a:rPr sz="2550" spc="254" baseline="16339" dirty="0">
                          <a:latin typeface="Times New Roman"/>
                          <a:cs typeface="Times New Roman"/>
                        </a:rPr>
                        <a:t> </a:t>
                      </a:r>
                      <a:r>
                        <a:rPr sz="1700" i="1" spc="114" dirty="0">
                          <a:latin typeface="Times New Roman"/>
                          <a:cs typeface="Times New Roman"/>
                        </a:rPr>
                        <a:t>z</a:t>
                      </a:r>
                      <a:r>
                        <a:rPr sz="1875" spc="-7" baseline="33333" dirty="0">
                          <a:latin typeface="Symbol"/>
                          <a:cs typeface="Symbol"/>
                        </a:rPr>
                        <a:t></a:t>
                      </a:r>
                      <a:r>
                        <a:rPr sz="1875" baseline="33333" dirty="0">
                          <a:latin typeface="Times New Roman"/>
                          <a:cs typeface="Times New Roman"/>
                        </a:rPr>
                        <a:t>3</a:t>
                      </a:r>
                      <a:endParaRPr sz="1875" baseline="33333">
                        <a:latin typeface="Times New Roman"/>
                        <a:cs typeface="Times New Roman"/>
                      </a:endParaRPr>
                    </a:p>
                    <a:p>
                      <a:pPr marL="278765">
                        <a:lnSpc>
                          <a:spcPts val="875"/>
                        </a:lnSpc>
                        <a:tabLst>
                          <a:tab pos="930275" algn="l"/>
                          <a:tab pos="1602105" algn="l"/>
                        </a:tabLst>
                      </a:pPr>
                      <a:r>
                        <a:rPr sz="1250" dirty="0">
                          <a:latin typeface="Times New Roman"/>
                          <a:cs typeface="Times New Roman"/>
                        </a:rPr>
                        <a:t>1	2	3</a:t>
                      </a:r>
                      <a:endParaRPr sz="1250">
                        <a:latin typeface="Times New Roman"/>
                        <a:cs typeface="Times New Roman"/>
                      </a:endParaRPr>
                    </a:p>
                  </a:txBody>
                  <a:tcPr marL="0" marR="0" marT="0" marB="0">
                    <a:lnL w="3047">
                      <a:solidFill>
                        <a:srgbClr val="000000"/>
                      </a:solidFill>
                      <a:prstDash val="solid"/>
                    </a:lnL>
                    <a:lnR w="3047">
                      <a:solidFill>
                        <a:srgbClr val="000000"/>
                      </a:solidFill>
                      <a:prstDash val="solid"/>
                    </a:lnR>
                    <a:lnT w="3047">
                      <a:solidFill>
                        <a:srgbClr val="000000"/>
                      </a:solidFill>
                      <a:prstDash val="solid"/>
                    </a:lnT>
                    <a:lnB w="9043">
                      <a:solidFill>
                        <a:srgbClr val="000000"/>
                      </a:solidFill>
                      <a:prstDash val="solid"/>
                    </a:lnB>
                  </a:tcPr>
                </a:tc>
                <a:extLst>
                  <a:ext uri="{0D108BD9-81ED-4DB2-BD59-A6C34878D82A}">
                    <a16:rowId xmlns:a16="http://schemas.microsoft.com/office/drawing/2014/main" val="10000"/>
                  </a:ext>
                </a:extLst>
              </a:tr>
              <a:tr h="345190">
                <a:tc>
                  <a:txBody>
                    <a:bodyPr/>
                    <a:lstStyle/>
                    <a:p>
                      <a:endParaRPr sz="1250">
                        <a:latin typeface="Times New Roman"/>
                        <a:cs typeface="Times New Roman"/>
                      </a:endParaRPr>
                    </a:p>
                  </a:txBody>
                  <a:tcPr marL="0" marR="0" marT="0" marB="0">
                    <a:lnR w="3047">
                      <a:solidFill>
                        <a:srgbClr val="000000"/>
                      </a:solidFill>
                      <a:prstDash val="solid"/>
                    </a:lnR>
                    <a:lnT w="38099">
                      <a:solidFill>
                        <a:srgbClr val="4471C4"/>
                      </a:solidFill>
                      <a:prstDash val="solid"/>
                    </a:lnT>
                  </a:tcPr>
                </a:tc>
                <a:tc>
                  <a:txBody>
                    <a:bodyPr/>
                    <a:lstStyle/>
                    <a:p>
                      <a:pPr marL="26670">
                        <a:lnSpc>
                          <a:spcPct val="100000"/>
                        </a:lnSpc>
                      </a:pPr>
                      <a:r>
                        <a:rPr sz="1700" spc="130" dirty="0">
                          <a:latin typeface="Times New Roman"/>
                          <a:cs typeface="Times New Roman"/>
                        </a:rPr>
                        <a:t>1</a:t>
                      </a:r>
                      <a:r>
                        <a:rPr sz="1700" dirty="0">
                          <a:latin typeface="Symbol"/>
                          <a:cs typeface="Symbol"/>
                        </a:rPr>
                        <a:t></a:t>
                      </a:r>
                      <a:r>
                        <a:rPr sz="1700" spc="-110" dirty="0">
                          <a:latin typeface="Times New Roman"/>
                          <a:cs typeface="Times New Roman"/>
                        </a:rPr>
                        <a:t> </a:t>
                      </a:r>
                      <a:r>
                        <a:rPr sz="1700" i="1" spc="-610" dirty="0">
                          <a:latin typeface="Times New Roman"/>
                          <a:cs typeface="Times New Roman"/>
                        </a:rPr>
                        <a:t>a</a:t>
                      </a:r>
                      <a:r>
                        <a:rPr sz="2550" spc="-172" baseline="3267" dirty="0">
                          <a:latin typeface="Times New Roman"/>
                          <a:cs typeface="Times New Roman"/>
                        </a:rPr>
                        <a:t>ˆ</a:t>
                      </a:r>
                      <a:r>
                        <a:rPr sz="1875" spc="82" baseline="-20000" dirty="0">
                          <a:latin typeface="Times New Roman"/>
                          <a:cs typeface="Times New Roman"/>
                        </a:rPr>
                        <a:t>1</a:t>
                      </a:r>
                      <a:r>
                        <a:rPr sz="1700" i="1" spc="114" dirty="0">
                          <a:latin typeface="Times New Roman"/>
                          <a:cs typeface="Times New Roman"/>
                        </a:rPr>
                        <a:t>z</a:t>
                      </a:r>
                      <a:r>
                        <a:rPr sz="1875" spc="-7" baseline="33333" dirty="0">
                          <a:latin typeface="Symbol"/>
                          <a:cs typeface="Symbol"/>
                        </a:rPr>
                        <a:t></a:t>
                      </a:r>
                      <a:r>
                        <a:rPr sz="1875" baseline="33333" dirty="0">
                          <a:latin typeface="Times New Roman"/>
                          <a:cs typeface="Times New Roman"/>
                        </a:rPr>
                        <a:t>1</a:t>
                      </a:r>
                      <a:r>
                        <a:rPr sz="1875" spc="44" baseline="33333" dirty="0">
                          <a:latin typeface="Times New Roman"/>
                          <a:cs typeface="Times New Roman"/>
                        </a:rPr>
                        <a:t> </a:t>
                      </a:r>
                      <a:r>
                        <a:rPr sz="1700" dirty="0">
                          <a:latin typeface="Symbol"/>
                          <a:cs typeface="Symbol"/>
                        </a:rPr>
                        <a:t></a:t>
                      </a:r>
                      <a:r>
                        <a:rPr sz="1700" spc="-110" dirty="0">
                          <a:latin typeface="Times New Roman"/>
                          <a:cs typeface="Times New Roman"/>
                        </a:rPr>
                        <a:t> </a:t>
                      </a:r>
                      <a:r>
                        <a:rPr sz="1700" i="1" spc="-615" dirty="0">
                          <a:latin typeface="Times New Roman"/>
                          <a:cs typeface="Times New Roman"/>
                        </a:rPr>
                        <a:t>a</a:t>
                      </a:r>
                      <a:r>
                        <a:rPr sz="2550" spc="44" baseline="3267" dirty="0">
                          <a:latin typeface="Times New Roman"/>
                          <a:cs typeface="Times New Roman"/>
                        </a:rPr>
                        <a:t>ˆ</a:t>
                      </a:r>
                      <a:r>
                        <a:rPr sz="1875" baseline="-20000" dirty="0">
                          <a:latin typeface="Times New Roman"/>
                          <a:cs typeface="Times New Roman"/>
                        </a:rPr>
                        <a:t>2</a:t>
                      </a:r>
                      <a:r>
                        <a:rPr sz="1875" spc="-240" baseline="-20000" dirty="0">
                          <a:latin typeface="Times New Roman"/>
                          <a:cs typeface="Times New Roman"/>
                        </a:rPr>
                        <a:t> </a:t>
                      </a:r>
                      <a:r>
                        <a:rPr sz="1700" i="1" spc="114" dirty="0">
                          <a:latin typeface="Times New Roman"/>
                          <a:cs typeface="Times New Roman"/>
                        </a:rPr>
                        <a:t>z</a:t>
                      </a:r>
                      <a:r>
                        <a:rPr sz="1875" spc="-7" baseline="33333" dirty="0">
                          <a:latin typeface="Symbol"/>
                          <a:cs typeface="Symbol"/>
                        </a:rPr>
                        <a:t></a:t>
                      </a:r>
                      <a:r>
                        <a:rPr sz="1875" baseline="33333" dirty="0">
                          <a:latin typeface="Times New Roman"/>
                          <a:cs typeface="Times New Roman"/>
                        </a:rPr>
                        <a:t>2</a:t>
                      </a:r>
                      <a:r>
                        <a:rPr sz="1875" spc="195" baseline="33333" dirty="0">
                          <a:latin typeface="Times New Roman"/>
                          <a:cs typeface="Times New Roman"/>
                        </a:rPr>
                        <a:t> </a:t>
                      </a:r>
                      <a:r>
                        <a:rPr sz="1700" dirty="0">
                          <a:latin typeface="Symbol"/>
                          <a:cs typeface="Symbol"/>
                        </a:rPr>
                        <a:t></a:t>
                      </a:r>
                      <a:r>
                        <a:rPr sz="1700" spc="-110" dirty="0">
                          <a:latin typeface="Times New Roman"/>
                          <a:cs typeface="Times New Roman"/>
                        </a:rPr>
                        <a:t> </a:t>
                      </a:r>
                      <a:r>
                        <a:rPr sz="1700" i="1" spc="-615" dirty="0">
                          <a:latin typeface="Times New Roman"/>
                          <a:cs typeface="Times New Roman"/>
                        </a:rPr>
                        <a:t>a</a:t>
                      </a:r>
                      <a:r>
                        <a:rPr sz="2550" spc="-15" baseline="3267" dirty="0">
                          <a:latin typeface="Times New Roman"/>
                          <a:cs typeface="Times New Roman"/>
                        </a:rPr>
                        <a:t>ˆ</a:t>
                      </a:r>
                      <a:r>
                        <a:rPr sz="1875" baseline="-20000" dirty="0">
                          <a:latin typeface="Times New Roman"/>
                          <a:cs typeface="Times New Roman"/>
                        </a:rPr>
                        <a:t>3</a:t>
                      </a:r>
                      <a:r>
                        <a:rPr sz="1875" spc="-300" baseline="-20000" dirty="0">
                          <a:latin typeface="Times New Roman"/>
                          <a:cs typeface="Times New Roman"/>
                        </a:rPr>
                        <a:t> </a:t>
                      </a:r>
                      <a:r>
                        <a:rPr sz="1700" i="1" spc="114" dirty="0">
                          <a:latin typeface="Times New Roman"/>
                          <a:cs typeface="Times New Roman"/>
                        </a:rPr>
                        <a:t>z</a:t>
                      </a:r>
                      <a:r>
                        <a:rPr sz="1875" spc="-7" baseline="33333" dirty="0">
                          <a:latin typeface="Symbol"/>
                          <a:cs typeface="Symbol"/>
                        </a:rPr>
                        <a:t></a:t>
                      </a:r>
                      <a:r>
                        <a:rPr sz="1875" baseline="33333" dirty="0">
                          <a:latin typeface="Times New Roman"/>
                          <a:cs typeface="Times New Roman"/>
                        </a:rPr>
                        <a:t>3</a:t>
                      </a:r>
                      <a:endParaRPr sz="1875" baseline="33333">
                        <a:latin typeface="Times New Roman"/>
                        <a:cs typeface="Times New Roman"/>
                      </a:endParaRPr>
                    </a:p>
                  </a:txBody>
                  <a:tcPr marL="0" marR="0" marT="0" marB="0">
                    <a:lnL w="3047">
                      <a:solidFill>
                        <a:srgbClr val="000000"/>
                      </a:solidFill>
                      <a:prstDash val="solid"/>
                    </a:lnL>
                    <a:lnR w="3047">
                      <a:solidFill>
                        <a:srgbClr val="000000"/>
                      </a:solidFill>
                      <a:prstDash val="solid"/>
                    </a:lnR>
                    <a:lnT w="9043">
                      <a:solidFill>
                        <a:srgbClr val="000000"/>
                      </a:solidFill>
                      <a:prstDash val="solid"/>
                    </a:lnT>
                    <a:lnB w="3047">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4488" y="96004"/>
            <a:ext cx="8964295" cy="6666230"/>
          </a:xfrm>
          <a:custGeom>
            <a:avLst/>
            <a:gdLst/>
            <a:ahLst/>
            <a:cxnLst/>
            <a:rect l="l" t="t" r="r" b="b"/>
            <a:pathLst>
              <a:path w="8964295" h="6666230">
                <a:moveTo>
                  <a:pt x="0" y="6665792"/>
                </a:moveTo>
                <a:lnTo>
                  <a:pt x="8963954" y="6665792"/>
                </a:lnTo>
                <a:lnTo>
                  <a:pt x="8963954"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633222" y="1860042"/>
            <a:ext cx="1583055" cy="0"/>
          </a:xfrm>
          <a:custGeom>
            <a:avLst/>
            <a:gdLst/>
            <a:ahLst/>
            <a:cxnLst/>
            <a:rect l="l" t="t" r="r" b="b"/>
            <a:pathLst>
              <a:path w="1583055">
                <a:moveTo>
                  <a:pt x="0" y="0"/>
                </a:moveTo>
                <a:lnTo>
                  <a:pt x="1582841" y="0"/>
                </a:lnTo>
              </a:path>
            </a:pathLst>
          </a:custGeom>
          <a:ln w="16763">
            <a:solidFill>
              <a:srgbClr val="A5ACB0"/>
            </a:solidFill>
          </a:ln>
        </p:spPr>
        <p:txBody>
          <a:bodyPr wrap="square" lIns="0" tIns="0" rIns="0" bIns="0" rtlCol="0"/>
          <a:lstStyle/>
          <a:p>
            <a:endParaRPr/>
          </a:p>
        </p:txBody>
      </p:sp>
      <p:sp>
        <p:nvSpPr>
          <p:cNvPr id="4" name="object 4"/>
          <p:cNvSpPr/>
          <p:nvPr/>
        </p:nvSpPr>
        <p:spPr>
          <a:xfrm>
            <a:off x="6271259" y="763837"/>
            <a:ext cx="210300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58193" y="758185"/>
            <a:ext cx="3341370" cy="914400"/>
          </a:xfrm>
          <a:prstGeom prst="rect">
            <a:avLst/>
          </a:prstGeom>
        </p:spPr>
        <p:txBody>
          <a:bodyPr vert="horz" wrap="square" lIns="0" tIns="0" rIns="0" bIns="0" rtlCol="0">
            <a:spAutoFit/>
          </a:bodyPr>
          <a:lstStyle/>
          <a:p>
            <a:pPr marL="12700" marR="5080">
              <a:lnSpc>
                <a:spcPts val="3600"/>
              </a:lnSpc>
            </a:pPr>
            <a:r>
              <a:rPr sz="3400" spc="-30" dirty="0">
                <a:solidFill>
                  <a:srgbClr val="B5121B"/>
                </a:solidFill>
                <a:latin typeface="Calibri"/>
                <a:cs typeface="Calibri"/>
              </a:rPr>
              <a:t>Sm</a:t>
            </a:r>
            <a:r>
              <a:rPr sz="3400" spc="-15" dirty="0">
                <a:solidFill>
                  <a:srgbClr val="B5121B"/>
                </a:solidFill>
                <a:latin typeface="Calibri"/>
                <a:cs typeface="Calibri"/>
              </a:rPr>
              <a:t>ith</a:t>
            </a:r>
            <a:r>
              <a:rPr sz="3400" spc="-90" dirty="0">
                <a:solidFill>
                  <a:srgbClr val="B5121B"/>
                </a:solidFill>
                <a:latin typeface="Times New Roman"/>
                <a:cs typeface="Times New Roman"/>
              </a:rPr>
              <a:t> </a:t>
            </a:r>
            <a:r>
              <a:rPr sz="3400" spc="-25" dirty="0">
                <a:solidFill>
                  <a:srgbClr val="B5121B"/>
                </a:solidFill>
                <a:latin typeface="Calibri"/>
                <a:cs typeface="Calibri"/>
              </a:rPr>
              <a:t>P</a:t>
            </a:r>
            <a:r>
              <a:rPr sz="3400" spc="-60" dirty="0">
                <a:solidFill>
                  <a:srgbClr val="B5121B"/>
                </a:solidFill>
                <a:latin typeface="Calibri"/>
                <a:cs typeface="Calibri"/>
              </a:rPr>
              <a:t>r</a:t>
            </a:r>
            <a:r>
              <a:rPr sz="3400" spc="-15" dirty="0">
                <a:solidFill>
                  <a:srgbClr val="B5121B"/>
                </a:solidFill>
                <a:latin typeface="Calibri"/>
                <a:cs typeface="Calibri"/>
              </a:rPr>
              <a:t>edic</a:t>
            </a:r>
            <a:r>
              <a:rPr sz="3400" spc="-50" dirty="0">
                <a:solidFill>
                  <a:srgbClr val="B5121B"/>
                </a:solidFill>
                <a:latin typeface="Calibri"/>
                <a:cs typeface="Calibri"/>
              </a:rPr>
              <a:t>t</a:t>
            </a:r>
            <a:r>
              <a:rPr sz="3400" spc="-25" dirty="0">
                <a:solidFill>
                  <a:srgbClr val="B5121B"/>
                </a:solidFill>
                <a:latin typeface="Calibri"/>
                <a:cs typeface="Calibri"/>
              </a:rPr>
              <a:t>o</a:t>
            </a:r>
            <a:r>
              <a:rPr sz="3400" spc="-15" dirty="0">
                <a:solidFill>
                  <a:srgbClr val="B5121B"/>
                </a:solidFill>
                <a:latin typeface="Calibri"/>
                <a:cs typeface="Calibri"/>
              </a:rPr>
              <a:t>r</a:t>
            </a:r>
            <a:r>
              <a:rPr sz="3400" spc="-80" dirty="0">
                <a:solidFill>
                  <a:srgbClr val="B5121B"/>
                </a:solidFill>
                <a:latin typeface="Times New Roman"/>
                <a:cs typeface="Times New Roman"/>
              </a:rPr>
              <a:t> </a:t>
            </a:r>
            <a:r>
              <a:rPr sz="3400" spc="-95" dirty="0">
                <a:solidFill>
                  <a:srgbClr val="B5121B"/>
                </a:solidFill>
                <a:latin typeface="Calibri"/>
                <a:cs typeface="Calibri"/>
              </a:rPr>
              <a:t>f</a:t>
            </a:r>
            <a:r>
              <a:rPr sz="3400" spc="-25" dirty="0">
                <a:solidFill>
                  <a:srgbClr val="B5121B"/>
                </a:solidFill>
                <a:latin typeface="Calibri"/>
                <a:cs typeface="Calibri"/>
              </a:rPr>
              <a:t>o</a:t>
            </a:r>
            <a:r>
              <a:rPr sz="3400" spc="-15" dirty="0">
                <a:solidFill>
                  <a:srgbClr val="B5121B"/>
                </a:solidFill>
                <a:latin typeface="Calibri"/>
                <a:cs typeface="Calibri"/>
              </a:rPr>
              <a:t>r</a:t>
            </a:r>
            <a:r>
              <a:rPr sz="3400" spc="-10" dirty="0">
                <a:solidFill>
                  <a:srgbClr val="B5121B"/>
                </a:solidFill>
                <a:latin typeface="Times New Roman"/>
                <a:cs typeface="Times New Roman"/>
              </a:rPr>
              <a:t> </a:t>
            </a:r>
            <a:r>
              <a:rPr sz="3400" spc="-25" dirty="0">
                <a:solidFill>
                  <a:srgbClr val="B5121B"/>
                </a:solidFill>
                <a:latin typeface="Calibri"/>
                <a:cs typeface="Calibri"/>
              </a:rPr>
              <a:t>Lo</a:t>
            </a:r>
            <a:r>
              <a:rPr sz="3400" spc="-20" dirty="0">
                <a:solidFill>
                  <a:srgbClr val="B5121B"/>
                </a:solidFill>
                <a:latin typeface="Calibri"/>
                <a:cs typeface="Calibri"/>
              </a:rPr>
              <a:t>ng</a:t>
            </a:r>
            <a:r>
              <a:rPr sz="3400" spc="-85" dirty="0">
                <a:solidFill>
                  <a:srgbClr val="B5121B"/>
                </a:solidFill>
                <a:latin typeface="Times New Roman"/>
                <a:cs typeface="Times New Roman"/>
              </a:rPr>
              <a:t> </a:t>
            </a:r>
            <a:r>
              <a:rPr sz="3400" spc="-20" dirty="0">
                <a:solidFill>
                  <a:srgbClr val="B5121B"/>
                </a:solidFill>
                <a:latin typeface="Calibri"/>
                <a:cs typeface="Calibri"/>
              </a:rPr>
              <a:t>T</a:t>
            </a:r>
            <a:r>
              <a:rPr sz="3400" dirty="0">
                <a:solidFill>
                  <a:srgbClr val="B5121B"/>
                </a:solidFill>
                <a:latin typeface="Calibri"/>
                <a:cs typeface="Calibri"/>
              </a:rPr>
              <a:t>i</a:t>
            </a:r>
            <a:r>
              <a:rPr sz="3400" spc="-25" dirty="0">
                <a:solidFill>
                  <a:srgbClr val="B5121B"/>
                </a:solidFill>
                <a:latin typeface="Calibri"/>
                <a:cs typeface="Calibri"/>
              </a:rPr>
              <a:t>me</a:t>
            </a:r>
            <a:r>
              <a:rPr sz="3400" spc="-95" dirty="0">
                <a:solidFill>
                  <a:srgbClr val="B5121B"/>
                </a:solidFill>
                <a:latin typeface="Times New Roman"/>
                <a:cs typeface="Times New Roman"/>
              </a:rPr>
              <a:t> </a:t>
            </a:r>
            <a:r>
              <a:rPr sz="3400" spc="-25" dirty="0">
                <a:solidFill>
                  <a:srgbClr val="B5121B"/>
                </a:solidFill>
                <a:latin typeface="Calibri"/>
                <a:cs typeface="Calibri"/>
              </a:rPr>
              <a:t>De</a:t>
            </a:r>
            <a:r>
              <a:rPr sz="3400" spc="-10" dirty="0">
                <a:solidFill>
                  <a:srgbClr val="B5121B"/>
                </a:solidFill>
                <a:latin typeface="Calibri"/>
                <a:cs typeface="Calibri"/>
              </a:rPr>
              <a:t>l</a:t>
            </a:r>
            <a:r>
              <a:rPr sz="3400" spc="-75" dirty="0">
                <a:solidFill>
                  <a:srgbClr val="B5121B"/>
                </a:solidFill>
                <a:latin typeface="Calibri"/>
                <a:cs typeface="Calibri"/>
              </a:rPr>
              <a:t>a</a:t>
            </a:r>
            <a:r>
              <a:rPr sz="3400" spc="-60" dirty="0">
                <a:solidFill>
                  <a:srgbClr val="B5121B"/>
                </a:solidFill>
                <a:latin typeface="Calibri"/>
                <a:cs typeface="Calibri"/>
              </a:rPr>
              <a:t>y</a:t>
            </a:r>
            <a:r>
              <a:rPr sz="3400" spc="-15" dirty="0">
                <a:solidFill>
                  <a:srgbClr val="B5121B"/>
                </a:solidFill>
                <a:latin typeface="Calibri"/>
                <a:cs typeface="Calibri"/>
              </a:rPr>
              <a:t>s</a:t>
            </a:r>
            <a:endParaRPr sz="3400">
              <a:latin typeface="Calibri"/>
              <a:cs typeface="Calibri"/>
            </a:endParaRPr>
          </a:p>
        </p:txBody>
      </p:sp>
      <p:sp>
        <p:nvSpPr>
          <p:cNvPr id="6" name="object 6"/>
          <p:cNvSpPr/>
          <p:nvPr/>
        </p:nvSpPr>
        <p:spPr>
          <a:xfrm>
            <a:off x="187452" y="2072640"/>
            <a:ext cx="8228228" cy="4785359"/>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7109693" y="5110046"/>
            <a:ext cx="1450340" cy="721995"/>
          </a:xfrm>
          <a:prstGeom prst="rect">
            <a:avLst/>
          </a:prstGeom>
        </p:spPr>
        <p:txBody>
          <a:bodyPr vert="horz" wrap="square" lIns="0" tIns="0" rIns="0" bIns="0" rtlCol="0">
            <a:spAutoFit/>
          </a:bodyPr>
          <a:lstStyle/>
          <a:p>
            <a:pPr marL="276225" marR="5080" indent="-264160">
              <a:lnSpc>
                <a:spcPct val="80000"/>
              </a:lnSpc>
            </a:pPr>
            <a:r>
              <a:rPr sz="2800" b="0" spc="-35" dirty="0">
                <a:solidFill>
                  <a:srgbClr val="C00000"/>
                </a:solidFill>
                <a:latin typeface="Calibri Light"/>
                <a:cs typeface="Calibri Light"/>
              </a:rPr>
              <a:t>Un</a:t>
            </a:r>
            <a:r>
              <a:rPr sz="2800" b="0" spc="-5" dirty="0">
                <a:solidFill>
                  <a:srgbClr val="C00000"/>
                </a:solidFill>
                <a:latin typeface="Calibri Light"/>
                <a:cs typeface="Calibri Light"/>
              </a:rPr>
              <a:t>i</a:t>
            </a:r>
            <a:r>
              <a:rPr sz="2800" b="0" spc="-10" dirty="0">
                <a:solidFill>
                  <a:srgbClr val="C00000"/>
                </a:solidFill>
                <a:latin typeface="Calibri Light"/>
                <a:cs typeface="Calibri Light"/>
              </a:rPr>
              <a:t>t</a:t>
            </a:r>
            <a:r>
              <a:rPr sz="2800" b="0" spc="-135" dirty="0">
                <a:solidFill>
                  <a:srgbClr val="C00000"/>
                </a:solidFill>
                <a:latin typeface="Times New Roman"/>
                <a:cs typeface="Times New Roman"/>
              </a:rPr>
              <a:t> </a:t>
            </a:r>
            <a:r>
              <a:rPr sz="2800" b="0" spc="-30" dirty="0">
                <a:solidFill>
                  <a:srgbClr val="C00000"/>
                </a:solidFill>
                <a:latin typeface="Calibri Light"/>
                <a:cs typeface="Calibri Light"/>
              </a:rPr>
              <a:t>de</a:t>
            </a:r>
            <a:r>
              <a:rPr sz="2800" b="0" spc="-5" dirty="0">
                <a:solidFill>
                  <a:srgbClr val="C00000"/>
                </a:solidFill>
                <a:latin typeface="Calibri Light"/>
                <a:cs typeface="Calibri Light"/>
              </a:rPr>
              <a:t>l</a:t>
            </a:r>
            <a:r>
              <a:rPr sz="2800" b="0" spc="-95" dirty="0">
                <a:solidFill>
                  <a:srgbClr val="C00000"/>
                </a:solidFill>
                <a:latin typeface="Calibri Light"/>
                <a:cs typeface="Calibri Light"/>
              </a:rPr>
              <a:t>a</a:t>
            </a:r>
            <a:r>
              <a:rPr sz="2800" b="0" spc="-15" dirty="0">
                <a:solidFill>
                  <a:srgbClr val="C00000"/>
                </a:solidFill>
                <a:latin typeface="Calibri Light"/>
                <a:cs typeface="Calibri Light"/>
              </a:rPr>
              <a:t>y</a:t>
            </a:r>
            <a:r>
              <a:rPr sz="2800" b="0" spc="-10" dirty="0">
                <a:solidFill>
                  <a:srgbClr val="C00000"/>
                </a:solidFill>
                <a:latin typeface="Times New Roman"/>
                <a:cs typeface="Times New Roman"/>
              </a:rPr>
              <a:t> </a:t>
            </a:r>
            <a:r>
              <a:rPr sz="2800" b="0" spc="-55" dirty="0">
                <a:solidFill>
                  <a:srgbClr val="C00000"/>
                </a:solidFill>
                <a:latin typeface="Calibri Light"/>
                <a:cs typeface="Calibri Light"/>
              </a:rPr>
              <a:t>m</a:t>
            </a:r>
            <a:r>
              <a:rPr sz="2800" b="0" spc="-35" dirty="0">
                <a:solidFill>
                  <a:srgbClr val="C00000"/>
                </a:solidFill>
                <a:latin typeface="Calibri Light"/>
                <a:cs typeface="Calibri Light"/>
              </a:rPr>
              <a:t>o</a:t>
            </a:r>
            <a:r>
              <a:rPr sz="2800" b="0" spc="-30" dirty="0">
                <a:solidFill>
                  <a:srgbClr val="C00000"/>
                </a:solidFill>
                <a:latin typeface="Calibri Light"/>
                <a:cs typeface="Calibri Light"/>
              </a:rPr>
              <a:t>de</a:t>
            </a:r>
            <a:r>
              <a:rPr sz="2800" b="0" spc="-10" dirty="0">
                <a:solidFill>
                  <a:srgbClr val="C00000"/>
                </a:solidFill>
                <a:latin typeface="Calibri Light"/>
                <a:cs typeface="Calibri Light"/>
              </a:rPr>
              <a:t>l</a:t>
            </a:r>
            <a:endParaRPr sz="2800">
              <a:latin typeface="Calibri Light"/>
              <a:cs typeface="Calibri Light"/>
            </a:endParaRPr>
          </a:p>
        </p:txBody>
      </p:sp>
      <p:sp>
        <p:nvSpPr>
          <p:cNvPr id="8" name="object 8"/>
          <p:cNvSpPr/>
          <p:nvPr/>
        </p:nvSpPr>
        <p:spPr>
          <a:xfrm>
            <a:off x="5731581" y="4120371"/>
            <a:ext cx="1457960" cy="906780"/>
          </a:xfrm>
          <a:custGeom>
            <a:avLst/>
            <a:gdLst/>
            <a:ahLst/>
            <a:cxnLst/>
            <a:rect l="l" t="t" r="r" b="b"/>
            <a:pathLst>
              <a:path w="1457959" h="906779">
                <a:moveTo>
                  <a:pt x="1457492" y="906493"/>
                </a:moveTo>
                <a:lnTo>
                  <a:pt x="0" y="0"/>
                </a:lnTo>
              </a:path>
            </a:pathLst>
          </a:custGeom>
          <a:ln w="44195">
            <a:solidFill>
              <a:srgbClr val="C00000"/>
            </a:solidFill>
          </a:ln>
        </p:spPr>
        <p:txBody>
          <a:bodyPr wrap="square" lIns="0" tIns="0" rIns="0" bIns="0" rtlCol="0"/>
          <a:lstStyle/>
          <a:p>
            <a:endParaRPr/>
          </a:p>
        </p:txBody>
      </p:sp>
      <p:sp>
        <p:nvSpPr>
          <p:cNvPr id="9" name="object 9"/>
          <p:cNvSpPr/>
          <p:nvPr/>
        </p:nvSpPr>
        <p:spPr>
          <a:xfrm>
            <a:off x="5731581" y="4120384"/>
            <a:ext cx="153670" cy="135890"/>
          </a:xfrm>
          <a:custGeom>
            <a:avLst/>
            <a:gdLst/>
            <a:ahLst/>
            <a:cxnLst/>
            <a:rect l="l" t="t" r="r" b="b"/>
            <a:pathLst>
              <a:path w="153670" h="135889">
                <a:moveTo>
                  <a:pt x="71719" y="135706"/>
                </a:moveTo>
                <a:lnTo>
                  <a:pt x="0" y="0"/>
                </a:lnTo>
                <a:lnTo>
                  <a:pt x="153436" y="4358"/>
                </a:lnTo>
              </a:path>
            </a:pathLst>
          </a:custGeom>
          <a:ln w="44195">
            <a:solidFill>
              <a:srgbClr val="C00000"/>
            </a:solidFill>
          </a:ln>
        </p:spPr>
        <p:txBody>
          <a:bodyPr wrap="square" lIns="0" tIns="0" rIns="0" bIns="0" rtlCol="0"/>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87567" y="728606"/>
            <a:ext cx="4833620" cy="915035"/>
          </a:xfrm>
          <a:prstGeom prst="rect">
            <a:avLst/>
          </a:prstGeom>
        </p:spPr>
        <p:txBody>
          <a:bodyPr vert="horz" wrap="square" lIns="0" tIns="0" rIns="0" bIns="0" rtlCol="0">
            <a:spAutoFit/>
          </a:bodyPr>
          <a:lstStyle/>
          <a:p>
            <a:pPr marL="12700" marR="5080" indent="-635">
              <a:lnSpc>
                <a:spcPts val="3600"/>
              </a:lnSpc>
            </a:pPr>
            <a:r>
              <a:rPr sz="3400" spc="-100" dirty="0">
                <a:solidFill>
                  <a:srgbClr val="B5121B"/>
                </a:solidFill>
                <a:latin typeface="Calibri"/>
                <a:cs typeface="Calibri"/>
              </a:rPr>
              <a:t>P</a:t>
            </a:r>
            <a:r>
              <a:rPr sz="3400" spc="-10" dirty="0">
                <a:solidFill>
                  <a:srgbClr val="B5121B"/>
                </a:solidFill>
                <a:latin typeface="Calibri"/>
                <a:cs typeface="Calibri"/>
              </a:rPr>
              <a:t>a</a:t>
            </a:r>
            <a:r>
              <a:rPr sz="3400" spc="-25" dirty="0">
                <a:solidFill>
                  <a:srgbClr val="B5121B"/>
                </a:solidFill>
                <a:latin typeface="Calibri"/>
                <a:cs typeface="Calibri"/>
              </a:rPr>
              <a:t>r</a:t>
            </a:r>
            <a:r>
              <a:rPr sz="3400" spc="-15" dirty="0">
                <a:solidFill>
                  <a:srgbClr val="B5121B"/>
                </a:solidFill>
                <a:latin typeface="Calibri"/>
                <a:cs typeface="Calibri"/>
              </a:rPr>
              <a:t>t</a:t>
            </a:r>
            <a:r>
              <a:rPr sz="3400" spc="-75" dirty="0">
                <a:solidFill>
                  <a:srgbClr val="B5121B"/>
                </a:solidFill>
                <a:latin typeface="Times New Roman"/>
                <a:cs typeface="Times New Roman"/>
              </a:rPr>
              <a:t> </a:t>
            </a:r>
            <a:r>
              <a:rPr sz="3400" spc="-20" dirty="0">
                <a:solidFill>
                  <a:srgbClr val="B5121B"/>
                </a:solidFill>
                <a:latin typeface="Calibri"/>
                <a:cs typeface="Calibri"/>
              </a:rPr>
              <a:t>6</a:t>
            </a:r>
            <a:r>
              <a:rPr sz="3400" spc="-95" dirty="0">
                <a:solidFill>
                  <a:srgbClr val="B5121B"/>
                </a:solidFill>
                <a:latin typeface="Times New Roman"/>
                <a:cs typeface="Times New Roman"/>
              </a:rPr>
              <a:t> </a:t>
            </a:r>
            <a:r>
              <a:rPr sz="3400" dirty="0">
                <a:solidFill>
                  <a:srgbClr val="B5121B"/>
                </a:solidFill>
                <a:latin typeface="Calibri"/>
                <a:cs typeface="Calibri"/>
              </a:rPr>
              <a:t>–</a:t>
            </a:r>
            <a:r>
              <a:rPr sz="3400" spc="-85" dirty="0">
                <a:solidFill>
                  <a:srgbClr val="B5121B"/>
                </a:solidFill>
                <a:latin typeface="Times New Roman"/>
                <a:cs typeface="Times New Roman"/>
              </a:rPr>
              <a:t> </a:t>
            </a:r>
            <a:r>
              <a:rPr sz="3400" spc="-30" dirty="0">
                <a:solidFill>
                  <a:srgbClr val="B5121B"/>
                </a:solidFill>
                <a:latin typeface="Calibri"/>
                <a:cs typeface="Calibri"/>
              </a:rPr>
              <a:t>A</a:t>
            </a:r>
            <a:r>
              <a:rPr sz="3400" spc="-10" dirty="0">
                <a:solidFill>
                  <a:srgbClr val="B5121B"/>
                </a:solidFill>
                <a:latin typeface="Calibri"/>
                <a:cs typeface="Calibri"/>
              </a:rPr>
              <a:t>dd</a:t>
            </a:r>
            <a:r>
              <a:rPr sz="3400" spc="-5" dirty="0">
                <a:solidFill>
                  <a:srgbClr val="B5121B"/>
                </a:solidFill>
                <a:latin typeface="Calibri"/>
                <a:cs typeface="Calibri"/>
              </a:rPr>
              <a:t>i</a:t>
            </a:r>
            <a:r>
              <a:rPr sz="3400" spc="-15" dirty="0">
                <a:solidFill>
                  <a:srgbClr val="B5121B"/>
                </a:solidFill>
                <a:latin typeface="Calibri"/>
                <a:cs typeface="Calibri"/>
              </a:rPr>
              <a:t>t</a:t>
            </a:r>
            <a:r>
              <a:rPr sz="3400" spc="-5" dirty="0">
                <a:solidFill>
                  <a:srgbClr val="B5121B"/>
                </a:solidFill>
                <a:latin typeface="Calibri"/>
                <a:cs typeface="Calibri"/>
              </a:rPr>
              <a:t>i</a:t>
            </a:r>
            <a:r>
              <a:rPr sz="3400" spc="5" dirty="0">
                <a:solidFill>
                  <a:srgbClr val="B5121B"/>
                </a:solidFill>
                <a:latin typeface="Calibri"/>
                <a:cs typeface="Calibri"/>
              </a:rPr>
              <a:t>o</a:t>
            </a:r>
            <a:r>
              <a:rPr sz="3400" spc="-10" dirty="0">
                <a:solidFill>
                  <a:srgbClr val="B5121B"/>
                </a:solidFill>
                <a:latin typeface="Calibri"/>
                <a:cs typeface="Calibri"/>
              </a:rPr>
              <a:t>na</a:t>
            </a:r>
            <a:r>
              <a:rPr sz="3400" dirty="0">
                <a:solidFill>
                  <a:srgbClr val="B5121B"/>
                </a:solidFill>
                <a:latin typeface="Calibri"/>
                <a:cs typeface="Calibri"/>
              </a:rPr>
              <a:t>l</a:t>
            </a:r>
            <a:r>
              <a:rPr sz="3400" spc="-90" dirty="0">
                <a:solidFill>
                  <a:srgbClr val="B5121B"/>
                </a:solidFill>
                <a:latin typeface="Times New Roman"/>
                <a:cs typeface="Times New Roman"/>
              </a:rPr>
              <a:t> </a:t>
            </a:r>
            <a:r>
              <a:rPr sz="3400" spc="-300" dirty="0">
                <a:solidFill>
                  <a:srgbClr val="B5121B"/>
                </a:solidFill>
                <a:latin typeface="Calibri"/>
                <a:cs typeface="Calibri"/>
              </a:rPr>
              <a:t>T</a:t>
            </a:r>
            <a:r>
              <a:rPr sz="3400" spc="5" dirty="0">
                <a:solidFill>
                  <a:srgbClr val="B5121B"/>
                </a:solidFill>
                <a:latin typeface="Calibri"/>
                <a:cs typeface="Calibri"/>
              </a:rPr>
              <a:t>o</a:t>
            </a:r>
            <a:r>
              <a:rPr sz="3400" spc="-10" dirty="0">
                <a:solidFill>
                  <a:srgbClr val="B5121B"/>
                </a:solidFill>
                <a:latin typeface="Calibri"/>
                <a:cs typeface="Calibri"/>
              </a:rPr>
              <a:t>p</a:t>
            </a:r>
            <a:r>
              <a:rPr sz="3400" spc="-5" dirty="0">
                <a:solidFill>
                  <a:srgbClr val="B5121B"/>
                </a:solidFill>
                <a:latin typeface="Calibri"/>
                <a:cs typeface="Calibri"/>
              </a:rPr>
              <a:t>i</a:t>
            </a:r>
            <a:r>
              <a:rPr sz="3400" spc="-15" dirty="0">
                <a:solidFill>
                  <a:srgbClr val="B5121B"/>
                </a:solidFill>
                <a:latin typeface="Calibri"/>
                <a:cs typeface="Calibri"/>
              </a:rPr>
              <a:t>c</a:t>
            </a:r>
            <a:r>
              <a:rPr sz="3400" dirty="0">
                <a:solidFill>
                  <a:srgbClr val="B5121B"/>
                </a:solidFill>
                <a:latin typeface="Calibri"/>
                <a:cs typeface="Calibri"/>
              </a:rPr>
              <a:t>s</a:t>
            </a:r>
            <a:r>
              <a:rPr sz="3400" spc="-100" dirty="0">
                <a:solidFill>
                  <a:srgbClr val="B5121B"/>
                </a:solidFill>
                <a:latin typeface="Times New Roman"/>
                <a:cs typeface="Times New Roman"/>
              </a:rPr>
              <a:t> </a:t>
            </a:r>
            <a:r>
              <a:rPr sz="3400" dirty="0">
                <a:solidFill>
                  <a:srgbClr val="B5121B"/>
                </a:solidFill>
                <a:latin typeface="Calibri"/>
                <a:cs typeface="Calibri"/>
              </a:rPr>
              <a:t>&amp;</a:t>
            </a:r>
            <a:r>
              <a:rPr sz="3400" dirty="0">
                <a:solidFill>
                  <a:srgbClr val="B5121B"/>
                </a:solidFill>
                <a:latin typeface="Times New Roman"/>
                <a:cs typeface="Times New Roman"/>
              </a:rPr>
              <a:t> </a:t>
            </a:r>
            <a:r>
              <a:rPr sz="3400" spc="5" dirty="0">
                <a:solidFill>
                  <a:srgbClr val="B5121B"/>
                </a:solidFill>
                <a:latin typeface="Calibri"/>
                <a:cs typeface="Calibri"/>
              </a:rPr>
              <a:t>C</a:t>
            </a:r>
            <a:r>
              <a:rPr sz="3400" spc="-10" dirty="0">
                <a:solidFill>
                  <a:srgbClr val="B5121B"/>
                </a:solidFill>
                <a:latin typeface="Calibri"/>
                <a:cs typeface="Calibri"/>
              </a:rPr>
              <a:t>as</a:t>
            </a:r>
            <a:r>
              <a:rPr sz="3400" spc="-20" dirty="0">
                <a:solidFill>
                  <a:srgbClr val="B5121B"/>
                </a:solidFill>
                <a:latin typeface="Calibri"/>
                <a:cs typeface="Calibri"/>
              </a:rPr>
              <a:t>e</a:t>
            </a:r>
            <a:r>
              <a:rPr sz="3400" spc="-85" dirty="0">
                <a:solidFill>
                  <a:srgbClr val="B5121B"/>
                </a:solidFill>
                <a:latin typeface="Times New Roman"/>
                <a:cs typeface="Times New Roman"/>
              </a:rPr>
              <a:t> </a:t>
            </a:r>
            <a:r>
              <a:rPr sz="3400" spc="-5" dirty="0">
                <a:solidFill>
                  <a:srgbClr val="B5121B"/>
                </a:solidFill>
                <a:latin typeface="Calibri"/>
                <a:cs typeface="Calibri"/>
              </a:rPr>
              <a:t>S</a:t>
            </a:r>
            <a:r>
              <a:rPr sz="3400" spc="-15" dirty="0">
                <a:solidFill>
                  <a:srgbClr val="B5121B"/>
                </a:solidFill>
                <a:latin typeface="Calibri"/>
                <a:cs typeface="Calibri"/>
              </a:rPr>
              <a:t>t</a:t>
            </a:r>
            <a:r>
              <a:rPr sz="3400" spc="-10" dirty="0">
                <a:solidFill>
                  <a:srgbClr val="B5121B"/>
                </a:solidFill>
                <a:latin typeface="Calibri"/>
                <a:cs typeface="Calibri"/>
              </a:rPr>
              <a:t>ud</a:t>
            </a:r>
            <a:r>
              <a:rPr sz="3400" spc="-5" dirty="0">
                <a:solidFill>
                  <a:srgbClr val="B5121B"/>
                </a:solidFill>
                <a:latin typeface="Calibri"/>
                <a:cs typeface="Calibri"/>
              </a:rPr>
              <a:t>i</a:t>
            </a:r>
            <a:r>
              <a:rPr sz="3400" spc="-15" dirty="0">
                <a:solidFill>
                  <a:srgbClr val="B5121B"/>
                </a:solidFill>
                <a:latin typeface="Calibri"/>
                <a:cs typeface="Calibri"/>
              </a:rPr>
              <a:t>e</a:t>
            </a:r>
            <a:r>
              <a:rPr sz="3400" dirty="0">
                <a:solidFill>
                  <a:srgbClr val="B5121B"/>
                </a:solidFill>
                <a:latin typeface="Calibri"/>
                <a:cs typeface="Calibri"/>
              </a:rPr>
              <a:t>s</a:t>
            </a:r>
            <a:endParaRPr sz="3400">
              <a:latin typeface="Calibri"/>
              <a:cs typeface="Calibri"/>
            </a:endParaRPr>
          </a:p>
        </p:txBody>
      </p:sp>
      <p:sp>
        <p:nvSpPr>
          <p:cNvPr id="5" name="object 5"/>
          <p:cNvSpPr txBox="1"/>
          <p:nvPr/>
        </p:nvSpPr>
        <p:spPr>
          <a:xfrm>
            <a:off x="707390" y="2257014"/>
            <a:ext cx="7606030" cy="2841804"/>
          </a:xfrm>
          <a:prstGeom prst="rect">
            <a:avLst/>
          </a:prstGeom>
        </p:spPr>
        <p:txBody>
          <a:bodyPr vert="horz" wrap="square" lIns="0" tIns="0" rIns="0" bIns="0" rtlCol="0">
            <a:spAutoFit/>
          </a:bodyPr>
          <a:lstStyle/>
          <a:p>
            <a:pPr marL="12700" algn="just">
              <a:lnSpc>
                <a:spcPct val="100000"/>
              </a:lnSpc>
            </a:pPr>
            <a:r>
              <a:rPr sz="2800" spc="5" dirty="0">
                <a:solidFill>
                  <a:srgbClr val="B5121B"/>
                </a:solidFill>
                <a:latin typeface="Calibri"/>
                <a:cs typeface="Calibri"/>
              </a:rPr>
              <a:t>C</a:t>
            </a:r>
            <a:r>
              <a:rPr sz="2800" dirty="0">
                <a:solidFill>
                  <a:srgbClr val="B5121B"/>
                </a:solidFill>
                <a:latin typeface="Calibri"/>
                <a:cs typeface="Calibri"/>
              </a:rPr>
              <a:t>o</a:t>
            </a:r>
            <a:r>
              <a:rPr sz="2800" spc="-15" dirty="0">
                <a:solidFill>
                  <a:srgbClr val="B5121B"/>
                </a:solidFill>
                <a:latin typeface="Calibri"/>
                <a:cs typeface="Calibri"/>
              </a:rPr>
              <a:t>n</a:t>
            </a:r>
            <a:r>
              <a:rPr sz="2800" spc="-40" dirty="0">
                <a:solidFill>
                  <a:srgbClr val="B5121B"/>
                </a:solidFill>
                <a:latin typeface="Calibri"/>
                <a:cs typeface="Calibri"/>
              </a:rPr>
              <a:t>t</a:t>
            </a:r>
            <a:r>
              <a:rPr sz="2800" spc="-10" dirty="0">
                <a:solidFill>
                  <a:srgbClr val="B5121B"/>
                </a:solidFill>
                <a:latin typeface="Calibri"/>
                <a:cs typeface="Calibri"/>
              </a:rPr>
              <a:t>e</a:t>
            </a:r>
            <a:r>
              <a:rPr sz="2800" spc="-15" dirty="0">
                <a:solidFill>
                  <a:srgbClr val="B5121B"/>
                </a:solidFill>
                <a:latin typeface="Calibri"/>
                <a:cs typeface="Calibri"/>
              </a:rPr>
              <a:t>n</a:t>
            </a:r>
            <a:r>
              <a:rPr sz="2800" dirty="0">
                <a:solidFill>
                  <a:srgbClr val="B5121B"/>
                </a:solidFill>
                <a:latin typeface="Calibri"/>
                <a:cs typeface="Calibri"/>
              </a:rPr>
              <a:t>ts</a:t>
            </a:r>
            <a:endParaRPr sz="2800" dirty="0">
              <a:latin typeface="Calibri"/>
              <a:cs typeface="Calibri"/>
            </a:endParaRP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1</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5" dirty="0">
                <a:latin typeface="Calibri"/>
                <a:cs typeface="Calibri"/>
              </a:rPr>
              <a:t>O</a:t>
            </a:r>
            <a:r>
              <a:rPr sz="2600" spc="-30" dirty="0">
                <a:latin typeface="Calibri"/>
                <a:cs typeface="Calibri"/>
              </a:rPr>
              <a:t>p</a:t>
            </a:r>
            <a:r>
              <a:rPr sz="2600" spc="-5" dirty="0">
                <a:latin typeface="Calibri"/>
                <a:cs typeface="Calibri"/>
              </a:rPr>
              <a:t>t</a:t>
            </a:r>
            <a:r>
              <a:rPr sz="2600" dirty="0">
                <a:latin typeface="Calibri"/>
                <a:cs typeface="Calibri"/>
              </a:rPr>
              <a:t>i</a:t>
            </a:r>
            <a:r>
              <a:rPr sz="2600" spc="-25" dirty="0">
                <a:latin typeface="Calibri"/>
                <a:cs typeface="Calibri"/>
              </a:rPr>
              <a:t>ma</a:t>
            </a:r>
            <a:r>
              <a:rPr sz="2600" dirty="0">
                <a:latin typeface="Calibri"/>
                <a:cs typeface="Calibri"/>
              </a:rPr>
              <a:t>l</a:t>
            </a:r>
            <a:r>
              <a:rPr sz="2600" spc="-50" dirty="0">
                <a:latin typeface="Times New Roman"/>
                <a:cs typeface="Times New Roman"/>
              </a:rPr>
              <a:t> </a:t>
            </a:r>
            <a:r>
              <a:rPr sz="2600" dirty="0">
                <a:latin typeface="Calibri"/>
                <a:cs typeface="Calibri"/>
              </a:rPr>
              <a:t>&amp;</a:t>
            </a:r>
            <a:r>
              <a:rPr sz="2600" spc="-65" dirty="0">
                <a:latin typeface="Times New Roman"/>
                <a:cs typeface="Times New Roman"/>
              </a:rPr>
              <a:t> </a:t>
            </a:r>
            <a:r>
              <a:rPr sz="2600" spc="-20" dirty="0">
                <a:latin typeface="Calibri"/>
                <a:cs typeface="Calibri"/>
              </a:rPr>
              <a:t>P</a:t>
            </a:r>
            <a:r>
              <a:rPr sz="2600" spc="-60" dirty="0">
                <a:latin typeface="Calibri"/>
                <a:cs typeface="Calibri"/>
              </a:rPr>
              <a:t>r</a:t>
            </a:r>
            <a:r>
              <a:rPr sz="2600" spc="-10" dirty="0">
                <a:latin typeface="Calibri"/>
                <a:cs typeface="Calibri"/>
              </a:rPr>
              <a:t>ed</a:t>
            </a:r>
            <a:r>
              <a:rPr sz="2600" dirty="0">
                <a:latin typeface="Calibri"/>
                <a:cs typeface="Calibri"/>
              </a:rPr>
              <a:t>i</a:t>
            </a:r>
            <a:r>
              <a:rPr sz="2600" spc="-15" dirty="0">
                <a:latin typeface="Calibri"/>
                <a:cs typeface="Calibri"/>
              </a:rPr>
              <a:t>c</a:t>
            </a:r>
            <a:r>
              <a:rPr sz="2600" spc="-5" dirty="0">
                <a:latin typeface="Calibri"/>
                <a:cs typeface="Calibri"/>
              </a:rPr>
              <a:t>t</a:t>
            </a:r>
            <a:r>
              <a:rPr sz="2600" dirty="0">
                <a:latin typeface="Calibri"/>
                <a:cs typeface="Calibri"/>
              </a:rPr>
              <a:t>i</a:t>
            </a:r>
            <a:r>
              <a:rPr sz="2600" spc="-30" dirty="0">
                <a:latin typeface="Calibri"/>
                <a:cs typeface="Calibri"/>
              </a:rPr>
              <a:t>v</a:t>
            </a:r>
            <a:r>
              <a:rPr sz="2600" spc="-15" dirty="0">
                <a:latin typeface="Calibri"/>
                <a:cs typeface="Calibri"/>
              </a:rPr>
              <a:t>e</a:t>
            </a:r>
            <a:r>
              <a:rPr sz="2600" spc="-85"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2</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30" dirty="0">
                <a:latin typeface="Calibri"/>
                <a:cs typeface="Calibri"/>
              </a:rPr>
              <a:t>M</a:t>
            </a:r>
            <a:r>
              <a:rPr sz="2600" spc="-10" dirty="0">
                <a:latin typeface="Calibri"/>
                <a:cs typeface="Calibri"/>
              </a:rPr>
              <a:t>u</a:t>
            </a:r>
            <a:r>
              <a:rPr sz="2600" dirty="0">
                <a:latin typeface="Calibri"/>
                <a:cs typeface="Calibri"/>
              </a:rPr>
              <a:t>l</a:t>
            </a:r>
            <a:r>
              <a:rPr sz="2600" spc="-5" dirty="0">
                <a:latin typeface="Calibri"/>
                <a:cs typeface="Calibri"/>
              </a:rPr>
              <a:t>t</a:t>
            </a:r>
            <a:r>
              <a:rPr sz="2600" dirty="0">
                <a:latin typeface="Calibri"/>
                <a:cs typeface="Calibri"/>
              </a:rPr>
              <a:t>i</a:t>
            </a:r>
            <a:r>
              <a:rPr sz="2600" spc="-50" dirty="0">
                <a:latin typeface="Calibri"/>
                <a:cs typeface="Calibri"/>
              </a:rPr>
              <a:t>v</a:t>
            </a:r>
            <a:r>
              <a:rPr sz="2600" spc="-25" dirty="0">
                <a:latin typeface="Calibri"/>
                <a:cs typeface="Calibri"/>
              </a:rPr>
              <a:t>ar</a:t>
            </a:r>
            <a:r>
              <a:rPr sz="2600" dirty="0">
                <a:latin typeface="Calibri"/>
                <a:cs typeface="Calibri"/>
              </a:rPr>
              <a:t>i</a:t>
            </a:r>
            <a:r>
              <a:rPr sz="2600" spc="-10" dirty="0">
                <a:latin typeface="Calibri"/>
                <a:cs typeface="Calibri"/>
              </a:rPr>
              <a:t>ab</a:t>
            </a:r>
            <a:r>
              <a:rPr sz="2600" dirty="0">
                <a:latin typeface="Calibri"/>
                <a:cs typeface="Calibri"/>
              </a:rPr>
              <a:t>l</a:t>
            </a:r>
            <a:r>
              <a:rPr sz="2600" spc="-15" dirty="0">
                <a:latin typeface="Calibri"/>
                <a:cs typeface="Calibri"/>
              </a:rPr>
              <a:t>e</a:t>
            </a:r>
            <a:r>
              <a:rPr sz="2600" spc="-45" dirty="0">
                <a:latin typeface="Times New Roman"/>
                <a:cs typeface="Times New Roman"/>
              </a:rPr>
              <a:t> </a:t>
            </a:r>
            <a:r>
              <a:rPr sz="2600" spc="-10"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p>
          <a:p>
            <a:pPr marL="241300" indent="-228600" algn="just">
              <a:lnSpc>
                <a:spcPct val="100000"/>
              </a:lnSpc>
              <a:spcBef>
                <a:spcPts val="38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3</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10" dirty="0">
                <a:latin typeface="Calibri"/>
                <a:cs typeface="Calibri"/>
              </a:rPr>
              <a:t>I</a:t>
            </a:r>
            <a:r>
              <a:rPr sz="2600" dirty="0">
                <a:latin typeface="Calibri"/>
                <a:cs typeface="Calibri"/>
              </a:rPr>
              <a:t>m</a:t>
            </a:r>
            <a:r>
              <a:rPr sz="2600" spc="-10" dirty="0">
                <a:latin typeface="Calibri"/>
                <a:cs typeface="Calibri"/>
              </a:rPr>
              <a:t>p</a:t>
            </a:r>
            <a:r>
              <a:rPr sz="2600" dirty="0">
                <a:latin typeface="Calibri"/>
                <a:cs typeface="Calibri"/>
              </a:rPr>
              <a:t>l</a:t>
            </a:r>
            <a:r>
              <a:rPr sz="2600" spc="-10" dirty="0">
                <a:latin typeface="Calibri"/>
                <a:cs typeface="Calibri"/>
              </a:rPr>
              <a:t>e</a:t>
            </a:r>
            <a:r>
              <a:rPr sz="2600" spc="-25" dirty="0">
                <a:latin typeface="Calibri"/>
                <a:cs typeface="Calibri"/>
              </a:rPr>
              <a:t>m</a:t>
            </a:r>
            <a:r>
              <a:rPr sz="2600" spc="-10" dirty="0">
                <a:latin typeface="Calibri"/>
                <a:cs typeface="Calibri"/>
              </a:rPr>
              <a:t>e</a:t>
            </a:r>
            <a:r>
              <a:rPr sz="2600" spc="-30" dirty="0">
                <a:latin typeface="Calibri"/>
                <a:cs typeface="Calibri"/>
              </a:rPr>
              <a:t>n</a:t>
            </a:r>
            <a:r>
              <a:rPr sz="2600" spc="-45" dirty="0">
                <a:latin typeface="Calibri"/>
                <a:cs typeface="Calibri"/>
              </a:rPr>
              <a:t>t</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20" dirty="0">
                <a:latin typeface="Times New Roman"/>
                <a:cs typeface="Times New Roman"/>
              </a:rPr>
              <a:t> </a:t>
            </a:r>
            <a:r>
              <a:rPr sz="2600" spc="-35" dirty="0">
                <a:latin typeface="Calibri"/>
                <a:cs typeface="Calibri"/>
              </a:rPr>
              <a:t>F</a:t>
            </a:r>
            <a:r>
              <a:rPr sz="2600" spc="5" dirty="0">
                <a:latin typeface="Calibri"/>
                <a:cs typeface="Calibri"/>
              </a:rPr>
              <a:t>o</a:t>
            </a:r>
            <a:r>
              <a:rPr sz="2600" spc="-20" dirty="0">
                <a:latin typeface="Calibri"/>
                <a:cs typeface="Calibri"/>
              </a:rPr>
              <a:t>rms</a:t>
            </a:r>
            <a:endParaRPr sz="2600" dirty="0">
              <a:latin typeface="Calibri"/>
              <a:cs typeface="Calibri"/>
            </a:endParaRPr>
          </a:p>
          <a:p>
            <a:pPr marL="241300" indent="-228600" algn="just">
              <a:lnSpc>
                <a:spcPct val="100000"/>
              </a:lnSpc>
              <a:spcBef>
                <a:spcPts val="360"/>
              </a:spcBef>
              <a:buClr>
                <a:srgbClr val="ADB3B8"/>
              </a:buClr>
              <a:buFont typeface="Arial"/>
              <a:buChar char="•"/>
              <a:tabLst>
                <a:tab pos="241300" algn="l"/>
              </a:tabLst>
            </a:pPr>
            <a:r>
              <a:rPr sz="2600" spc="5"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dirty="0">
                <a:latin typeface="Calibri"/>
                <a:cs typeface="Calibri"/>
              </a:rPr>
              <a:t>6.</a:t>
            </a:r>
            <a:r>
              <a:rPr sz="2600" spc="-15" dirty="0">
                <a:latin typeface="Calibri"/>
                <a:cs typeface="Calibri"/>
              </a:rPr>
              <a:t>4</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u="heavy" spc="-5" dirty="0">
                <a:latin typeface="Calibri"/>
                <a:cs typeface="Calibri"/>
              </a:rPr>
              <a:t>Ada</a:t>
            </a:r>
            <a:r>
              <a:rPr sz="2600" u="heavy" spc="-30" dirty="0">
                <a:latin typeface="Calibri"/>
                <a:cs typeface="Calibri"/>
              </a:rPr>
              <a:t>p</a:t>
            </a:r>
            <a:r>
              <a:rPr sz="2600" u="heavy" spc="-5" dirty="0">
                <a:latin typeface="Calibri"/>
                <a:cs typeface="Calibri"/>
              </a:rPr>
              <a:t>t</a:t>
            </a:r>
            <a:r>
              <a:rPr sz="2600" u="heavy" dirty="0">
                <a:latin typeface="Calibri"/>
                <a:cs typeface="Calibri"/>
              </a:rPr>
              <a:t>i</a:t>
            </a:r>
            <a:r>
              <a:rPr sz="2600" u="heavy" spc="-30" dirty="0">
                <a:latin typeface="Calibri"/>
                <a:cs typeface="Calibri"/>
              </a:rPr>
              <a:t>v</a:t>
            </a:r>
            <a:r>
              <a:rPr sz="2600" u="heavy" spc="-15" dirty="0">
                <a:latin typeface="Calibri"/>
                <a:cs typeface="Calibri"/>
              </a:rPr>
              <a:t>e</a:t>
            </a:r>
            <a:r>
              <a:rPr sz="2600" u="heavy" spc="-5" dirty="0">
                <a:latin typeface="Calibri"/>
                <a:cs typeface="Calibri"/>
              </a:rPr>
              <a:t> </a:t>
            </a:r>
            <a:r>
              <a:rPr sz="2600" u="heavy" dirty="0">
                <a:latin typeface="Calibri"/>
                <a:cs typeface="Calibri"/>
              </a:rPr>
              <a:t>&amp;</a:t>
            </a:r>
            <a:r>
              <a:rPr sz="2600" u="heavy" spc="-5" dirty="0">
                <a:latin typeface="Calibri"/>
                <a:cs typeface="Calibri"/>
              </a:rPr>
              <a:t> </a:t>
            </a:r>
            <a:r>
              <a:rPr sz="2600" u="heavy" spc="-20" dirty="0">
                <a:latin typeface="Calibri"/>
                <a:cs typeface="Calibri"/>
              </a:rPr>
              <a:t>N</a:t>
            </a:r>
            <a:r>
              <a:rPr sz="2600" u="heavy" spc="5" dirty="0">
                <a:latin typeface="Calibri"/>
                <a:cs typeface="Calibri"/>
              </a:rPr>
              <a:t>o</a:t>
            </a:r>
            <a:r>
              <a:rPr sz="2600" u="heavy" spc="-10" dirty="0">
                <a:latin typeface="Calibri"/>
                <a:cs typeface="Calibri"/>
              </a:rPr>
              <a:t>n</a:t>
            </a:r>
            <a:r>
              <a:rPr sz="2600" u="heavy" dirty="0">
                <a:latin typeface="Calibri"/>
                <a:cs typeface="Calibri"/>
              </a:rPr>
              <a:t>li</a:t>
            </a:r>
            <a:r>
              <a:rPr sz="2600" u="heavy" spc="-25" dirty="0">
                <a:latin typeface="Calibri"/>
                <a:cs typeface="Calibri"/>
              </a:rPr>
              <a:t>n</a:t>
            </a:r>
            <a:r>
              <a:rPr sz="2600" u="heavy" spc="-10" dirty="0">
                <a:latin typeface="Calibri"/>
                <a:cs typeface="Calibri"/>
              </a:rPr>
              <a:t>e</a:t>
            </a:r>
            <a:r>
              <a:rPr sz="2600" u="heavy" spc="-25" dirty="0">
                <a:latin typeface="Calibri"/>
                <a:cs typeface="Calibri"/>
              </a:rPr>
              <a:t>ar</a:t>
            </a:r>
            <a:r>
              <a:rPr sz="2600" u="heavy" spc="-10" dirty="0">
                <a:latin typeface="Calibri"/>
                <a:cs typeface="Calibri"/>
              </a:rPr>
              <a:t> C</a:t>
            </a:r>
            <a:r>
              <a:rPr sz="2600" u="heavy" spc="5" dirty="0">
                <a:latin typeface="Calibri"/>
                <a:cs typeface="Calibri"/>
              </a:rPr>
              <a:t>o</a:t>
            </a:r>
            <a:r>
              <a:rPr sz="2600" u="heavy" spc="-30" dirty="0">
                <a:latin typeface="Calibri"/>
                <a:cs typeface="Calibri"/>
              </a:rPr>
              <a:t>n</a:t>
            </a:r>
            <a:r>
              <a:rPr sz="2600" u="heavy" spc="-5" dirty="0">
                <a:latin typeface="Calibri"/>
                <a:cs typeface="Calibri"/>
              </a:rPr>
              <a:t>t</a:t>
            </a:r>
            <a:r>
              <a:rPr sz="2600" u="heavy" spc="-60" dirty="0">
                <a:latin typeface="Calibri"/>
                <a:cs typeface="Calibri"/>
              </a:rPr>
              <a:t>r</a:t>
            </a:r>
            <a:r>
              <a:rPr sz="2600" u="heavy" spc="5" dirty="0">
                <a:latin typeface="Calibri"/>
                <a:cs typeface="Calibri"/>
              </a:rPr>
              <a:t>o</a:t>
            </a:r>
            <a:r>
              <a:rPr sz="2600" u="heavy" dirty="0">
                <a:latin typeface="Calibri"/>
                <a:cs typeface="Calibri"/>
              </a:rPr>
              <a:t>l</a:t>
            </a:r>
            <a:endParaRPr sz="2600" dirty="0">
              <a:latin typeface="Calibri"/>
              <a:cs typeface="Calibri"/>
            </a:endParaRPr>
          </a:p>
          <a:p>
            <a:pPr>
              <a:lnSpc>
                <a:spcPct val="100000"/>
              </a:lnSpc>
              <a:spcBef>
                <a:spcPts val="52"/>
              </a:spcBef>
            </a:pPr>
            <a:endParaRPr lang="en-US" sz="3850" dirty="0">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20" dirty="0"/>
              <a:t>N</a:t>
            </a:r>
            <a:r>
              <a:rPr spc="5" dirty="0"/>
              <a:t>o</a:t>
            </a:r>
            <a:r>
              <a:rPr spc="-10" dirty="0"/>
              <a:t>n</a:t>
            </a:r>
            <a:r>
              <a:rPr spc="-5" dirty="0"/>
              <a:t>li</a:t>
            </a:r>
            <a:r>
              <a:rPr spc="-10" dirty="0"/>
              <a:t>n</a:t>
            </a:r>
            <a:r>
              <a:rPr spc="-15" dirty="0"/>
              <a:t>e</a:t>
            </a:r>
            <a:r>
              <a:rPr spc="-30" dirty="0"/>
              <a:t>a</a:t>
            </a:r>
            <a:r>
              <a:rPr spc="-15" dirty="0"/>
              <a:t>r</a:t>
            </a:r>
            <a:r>
              <a:rPr spc="-100" dirty="0">
                <a:latin typeface="Times New Roman"/>
                <a:cs typeface="Times New Roman"/>
              </a:rPr>
              <a:t> </a:t>
            </a:r>
            <a:r>
              <a:rPr spc="5" dirty="0"/>
              <a:t>Co</a:t>
            </a:r>
            <a:r>
              <a:rPr spc="-50" dirty="0"/>
              <a:t>n</a:t>
            </a:r>
            <a:r>
              <a:rPr spc="-15" dirty="0"/>
              <a:t>t</a:t>
            </a:r>
            <a:r>
              <a:rPr spc="-85" dirty="0"/>
              <a:t>r</a:t>
            </a:r>
            <a:r>
              <a:rPr spc="5" dirty="0"/>
              <a:t>ol</a:t>
            </a:r>
          </a:p>
        </p:txBody>
      </p:sp>
      <p:sp>
        <p:nvSpPr>
          <p:cNvPr id="5" name="object 5"/>
          <p:cNvSpPr txBox="1">
            <a:spLocks noGrp="1"/>
          </p:cNvSpPr>
          <p:nvPr>
            <p:ph type="body" idx="1"/>
          </p:nvPr>
        </p:nvSpPr>
        <p:spPr>
          <a:prstGeom prst="rect">
            <a:avLst/>
          </a:prstGeom>
        </p:spPr>
        <p:txBody>
          <a:bodyPr vert="horz" wrap="square" lIns="0" tIns="0" rIns="0" bIns="0" rtlCol="0">
            <a:spAutoFit/>
          </a:bodyPr>
          <a:lstStyle/>
          <a:p>
            <a:pPr marL="241300" marR="259079" indent="-228600">
              <a:lnSpc>
                <a:spcPct val="90100"/>
              </a:lnSpc>
              <a:buClr>
                <a:srgbClr val="ADB3B8"/>
              </a:buClr>
              <a:buFont typeface="Arial"/>
              <a:buChar char="•"/>
              <a:tabLst>
                <a:tab pos="241300" algn="l"/>
              </a:tabLst>
            </a:pPr>
            <a:r>
              <a:rPr spc="-10" dirty="0"/>
              <a:t>Th</a:t>
            </a:r>
            <a:r>
              <a:rPr dirty="0"/>
              <a:t>e</a:t>
            </a:r>
            <a:r>
              <a:rPr spc="-65" dirty="0">
                <a:latin typeface="Times New Roman"/>
                <a:cs typeface="Times New Roman"/>
              </a:rPr>
              <a:t> </a:t>
            </a:r>
            <a:r>
              <a:rPr dirty="0"/>
              <a:t>li</a:t>
            </a:r>
            <a:r>
              <a:rPr spc="-25" dirty="0"/>
              <a:t>n</a:t>
            </a:r>
            <a:r>
              <a:rPr spc="-10" dirty="0"/>
              <a:t>e</a:t>
            </a:r>
            <a:r>
              <a:rPr spc="-25" dirty="0"/>
              <a:t>a</a:t>
            </a:r>
            <a:r>
              <a:rPr spc="-10" dirty="0"/>
              <a:t>r</a:t>
            </a:r>
            <a:r>
              <a:rPr spc="-60" dirty="0">
                <a:latin typeface="Times New Roman"/>
                <a:cs typeface="Times New Roman"/>
              </a:rPr>
              <a:t> </a:t>
            </a:r>
            <a:r>
              <a:rPr spc="-35" dirty="0"/>
              <a:t>c</a:t>
            </a:r>
            <a:r>
              <a:rPr spc="5" dirty="0"/>
              <a:t>o</a:t>
            </a:r>
            <a:r>
              <a:rPr spc="-30" dirty="0"/>
              <a:t>n</a:t>
            </a:r>
            <a:r>
              <a:rPr spc="-5" dirty="0"/>
              <a:t>t</a:t>
            </a:r>
            <a:r>
              <a:rPr spc="-60" dirty="0"/>
              <a:t>r</a:t>
            </a:r>
            <a:r>
              <a:rPr spc="5" dirty="0"/>
              <a:t>o</a:t>
            </a:r>
            <a:r>
              <a:rPr dirty="0"/>
              <a:t>l</a:t>
            </a:r>
            <a:r>
              <a:rPr spc="-70" dirty="0">
                <a:latin typeface="Times New Roman"/>
                <a:cs typeface="Times New Roman"/>
              </a:rPr>
              <a:t> </a:t>
            </a:r>
            <a:r>
              <a:rPr spc="-25" dirty="0"/>
              <a:t>m</a:t>
            </a:r>
            <a:r>
              <a:rPr spc="-30" dirty="0"/>
              <a:t>e</a:t>
            </a:r>
            <a:r>
              <a:rPr spc="-5" dirty="0"/>
              <a:t>t</a:t>
            </a:r>
            <a:r>
              <a:rPr spc="-10" dirty="0"/>
              <a:t>h</a:t>
            </a:r>
            <a:r>
              <a:rPr spc="5" dirty="0"/>
              <a:t>o</a:t>
            </a:r>
            <a:r>
              <a:rPr spc="-10" dirty="0"/>
              <a:t>d</a:t>
            </a:r>
            <a:r>
              <a:rPr dirty="0"/>
              <a:t>s</a:t>
            </a:r>
            <a:r>
              <a:rPr spc="-90" dirty="0">
                <a:latin typeface="Times New Roman"/>
                <a:cs typeface="Times New Roman"/>
              </a:rPr>
              <a:t> </a:t>
            </a:r>
            <a:r>
              <a:rPr spc="-35" dirty="0"/>
              <a:t>c</a:t>
            </a:r>
            <a:r>
              <a:rPr spc="5" dirty="0"/>
              <a:t>o</a:t>
            </a:r>
            <a:r>
              <a:rPr spc="-10" dirty="0"/>
              <a:t>n</a:t>
            </a:r>
            <a:r>
              <a:rPr dirty="0"/>
              <a:t>si</a:t>
            </a:r>
            <a:r>
              <a:rPr spc="-25" dirty="0"/>
              <a:t>d</a:t>
            </a:r>
            <a:r>
              <a:rPr spc="-10" dirty="0"/>
              <a:t>e</a:t>
            </a:r>
            <a:r>
              <a:rPr spc="-60" dirty="0"/>
              <a:t>r</a:t>
            </a:r>
            <a:r>
              <a:rPr spc="-10" dirty="0"/>
              <a:t>e</a:t>
            </a:r>
            <a:r>
              <a:rPr dirty="0"/>
              <a:t>d</a:t>
            </a:r>
            <a:r>
              <a:rPr spc="-80" dirty="0">
                <a:latin typeface="Times New Roman"/>
                <a:cs typeface="Times New Roman"/>
              </a:rPr>
              <a:t> </a:t>
            </a:r>
            <a:r>
              <a:rPr dirty="0"/>
              <a:t>in</a:t>
            </a:r>
            <a:r>
              <a:rPr spc="-80" dirty="0">
                <a:latin typeface="Times New Roman"/>
                <a:cs typeface="Times New Roman"/>
              </a:rPr>
              <a:t> </a:t>
            </a:r>
            <a:r>
              <a:rPr spc="-5" dirty="0"/>
              <a:t>t</a:t>
            </a:r>
            <a:r>
              <a:rPr spc="-10" dirty="0"/>
              <a:t>h</a:t>
            </a:r>
            <a:r>
              <a:rPr dirty="0"/>
              <a:t>is</a:t>
            </a:r>
            <a:r>
              <a:rPr spc="-70" dirty="0">
                <a:latin typeface="Times New Roman"/>
                <a:cs typeface="Times New Roman"/>
              </a:rPr>
              <a:t> </a:t>
            </a:r>
            <a:r>
              <a:rPr spc="-25" dirty="0"/>
              <a:t>m</a:t>
            </a:r>
            <a:r>
              <a:rPr spc="5" dirty="0"/>
              <a:t>o</a:t>
            </a:r>
            <a:r>
              <a:rPr spc="-10" dirty="0"/>
              <a:t>du</a:t>
            </a:r>
            <a:r>
              <a:rPr dirty="0"/>
              <a:t>l</a:t>
            </a:r>
            <a:r>
              <a:rPr spc="-10" dirty="0"/>
              <a:t>e,</a:t>
            </a:r>
            <a:r>
              <a:rPr spc="-10" dirty="0">
                <a:latin typeface="Times New Roman"/>
                <a:cs typeface="Times New Roman"/>
              </a:rPr>
              <a:t> </a:t>
            </a:r>
            <a:r>
              <a:rPr spc="-10" dirty="0"/>
              <a:t>ba</a:t>
            </a:r>
            <a:r>
              <a:rPr dirty="0"/>
              <a:t>s</a:t>
            </a:r>
            <a:r>
              <a:rPr spc="-10" dirty="0"/>
              <a:t>e</a:t>
            </a:r>
            <a:r>
              <a:rPr dirty="0"/>
              <a:t>d</a:t>
            </a:r>
            <a:r>
              <a:rPr spc="-80" dirty="0">
                <a:latin typeface="Times New Roman"/>
                <a:cs typeface="Times New Roman"/>
              </a:rPr>
              <a:t> </a:t>
            </a:r>
            <a:r>
              <a:rPr spc="5" dirty="0"/>
              <a:t>o</a:t>
            </a:r>
            <a:r>
              <a:rPr dirty="0"/>
              <a:t>n</a:t>
            </a:r>
            <a:r>
              <a:rPr spc="-80" dirty="0">
                <a:latin typeface="Times New Roman"/>
                <a:cs typeface="Times New Roman"/>
              </a:rPr>
              <a:t> </a:t>
            </a:r>
            <a:r>
              <a:rPr dirty="0"/>
              <a:t>li</a:t>
            </a:r>
            <a:r>
              <a:rPr spc="-25" dirty="0"/>
              <a:t>n</a:t>
            </a:r>
            <a:r>
              <a:rPr spc="-10" dirty="0"/>
              <a:t>e</a:t>
            </a:r>
            <a:r>
              <a:rPr spc="-25" dirty="0"/>
              <a:t>a</a:t>
            </a:r>
            <a:r>
              <a:rPr spc="-10" dirty="0"/>
              <a:t>r</a:t>
            </a:r>
            <a:r>
              <a:rPr spc="-60" dirty="0">
                <a:latin typeface="Times New Roman"/>
                <a:cs typeface="Times New Roman"/>
              </a:rPr>
              <a:t> </a:t>
            </a:r>
            <a:r>
              <a:rPr spc="-25" dirty="0"/>
              <a:t>m</a:t>
            </a:r>
            <a:r>
              <a:rPr spc="5" dirty="0"/>
              <a:t>o</a:t>
            </a:r>
            <a:r>
              <a:rPr spc="-25" dirty="0"/>
              <a:t>d</a:t>
            </a:r>
            <a:r>
              <a:rPr spc="-10" dirty="0"/>
              <a:t>e</a:t>
            </a:r>
            <a:r>
              <a:rPr dirty="0"/>
              <a:t>ls</a:t>
            </a:r>
            <a:r>
              <a:rPr spc="-10" dirty="0"/>
              <a:t>,</a:t>
            </a:r>
            <a:r>
              <a:rPr spc="-80" dirty="0">
                <a:latin typeface="Times New Roman"/>
                <a:cs typeface="Times New Roman"/>
              </a:rPr>
              <a:t> </a:t>
            </a:r>
            <a:r>
              <a:rPr spc="-25" dirty="0"/>
              <a:t>a</a:t>
            </a:r>
            <a:r>
              <a:rPr spc="-60" dirty="0"/>
              <a:t>r</a:t>
            </a:r>
            <a:r>
              <a:rPr spc="-15" dirty="0"/>
              <a:t>e</a:t>
            </a:r>
            <a:r>
              <a:rPr spc="-45" dirty="0">
                <a:latin typeface="Times New Roman"/>
                <a:cs typeface="Times New Roman"/>
              </a:rPr>
              <a:t> </a:t>
            </a:r>
            <a:r>
              <a:rPr spc="-10" dirty="0"/>
              <a:t>app</a:t>
            </a:r>
            <a:r>
              <a:rPr dirty="0"/>
              <a:t>li</a:t>
            </a:r>
            <a:r>
              <a:rPr spc="-35" dirty="0"/>
              <a:t>c</a:t>
            </a:r>
            <a:r>
              <a:rPr spc="-10" dirty="0"/>
              <a:t>ab</a:t>
            </a:r>
            <a:r>
              <a:rPr dirty="0"/>
              <a:t>l</a:t>
            </a:r>
            <a:r>
              <a:rPr spc="-15" dirty="0"/>
              <a:t>e</a:t>
            </a:r>
            <a:r>
              <a:rPr spc="-45" dirty="0">
                <a:latin typeface="Times New Roman"/>
                <a:cs typeface="Times New Roman"/>
              </a:rPr>
              <a:t> </a:t>
            </a:r>
            <a:r>
              <a:rPr spc="-25" dirty="0"/>
              <a:t>t</a:t>
            </a:r>
            <a:r>
              <a:rPr dirty="0"/>
              <a:t>o</a:t>
            </a:r>
            <a:r>
              <a:rPr spc="-65" dirty="0">
                <a:latin typeface="Times New Roman"/>
                <a:cs typeface="Times New Roman"/>
              </a:rPr>
              <a:t> </a:t>
            </a:r>
            <a:r>
              <a:rPr spc="-60" dirty="0"/>
              <a:t>r</a:t>
            </a:r>
            <a:r>
              <a:rPr spc="-10" dirty="0"/>
              <a:t>ea</a:t>
            </a:r>
            <a:r>
              <a:rPr dirty="0"/>
              <a:t>l</a:t>
            </a:r>
            <a:r>
              <a:rPr spc="-50" dirty="0">
                <a:latin typeface="Times New Roman"/>
                <a:cs typeface="Times New Roman"/>
              </a:rPr>
              <a:t> </a:t>
            </a:r>
            <a:r>
              <a:rPr spc="-40" dirty="0"/>
              <a:t>w</a:t>
            </a:r>
            <a:r>
              <a:rPr spc="5" dirty="0"/>
              <a:t>o</a:t>
            </a:r>
            <a:r>
              <a:rPr spc="-20" dirty="0"/>
              <a:t>r</a:t>
            </a:r>
            <a:r>
              <a:rPr dirty="0"/>
              <a:t>ld</a:t>
            </a:r>
            <a:r>
              <a:rPr dirty="0">
                <a:latin typeface="Times New Roman"/>
                <a:cs typeface="Times New Roman"/>
              </a:rPr>
              <a:t> </a:t>
            </a:r>
            <a:r>
              <a:rPr spc="-10" dirty="0"/>
              <a:t>n</a:t>
            </a:r>
            <a:r>
              <a:rPr spc="5" dirty="0"/>
              <a:t>o</a:t>
            </a:r>
            <a:r>
              <a:rPr spc="-10" dirty="0"/>
              <a:t>n</a:t>
            </a:r>
            <a:r>
              <a:rPr dirty="0"/>
              <a:t>li</a:t>
            </a:r>
            <a:r>
              <a:rPr spc="-25" dirty="0"/>
              <a:t>n</a:t>
            </a:r>
            <a:r>
              <a:rPr spc="-10" dirty="0"/>
              <a:t>e</a:t>
            </a:r>
            <a:r>
              <a:rPr spc="-25" dirty="0"/>
              <a:t>a</a:t>
            </a:r>
            <a:r>
              <a:rPr spc="-10" dirty="0"/>
              <a:t>r</a:t>
            </a:r>
            <a:r>
              <a:rPr spc="-60" dirty="0">
                <a:latin typeface="Times New Roman"/>
                <a:cs typeface="Times New Roman"/>
              </a:rPr>
              <a:t> </a:t>
            </a:r>
            <a:r>
              <a:rPr spc="-10" dirty="0"/>
              <a:t>p</a:t>
            </a:r>
            <a:r>
              <a:rPr spc="-50" dirty="0"/>
              <a:t>r</a:t>
            </a:r>
            <a:r>
              <a:rPr spc="5" dirty="0"/>
              <a:t>o</a:t>
            </a:r>
            <a:r>
              <a:rPr spc="-10" dirty="0"/>
              <a:t>b</a:t>
            </a:r>
            <a:r>
              <a:rPr dirty="0"/>
              <a:t>l</a:t>
            </a:r>
            <a:r>
              <a:rPr spc="-10" dirty="0"/>
              <a:t>e</a:t>
            </a:r>
            <a:r>
              <a:rPr spc="-25" dirty="0"/>
              <a:t>m</a:t>
            </a:r>
            <a:r>
              <a:rPr dirty="0"/>
              <a:t>s</a:t>
            </a:r>
          </a:p>
          <a:p>
            <a:pPr marL="241300" marR="5080" indent="-228600">
              <a:lnSpc>
                <a:spcPct val="90100"/>
              </a:lnSpc>
              <a:spcBef>
                <a:spcPts val="985"/>
              </a:spcBef>
              <a:buClr>
                <a:srgbClr val="ADB3B8"/>
              </a:buClr>
              <a:buFont typeface="Arial"/>
              <a:buChar char="•"/>
              <a:tabLst>
                <a:tab pos="241300" algn="l"/>
              </a:tabLst>
            </a:pPr>
            <a:r>
              <a:rPr spc="-20" dirty="0"/>
              <a:t>N</a:t>
            </a:r>
            <a:r>
              <a:rPr spc="5" dirty="0"/>
              <a:t>o</a:t>
            </a:r>
            <a:r>
              <a:rPr spc="-10" dirty="0"/>
              <a:t>n</a:t>
            </a:r>
            <a:r>
              <a:rPr dirty="0"/>
              <a:t>li</a:t>
            </a:r>
            <a:r>
              <a:rPr spc="-10" dirty="0"/>
              <a:t>near</a:t>
            </a:r>
            <a:r>
              <a:rPr spc="-60" dirty="0">
                <a:latin typeface="Times New Roman"/>
                <a:cs typeface="Times New Roman"/>
              </a:rPr>
              <a:t> </a:t>
            </a:r>
            <a:r>
              <a:rPr spc="-35" dirty="0"/>
              <a:t>c</a:t>
            </a:r>
            <a:r>
              <a:rPr spc="5" dirty="0"/>
              <a:t>o</a:t>
            </a:r>
            <a:r>
              <a:rPr spc="-30" dirty="0"/>
              <a:t>n</a:t>
            </a:r>
            <a:r>
              <a:rPr spc="-5" dirty="0"/>
              <a:t>t</a:t>
            </a:r>
            <a:r>
              <a:rPr spc="-60" dirty="0"/>
              <a:t>r</a:t>
            </a:r>
            <a:r>
              <a:rPr spc="5" dirty="0"/>
              <a:t>o</a:t>
            </a:r>
            <a:r>
              <a:rPr dirty="0"/>
              <a:t>l</a:t>
            </a:r>
            <a:r>
              <a:rPr spc="-70" dirty="0">
                <a:latin typeface="Times New Roman"/>
                <a:cs typeface="Times New Roman"/>
              </a:rPr>
              <a:t> </a:t>
            </a:r>
            <a:r>
              <a:rPr spc="-40" dirty="0"/>
              <a:t>s</a:t>
            </a:r>
            <a:r>
              <a:rPr spc="-35" dirty="0"/>
              <a:t>y</a:t>
            </a:r>
            <a:r>
              <a:rPr spc="-20" dirty="0"/>
              <a:t>s</a:t>
            </a:r>
            <a:r>
              <a:rPr spc="-25" dirty="0"/>
              <a:t>t</a:t>
            </a:r>
            <a:r>
              <a:rPr spc="-30" dirty="0"/>
              <a:t>e</a:t>
            </a:r>
            <a:r>
              <a:rPr spc="-25" dirty="0"/>
              <a:t>m</a:t>
            </a:r>
            <a:r>
              <a:rPr spc="-130" dirty="0">
                <a:latin typeface="Times New Roman"/>
                <a:cs typeface="Times New Roman"/>
              </a:rPr>
              <a:t> </a:t>
            </a:r>
            <a:r>
              <a:rPr spc="-10" dirty="0"/>
              <a:t>de</a:t>
            </a:r>
            <a:r>
              <a:rPr dirty="0"/>
              <a:t>si</a:t>
            </a:r>
            <a:r>
              <a:rPr spc="-20" dirty="0"/>
              <a:t>g</a:t>
            </a:r>
            <a:r>
              <a:rPr dirty="0"/>
              <a:t>n</a:t>
            </a:r>
            <a:r>
              <a:rPr spc="-80" dirty="0">
                <a:latin typeface="Times New Roman"/>
                <a:cs typeface="Times New Roman"/>
              </a:rPr>
              <a:t> </a:t>
            </a:r>
            <a:r>
              <a:rPr dirty="0"/>
              <a:t>yi</a:t>
            </a:r>
            <a:r>
              <a:rPr spc="-10" dirty="0"/>
              <a:t>e</a:t>
            </a:r>
            <a:r>
              <a:rPr dirty="0"/>
              <a:t>l</a:t>
            </a:r>
            <a:r>
              <a:rPr spc="-10" dirty="0"/>
              <a:t>d</a:t>
            </a:r>
            <a:r>
              <a:rPr dirty="0"/>
              <a:t>s</a:t>
            </a:r>
            <a:r>
              <a:rPr spc="-70" dirty="0">
                <a:latin typeface="Times New Roman"/>
                <a:cs typeface="Times New Roman"/>
              </a:rPr>
              <a:t> </a:t>
            </a:r>
            <a:r>
              <a:rPr dirty="0"/>
              <a:t>m</a:t>
            </a:r>
            <a:r>
              <a:rPr spc="5" dirty="0"/>
              <a:t>o</a:t>
            </a:r>
            <a:r>
              <a:rPr spc="-60" dirty="0"/>
              <a:t>r</a:t>
            </a:r>
            <a:r>
              <a:rPr spc="-15" dirty="0"/>
              <a:t>e</a:t>
            </a:r>
            <a:r>
              <a:rPr spc="-65" dirty="0">
                <a:latin typeface="Times New Roman"/>
                <a:cs typeface="Times New Roman"/>
              </a:rPr>
              <a:t> </a:t>
            </a:r>
            <a:r>
              <a:rPr spc="-35" dirty="0"/>
              <a:t>c</a:t>
            </a:r>
            <a:r>
              <a:rPr spc="5" dirty="0"/>
              <a:t>o</a:t>
            </a:r>
            <a:r>
              <a:rPr dirty="0"/>
              <a:t>m</a:t>
            </a:r>
            <a:r>
              <a:rPr spc="-10" dirty="0"/>
              <a:t>p</a:t>
            </a:r>
            <a:r>
              <a:rPr dirty="0"/>
              <a:t>l</a:t>
            </a:r>
            <a:r>
              <a:rPr spc="-50" dirty="0"/>
              <a:t>e</a:t>
            </a:r>
            <a:r>
              <a:rPr dirty="0"/>
              <a:t>x</a:t>
            </a:r>
            <a:r>
              <a:rPr dirty="0">
                <a:latin typeface="Times New Roman"/>
                <a:cs typeface="Times New Roman"/>
              </a:rPr>
              <a:t> </a:t>
            </a:r>
            <a:r>
              <a:rPr spc="-35" dirty="0"/>
              <a:t>c</a:t>
            </a:r>
            <a:r>
              <a:rPr spc="5" dirty="0"/>
              <a:t>o</a:t>
            </a:r>
            <a:r>
              <a:rPr spc="-30" dirty="0"/>
              <a:t>n</a:t>
            </a:r>
            <a:r>
              <a:rPr spc="-5" dirty="0"/>
              <a:t>t</a:t>
            </a:r>
            <a:r>
              <a:rPr spc="-60" dirty="0"/>
              <a:t>r</a:t>
            </a:r>
            <a:r>
              <a:rPr spc="5" dirty="0"/>
              <a:t>o</a:t>
            </a:r>
            <a:r>
              <a:rPr dirty="0"/>
              <a:t>l</a:t>
            </a:r>
            <a:r>
              <a:rPr spc="-70" dirty="0">
                <a:latin typeface="Times New Roman"/>
                <a:cs typeface="Times New Roman"/>
              </a:rPr>
              <a:t> </a:t>
            </a:r>
            <a:r>
              <a:rPr spc="-40" dirty="0"/>
              <a:t>s</a:t>
            </a:r>
            <a:r>
              <a:rPr spc="-35" dirty="0"/>
              <a:t>y</a:t>
            </a:r>
            <a:r>
              <a:rPr spc="-20" dirty="0"/>
              <a:t>s</a:t>
            </a:r>
            <a:r>
              <a:rPr spc="-25" dirty="0"/>
              <a:t>t</a:t>
            </a:r>
            <a:r>
              <a:rPr spc="-10" dirty="0"/>
              <a:t>e</a:t>
            </a:r>
            <a:r>
              <a:rPr spc="-45" dirty="0"/>
              <a:t>m</a:t>
            </a:r>
            <a:r>
              <a:rPr dirty="0"/>
              <a:t>s</a:t>
            </a:r>
            <a:r>
              <a:rPr spc="-130" dirty="0">
                <a:latin typeface="Times New Roman"/>
                <a:cs typeface="Times New Roman"/>
              </a:rPr>
              <a:t> </a:t>
            </a:r>
            <a:r>
              <a:rPr spc="-10" dirty="0"/>
              <a:t>bu</a:t>
            </a:r>
            <a:r>
              <a:rPr dirty="0"/>
              <a:t>t</a:t>
            </a:r>
            <a:r>
              <a:rPr spc="-45" dirty="0">
                <a:latin typeface="Times New Roman"/>
                <a:cs typeface="Times New Roman"/>
              </a:rPr>
              <a:t> </a:t>
            </a:r>
            <a:r>
              <a:rPr spc="-35" dirty="0"/>
              <a:t>c</a:t>
            </a:r>
            <a:r>
              <a:rPr spc="-10" dirty="0"/>
              <a:t>a</a:t>
            </a:r>
            <a:r>
              <a:rPr dirty="0"/>
              <a:t>n</a:t>
            </a:r>
            <a:r>
              <a:rPr spc="-60" dirty="0">
                <a:latin typeface="Times New Roman"/>
                <a:cs typeface="Times New Roman"/>
              </a:rPr>
              <a:t> </a:t>
            </a:r>
            <a:r>
              <a:rPr spc="-15" dirty="0"/>
              <a:t>y</a:t>
            </a:r>
            <a:r>
              <a:rPr dirty="0"/>
              <a:t>i</a:t>
            </a:r>
            <a:r>
              <a:rPr spc="-10" dirty="0"/>
              <a:t>e</a:t>
            </a:r>
            <a:r>
              <a:rPr dirty="0"/>
              <a:t>ld</a:t>
            </a:r>
            <a:r>
              <a:rPr spc="-100" dirty="0">
                <a:latin typeface="Times New Roman"/>
                <a:cs typeface="Times New Roman"/>
              </a:rPr>
              <a:t> </a:t>
            </a:r>
            <a:r>
              <a:rPr dirty="0"/>
              <a:t>i</a:t>
            </a:r>
            <a:r>
              <a:rPr spc="-25" dirty="0"/>
              <a:t>m</a:t>
            </a:r>
            <a:r>
              <a:rPr spc="-10" dirty="0"/>
              <a:t>p</a:t>
            </a:r>
            <a:r>
              <a:rPr spc="-50" dirty="0"/>
              <a:t>r</a:t>
            </a:r>
            <a:r>
              <a:rPr spc="-15" dirty="0"/>
              <a:t>o</a:t>
            </a:r>
            <a:r>
              <a:rPr spc="-30" dirty="0"/>
              <a:t>v</a:t>
            </a:r>
            <a:r>
              <a:rPr spc="-10" dirty="0"/>
              <a:t>e</a:t>
            </a:r>
            <a:r>
              <a:rPr dirty="0"/>
              <a:t>d</a:t>
            </a:r>
            <a:r>
              <a:rPr spc="-80" dirty="0">
                <a:latin typeface="Times New Roman"/>
                <a:cs typeface="Times New Roman"/>
              </a:rPr>
              <a:t> </a:t>
            </a:r>
            <a:r>
              <a:rPr spc="-25" dirty="0"/>
              <a:t>p</a:t>
            </a:r>
            <a:r>
              <a:rPr spc="-10" dirty="0"/>
              <a:t>e</a:t>
            </a:r>
            <a:r>
              <a:rPr spc="-20" dirty="0"/>
              <a:t>r</a:t>
            </a:r>
            <a:r>
              <a:rPr spc="-55" dirty="0"/>
              <a:t>f</a:t>
            </a:r>
            <a:r>
              <a:rPr spc="5" dirty="0"/>
              <a:t>o</a:t>
            </a:r>
            <a:r>
              <a:rPr spc="-20" dirty="0"/>
              <a:t>r</a:t>
            </a:r>
            <a:r>
              <a:rPr spc="-25" dirty="0"/>
              <a:t>m</a:t>
            </a:r>
            <a:r>
              <a:rPr spc="-10" dirty="0"/>
              <a:t>an</a:t>
            </a:r>
            <a:r>
              <a:rPr spc="-5" dirty="0"/>
              <a:t>c</a:t>
            </a:r>
            <a:r>
              <a:rPr spc="-15" dirty="0"/>
              <a:t>e</a:t>
            </a:r>
            <a:r>
              <a:rPr spc="-45" dirty="0">
                <a:latin typeface="Times New Roman"/>
                <a:cs typeface="Times New Roman"/>
              </a:rPr>
              <a:t> </a:t>
            </a:r>
            <a:r>
              <a:rPr spc="-55" dirty="0"/>
              <a:t>f</a:t>
            </a:r>
            <a:r>
              <a:rPr spc="5" dirty="0"/>
              <a:t>o</a:t>
            </a:r>
            <a:r>
              <a:rPr spc="-10" dirty="0"/>
              <a:t>r</a:t>
            </a:r>
            <a:r>
              <a:rPr spc="-10" dirty="0">
                <a:latin typeface="Times New Roman"/>
                <a:cs typeface="Times New Roman"/>
              </a:rPr>
              <a:t> </a:t>
            </a:r>
            <a:r>
              <a:rPr dirty="0"/>
              <a:t>s</a:t>
            </a:r>
            <a:r>
              <a:rPr spc="5" dirty="0"/>
              <a:t>o</a:t>
            </a:r>
            <a:r>
              <a:rPr spc="-20" dirty="0"/>
              <a:t>me</a:t>
            </a:r>
            <a:r>
              <a:rPr spc="-85" dirty="0">
                <a:latin typeface="Times New Roman"/>
                <a:cs typeface="Times New Roman"/>
              </a:rPr>
              <a:t> </a:t>
            </a:r>
            <a:r>
              <a:rPr spc="-10" dirty="0"/>
              <a:t>app</a:t>
            </a:r>
            <a:r>
              <a:rPr dirty="0"/>
              <a:t>li</a:t>
            </a:r>
            <a:r>
              <a:rPr spc="-35" dirty="0"/>
              <a:t>c</a:t>
            </a:r>
            <a:r>
              <a:rPr spc="-30" dirty="0"/>
              <a:t>a</a:t>
            </a:r>
            <a:r>
              <a:rPr spc="-5" dirty="0"/>
              <a:t>t</a:t>
            </a:r>
            <a:r>
              <a:rPr dirty="0"/>
              <a:t>i</a:t>
            </a:r>
            <a:r>
              <a:rPr spc="5" dirty="0"/>
              <a:t>o</a:t>
            </a:r>
            <a:r>
              <a:rPr spc="-10" dirty="0"/>
              <a:t>n</a:t>
            </a:r>
            <a:r>
              <a:rPr dirty="0"/>
              <a:t>s</a:t>
            </a:r>
            <a:r>
              <a:rPr spc="-70" dirty="0">
                <a:latin typeface="Times New Roman"/>
                <a:cs typeface="Times New Roman"/>
              </a:rPr>
              <a:t> </a:t>
            </a:r>
            <a:r>
              <a:rPr dirty="0"/>
              <a:t>–</a:t>
            </a:r>
            <a:r>
              <a:rPr spc="-45" dirty="0">
                <a:latin typeface="Times New Roman"/>
                <a:cs typeface="Times New Roman"/>
              </a:rPr>
              <a:t> </a:t>
            </a:r>
            <a:r>
              <a:rPr spc="-10" dirty="0"/>
              <a:t>an</a:t>
            </a:r>
            <a:r>
              <a:rPr dirty="0"/>
              <a:t>d</a:t>
            </a:r>
            <a:r>
              <a:rPr spc="-60" dirty="0">
                <a:latin typeface="Times New Roman"/>
                <a:cs typeface="Times New Roman"/>
              </a:rPr>
              <a:t> </a:t>
            </a:r>
            <a:r>
              <a:rPr dirty="0"/>
              <a:t>is</a:t>
            </a:r>
            <a:r>
              <a:rPr spc="-70" dirty="0">
                <a:latin typeface="Times New Roman"/>
                <a:cs typeface="Times New Roman"/>
              </a:rPr>
              <a:t> </a:t>
            </a:r>
            <a:r>
              <a:rPr dirty="0"/>
              <a:t>s</a:t>
            </a:r>
            <a:r>
              <a:rPr spc="5" dirty="0"/>
              <a:t>o</a:t>
            </a:r>
            <a:r>
              <a:rPr spc="-25" dirty="0"/>
              <a:t>m</a:t>
            </a:r>
            <a:r>
              <a:rPr spc="-30" dirty="0"/>
              <a:t>e</a:t>
            </a:r>
            <a:r>
              <a:rPr spc="-5" dirty="0"/>
              <a:t>t</a:t>
            </a:r>
            <a:r>
              <a:rPr dirty="0"/>
              <a:t>i</a:t>
            </a:r>
            <a:r>
              <a:rPr spc="-25" dirty="0"/>
              <a:t>m</a:t>
            </a:r>
            <a:r>
              <a:rPr spc="-10" dirty="0"/>
              <a:t>e</a:t>
            </a:r>
            <a:r>
              <a:rPr dirty="0"/>
              <a:t>s</a:t>
            </a:r>
            <a:r>
              <a:rPr spc="-110" dirty="0">
                <a:latin typeface="Times New Roman"/>
                <a:cs typeface="Times New Roman"/>
              </a:rPr>
              <a:t> </a:t>
            </a:r>
            <a:r>
              <a:rPr spc="-10" dirty="0"/>
              <a:t>e</a:t>
            </a:r>
            <a:r>
              <a:rPr spc="-15" dirty="0"/>
              <a:t>ss</a:t>
            </a:r>
            <a:r>
              <a:rPr spc="-10" dirty="0"/>
              <a:t>e</a:t>
            </a:r>
            <a:r>
              <a:rPr spc="-30" dirty="0"/>
              <a:t>n</a:t>
            </a:r>
            <a:r>
              <a:rPr spc="-5" dirty="0"/>
              <a:t>t</a:t>
            </a:r>
            <a:r>
              <a:rPr dirty="0"/>
              <a:t>i</a:t>
            </a:r>
            <a:r>
              <a:rPr spc="-10" dirty="0"/>
              <a:t>a</a:t>
            </a:r>
            <a:r>
              <a:rPr dirty="0"/>
              <a:t>l</a:t>
            </a:r>
          </a:p>
          <a:p>
            <a:pPr marL="241300" marR="689610" indent="-228600">
              <a:lnSpc>
                <a:spcPts val="2800"/>
              </a:lnSpc>
              <a:spcBef>
                <a:spcPts val="1055"/>
              </a:spcBef>
              <a:buClr>
                <a:srgbClr val="ADB3B8"/>
              </a:buClr>
              <a:buFont typeface="Arial"/>
              <a:buChar char="•"/>
              <a:tabLst>
                <a:tab pos="241300" algn="l"/>
              </a:tabLst>
            </a:pPr>
            <a:r>
              <a:rPr spc="-30" dirty="0"/>
              <a:t>M</a:t>
            </a:r>
            <a:r>
              <a:rPr spc="-10" dirty="0"/>
              <a:t>a</a:t>
            </a:r>
            <a:r>
              <a:rPr spc="-50" dirty="0"/>
              <a:t>n</a:t>
            </a:r>
            <a:r>
              <a:rPr spc="-15" dirty="0"/>
              <a:t>y</a:t>
            </a:r>
            <a:r>
              <a:rPr spc="-50" dirty="0">
                <a:latin typeface="Times New Roman"/>
                <a:cs typeface="Times New Roman"/>
              </a:rPr>
              <a:t> </a:t>
            </a:r>
            <a:r>
              <a:rPr spc="-25" dirty="0"/>
              <a:t>m</a:t>
            </a:r>
            <a:r>
              <a:rPr spc="-30" dirty="0"/>
              <a:t>e</a:t>
            </a:r>
            <a:r>
              <a:rPr spc="-5" dirty="0"/>
              <a:t>t</a:t>
            </a:r>
            <a:r>
              <a:rPr spc="-10" dirty="0"/>
              <a:t>h</a:t>
            </a:r>
            <a:r>
              <a:rPr spc="5" dirty="0"/>
              <a:t>o</a:t>
            </a:r>
            <a:r>
              <a:rPr spc="-10" dirty="0"/>
              <a:t>d</a:t>
            </a:r>
            <a:r>
              <a:rPr dirty="0"/>
              <a:t>s</a:t>
            </a:r>
            <a:r>
              <a:rPr spc="-90" dirty="0">
                <a:latin typeface="Times New Roman"/>
                <a:cs typeface="Times New Roman"/>
              </a:rPr>
              <a:t> </a:t>
            </a:r>
            <a:r>
              <a:rPr spc="-55" dirty="0"/>
              <a:t>f</a:t>
            </a:r>
            <a:r>
              <a:rPr spc="5" dirty="0"/>
              <a:t>o</a:t>
            </a:r>
            <a:r>
              <a:rPr spc="-10" dirty="0"/>
              <a:t>r</a:t>
            </a:r>
            <a:r>
              <a:rPr spc="-80" dirty="0">
                <a:latin typeface="Times New Roman"/>
                <a:cs typeface="Times New Roman"/>
              </a:rPr>
              <a:t> </a:t>
            </a:r>
            <a:r>
              <a:rPr spc="-10" dirty="0"/>
              <a:t>n</a:t>
            </a:r>
            <a:r>
              <a:rPr spc="5" dirty="0"/>
              <a:t>o</a:t>
            </a:r>
            <a:r>
              <a:rPr spc="-10" dirty="0"/>
              <a:t>n</a:t>
            </a:r>
            <a:r>
              <a:rPr dirty="0"/>
              <a:t>li</a:t>
            </a:r>
            <a:r>
              <a:rPr spc="-25" dirty="0"/>
              <a:t>n</a:t>
            </a:r>
            <a:r>
              <a:rPr spc="-10" dirty="0"/>
              <a:t>e</a:t>
            </a:r>
            <a:r>
              <a:rPr spc="-25" dirty="0"/>
              <a:t>a</a:t>
            </a:r>
            <a:r>
              <a:rPr spc="-10" dirty="0"/>
              <a:t>r</a:t>
            </a:r>
            <a:r>
              <a:rPr spc="-60" dirty="0">
                <a:latin typeface="Times New Roman"/>
                <a:cs typeface="Times New Roman"/>
              </a:rPr>
              <a:t> </a:t>
            </a:r>
            <a:r>
              <a:rPr spc="-35" dirty="0"/>
              <a:t>c</a:t>
            </a:r>
            <a:r>
              <a:rPr spc="5" dirty="0"/>
              <a:t>o</a:t>
            </a:r>
            <a:r>
              <a:rPr spc="-30" dirty="0"/>
              <a:t>n</a:t>
            </a:r>
            <a:r>
              <a:rPr spc="-5" dirty="0"/>
              <a:t>t</a:t>
            </a:r>
            <a:r>
              <a:rPr spc="-60" dirty="0"/>
              <a:t>r</a:t>
            </a:r>
            <a:r>
              <a:rPr spc="5" dirty="0"/>
              <a:t>o</a:t>
            </a:r>
            <a:r>
              <a:rPr dirty="0"/>
              <a:t>l</a:t>
            </a:r>
            <a:r>
              <a:rPr spc="-70" dirty="0">
                <a:latin typeface="Times New Roman"/>
                <a:cs typeface="Times New Roman"/>
              </a:rPr>
              <a:t> </a:t>
            </a:r>
            <a:r>
              <a:rPr spc="-40" dirty="0"/>
              <a:t>s</a:t>
            </a:r>
            <a:r>
              <a:rPr spc="-35" dirty="0"/>
              <a:t>y</a:t>
            </a:r>
            <a:r>
              <a:rPr spc="-20" dirty="0"/>
              <a:t>s</a:t>
            </a:r>
            <a:r>
              <a:rPr spc="-25" dirty="0"/>
              <a:t>t</a:t>
            </a:r>
            <a:r>
              <a:rPr spc="-10" dirty="0"/>
              <a:t>e</a:t>
            </a:r>
            <a:r>
              <a:rPr spc="-25" dirty="0"/>
              <a:t>m</a:t>
            </a:r>
            <a:r>
              <a:rPr spc="-130" dirty="0">
                <a:latin typeface="Times New Roman"/>
                <a:cs typeface="Times New Roman"/>
              </a:rPr>
              <a:t> </a:t>
            </a:r>
            <a:r>
              <a:rPr spc="-25" dirty="0"/>
              <a:t>d</a:t>
            </a:r>
            <a:r>
              <a:rPr spc="-10" dirty="0"/>
              <a:t>e</a:t>
            </a:r>
            <a:r>
              <a:rPr dirty="0"/>
              <a:t>si</a:t>
            </a:r>
            <a:r>
              <a:rPr spc="-5" dirty="0"/>
              <a:t>gn</a:t>
            </a:r>
            <a:r>
              <a:rPr spc="-5" dirty="0">
                <a:latin typeface="Times New Roman"/>
                <a:cs typeface="Times New Roman"/>
              </a:rPr>
              <a:t> </a:t>
            </a:r>
            <a:r>
              <a:rPr spc="-10" dirty="0"/>
              <a:t>(ada</a:t>
            </a:r>
            <a:r>
              <a:rPr spc="-30" dirty="0"/>
              <a:t>p</a:t>
            </a:r>
            <a:r>
              <a:rPr spc="-5" dirty="0"/>
              <a:t>t</a:t>
            </a:r>
            <a:r>
              <a:rPr dirty="0"/>
              <a:t>i</a:t>
            </a:r>
            <a:r>
              <a:rPr spc="-30" dirty="0"/>
              <a:t>v</a:t>
            </a:r>
            <a:r>
              <a:rPr spc="-10" dirty="0"/>
              <a:t>e,</a:t>
            </a:r>
            <a:r>
              <a:rPr spc="-40" dirty="0">
                <a:latin typeface="Times New Roman"/>
                <a:cs typeface="Times New Roman"/>
              </a:rPr>
              <a:t> </a:t>
            </a:r>
            <a:r>
              <a:rPr dirty="0"/>
              <a:t>li</a:t>
            </a:r>
            <a:r>
              <a:rPr spc="-25" dirty="0"/>
              <a:t>n</a:t>
            </a:r>
            <a:r>
              <a:rPr spc="-10" dirty="0"/>
              <a:t>e</a:t>
            </a:r>
            <a:r>
              <a:rPr spc="-25" dirty="0"/>
              <a:t>a</a:t>
            </a:r>
            <a:r>
              <a:rPr spc="-10" dirty="0"/>
              <a:t>r</a:t>
            </a:r>
            <a:r>
              <a:rPr spc="-60" dirty="0">
                <a:latin typeface="Times New Roman"/>
                <a:cs typeface="Times New Roman"/>
              </a:rPr>
              <a:t> </a:t>
            </a:r>
            <a:r>
              <a:rPr spc="-10" dirty="0"/>
              <a:t>pa</a:t>
            </a:r>
            <a:r>
              <a:rPr spc="-70" dirty="0"/>
              <a:t>r</a:t>
            </a:r>
            <a:r>
              <a:rPr spc="-25" dirty="0"/>
              <a:t>am</a:t>
            </a:r>
            <a:r>
              <a:rPr spc="-30" dirty="0"/>
              <a:t>e</a:t>
            </a:r>
            <a:r>
              <a:rPr spc="-25" dirty="0"/>
              <a:t>t</a:t>
            </a:r>
            <a:r>
              <a:rPr spc="-10" dirty="0"/>
              <a:t>er</a:t>
            </a:r>
            <a:r>
              <a:rPr spc="-60" dirty="0">
                <a:latin typeface="Times New Roman"/>
                <a:cs typeface="Times New Roman"/>
              </a:rPr>
              <a:t> </a:t>
            </a:r>
            <a:r>
              <a:rPr spc="-50" dirty="0"/>
              <a:t>v</a:t>
            </a:r>
            <a:r>
              <a:rPr spc="-25" dirty="0"/>
              <a:t>a</a:t>
            </a:r>
            <a:r>
              <a:rPr dirty="0"/>
              <a:t>r</a:t>
            </a:r>
            <a:r>
              <a:rPr spc="-15" dirty="0"/>
              <a:t>y</a:t>
            </a:r>
            <a:r>
              <a:rPr dirty="0"/>
              <a:t>i</a:t>
            </a:r>
            <a:r>
              <a:rPr spc="-10" dirty="0"/>
              <a:t>n</a:t>
            </a:r>
            <a:r>
              <a:rPr spc="15" dirty="0"/>
              <a:t>g</a:t>
            </a:r>
            <a:r>
              <a:rPr spc="-10" dirty="0"/>
              <a:t>,</a:t>
            </a:r>
            <a:r>
              <a:rPr spc="-40" dirty="0">
                <a:latin typeface="Times New Roman"/>
                <a:cs typeface="Times New Roman"/>
              </a:rPr>
              <a:t> </a:t>
            </a:r>
            <a:r>
              <a:rPr dirty="0"/>
              <a:t>sli</a:t>
            </a:r>
            <a:r>
              <a:rPr spc="-10" dirty="0"/>
              <a:t>d</a:t>
            </a:r>
            <a:r>
              <a:rPr dirty="0"/>
              <a:t>i</a:t>
            </a:r>
            <a:r>
              <a:rPr spc="-10" dirty="0"/>
              <a:t>n</a:t>
            </a:r>
            <a:r>
              <a:rPr dirty="0"/>
              <a:t>g</a:t>
            </a:r>
            <a:r>
              <a:rPr spc="-75" dirty="0">
                <a:latin typeface="Times New Roman"/>
                <a:cs typeface="Times New Roman"/>
              </a:rPr>
              <a:t> </a:t>
            </a:r>
            <a:r>
              <a:rPr spc="-25" dirty="0"/>
              <a:t>m</a:t>
            </a:r>
            <a:r>
              <a:rPr spc="5" dirty="0"/>
              <a:t>o</a:t>
            </a:r>
            <a:r>
              <a:rPr spc="-25" dirty="0"/>
              <a:t>d</a:t>
            </a:r>
            <a:r>
              <a:rPr spc="-10" dirty="0"/>
              <a:t>e</a:t>
            </a:r>
            <a:r>
              <a:rPr dirty="0"/>
              <a:t>l</a:t>
            </a:r>
            <a:r>
              <a:rPr dirty="0">
                <a:latin typeface="Times New Roman"/>
                <a:cs typeface="Times New Roman"/>
              </a:rPr>
              <a:t> </a:t>
            </a:r>
            <a:r>
              <a:rPr spc="-35" dirty="0"/>
              <a:t>c</a:t>
            </a:r>
            <a:r>
              <a:rPr spc="5" dirty="0"/>
              <a:t>o</a:t>
            </a:r>
            <a:r>
              <a:rPr spc="-30" dirty="0"/>
              <a:t>n</a:t>
            </a:r>
            <a:r>
              <a:rPr spc="-5" dirty="0"/>
              <a:t>t</a:t>
            </a:r>
            <a:r>
              <a:rPr spc="-60" dirty="0"/>
              <a:t>r</a:t>
            </a:r>
            <a:r>
              <a:rPr spc="5" dirty="0"/>
              <a:t>o</a:t>
            </a:r>
            <a:r>
              <a:rPr dirty="0"/>
              <a:t>l</a:t>
            </a:r>
            <a:r>
              <a:rPr spc="-10" dirty="0"/>
              <a:t>,</a:t>
            </a:r>
            <a:r>
              <a:rPr spc="-60" dirty="0">
                <a:latin typeface="Times New Roman"/>
                <a:cs typeface="Times New Roman"/>
              </a:rPr>
              <a:t> </a:t>
            </a:r>
            <a:r>
              <a:rPr spc="-10" dirty="0"/>
              <a:t>an</a:t>
            </a:r>
            <a:r>
              <a:rPr dirty="0"/>
              <a:t>d</a:t>
            </a:r>
            <a:r>
              <a:rPr spc="-60" dirty="0">
                <a:latin typeface="Times New Roman"/>
                <a:cs typeface="Times New Roman"/>
              </a:rPr>
              <a:t> </a:t>
            </a:r>
            <a:r>
              <a:rPr dirty="0"/>
              <a:t>so</a:t>
            </a:r>
            <a:r>
              <a:rPr spc="-85" dirty="0">
                <a:latin typeface="Times New Roman"/>
                <a:cs typeface="Times New Roman"/>
              </a:rPr>
              <a:t> </a:t>
            </a:r>
            <a:r>
              <a:rPr spc="5" dirty="0"/>
              <a:t>o</a:t>
            </a:r>
            <a:r>
              <a:rPr spc="-10" dirty="0"/>
              <a:t>n</a:t>
            </a:r>
            <a:r>
              <a:rPr dirty="0"/>
              <a:t>)</a:t>
            </a:r>
            <a:r>
              <a:rPr spc="-60" dirty="0">
                <a:latin typeface="Times New Roman"/>
                <a:cs typeface="Times New Roman"/>
              </a:rPr>
              <a:t> </a:t>
            </a:r>
            <a:r>
              <a:rPr spc="-10" dirty="0"/>
              <a:t>bu</a:t>
            </a:r>
            <a:r>
              <a:rPr dirty="0"/>
              <a:t>t</a:t>
            </a:r>
            <a:r>
              <a:rPr spc="-65" dirty="0">
                <a:latin typeface="Times New Roman"/>
                <a:cs typeface="Times New Roman"/>
              </a:rPr>
              <a:t> </a:t>
            </a:r>
            <a:r>
              <a:rPr spc="-10" dirty="0"/>
              <a:t>n</a:t>
            </a:r>
            <a:r>
              <a:rPr dirty="0"/>
              <a:t>o</a:t>
            </a:r>
            <a:r>
              <a:rPr spc="-45" dirty="0">
                <a:latin typeface="Times New Roman"/>
                <a:cs typeface="Times New Roman"/>
              </a:rPr>
              <a:t> </a:t>
            </a:r>
            <a:r>
              <a:rPr spc="-40" dirty="0"/>
              <a:t>g</a:t>
            </a:r>
            <a:r>
              <a:rPr spc="-10" dirty="0"/>
              <a:t>e</a:t>
            </a:r>
            <a:r>
              <a:rPr spc="-25" dirty="0"/>
              <a:t>n</a:t>
            </a:r>
            <a:r>
              <a:rPr spc="-10" dirty="0"/>
              <a:t>e</a:t>
            </a:r>
            <a:r>
              <a:rPr spc="-80" dirty="0"/>
              <a:t>r</a:t>
            </a:r>
            <a:r>
              <a:rPr spc="-10" dirty="0"/>
              <a:t>a</a:t>
            </a:r>
            <a:r>
              <a:rPr dirty="0"/>
              <a:t>l</a:t>
            </a:r>
            <a:r>
              <a:rPr spc="-50" dirty="0">
                <a:latin typeface="Times New Roman"/>
                <a:cs typeface="Times New Roman"/>
              </a:rPr>
              <a:t> </a:t>
            </a:r>
            <a:r>
              <a:rPr spc="-5" dirty="0"/>
              <a:t>t</a:t>
            </a:r>
            <a:r>
              <a:rPr spc="-25" dirty="0"/>
              <a:t>h</a:t>
            </a:r>
            <a:r>
              <a:rPr spc="-10" dirty="0"/>
              <a:t>e</a:t>
            </a:r>
            <a:r>
              <a:rPr spc="5" dirty="0"/>
              <a:t>o</a:t>
            </a:r>
            <a:r>
              <a:rPr dirty="0"/>
              <a:t>r</a:t>
            </a:r>
            <a:r>
              <a:rPr spc="-15" dirty="0"/>
              <a: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87567" y="728606"/>
            <a:ext cx="3957954" cy="915035"/>
          </a:xfrm>
          <a:prstGeom prst="rect">
            <a:avLst/>
          </a:prstGeom>
        </p:spPr>
        <p:txBody>
          <a:bodyPr vert="horz" wrap="square" lIns="0" tIns="0" rIns="0" bIns="0" rtlCol="0">
            <a:spAutoFit/>
          </a:bodyPr>
          <a:lstStyle/>
          <a:p>
            <a:pPr marL="12700" marR="5080">
              <a:lnSpc>
                <a:spcPts val="3600"/>
              </a:lnSpc>
            </a:pPr>
            <a:r>
              <a:rPr sz="3400" spc="-5" dirty="0">
                <a:solidFill>
                  <a:srgbClr val="B5121B"/>
                </a:solidFill>
                <a:latin typeface="Calibri"/>
                <a:cs typeface="Calibri"/>
              </a:rPr>
              <a:t>E</a:t>
            </a:r>
            <a:r>
              <a:rPr sz="3400" spc="-55" dirty="0">
                <a:solidFill>
                  <a:srgbClr val="B5121B"/>
                </a:solidFill>
                <a:latin typeface="Calibri"/>
                <a:cs typeface="Calibri"/>
              </a:rPr>
              <a:t>x</a:t>
            </a:r>
            <a:r>
              <a:rPr sz="3400" spc="-10" dirty="0">
                <a:solidFill>
                  <a:srgbClr val="B5121B"/>
                </a:solidFill>
                <a:latin typeface="Calibri"/>
                <a:cs typeface="Calibri"/>
              </a:rPr>
              <a:t>a</a:t>
            </a:r>
            <a:r>
              <a:rPr sz="3400" spc="-30" dirty="0">
                <a:solidFill>
                  <a:srgbClr val="B5121B"/>
                </a:solidFill>
                <a:latin typeface="Calibri"/>
                <a:cs typeface="Calibri"/>
              </a:rPr>
              <a:t>m</a:t>
            </a:r>
            <a:r>
              <a:rPr sz="3400" spc="-10" dirty="0">
                <a:solidFill>
                  <a:srgbClr val="B5121B"/>
                </a:solidFill>
                <a:latin typeface="Calibri"/>
                <a:cs typeface="Calibri"/>
              </a:rPr>
              <a:t>p</a:t>
            </a:r>
            <a:r>
              <a:rPr sz="3400" spc="-5" dirty="0">
                <a:solidFill>
                  <a:srgbClr val="B5121B"/>
                </a:solidFill>
                <a:latin typeface="Calibri"/>
                <a:cs typeface="Calibri"/>
              </a:rPr>
              <a:t>l</a:t>
            </a:r>
            <a:r>
              <a:rPr sz="3400" spc="-15" dirty="0">
                <a:solidFill>
                  <a:srgbClr val="B5121B"/>
                </a:solidFill>
                <a:latin typeface="Calibri"/>
                <a:cs typeface="Calibri"/>
              </a:rPr>
              <a:t>e</a:t>
            </a:r>
            <a:r>
              <a:rPr sz="3400" dirty="0">
                <a:solidFill>
                  <a:srgbClr val="B5121B"/>
                </a:solidFill>
                <a:latin typeface="Calibri"/>
                <a:cs typeface="Calibri"/>
              </a:rPr>
              <a:t>s</a:t>
            </a:r>
            <a:r>
              <a:rPr sz="3400" spc="-100" dirty="0">
                <a:solidFill>
                  <a:srgbClr val="B5121B"/>
                </a:solidFill>
                <a:latin typeface="Times New Roman"/>
                <a:cs typeface="Times New Roman"/>
              </a:rPr>
              <a:t> </a:t>
            </a:r>
            <a:r>
              <a:rPr sz="3400" spc="5" dirty="0">
                <a:solidFill>
                  <a:srgbClr val="B5121B"/>
                </a:solidFill>
                <a:latin typeface="Calibri"/>
                <a:cs typeface="Calibri"/>
              </a:rPr>
              <a:t>o</a:t>
            </a:r>
            <a:r>
              <a:rPr sz="3400" dirty="0">
                <a:solidFill>
                  <a:srgbClr val="B5121B"/>
                </a:solidFill>
                <a:latin typeface="Calibri"/>
                <a:cs typeface="Calibri"/>
              </a:rPr>
              <a:t>f</a:t>
            </a:r>
            <a:r>
              <a:rPr sz="3400" spc="-110" dirty="0">
                <a:solidFill>
                  <a:srgbClr val="B5121B"/>
                </a:solidFill>
                <a:latin typeface="Times New Roman"/>
                <a:cs typeface="Times New Roman"/>
              </a:rPr>
              <a:t> </a:t>
            </a:r>
            <a:r>
              <a:rPr sz="3400" spc="-20" dirty="0">
                <a:solidFill>
                  <a:srgbClr val="B5121B"/>
                </a:solidFill>
                <a:latin typeface="Calibri"/>
                <a:cs typeface="Calibri"/>
              </a:rPr>
              <a:t>N</a:t>
            </a:r>
            <a:r>
              <a:rPr sz="3400" spc="5" dirty="0">
                <a:solidFill>
                  <a:srgbClr val="B5121B"/>
                </a:solidFill>
                <a:latin typeface="Calibri"/>
                <a:cs typeface="Calibri"/>
              </a:rPr>
              <a:t>o</a:t>
            </a:r>
            <a:r>
              <a:rPr sz="3400" spc="-10" dirty="0">
                <a:solidFill>
                  <a:srgbClr val="B5121B"/>
                </a:solidFill>
                <a:latin typeface="Calibri"/>
                <a:cs typeface="Calibri"/>
              </a:rPr>
              <a:t>n</a:t>
            </a:r>
            <a:r>
              <a:rPr sz="3400" spc="-5" dirty="0">
                <a:solidFill>
                  <a:srgbClr val="B5121B"/>
                </a:solidFill>
                <a:latin typeface="Calibri"/>
                <a:cs typeface="Calibri"/>
              </a:rPr>
              <a:t>li</a:t>
            </a:r>
            <a:r>
              <a:rPr sz="3400" spc="-30" dirty="0">
                <a:solidFill>
                  <a:srgbClr val="B5121B"/>
                </a:solidFill>
                <a:latin typeface="Calibri"/>
                <a:cs typeface="Calibri"/>
              </a:rPr>
              <a:t>n</a:t>
            </a:r>
            <a:r>
              <a:rPr sz="3400" spc="-15" dirty="0">
                <a:solidFill>
                  <a:srgbClr val="B5121B"/>
                </a:solidFill>
                <a:latin typeface="Calibri"/>
                <a:cs typeface="Calibri"/>
              </a:rPr>
              <a:t>e</a:t>
            </a:r>
            <a:r>
              <a:rPr sz="3400" spc="-10" dirty="0">
                <a:solidFill>
                  <a:srgbClr val="B5121B"/>
                </a:solidFill>
                <a:latin typeface="Calibri"/>
                <a:cs typeface="Calibri"/>
              </a:rPr>
              <a:t>a</a:t>
            </a:r>
            <a:r>
              <a:rPr sz="3400" spc="-15" dirty="0">
                <a:solidFill>
                  <a:srgbClr val="B5121B"/>
                </a:solidFill>
                <a:latin typeface="Calibri"/>
                <a:cs typeface="Calibri"/>
              </a:rPr>
              <a:t>r</a:t>
            </a:r>
            <a:r>
              <a:rPr sz="3400" spc="-10" dirty="0">
                <a:solidFill>
                  <a:srgbClr val="B5121B"/>
                </a:solidFill>
                <a:latin typeface="Times New Roman"/>
                <a:cs typeface="Times New Roman"/>
              </a:rPr>
              <a:t> </a:t>
            </a:r>
            <a:r>
              <a:rPr sz="3400" spc="5" dirty="0">
                <a:solidFill>
                  <a:srgbClr val="B5121B"/>
                </a:solidFill>
                <a:latin typeface="Calibri"/>
                <a:cs typeface="Calibri"/>
              </a:rPr>
              <a:t>Co</a:t>
            </a:r>
            <a:r>
              <a:rPr sz="3400" spc="-50" dirty="0">
                <a:solidFill>
                  <a:srgbClr val="B5121B"/>
                </a:solidFill>
                <a:latin typeface="Calibri"/>
                <a:cs typeface="Calibri"/>
              </a:rPr>
              <a:t>n</a:t>
            </a:r>
            <a:r>
              <a:rPr sz="3400" spc="-15" dirty="0">
                <a:solidFill>
                  <a:srgbClr val="B5121B"/>
                </a:solidFill>
                <a:latin typeface="Calibri"/>
                <a:cs typeface="Calibri"/>
              </a:rPr>
              <a:t>t</a:t>
            </a:r>
            <a:r>
              <a:rPr sz="3400" spc="-85" dirty="0">
                <a:solidFill>
                  <a:srgbClr val="B5121B"/>
                </a:solidFill>
                <a:latin typeface="Calibri"/>
                <a:cs typeface="Calibri"/>
              </a:rPr>
              <a:t>r</a:t>
            </a:r>
            <a:r>
              <a:rPr sz="3400" spc="5" dirty="0">
                <a:solidFill>
                  <a:srgbClr val="B5121B"/>
                </a:solidFill>
                <a:latin typeface="Calibri"/>
                <a:cs typeface="Calibri"/>
              </a:rPr>
              <a:t>ol</a:t>
            </a:r>
            <a:endParaRPr sz="3400">
              <a:latin typeface="Calibri"/>
              <a:cs typeface="Calibri"/>
            </a:endParaRPr>
          </a:p>
        </p:txBody>
      </p:sp>
      <p:sp>
        <p:nvSpPr>
          <p:cNvPr id="5" name="object 5"/>
          <p:cNvSpPr txBox="1"/>
          <p:nvPr/>
        </p:nvSpPr>
        <p:spPr>
          <a:xfrm>
            <a:off x="707390" y="2127256"/>
            <a:ext cx="7444740" cy="2057400"/>
          </a:xfrm>
          <a:prstGeom prst="rect">
            <a:avLst/>
          </a:prstGeom>
        </p:spPr>
        <p:txBody>
          <a:bodyPr vert="horz" wrap="square" lIns="0" tIns="0" rIns="0" bIns="0" rtlCol="0">
            <a:spAutoFit/>
          </a:bodyPr>
          <a:lstStyle/>
          <a:p>
            <a:pPr marL="241300" indent="-228600">
              <a:lnSpc>
                <a:spcPct val="100000"/>
              </a:lnSpc>
              <a:buClr>
                <a:srgbClr val="ADB3B8"/>
              </a:buClr>
              <a:buFont typeface="Arial"/>
              <a:buChar char="•"/>
              <a:tabLst>
                <a:tab pos="241300" algn="l"/>
              </a:tabLst>
            </a:pPr>
            <a:r>
              <a:rPr sz="2600" spc="-5" dirty="0">
                <a:latin typeface="Calibri"/>
                <a:cs typeface="Calibri"/>
              </a:rPr>
              <a:t>Ada</a:t>
            </a:r>
            <a:r>
              <a:rPr sz="2600" spc="-30" dirty="0">
                <a:latin typeface="Calibri"/>
                <a:cs typeface="Calibri"/>
              </a:rPr>
              <a:t>p</a:t>
            </a:r>
            <a:r>
              <a:rPr sz="2600" spc="-5" dirty="0">
                <a:latin typeface="Calibri"/>
                <a:cs typeface="Calibri"/>
              </a:rPr>
              <a:t>t</a:t>
            </a:r>
            <a:r>
              <a:rPr sz="2600" dirty="0">
                <a:latin typeface="Calibri"/>
                <a:cs typeface="Calibri"/>
              </a:rPr>
              <a:t>i</a:t>
            </a:r>
            <a:r>
              <a:rPr sz="2600" spc="-30" dirty="0">
                <a:latin typeface="Calibri"/>
                <a:cs typeface="Calibri"/>
              </a:rPr>
              <a:t>v</a:t>
            </a:r>
            <a:r>
              <a:rPr sz="2600" spc="-15" dirty="0">
                <a:latin typeface="Calibri"/>
                <a:cs typeface="Calibri"/>
              </a:rPr>
              <a:t>e</a:t>
            </a:r>
            <a:r>
              <a:rPr sz="2600" spc="-65"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dirty="0">
                <a:latin typeface="Calibri"/>
                <a:cs typeface="Calibri"/>
              </a:rPr>
              <a:t>–</a:t>
            </a:r>
            <a:r>
              <a:rPr sz="2600" spc="-45" dirty="0">
                <a:latin typeface="Times New Roman"/>
                <a:cs typeface="Times New Roman"/>
              </a:rPr>
              <a:t> </a:t>
            </a:r>
            <a:r>
              <a:rPr sz="2600" spc="-15" dirty="0">
                <a:latin typeface="Calibri"/>
                <a:cs typeface="Calibri"/>
              </a:rPr>
              <a:t>s</a:t>
            </a:r>
            <a:r>
              <a:rPr sz="2600" spc="-10" dirty="0">
                <a:latin typeface="Calibri"/>
                <a:cs typeface="Calibri"/>
              </a:rPr>
              <a:t>e</a:t>
            </a:r>
            <a:r>
              <a:rPr sz="2600" spc="-15" dirty="0">
                <a:latin typeface="Calibri"/>
                <a:cs typeface="Calibri"/>
              </a:rPr>
              <a:t>e</a:t>
            </a:r>
            <a:r>
              <a:rPr sz="2600" spc="-105" dirty="0">
                <a:latin typeface="Times New Roman"/>
                <a:cs typeface="Times New Roman"/>
              </a:rPr>
              <a:t> </a:t>
            </a:r>
            <a:r>
              <a:rPr sz="2600" spc="-10" dirty="0">
                <a:latin typeface="Calibri"/>
                <a:cs typeface="Calibri"/>
              </a:rPr>
              <a:t>n</a:t>
            </a:r>
            <a:r>
              <a:rPr sz="2600" spc="-50" dirty="0">
                <a:latin typeface="Calibri"/>
                <a:cs typeface="Calibri"/>
              </a:rPr>
              <a:t>e</a:t>
            </a:r>
            <a:r>
              <a:rPr sz="2600" spc="-10" dirty="0">
                <a:latin typeface="Calibri"/>
                <a:cs typeface="Calibri"/>
              </a:rPr>
              <a:t>xt</a:t>
            </a:r>
            <a:r>
              <a:rPr sz="2600" spc="-45" dirty="0">
                <a:latin typeface="Times New Roman"/>
                <a:cs typeface="Times New Roman"/>
              </a:rPr>
              <a:t> </a:t>
            </a:r>
            <a:r>
              <a:rPr sz="2600" spc="-55" dirty="0">
                <a:latin typeface="Calibri"/>
                <a:cs typeface="Calibri"/>
              </a:rPr>
              <a:t>f</a:t>
            </a:r>
            <a:r>
              <a:rPr sz="2600" spc="-30" dirty="0">
                <a:latin typeface="Calibri"/>
                <a:cs typeface="Calibri"/>
              </a:rPr>
              <a:t>e</a:t>
            </a:r>
            <a:r>
              <a:rPr sz="2600" spc="-20" dirty="0">
                <a:latin typeface="Calibri"/>
                <a:cs typeface="Calibri"/>
              </a:rPr>
              <a:t>w</a:t>
            </a:r>
            <a:r>
              <a:rPr sz="2600" spc="-90" dirty="0">
                <a:latin typeface="Times New Roman"/>
                <a:cs typeface="Times New Roman"/>
              </a:rPr>
              <a:t> </a:t>
            </a:r>
            <a:r>
              <a:rPr sz="2600" dirty="0">
                <a:latin typeface="Calibri"/>
                <a:cs typeface="Calibri"/>
              </a:rPr>
              <a:t>sli</a:t>
            </a:r>
            <a:r>
              <a:rPr sz="2600" spc="-10" dirty="0">
                <a:latin typeface="Calibri"/>
                <a:cs typeface="Calibri"/>
              </a:rPr>
              <a:t>de</a:t>
            </a:r>
            <a:r>
              <a:rPr sz="2600" dirty="0">
                <a:latin typeface="Calibri"/>
                <a:cs typeface="Calibri"/>
              </a:rPr>
              <a:t>s</a:t>
            </a:r>
            <a:endParaRPr sz="2600">
              <a:latin typeface="Calibri"/>
              <a:cs typeface="Calibri"/>
            </a:endParaRPr>
          </a:p>
          <a:p>
            <a:pPr marL="241300" marR="294640" indent="-228600">
              <a:lnSpc>
                <a:spcPts val="2800"/>
              </a:lnSpc>
              <a:spcBef>
                <a:spcPts val="1060"/>
              </a:spcBef>
              <a:buClr>
                <a:srgbClr val="ADB3B8"/>
              </a:buClr>
              <a:buFont typeface="Arial"/>
              <a:buChar char="•"/>
              <a:tabLst>
                <a:tab pos="241300" algn="l"/>
              </a:tabLst>
            </a:pPr>
            <a:r>
              <a:rPr sz="2600" spc="-50" dirty="0">
                <a:latin typeface="Calibri"/>
                <a:cs typeface="Calibri"/>
              </a:rPr>
              <a:t>R</a:t>
            </a:r>
            <a:r>
              <a:rPr sz="2600" spc="-10" dirty="0">
                <a:latin typeface="Calibri"/>
                <a:cs typeface="Calibri"/>
              </a:rPr>
              <a:t>e</a:t>
            </a:r>
            <a:r>
              <a:rPr sz="2600" dirty="0">
                <a:latin typeface="Calibri"/>
                <a:cs typeface="Calibri"/>
              </a:rPr>
              <a:t>s</a:t>
            </a:r>
            <a:r>
              <a:rPr sz="2600" spc="-10" dirty="0">
                <a:latin typeface="Calibri"/>
                <a:cs typeface="Calibri"/>
              </a:rPr>
              <a:t>e</a:t>
            </a:r>
            <a:r>
              <a:rPr sz="2600" spc="-25" dirty="0">
                <a:latin typeface="Calibri"/>
                <a:cs typeface="Calibri"/>
              </a:rPr>
              <a:t>a</a:t>
            </a:r>
            <a:r>
              <a:rPr sz="2600" spc="-60" dirty="0">
                <a:latin typeface="Calibri"/>
                <a:cs typeface="Calibri"/>
              </a:rPr>
              <a:t>r</a:t>
            </a:r>
            <a:r>
              <a:rPr sz="2600" spc="-15" dirty="0">
                <a:latin typeface="Calibri"/>
                <a:cs typeface="Calibri"/>
              </a:rPr>
              <a:t>c</a:t>
            </a:r>
            <a:r>
              <a:rPr sz="2600" dirty="0">
                <a:latin typeface="Calibri"/>
                <a:cs typeface="Calibri"/>
              </a:rPr>
              <a:t>h</a:t>
            </a:r>
            <a:r>
              <a:rPr sz="2600" spc="-100" dirty="0">
                <a:latin typeface="Times New Roman"/>
                <a:cs typeface="Times New Roman"/>
              </a:rPr>
              <a:t> </a:t>
            </a:r>
            <a:r>
              <a:rPr sz="2600" dirty="0">
                <a:latin typeface="Calibri"/>
                <a:cs typeface="Calibri"/>
              </a:rPr>
              <a:t>s</a:t>
            </a:r>
            <a:r>
              <a:rPr sz="2600" spc="-10" dirty="0">
                <a:latin typeface="Calibri"/>
                <a:cs typeface="Calibri"/>
              </a:rPr>
              <a:t>e</a:t>
            </a:r>
            <a:r>
              <a:rPr sz="2600" spc="-25" dirty="0">
                <a:latin typeface="Calibri"/>
                <a:cs typeface="Calibri"/>
              </a:rPr>
              <a:t>m</a:t>
            </a:r>
            <a:r>
              <a:rPr sz="2600" dirty="0">
                <a:latin typeface="Calibri"/>
                <a:cs typeface="Calibri"/>
              </a:rPr>
              <a:t>i</a:t>
            </a:r>
            <a:r>
              <a:rPr sz="2600" spc="-10" dirty="0">
                <a:latin typeface="Calibri"/>
                <a:cs typeface="Calibri"/>
              </a:rPr>
              <a:t>na</a:t>
            </a:r>
            <a:r>
              <a:rPr sz="2600" dirty="0">
                <a:latin typeface="Calibri"/>
                <a:cs typeface="Calibri"/>
              </a:rPr>
              <a:t>r</a:t>
            </a:r>
            <a:r>
              <a:rPr sz="2600" spc="-60" dirty="0">
                <a:latin typeface="Times New Roman"/>
                <a:cs typeface="Times New Roman"/>
              </a:rPr>
              <a:t> </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dirty="0">
                <a:latin typeface="Calibri"/>
                <a:cs typeface="Calibri"/>
              </a:rPr>
              <a:t>i</a:t>
            </a:r>
            <a:r>
              <a:rPr sz="2600" spc="-25" dirty="0">
                <a:latin typeface="Calibri"/>
                <a:cs typeface="Calibri"/>
              </a:rPr>
              <a:t>m</a:t>
            </a:r>
            <a:r>
              <a:rPr sz="2600" spc="-10" dirty="0">
                <a:latin typeface="Calibri"/>
                <a:cs typeface="Calibri"/>
              </a:rPr>
              <a:t>p</a:t>
            </a:r>
            <a:r>
              <a:rPr sz="2600" spc="-50" dirty="0">
                <a:latin typeface="Calibri"/>
                <a:cs typeface="Calibri"/>
              </a:rPr>
              <a:t>r</a:t>
            </a:r>
            <a:r>
              <a:rPr sz="2600" spc="-15" dirty="0">
                <a:latin typeface="Calibri"/>
                <a:cs typeface="Calibri"/>
              </a:rPr>
              <a:t>o</a:t>
            </a:r>
            <a:r>
              <a:rPr sz="2600" spc="-30" dirty="0">
                <a:latin typeface="Calibri"/>
                <a:cs typeface="Calibri"/>
              </a:rPr>
              <a:t>v</a:t>
            </a:r>
            <a:r>
              <a:rPr sz="2600" spc="-10" dirty="0">
                <a:latin typeface="Calibri"/>
                <a:cs typeface="Calibri"/>
              </a:rPr>
              <a:t>e</a:t>
            </a:r>
            <a:r>
              <a:rPr sz="2600" dirty="0">
                <a:latin typeface="Calibri"/>
                <a:cs typeface="Calibri"/>
              </a:rPr>
              <a:t>d</a:t>
            </a:r>
            <a:r>
              <a:rPr sz="2600" spc="-8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5" dirty="0">
                <a:latin typeface="Calibri"/>
                <a:cs typeface="Calibri"/>
              </a:rPr>
              <a:t>o</a:t>
            </a:r>
            <a:r>
              <a:rPr sz="2600" dirty="0">
                <a:latin typeface="Calibri"/>
                <a:cs typeface="Calibri"/>
              </a:rPr>
              <a:t>f</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10" dirty="0">
                <a:latin typeface="Calibri"/>
                <a:cs typeface="Calibri"/>
              </a:rPr>
              <a:t>v</a:t>
            </a:r>
            <a:r>
              <a:rPr sz="2600" dirty="0">
                <a:latin typeface="Calibri"/>
                <a:cs typeface="Calibri"/>
              </a:rPr>
              <a:t>i</a:t>
            </a:r>
            <a:r>
              <a:rPr sz="2600" spc="-10" dirty="0">
                <a:latin typeface="Calibri"/>
                <a:cs typeface="Calibri"/>
              </a:rPr>
              <a:t>b</a:t>
            </a:r>
            <a:r>
              <a:rPr sz="2600" spc="-50" dirty="0">
                <a:latin typeface="Calibri"/>
                <a:cs typeface="Calibri"/>
              </a:rPr>
              <a:t>r</a:t>
            </a:r>
            <a:r>
              <a:rPr sz="2600" spc="5" dirty="0">
                <a:latin typeface="Calibri"/>
                <a:cs typeface="Calibri"/>
              </a:rPr>
              <a:t>o</a:t>
            </a:r>
            <a:r>
              <a:rPr sz="2600" dirty="0">
                <a:latin typeface="Calibri"/>
                <a:cs typeface="Calibri"/>
              </a:rPr>
              <a:t>-</a:t>
            </a:r>
            <a:r>
              <a:rPr sz="2600" dirty="0">
                <a:latin typeface="Times New Roman"/>
                <a:cs typeface="Times New Roman"/>
              </a:rPr>
              <a:t> </a:t>
            </a:r>
            <a:r>
              <a:rPr sz="2600" dirty="0">
                <a:latin typeface="Calibri"/>
                <a:cs typeface="Calibri"/>
              </a:rPr>
              <a:t>l</a:t>
            </a:r>
            <a:r>
              <a:rPr sz="2600" spc="-10" dirty="0">
                <a:latin typeface="Calibri"/>
                <a:cs typeface="Calibri"/>
              </a:rPr>
              <a:t>an</a:t>
            </a:r>
            <a:r>
              <a:rPr sz="2600" spc="-5" dirty="0">
                <a:latin typeface="Calibri"/>
                <a:cs typeface="Calibri"/>
              </a:rPr>
              <a:t>c</a:t>
            </a:r>
            <a:r>
              <a:rPr sz="2600" spc="-15" dirty="0">
                <a:latin typeface="Calibri"/>
                <a:cs typeface="Calibri"/>
              </a:rPr>
              <a:t>e</a:t>
            </a:r>
            <a:r>
              <a:rPr sz="2600" spc="-65" dirty="0">
                <a:latin typeface="Times New Roman"/>
                <a:cs typeface="Times New Roman"/>
              </a:rPr>
              <a:t> </a:t>
            </a:r>
            <a:r>
              <a:rPr sz="2600" spc="-20" dirty="0">
                <a:latin typeface="Calibri"/>
                <a:cs typeface="Calibri"/>
              </a:rPr>
              <a:t>g</a:t>
            </a:r>
            <a:r>
              <a:rPr sz="2600" spc="-60" dirty="0">
                <a:latin typeface="Calibri"/>
                <a:cs typeface="Calibri"/>
              </a:rPr>
              <a:t>r</a:t>
            </a:r>
            <a:r>
              <a:rPr sz="2600" spc="5" dirty="0">
                <a:latin typeface="Calibri"/>
                <a:cs typeface="Calibri"/>
              </a:rPr>
              <a:t>o</a:t>
            </a:r>
            <a:r>
              <a:rPr sz="2600" spc="-10" dirty="0">
                <a:latin typeface="Calibri"/>
                <a:cs typeface="Calibri"/>
              </a:rPr>
              <a:t>un</a:t>
            </a:r>
            <a:r>
              <a:rPr sz="2600" dirty="0">
                <a:latin typeface="Calibri"/>
                <a:cs typeface="Calibri"/>
              </a:rPr>
              <a:t>d</a:t>
            </a:r>
            <a:r>
              <a:rPr sz="2600" spc="-35" dirty="0">
                <a:latin typeface="Times New Roman"/>
                <a:cs typeface="Times New Roman"/>
              </a:rPr>
              <a:t> </a:t>
            </a:r>
            <a:r>
              <a:rPr sz="2600" spc="-35" dirty="0">
                <a:latin typeface="Calibri"/>
                <a:cs typeface="Calibri"/>
              </a:rPr>
              <a:t>c</a:t>
            </a:r>
            <a:r>
              <a:rPr sz="2600" spc="5" dirty="0">
                <a:latin typeface="Calibri"/>
                <a:cs typeface="Calibri"/>
              </a:rPr>
              <a:t>o</a:t>
            </a:r>
            <a:r>
              <a:rPr sz="2600" spc="-25" dirty="0">
                <a:latin typeface="Calibri"/>
                <a:cs typeface="Calibri"/>
              </a:rPr>
              <a:t>m</a:t>
            </a:r>
            <a:r>
              <a:rPr sz="2600" spc="-10" dirty="0">
                <a:latin typeface="Calibri"/>
                <a:cs typeface="Calibri"/>
              </a:rPr>
              <a:t>pa</a:t>
            </a:r>
            <a:r>
              <a:rPr sz="2600"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40" dirty="0">
                <a:latin typeface="Calibri"/>
                <a:cs typeface="Calibri"/>
              </a:rPr>
              <a:t>s</a:t>
            </a:r>
            <a:r>
              <a:rPr sz="2600" spc="-35" dirty="0">
                <a:latin typeface="Calibri"/>
                <a:cs typeface="Calibri"/>
              </a:rPr>
              <a:t>y</a:t>
            </a:r>
            <a:r>
              <a:rPr sz="2600" spc="-20" dirty="0">
                <a:latin typeface="Calibri"/>
                <a:cs typeface="Calibri"/>
              </a:rPr>
              <a:t>s</a:t>
            </a:r>
            <a:r>
              <a:rPr sz="2600" spc="-25" dirty="0">
                <a:latin typeface="Calibri"/>
                <a:cs typeface="Calibri"/>
              </a:rPr>
              <a:t>t</a:t>
            </a:r>
            <a:r>
              <a:rPr sz="2600" spc="-30" dirty="0">
                <a:latin typeface="Calibri"/>
                <a:cs typeface="Calibri"/>
              </a:rPr>
              <a:t>e</a:t>
            </a:r>
            <a:r>
              <a:rPr sz="2600" spc="-25" dirty="0">
                <a:latin typeface="Calibri"/>
                <a:cs typeface="Calibri"/>
              </a:rPr>
              <a:t>m</a:t>
            </a:r>
            <a:endParaRPr sz="2600">
              <a:latin typeface="Calibri"/>
              <a:cs typeface="Calibri"/>
            </a:endParaRPr>
          </a:p>
          <a:p>
            <a:pPr marL="241300" marR="5080" indent="-228600">
              <a:lnSpc>
                <a:spcPts val="2820"/>
              </a:lnSpc>
              <a:spcBef>
                <a:spcPts val="980"/>
              </a:spcBef>
              <a:buClr>
                <a:srgbClr val="ADB3B8"/>
              </a:buClr>
              <a:buFont typeface="Arial"/>
              <a:buChar char="•"/>
              <a:tabLst>
                <a:tab pos="241300" algn="l"/>
              </a:tabLst>
            </a:pPr>
            <a:r>
              <a:rPr sz="2600" spc="-50" dirty="0">
                <a:latin typeface="Calibri"/>
                <a:cs typeface="Calibri"/>
              </a:rPr>
              <a:t>R</a:t>
            </a:r>
            <a:r>
              <a:rPr sz="2600" spc="-10" dirty="0">
                <a:latin typeface="Calibri"/>
                <a:cs typeface="Calibri"/>
              </a:rPr>
              <a:t>e</a:t>
            </a:r>
            <a:r>
              <a:rPr sz="2600" dirty="0">
                <a:latin typeface="Calibri"/>
                <a:cs typeface="Calibri"/>
              </a:rPr>
              <a:t>s</a:t>
            </a:r>
            <a:r>
              <a:rPr sz="2600" spc="-10" dirty="0">
                <a:latin typeface="Calibri"/>
                <a:cs typeface="Calibri"/>
              </a:rPr>
              <a:t>e</a:t>
            </a:r>
            <a:r>
              <a:rPr sz="2600" spc="-25" dirty="0">
                <a:latin typeface="Calibri"/>
                <a:cs typeface="Calibri"/>
              </a:rPr>
              <a:t>a</a:t>
            </a:r>
            <a:r>
              <a:rPr sz="2600" spc="-60" dirty="0">
                <a:latin typeface="Calibri"/>
                <a:cs typeface="Calibri"/>
              </a:rPr>
              <a:t>r</a:t>
            </a:r>
            <a:r>
              <a:rPr sz="2600" spc="-15" dirty="0">
                <a:latin typeface="Calibri"/>
                <a:cs typeface="Calibri"/>
              </a:rPr>
              <a:t>c</a:t>
            </a:r>
            <a:r>
              <a:rPr sz="2600" dirty="0">
                <a:latin typeface="Calibri"/>
                <a:cs typeface="Calibri"/>
              </a:rPr>
              <a:t>h</a:t>
            </a:r>
            <a:r>
              <a:rPr sz="2600" spc="-100" dirty="0">
                <a:latin typeface="Times New Roman"/>
                <a:cs typeface="Times New Roman"/>
              </a:rPr>
              <a:t> </a:t>
            </a:r>
            <a:r>
              <a:rPr sz="2600" dirty="0">
                <a:latin typeface="Calibri"/>
                <a:cs typeface="Calibri"/>
              </a:rPr>
              <a:t>s</a:t>
            </a:r>
            <a:r>
              <a:rPr sz="2600" spc="-10" dirty="0">
                <a:latin typeface="Calibri"/>
                <a:cs typeface="Calibri"/>
              </a:rPr>
              <a:t>e</a:t>
            </a:r>
            <a:r>
              <a:rPr sz="2600" spc="-25" dirty="0">
                <a:latin typeface="Calibri"/>
                <a:cs typeface="Calibri"/>
              </a:rPr>
              <a:t>m</a:t>
            </a:r>
            <a:r>
              <a:rPr sz="2600" dirty="0">
                <a:latin typeface="Calibri"/>
                <a:cs typeface="Calibri"/>
              </a:rPr>
              <a:t>i</a:t>
            </a:r>
            <a:r>
              <a:rPr sz="2600" spc="-10" dirty="0">
                <a:latin typeface="Calibri"/>
                <a:cs typeface="Calibri"/>
              </a:rPr>
              <a:t>na</a:t>
            </a:r>
            <a:r>
              <a:rPr sz="2600" dirty="0">
                <a:latin typeface="Calibri"/>
                <a:cs typeface="Calibri"/>
              </a:rPr>
              <a:t>r</a:t>
            </a:r>
            <a:r>
              <a:rPr sz="2600" spc="-60" dirty="0">
                <a:latin typeface="Times New Roman"/>
                <a:cs typeface="Times New Roman"/>
              </a:rPr>
              <a:t> </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20" dirty="0">
                <a:latin typeface="Calibri"/>
                <a:cs typeface="Calibri"/>
              </a:rPr>
              <a:t>s</a:t>
            </a:r>
            <a:r>
              <a:rPr sz="2600" spc="-45" dirty="0">
                <a:latin typeface="Calibri"/>
                <a:cs typeface="Calibri"/>
              </a:rPr>
              <a:t>t</a:t>
            </a:r>
            <a:r>
              <a:rPr sz="2600" spc="-30" dirty="0">
                <a:latin typeface="Calibri"/>
                <a:cs typeface="Calibri"/>
              </a:rPr>
              <a:t>a</a:t>
            </a:r>
            <a:r>
              <a:rPr sz="2600" spc="-25" dirty="0">
                <a:latin typeface="Calibri"/>
                <a:cs typeface="Calibri"/>
              </a:rPr>
              <a:t>t</a:t>
            </a:r>
            <a:r>
              <a:rPr sz="2600" spc="-15" dirty="0">
                <a:latin typeface="Calibri"/>
                <a:cs typeface="Calibri"/>
              </a:rPr>
              <a:t>e</a:t>
            </a:r>
            <a:r>
              <a:rPr sz="2600" spc="-85" dirty="0">
                <a:latin typeface="Times New Roman"/>
                <a:cs typeface="Times New Roman"/>
              </a:rPr>
              <a:t> </a:t>
            </a:r>
            <a:r>
              <a:rPr sz="2600" spc="-25" dirty="0">
                <a:latin typeface="Calibri"/>
                <a:cs typeface="Calibri"/>
              </a:rPr>
              <a:t>d</a:t>
            </a:r>
            <a:r>
              <a:rPr sz="2600" spc="-10" dirty="0">
                <a:latin typeface="Calibri"/>
                <a:cs typeface="Calibri"/>
              </a:rPr>
              <a:t>e</a:t>
            </a:r>
            <a:r>
              <a:rPr sz="2600" spc="-25" dirty="0">
                <a:latin typeface="Calibri"/>
                <a:cs typeface="Calibri"/>
              </a:rPr>
              <a:t>p</a:t>
            </a:r>
            <a:r>
              <a:rPr sz="2600" spc="-10" dirty="0">
                <a:latin typeface="Calibri"/>
                <a:cs typeface="Calibri"/>
              </a:rPr>
              <a:t>end</a:t>
            </a:r>
            <a:r>
              <a:rPr sz="2600" spc="5" dirty="0">
                <a:latin typeface="Calibri"/>
                <a:cs typeface="Calibri"/>
              </a:rPr>
              <a:t>e</a:t>
            </a:r>
            <a:r>
              <a:rPr sz="2600" spc="-30" dirty="0">
                <a:latin typeface="Calibri"/>
                <a:cs typeface="Calibri"/>
              </a:rPr>
              <a:t>n</a:t>
            </a:r>
            <a:r>
              <a:rPr sz="2600" spc="-10" dirty="0">
                <a:latin typeface="Calibri"/>
                <a:cs typeface="Calibri"/>
              </a:rPr>
              <a:t>t</a:t>
            </a:r>
            <a:r>
              <a:rPr sz="2600" spc="-85" dirty="0">
                <a:latin typeface="Times New Roman"/>
                <a:cs typeface="Times New Roman"/>
              </a:rPr>
              <a:t> </a:t>
            </a:r>
            <a:r>
              <a:rPr sz="2600" spc="-10" dirty="0">
                <a:latin typeface="Calibri"/>
                <a:cs typeface="Calibri"/>
              </a:rPr>
              <a:t>pa</a:t>
            </a:r>
            <a:r>
              <a:rPr sz="2600" spc="-70" dirty="0">
                <a:latin typeface="Calibri"/>
                <a:cs typeface="Calibri"/>
              </a:rPr>
              <a:t>r</a:t>
            </a:r>
            <a:r>
              <a:rPr sz="2600" spc="-25" dirty="0">
                <a:latin typeface="Calibri"/>
                <a:cs typeface="Calibri"/>
              </a:rPr>
              <a:t>am</a:t>
            </a:r>
            <a:r>
              <a:rPr sz="2600" spc="-30" dirty="0">
                <a:latin typeface="Calibri"/>
                <a:cs typeface="Calibri"/>
              </a:rPr>
              <a:t>e</a:t>
            </a:r>
            <a:r>
              <a:rPr sz="2600" spc="-25" dirty="0">
                <a:latin typeface="Calibri"/>
                <a:cs typeface="Calibri"/>
              </a:rPr>
              <a:t>t</a:t>
            </a:r>
            <a:r>
              <a:rPr sz="2600" spc="-10" dirty="0">
                <a:latin typeface="Calibri"/>
                <a:cs typeface="Calibri"/>
              </a:rPr>
              <a:t>er</a:t>
            </a:r>
            <a:r>
              <a:rPr sz="2600" spc="-1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5" dirty="0">
                <a:latin typeface="Calibri"/>
                <a:cs typeface="Calibri"/>
              </a:rPr>
              <a:t>o</a:t>
            </a:r>
            <a:r>
              <a:rPr sz="2600" dirty="0">
                <a:latin typeface="Calibri"/>
                <a:cs typeface="Calibri"/>
              </a:rPr>
              <a:t>f</a:t>
            </a:r>
            <a:r>
              <a:rPr sz="2600" spc="-65" dirty="0">
                <a:latin typeface="Times New Roman"/>
                <a:cs typeface="Times New Roman"/>
              </a:rPr>
              <a:t> </a:t>
            </a:r>
            <a:r>
              <a:rPr sz="2600" spc="-50" dirty="0">
                <a:latin typeface="Calibri"/>
                <a:cs typeface="Calibri"/>
              </a:rPr>
              <a:t>h</a:t>
            </a:r>
            <a:r>
              <a:rPr sz="2600" spc="-55" dirty="0">
                <a:latin typeface="Calibri"/>
                <a:cs typeface="Calibri"/>
              </a:rPr>
              <a:t>y</a:t>
            </a:r>
            <a:r>
              <a:rPr sz="2600" spc="-10" dirty="0">
                <a:latin typeface="Calibri"/>
                <a:cs typeface="Calibri"/>
              </a:rPr>
              <a:t>d</a:t>
            </a:r>
            <a:r>
              <a:rPr sz="2600" spc="-70" dirty="0">
                <a:latin typeface="Calibri"/>
                <a:cs typeface="Calibri"/>
              </a:rPr>
              <a:t>r</a:t>
            </a:r>
            <a:r>
              <a:rPr sz="2600" spc="-10" dirty="0">
                <a:latin typeface="Calibri"/>
                <a:cs typeface="Calibri"/>
              </a:rPr>
              <a:t>au</a:t>
            </a:r>
            <a:r>
              <a:rPr sz="2600" dirty="0">
                <a:latin typeface="Calibri"/>
                <a:cs typeface="Calibri"/>
              </a:rPr>
              <a:t>li</a:t>
            </a:r>
            <a:r>
              <a:rPr sz="2600" spc="-35" dirty="0">
                <a:latin typeface="Calibri"/>
                <a:cs typeface="Calibri"/>
              </a:rPr>
              <a:t>c</a:t>
            </a:r>
            <a:r>
              <a:rPr sz="2600" spc="-10" dirty="0">
                <a:latin typeface="Calibri"/>
                <a:cs typeface="Calibri"/>
              </a:rPr>
              <a:t>a</a:t>
            </a:r>
            <a:r>
              <a:rPr sz="2600" dirty="0">
                <a:latin typeface="Calibri"/>
                <a:cs typeface="Calibri"/>
              </a:rPr>
              <a:t>ll</a:t>
            </a:r>
            <a:r>
              <a:rPr sz="2600" spc="-15" dirty="0">
                <a:latin typeface="Calibri"/>
                <a:cs typeface="Calibri"/>
              </a:rPr>
              <a:t>y</a:t>
            </a:r>
            <a:r>
              <a:rPr sz="2600" spc="-30" dirty="0">
                <a:latin typeface="Times New Roman"/>
                <a:cs typeface="Times New Roman"/>
              </a:rPr>
              <a:t> </a:t>
            </a:r>
            <a:r>
              <a:rPr sz="2600" spc="-25" dirty="0">
                <a:latin typeface="Calibri"/>
                <a:cs typeface="Calibri"/>
              </a:rPr>
              <a:t>a</a:t>
            </a:r>
            <a:r>
              <a:rPr sz="2600" spc="-15" dirty="0">
                <a:latin typeface="Calibri"/>
                <a:cs typeface="Calibri"/>
              </a:rPr>
              <a:t>c</a:t>
            </a:r>
            <a:r>
              <a:rPr sz="2600" spc="-5" dirty="0">
                <a:latin typeface="Calibri"/>
                <a:cs typeface="Calibri"/>
              </a:rPr>
              <a:t>t</a:t>
            </a:r>
            <a:r>
              <a:rPr sz="2600" spc="-10" dirty="0">
                <a:latin typeface="Calibri"/>
                <a:cs typeface="Calibri"/>
              </a:rPr>
              <a:t>u</a:t>
            </a:r>
            <a:r>
              <a:rPr sz="2600" spc="-30" dirty="0">
                <a:latin typeface="Calibri"/>
                <a:cs typeface="Calibri"/>
              </a:rPr>
              <a:t>a</a:t>
            </a:r>
            <a:r>
              <a:rPr sz="2600" spc="-25" dirty="0">
                <a:latin typeface="Calibri"/>
                <a:cs typeface="Calibri"/>
              </a:rPr>
              <a:t>t</a:t>
            </a:r>
            <a:r>
              <a:rPr sz="2600" spc="-10" dirty="0">
                <a:latin typeface="Calibri"/>
                <a:cs typeface="Calibri"/>
              </a:rPr>
              <a:t>e</a:t>
            </a:r>
            <a:r>
              <a:rPr sz="2600" dirty="0">
                <a:latin typeface="Calibri"/>
                <a:cs typeface="Calibri"/>
              </a:rPr>
              <a:t>d</a:t>
            </a:r>
            <a:r>
              <a:rPr sz="2600" spc="-80" dirty="0">
                <a:latin typeface="Times New Roman"/>
                <a:cs typeface="Times New Roman"/>
              </a:rPr>
              <a:t> </a:t>
            </a:r>
            <a:r>
              <a:rPr sz="2600" spc="-60" dirty="0">
                <a:latin typeface="Calibri"/>
                <a:cs typeface="Calibri"/>
              </a:rPr>
              <a:t>r</a:t>
            </a:r>
            <a:r>
              <a:rPr sz="2600" spc="5" dirty="0">
                <a:latin typeface="Calibri"/>
                <a:cs typeface="Calibri"/>
              </a:rPr>
              <a:t>o</a:t>
            </a:r>
            <a:r>
              <a:rPr sz="2600" spc="-10" dirty="0">
                <a:latin typeface="Calibri"/>
                <a:cs typeface="Calibri"/>
              </a:rPr>
              <a:t>b</a:t>
            </a:r>
            <a:r>
              <a:rPr sz="2600" spc="5" dirty="0">
                <a:latin typeface="Calibri"/>
                <a:cs typeface="Calibri"/>
              </a:rPr>
              <a:t>o</a:t>
            </a:r>
            <a:r>
              <a:rPr sz="2600" spc="-5" dirty="0">
                <a:latin typeface="Calibri"/>
                <a:cs typeface="Calibri"/>
              </a:rPr>
              <a:t>t</a:t>
            </a:r>
            <a:r>
              <a:rPr sz="2600" dirty="0">
                <a:latin typeface="Calibri"/>
                <a:cs typeface="Calibri"/>
              </a:rPr>
              <a:t>i</a:t>
            </a:r>
            <a:r>
              <a:rPr sz="2600" spc="-15" dirty="0">
                <a:latin typeface="Calibri"/>
                <a:cs typeface="Calibri"/>
              </a:rPr>
              <a:t>c</a:t>
            </a:r>
            <a:r>
              <a:rPr sz="2600" spc="-70" dirty="0">
                <a:latin typeface="Times New Roman"/>
                <a:cs typeface="Times New Roman"/>
              </a:rPr>
              <a:t> </a:t>
            </a:r>
            <a:r>
              <a:rPr sz="2600" spc="-25" dirty="0">
                <a:latin typeface="Calibri"/>
                <a:cs typeface="Calibri"/>
              </a:rPr>
              <a:t>m</a:t>
            </a:r>
            <a:r>
              <a:rPr sz="2600" spc="-10" dirty="0">
                <a:latin typeface="Calibri"/>
                <a:cs typeface="Calibri"/>
              </a:rPr>
              <a:t>an</a:t>
            </a:r>
            <a:r>
              <a:rPr sz="2600" dirty="0">
                <a:latin typeface="Calibri"/>
                <a:cs typeface="Calibri"/>
              </a:rPr>
              <a:t>i</a:t>
            </a:r>
            <a:r>
              <a:rPr sz="2600" spc="-10" dirty="0">
                <a:latin typeface="Calibri"/>
                <a:cs typeface="Calibri"/>
              </a:rPr>
              <a:t>pu</a:t>
            </a:r>
            <a:r>
              <a:rPr sz="2600" dirty="0">
                <a:latin typeface="Calibri"/>
                <a:cs typeface="Calibri"/>
              </a:rPr>
              <a:t>l</a:t>
            </a:r>
            <a:r>
              <a:rPr sz="2600" spc="-30" dirty="0">
                <a:latin typeface="Calibri"/>
                <a:cs typeface="Calibri"/>
              </a:rPr>
              <a:t>a</a:t>
            </a:r>
            <a:r>
              <a:rPr sz="2600" spc="-25" dirty="0">
                <a:latin typeface="Calibri"/>
                <a:cs typeface="Calibri"/>
              </a:rPr>
              <a:t>t</a:t>
            </a:r>
            <a:r>
              <a:rPr sz="2600" spc="5" dirty="0">
                <a:latin typeface="Calibri"/>
                <a:cs typeface="Calibri"/>
              </a:rPr>
              <a:t>o</a:t>
            </a:r>
            <a:r>
              <a:rPr sz="2600" spc="-60" dirty="0">
                <a:latin typeface="Calibri"/>
                <a:cs typeface="Calibri"/>
              </a:rPr>
              <a:t>r</a:t>
            </a:r>
            <a:r>
              <a:rPr sz="2600" dirty="0">
                <a:latin typeface="Calibri"/>
                <a:cs typeface="Calibri"/>
              </a:rPr>
              <a:t>s</a:t>
            </a:r>
            <a:endParaRPr sz="26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5" dirty="0"/>
              <a:t>Fi</a:t>
            </a:r>
            <a:r>
              <a:rPr spc="-75" dirty="0"/>
              <a:t>x</a:t>
            </a:r>
            <a:r>
              <a:rPr spc="-15" dirty="0"/>
              <a:t>e</a:t>
            </a:r>
            <a:r>
              <a:rPr spc="-20" dirty="0"/>
              <a:t>d</a:t>
            </a:r>
            <a:r>
              <a:rPr spc="-120" dirty="0">
                <a:latin typeface="Times New Roman"/>
                <a:cs typeface="Times New Roman"/>
              </a:rPr>
              <a:t> </a:t>
            </a:r>
            <a:r>
              <a:rPr spc="-30" dirty="0"/>
              <a:t>G</a:t>
            </a:r>
            <a:r>
              <a:rPr spc="-10" dirty="0"/>
              <a:t>a</a:t>
            </a:r>
            <a:r>
              <a:rPr spc="-5" dirty="0"/>
              <a:t>i</a:t>
            </a:r>
            <a:r>
              <a:rPr dirty="0"/>
              <a:t>n</a:t>
            </a:r>
            <a:r>
              <a:rPr spc="-80" dirty="0">
                <a:latin typeface="Times New Roman"/>
                <a:cs typeface="Times New Roman"/>
              </a:rPr>
              <a:t> </a:t>
            </a:r>
            <a:r>
              <a:rPr spc="5" dirty="0"/>
              <a:t>Co</a:t>
            </a:r>
            <a:r>
              <a:rPr spc="-50" dirty="0"/>
              <a:t>n</a:t>
            </a:r>
            <a:r>
              <a:rPr spc="-15" dirty="0"/>
              <a:t>t</a:t>
            </a:r>
            <a:r>
              <a:rPr spc="-85" dirty="0"/>
              <a:t>r</a:t>
            </a:r>
            <a:r>
              <a:rPr spc="5" dirty="0"/>
              <a:t>ol</a:t>
            </a:r>
          </a:p>
        </p:txBody>
      </p:sp>
      <p:sp>
        <p:nvSpPr>
          <p:cNvPr id="5" name="object 5"/>
          <p:cNvSpPr txBox="1"/>
          <p:nvPr/>
        </p:nvSpPr>
        <p:spPr>
          <a:xfrm>
            <a:off x="707390" y="2145915"/>
            <a:ext cx="7522209" cy="4053840"/>
          </a:xfrm>
          <a:prstGeom prst="rect">
            <a:avLst/>
          </a:prstGeom>
        </p:spPr>
        <p:txBody>
          <a:bodyPr vert="horz" wrap="square" lIns="0" tIns="0" rIns="0" bIns="0" rtlCol="0">
            <a:spAutoFit/>
          </a:bodyPr>
          <a:lstStyle/>
          <a:p>
            <a:pPr marL="528320" marR="868044" indent="-515620">
              <a:lnSpc>
                <a:spcPts val="2600"/>
              </a:lnSpc>
              <a:buClr>
                <a:srgbClr val="ADB3B8"/>
              </a:buClr>
              <a:buFont typeface="Calibri"/>
              <a:buAutoNum type="arabicPeriod"/>
              <a:tabLst>
                <a:tab pos="528320" algn="l"/>
              </a:tabLst>
            </a:pPr>
            <a:r>
              <a:rPr sz="2400" spc="-5" dirty="0">
                <a:latin typeface="Calibri"/>
                <a:cs typeface="Calibri"/>
              </a:rPr>
              <a:t>C</a:t>
            </a:r>
            <a:r>
              <a:rPr sz="2400" spc="-10" dirty="0">
                <a:latin typeface="Calibri"/>
                <a:cs typeface="Calibri"/>
              </a:rPr>
              <a:t>o</a:t>
            </a:r>
            <a:r>
              <a:rPr sz="2400" spc="5" dirty="0">
                <a:latin typeface="Calibri"/>
                <a:cs typeface="Calibri"/>
              </a:rPr>
              <a:t>ll</a:t>
            </a:r>
            <a:r>
              <a:rPr sz="2400" spc="-10" dirty="0">
                <a:latin typeface="Calibri"/>
                <a:cs typeface="Calibri"/>
              </a:rPr>
              <a:t>ect</a:t>
            </a:r>
            <a:r>
              <a:rPr sz="2400" spc="-105" dirty="0">
                <a:latin typeface="Times New Roman"/>
                <a:cs typeface="Times New Roman"/>
              </a:rPr>
              <a:t> </a:t>
            </a:r>
            <a:r>
              <a:rPr sz="2400" spc="-5" dirty="0">
                <a:latin typeface="Calibri"/>
                <a:cs typeface="Calibri"/>
              </a:rPr>
              <a:t>d</a:t>
            </a:r>
            <a:r>
              <a:rPr sz="2400" spc="-30" dirty="0">
                <a:latin typeface="Calibri"/>
                <a:cs typeface="Calibri"/>
              </a:rPr>
              <a:t>a</a:t>
            </a:r>
            <a:r>
              <a:rPr sz="2400" spc="-35" dirty="0">
                <a:latin typeface="Calibri"/>
                <a:cs typeface="Calibri"/>
              </a:rPr>
              <a:t>t</a:t>
            </a:r>
            <a:r>
              <a:rPr sz="2400" dirty="0">
                <a:latin typeface="Calibri"/>
                <a:cs typeface="Calibri"/>
              </a:rPr>
              <a:t>a</a:t>
            </a:r>
            <a:r>
              <a:rPr sz="2400" spc="-50" dirty="0">
                <a:latin typeface="Times New Roman"/>
                <a:cs typeface="Times New Roman"/>
              </a:rPr>
              <a:t> </a:t>
            </a:r>
            <a:r>
              <a:rPr sz="2400" spc="-10" dirty="0">
                <a:latin typeface="Calibri"/>
                <a:cs typeface="Calibri"/>
              </a:rPr>
              <a:t>a</a:t>
            </a:r>
            <a:r>
              <a:rPr sz="2400" spc="-5" dirty="0">
                <a:latin typeface="Calibri"/>
                <a:cs typeface="Calibri"/>
              </a:rPr>
              <a:t>n</a:t>
            </a:r>
            <a:r>
              <a:rPr sz="2400" dirty="0">
                <a:latin typeface="Calibri"/>
                <a:cs typeface="Calibri"/>
              </a:rPr>
              <a:t>d</a:t>
            </a:r>
            <a:r>
              <a:rPr sz="2400" spc="-60" dirty="0">
                <a:latin typeface="Times New Roman"/>
                <a:cs typeface="Times New Roman"/>
              </a:rPr>
              <a:t> </a:t>
            </a:r>
            <a:r>
              <a:rPr sz="2400" spc="5" dirty="0">
                <a:latin typeface="Calibri"/>
                <a:cs typeface="Calibri"/>
              </a:rPr>
              <a:t>fi</a:t>
            </a:r>
            <a:r>
              <a:rPr sz="2400" spc="-5" dirty="0">
                <a:latin typeface="Calibri"/>
                <a:cs typeface="Calibri"/>
              </a:rPr>
              <a:t>n</a:t>
            </a:r>
            <a:r>
              <a:rPr sz="2400" dirty="0">
                <a:latin typeface="Calibri"/>
                <a:cs typeface="Calibri"/>
              </a:rPr>
              <a:t>d</a:t>
            </a:r>
            <a:r>
              <a:rPr sz="2400" spc="-60" dirty="0">
                <a:latin typeface="Times New Roman"/>
                <a:cs typeface="Times New Roman"/>
              </a:rPr>
              <a:t> </a:t>
            </a:r>
            <a:r>
              <a:rPr sz="2400" spc="-20" dirty="0">
                <a:latin typeface="Calibri"/>
                <a:cs typeface="Calibri"/>
              </a:rPr>
              <a:t>th</a:t>
            </a:r>
            <a:r>
              <a:rPr sz="2400" spc="-15" dirty="0">
                <a:latin typeface="Calibri"/>
                <a:cs typeface="Calibri"/>
              </a:rPr>
              <a:t>e</a:t>
            </a:r>
            <a:r>
              <a:rPr sz="2400" spc="-55" dirty="0">
                <a:latin typeface="Times New Roman"/>
                <a:cs typeface="Times New Roman"/>
              </a:rPr>
              <a:t> </a:t>
            </a:r>
            <a:r>
              <a:rPr sz="2400" spc="-15" dirty="0">
                <a:latin typeface="Calibri"/>
                <a:cs typeface="Calibri"/>
              </a:rPr>
              <a:t>t</a:t>
            </a:r>
            <a:r>
              <a:rPr sz="2400" spc="-50" dirty="0">
                <a:latin typeface="Calibri"/>
                <a:cs typeface="Calibri"/>
              </a:rPr>
              <a:t>r</a:t>
            </a:r>
            <a:r>
              <a:rPr sz="2400" spc="-10" dirty="0">
                <a:latin typeface="Calibri"/>
                <a:cs typeface="Calibri"/>
              </a:rPr>
              <a:t>a</a:t>
            </a:r>
            <a:r>
              <a:rPr sz="2400" spc="-5" dirty="0">
                <a:latin typeface="Calibri"/>
                <a:cs typeface="Calibri"/>
              </a:rPr>
              <a:t>n</a:t>
            </a:r>
            <a:r>
              <a:rPr sz="2400" spc="-20" dirty="0">
                <a:latin typeface="Calibri"/>
                <a:cs typeface="Calibri"/>
              </a:rPr>
              <a:t>s</a:t>
            </a:r>
            <a:r>
              <a:rPr sz="2400" spc="-55" dirty="0">
                <a:latin typeface="Calibri"/>
                <a:cs typeface="Calibri"/>
              </a:rPr>
              <a:t>f</a:t>
            </a:r>
            <a:r>
              <a:rPr sz="2400" spc="-10" dirty="0">
                <a:latin typeface="Calibri"/>
                <a:cs typeface="Calibri"/>
              </a:rPr>
              <a:t>er</a:t>
            </a:r>
            <a:r>
              <a:rPr sz="2400" spc="-80" dirty="0">
                <a:latin typeface="Times New Roman"/>
                <a:cs typeface="Times New Roman"/>
              </a:rPr>
              <a:t> </a:t>
            </a:r>
            <a:r>
              <a:rPr sz="2400" spc="5" dirty="0">
                <a:latin typeface="Calibri"/>
                <a:cs typeface="Calibri"/>
              </a:rPr>
              <a:t>f</a:t>
            </a:r>
            <a:r>
              <a:rPr sz="2400" spc="-5" dirty="0">
                <a:latin typeface="Calibri"/>
                <a:cs typeface="Calibri"/>
              </a:rPr>
              <a:t>un</a:t>
            </a:r>
            <a:r>
              <a:rPr sz="2400" spc="5" dirty="0">
                <a:latin typeface="Calibri"/>
                <a:cs typeface="Calibri"/>
              </a:rPr>
              <a:t>c</a:t>
            </a:r>
            <a:r>
              <a:rPr sz="2400" spc="-15" dirty="0">
                <a:latin typeface="Calibri"/>
                <a:cs typeface="Calibri"/>
              </a:rPr>
              <a:t>t</a:t>
            </a:r>
            <a:r>
              <a:rPr sz="2400" spc="5" dirty="0">
                <a:latin typeface="Calibri"/>
                <a:cs typeface="Calibri"/>
              </a:rPr>
              <a:t>i</a:t>
            </a:r>
            <a:r>
              <a:rPr sz="2400" spc="-10" dirty="0">
                <a:latin typeface="Calibri"/>
                <a:cs typeface="Calibri"/>
              </a:rPr>
              <a:t>o</a:t>
            </a:r>
            <a:r>
              <a:rPr sz="2400" dirty="0">
                <a:latin typeface="Calibri"/>
                <a:cs typeface="Calibri"/>
              </a:rPr>
              <a:t>n</a:t>
            </a:r>
            <a:r>
              <a:rPr sz="2400" spc="-65" dirty="0">
                <a:latin typeface="Times New Roman"/>
                <a:cs typeface="Times New Roman"/>
              </a:rPr>
              <a:t> </a:t>
            </a:r>
            <a:r>
              <a:rPr sz="2400" spc="-30" dirty="0">
                <a:latin typeface="Calibri"/>
                <a:cs typeface="Calibri"/>
              </a:rPr>
              <a:t>c</a:t>
            </a:r>
            <a:r>
              <a:rPr sz="2400" spc="-10" dirty="0">
                <a:latin typeface="Calibri"/>
                <a:cs typeface="Calibri"/>
              </a:rPr>
              <a:t>o</a:t>
            </a:r>
            <a:r>
              <a:rPr sz="2400" spc="-25" dirty="0">
                <a:latin typeface="Calibri"/>
                <a:cs typeface="Calibri"/>
              </a:rPr>
              <a:t>n</a:t>
            </a:r>
            <a:r>
              <a:rPr sz="2400" spc="-15" dirty="0">
                <a:latin typeface="Calibri"/>
                <a:cs typeface="Calibri"/>
              </a:rPr>
              <a:t>t</a:t>
            </a:r>
            <a:r>
              <a:rPr sz="2400" spc="-50" dirty="0">
                <a:latin typeface="Calibri"/>
                <a:cs typeface="Calibri"/>
              </a:rPr>
              <a:t>r</a:t>
            </a:r>
            <a:r>
              <a:rPr sz="2400" spc="-10" dirty="0">
                <a:latin typeface="Calibri"/>
                <a:cs typeface="Calibri"/>
              </a:rPr>
              <a:t>o</a:t>
            </a:r>
            <a:r>
              <a:rPr sz="2400" dirty="0">
                <a:latin typeface="Calibri"/>
                <a:cs typeface="Calibri"/>
              </a:rPr>
              <a:t>l</a:t>
            </a:r>
            <a:r>
              <a:rPr sz="2400" dirty="0">
                <a:latin typeface="Times New Roman"/>
                <a:cs typeface="Times New Roman"/>
              </a:rPr>
              <a:t> </a:t>
            </a:r>
            <a:r>
              <a:rPr sz="2400" spc="-20" dirty="0">
                <a:latin typeface="Calibri"/>
                <a:cs typeface="Calibri"/>
              </a:rPr>
              <a:t>m</a:t>
            </a:r>
            <a:r>
              <a:rPr sz="2400" spc="-10" dirty="0">
                <a:latin typeface="Calibri"/>
                <a:cs typeface="Calibri"/>
              </a:rPr>
              <a:t>o</a:t>
            </a:r>
            <a:r>
              <a:rPr sz="2400" spc="-5" dirty="0">
                <a:latin typeface="Calibri"/>
                <a:cs typeface="Calibri"/>
              </a:rPr>
              <a:t>d</a:t>
            </a:r>
            <a:r>
              <a:rPr sz="2400" spc="-10" dirty="0">
                <a:latin typeface="Calibri"/>
                <a:cs typeface="Calibri"/>
              </a:rPr>
              <a:t>e</a:t>
            </a:r>
            <a:r>
              <a:rPr sz="2400" dirty="0">
                <a:latin typeface="Calibri"/>
                <a:cs typeface="Calibri"/>
              </a:rPr>
              <a:t>l</a:t>
            </a:r>
            <a:r>
              <a:rPr sz="2400" spc="-75" dirty="0">
                <a:latin typeface="Times New Roman"/>
                <a:cs typeface="Times New Roman"/>
              </a:rPr>
              <a:t> </a:t>
            </a:r>
            <a:r>
              <a:rPr sz="2400" spc="-10" dirty="0">
                <a:latin typeface="Calibri"/>
                <a:cs typeface="Calibri"/>
              </a:rPr>
              <a:t>o</a:t>
            </a:r>
            <a:r>
              <a:rPr sz="2400" spc="-15" dirty="0">
                <a:latin typeface="Calibri"/>
                <a:cs typeface="Calibri"/>
              </a:rPr>
              <a:t>f</a:t>
            </a:r>
            <a:r>
              <a:rPr sz="2400" spc="5" dirty="0">
                <a:latin typeface="Calibri"/>
                <a:cs typeface="Calibri"/>
              </a:rPr>
              <a:t>f</a:t>
            </a:r>
            <a:r>
              <a:rPr sz="2400" dirty="0">
                <a:latin typeface="Calibri"/>
                <a:cs typeface="Calibri"/>
              </a:rPr>
              <a:t>-</a:t>
            </a:r>
            <a:r>
              <a:rPr sz="2400" spc="5" dirty="0">
                <a:latin typeface="Calibri"/>
                <a:cs typeface="Calibri"/>
              </a:rPr>
              <a:t>li</a:t>
            </a:r>
            <a:r>
              <a:rPr sz="2400" spc="-5" dirty="0">
                <a:latin typeface="Calibri"/>
                <a:cs typeface="Calibri"/>
              </a:rPr>
              <a:t>n</a:t>
            </a:r>
            <a:r>
              <a:rPr sz="2400" spc="-15" dirty="0">
                <a:latin typeface="Calibri"/>
                <a:cs typeface="Calibri"/>
              </a:rPr>
              <a:t>e</a:t>
            </a:r>
            <a:endParaRPr sz="2400">
              <a:latin typeface="Calibri"/>
              <a:cs typeface="Calibri"/>
            </a:endParaRPr>
          </a:p>
          <a:p>
            <a:pPr marL="528320" indent="-515620">
              <a:lnSpc>
                <a:spcPct val="100000"/>
              </a:lnSpc>
              <a:spcBef>
                <a:spcPts val="660"/>
              </a:spcBef>
              <a:buClr>
                <a:srgbClr val="ADB3B8"/>
              </a:buClr>
              <a:buFont typeface="Calibri"/>
              <a:buAutoNum type="arabicPeriod"/>
              <a:tabLst>
                <a:tab pos="528320" algn="l"/>
              </a:tabLst>
            </a:pPr>
            <a:r>
              <a:rPr sz="2400" dirty="0">
                <a:latin typeface="Calibri"/>
                <a:cs typeface="Calibri"/>
              </a:rPr>
              <a:t>C</a:t>
            </a:r>
            <a:r>
              <a:rPr sz="2400" spc="-10" dirty="0">
                <a:latin typeface="Calibri"/>
                <a:cs typeface="Calibri"/>
              </a:rPr>
              <a:t>a</a:t>
            </a:r>
            <a:r>
              <a:rPr sz="2400" spc="5" dirty="0">
                <a:latin typeface="Calibri"/>
                <a:cs typeface="Calibri"/>
              </a:rPr>
              <a:t>l</a:t>
            </a:r>
            <a:r>
              <a:rPr sz="2400" spc="-10" dirty="0">
                <a:latin typeface="Calibri"/>
                <a:cs typeface="Calibri"/>
              </a:rPr>
              <a:t>c</a:t>
            </a:r>
            <a:r>
              <a:rPr sz="2400" spc="-5" dirty="0">
                <a:latin typeface="Calibri"/>
                <a:cs typeface="Calibri"/>
              </a:rPr>
              <a:t>u</a:t>
            </a:r>
            <a:r>
              <a:rPr sz="2400" spc="5" dirty="0">
                <a:latin typeface="Calibri"/>
                <a:cs typeface="Calibri"/>
              </a:rPr>
              <a:t>l</a:t>
            </a:r>
            <a:r>
              <a:rPr sz="2400" spc="-30" dirty="0">
                <a:latin typeface="Calibri"/>
                <a:cs typeface="Calibri"/>
              </a:rPr>
              <a:t>a</a:t>
            </a:r>
            <a:r>
              <a:rPr sz="2400" spc="-35" dirty="0">
                <a:latin typeface="Calibri"/>
                <a:cs typeface="Calibri"/>
              </a:rPr>
              <a:t>t</a:t>
            </a:r>
            <a:r>
              <a:rPr sz="2400" spc="-15" dirty="0">
                <a:latin typeface="Calibri"/>
                <a:cs typeface="Calibri"/>
              </a:rPr>
              <a:t>e</a:t>
            </a:r>
            <a:r>
              <a:rPr sz="2400" spc="-75" dirty="0">
                <a:latin typeface="Times New Roman"/>
                <a:cs typeface="Times New Roman"/>
              </a:rPr>
              <a:t> </a:t>
            </a:r>
            <a:r>
              <a:rPr sz="2400" spc="-5" dirty="0">
                <a:latin typeface="Calibri"/>
                <a:cs typeface="Calibri"/>
              </a:rPr>
              <a:t>th</a:t>
            </a:r>
            <a:r>
              <a:rPr sz="2400" spc="-15" dirty="0">
                <a:latin typeface="Calibri"/>
                <a:cs typeface="Calibri"/>
              </a:rPr>
              <a:t>e</a:t>
            </a:r>
            <a:r>
              <a:rPr sz="2400" spc="-55" dirty="0">
                <a:latin typeface="Times New Roman"/>
                <a:cs typeface="Times New Roman"/>
              </a:rPr>
              <a:t> </a:t>
            </a:r>
            <a:r>
              <a:rPr sz="2400" spc="-30" dirty="0">
                <a:latin typeface="Calibri"/>
                <a:cs typeface="Calibri"/>
              </a:rPr>
              <a:t>c</a:t>
            </a:r>
            <a:r>
              <a:rPr sz="2400" spc="-10" dirty="0">
                <a:latin typeface="Calibri"/>
                <a:cs typeface="Calibri"/>
              </a:rPr>
              <a:t>o</a:t>
            </a:r>
            <a:r>
              <a:rPr sz="2400" spc="-25" dirty="0">
                <a:latin typeface="Calibri"/>
                <a:cs typeface="Calibri"/>
              </a:rPr>
              <a:t>n</a:t>
            </a:r>
            <a:r>
              <a:rPr sz="2400" spc="-15" dirty="0">
                <a:latin typeface="Calibri"/>
                <a:cs typeface="Calibri"/>
              </a:rPr>
              <a:t>t</a:t>
            </a:r>
            <a:r>
              <a:rPr sz="2400" spc="-50" dirty="0">
                <a:latin typeface="Calibri"/>
                <a:cs typeface="Calibri"/>
              </a:rPr>
              <a:t>r</a:t>
            </a:r>
            <a:r>
              <a:rPr sz="2400" spc="-10" dirty="0">
                <a:latin typeface="Calibri"/>
                <a:cs typeface="Calibri"/>
              </a:rPr>
              <a:t>o</a:t>
            </a:r>
            <a:r>
              <a:rPr sz="2400" dirty="0">
                <a:latin typeface="Calibri"/>
                <a:cs typeface="Calibri"/>
              </a:rPr>
              <a:t>l</a:t>
            </a:r>
            <a:r>
              <a:rPr sz="2400" spc="-75" dirty="0">
                <a:latin typeface="Times New Roman"/>
                <a:cs typeface="Times New Roman"/>
              </a:rPr>
              <a:t> </a:t>
            </a:r>
            <a:r>
              <a:rPr sz="2400" spc="-5" dirty="0">
                <a:latin typeface="Calibri"/>
                <a:cs typeface="Calibri"/>
              </a:rPr>
              <a:t>p</a:t>
            </a:r>
            <a:r>
              <a:rPr sz="2400" spc="-10" dirty="0">
                <a:latin typeface="Calibri"/>
                <a:cs typeface="Calibri"/>
              </a:rPr>
              <a:t>a</a:t>
            </a:r>
            <a:r>
              <a:rPr sz="2400" spc="-50" dirty="0">
                <a:latin typeface="Calibri"/>
                <a:cs typeface="Calibri"/>
              </a:rPr>
              <a:t>r</a:t>
            </a:r>
            <a:r>
              <a:rPr sz="2400" spc="-10" dirty="0">
                <a:latin typeface="Calibri"/>
                <a:cs typeface="Calibri"/>
              </a:rPr>
              <a:t>a</a:t>
            </a:r>
            <a:r>
              <a:rPr sz="2400" spc="-20" dirty="0">
                <a:latin typeface="Calibri"/>
                <a:cs typeface="Calibri"/>
              </a:rPr>
              <a:t>m</a:t>
            </a:r>
            <a:r>
              <a:rPr sz="2400" spc="-30" dirty="0">
                <a:latin typeface="Calibri"/>
                <a:cs typeface="Calibri"/>
              </a:rPr>
              <a:t>e</a:t>
            </a:r>
            <a:r>
              <a:rPr sz="2400" spc="-35" dirty="0">
                <a:latin typeface="Calibri"/>
                <a:cs typeface="Calibri"/>
              </a:rPr>
              <a:t>t</a:t>
            </a:r>
            <a:r>
              <a:rPr sz="2400" spc="-10" dirty="0">
                <a:latin typeface="Calibri"/>
                <a:cs typeface="Calibri"/>
              </a:rPr>
              <a:t>e</a:t>
            </a:r>
            <a:r>
              <a:rPr sz="2400" spc="-50" dirty="0">
                <a:latin typeface="Calibri"/>
                <a:cs typeface="Calibri"/>
              </a:rPr>
              <a:t>r</a:t>
            </a:r>
            <a:r>
              <a:rPr sz="2400" dirty="0">
                <a:latin typeface="Calibri"/>
                <a:cs typeface="Calibri"/>
              </a:rPr>
              <a:t>s</a:t>
            </a:r>
            <a:r>
              <a:rPr sz="2400" spc="-60" dirty="0">
                <a:latin typeface="Times New Roman"/>
                <a:cs typeface="Times New Roman"/>
              </a:rPr>
              <a:t> </a:t>
            </a:r>
            <a:r>
              <a:rPr sz="2400" spc="5" dirty="0">
                <a:latin typeface="Calibri"/>
                <a:cs typeface="Calibri"/>
              </a:rPr>
              <a:t>f</a:t>
            </a:r>
            <a:r>
              <a:rPr sz="2400" spc="-50" dirty="0">
                <a:latin typeface="Calibri"/>
                <a:cs typeface="Calibri"/>
              </a:rPr>
              <a:t>r</a:t>
            </a:r>
            <a:r>
              <a:rPr sz="2400" spc="-10" dirty="0">
                <a:latin typeface="Calibri"/>
                <a:cs typeface="Calibri"/>
              </a:rPr>
              <a:t>o</a:t>
            </a:r>
            <a:r>
              <a:rPr sz="2400" dirty="0">
                <a:latin typeface="Calibri"/>
                <a:cs typeface="Calibri"/>
              </a:rPr>
              <a:t>m</a:t>
            </a:r>
            <a:r>
              <a:rPr sz="2400" spc="-80" dirty="0">
                <a:latin typeface="Times New Roman"/>
                <a:cs typeface="Times New Roman"/>
              </a:rPr>
              <a:t> </a:t>
            </a:r>
            <a:r>
              <a:rPr sz="2400" spc="-5" dirty="0">
                <a:latin typeface="Calibri"/>
                <a:cs typeface="Calibri"/>
              </a:rPr>
              <a:t>th</a:t>
            </a:r>
            <a:r>
              <a:rPr sz="2400" spc="-15" dirty="0">
                <a:latin typeface="Calibri"/>
                <a:cs typeface="Calibri"/>
              </a:rPr>
              <a:t>e</a:t>
            </a:r>
            <a:r>
              <a:rPr sz="2400" spc="-55" dirty="0">
                <a:latin typeface="Times New Roman"/>
                <a:cs typeface="Times New Roman"/>
              </a:rPr>
              <a:t> </a:t>
            </a:r>
            <a:r>
              <a:rPr sz="2400" spc="-20" dirty="0">
                <a:latin typeface="Calibri"/>
                <a:cs typeface="Calibri"/>
              </a:rPr>
              <a:t>m</a:t>
            </a:r>
            <a:r>
              <a:rPr sz="2400" spc="-10" dirty="0">
                <a:latin typeface="Calibri"/>
                <a:cs typeface="Calibri"/>
              </a:rPr>
              <a:t>o</a:t>
            </a:r>
            <a:r>
              <a:rPr sz="2400" spc="-5" dirty="0">
                <a:latin typeface="Calibri"/>
                <a:cs typeface="Calibri"/>
              </a:rPr>
              <a:t>d</a:t>
            </a:r>
            <a:r>
              <a:rPr sz="2400" spc="-10" dirty="0">
                <a:latin typeface="Calibri"/>
                <a:cs typeface="Calibri"/>
              </a:rPr>
              <a:t>e</a:t>
            </a:r>
            <a:r>
              <a:rPr sz="2400" dirty="0">
                <a:latin typeface="Calibri"/>
                <a:cs typeface="Calibri"/>
              </a:rPr>
              <a:t>l</a:t>
            </a:r>
            <a:endParaRPr sz="2400">
              <a:latin typeface="Calibri"/>
              <a:cs typeface="Calibri"/>
            </a:endParaRPr>
          </a:p>
          <a:p>
            <a:pPr marL="528320" indent="-515620">
              <a:lnSpc>
                <a:spcPct val="100000"/>
              </a:lnSpc>
              <a:spcBef>
                <a:spcPts val="720"/>
              </a:spcBef>
              <a:buClr>
                <a:srgbClr val="ADB3B8"/>
              </a:buClr>
              <a:buFont typeface="Calibri"/>
              <a:buAutoNum type="arabicPeriod"/>
              <a:tabLst>
                <a:tab pos="528320" algn="l"/>
              </a:tabLst>
            </a:pPr>
            <a:r>
              <a:rPr sz="2400" spc="-5" dirty="0">
                <a:latin typeface="Calibri"/>
                <a:cs typeface="Calibri"/>
              </a:rPr>
              <a:t>C</a:t>
            </a:r>
            <a:r>
              <a:rPr sz="2400" spc="-10" dirty="0">
                <a:latin typeface="Calibri"/>
                <a:cs typeface="Calibri"/>
              </a:rPr>
              <a:t>a</a:t>
            </a:r>
            <a:r>
              <a:rPr sz="2400" spc="5" dirty="0">
                <a:latin typeface="Calibri"/>
                <a:cs typeface="Calibri"/>
              </a:rPr>
              <a:t>l</a:t>
            </a:r>
            <a:r>
              <a:rPr sz="2400" spc="-10" dirty="0">
                <a:latin typeface="Calibri"/>
                <a:cs typeface="Calibri"/>
              </a:rPr>
              <a:t>c</a:t>
            </a:r>
            <a:r>
              <a:rPr sz="2400" spc="-5" dirty="0">
                <a:latin typeface="Calibri"/>
                <a:cs typeface="Calibri"/>
              </a:rPr>
              <a:t>u</a:t>
            </a:r>
            <a:r>
              <a:rPr sz="2400" spc="5" dirty="0">
                <a:latin typeface="Calibri"/>
                <a:cs typeface="Calibri"/>
              </a:rPr>
              <a:t>l</a:t>
            </a:r>
            <a:r>
              <a:rPr sz="2400" spc="-30" dirty="0">
                <a:latin typeface="Calibri"/>
                <a:cs typeface="Calibri"/>
              </a:rPr>
              <a:t>a</a:t>
            </a:r>
            <a:r>
              <a:rPr sz="2400" spc="-35" dirty="0">
                <a:latin typeface="Calibri"/>
                <a:cs typeface="Calibri"/>
              </a:rPr>
              <a:t>t</a:t>
            </a:r>
            <a:r>
              <a:rPr sz="2400" spc="-15" dirty="0">
                <a:latin typeface="Calibri"/>
                <a:cs typeface="Calibri"/>
              </a:rPr>
              <a:t>e</a:t>
            </a:r>
            <a:r>
              <a:rPr sz="2400" spc="-75" dirty="0">
                <a:latin typeface="Times New Roman"/>
                <a:cs typeface="Times New Roman"/>
              </a:rPr>
              <a:t> </a:t>
            </a:r>
            <a:r>
              <a:rPr sz="2400" spc="-20" dirty="0">
                <a:latin typeface="Calibri"/>
                <a:cs typeface="Calibri"/>
              </a:rPr>
              <a:t>th</a:t>
            </a:r>
            <a:r>
              <a:rPr sz="2400" spc="-15" dirty="0">
                <a:latin typeface="Calibri"/>
                <a:cs typeface="Calibri"/>
              </a:rPr>
              <a:t>e</a:t>
            </a:r>
            <a:r>
              <a:rPr sz="2400" spc="-55" dirty="0">
                <a:latin typeface="Times New Roman"/>
                <a:cs typeface="Times New Roman"/>
              </a:rPr>
              <a:t> </a:t>
            </a:r>
            <a:r>
              <a:rPr sz="2400" spc="-30" dirty="0">
                <a:latin typeface="Calibri"/>
                <a:cs typeface="Calibri"/>
              </a:rPr>
              <a:t>c</a:t>
            </a:r>
            <a:r>
              <a:rPr sz="2400" spc="-10" dirty="0">
                <a:latin typeface="Calibri"/>
                <a:cs typeface="Calibri"/>
              </a:rPr>
              <a:t>o</a:t>
            </a:r>
            <a:r>
              <a:rPr sz="2400" spc="-25" dirty="0">
                <a:latin typeface="Calibri"/>
                <a:cs typeface="Calibri"/>
              </a:rPr>
              <a:t>n</a:t>
            </a:r>
            <a:r>
              <a:rPr sz="2400" spc="-15" dirty="0">
                <a:latin typeface="Calibri"/>
                <a:cs typeface="Calibri"/>
              </a:rPr>
              <a:t>t</a:t>
            </a:r>
            <a:r>
              <a:rPr sz="2400" spc="-50" dirty="0">
                <a:latin typeface="Calibri"/>
                <a:cs typeface="Calibri"/>
              </a:rPr>
              <a:t>r</a:t>
            </a:r>
            <a:r>
              <a:rPr sz="2400" spc="-10" dirty="0">
                <a:latin typeface="Calibri"/>
                <a:cs typeface="Calibri"/>
              </a:rPr>
              <a:t>o</a:t>
            </a:r>
            <a:r>
              <a:rPr sz="2400" dirty="0">
                <a:latin typeface="Calibri"/>
                <a:cs typeface="Calibri"/>
              </a:rPr>
              <a:t>l</a:t>
            </a:r>
            <a:r>
              <a:rPr sz="2400" spc="-75" dirty="0">
                <a:latin typeface="Times New Roman"/>
                <a:cs typeface="Times New Roman"/>
              </a:rPr>
              <a:t> </a:t>
            </a:r>
            <a:r>
              <a:rPr sz="2400" spc="5" dirty="0">
                <a:latin typeface="Calibri"/>
                <a:cs typeface="Calibri"/>
              </a:rPr>
              <a:t>i</a:t>
            </a:r>
            <a:r>
              <a:rPr sz="2400" spc="-5" dirty="0">
                <a:latin typeface="Calibri"/>
                <a:cs typeface="Calibri"/>
              </a:rPr>
              <a:t>npu</a:t>
            </a:r>
            <a:r>
              <a:rPr sz="2400" dirty="0">
                <a:latin typeface="Calibri"/>
                <a:cs typeface="Calibri"/>
              </a:rPr>
              <a:t>t</a:t>
            </a:r>
            <a:r>
              <a:rPr sz="2400" spc="-65" dirty="0">
                <a:latin typeface="Times New Roman"/>
                <a:cs typeface="Times New Roman"/>
              </a:rPr>
              <a:t> </a:t>
            </a:r>
            <a:r>
              <a:rPr sz="2400" dirty="0">
                <a:latin typeface="Calibri"/>
                <a:cs typeface="Calibri"/>
              </a:rPr>
              <a:t>s</a:t>
            </a:r>
            <a:r>
              <a:rPr sz="2400" spc="5" dirty="0">
                <a:latin typeface="Calibri"/>
                <a:cs typeface="Calibri"/>
              </a:rPr>
              <a:t>i</a:t>
            </a:r>
            <a:r>
              <a:rPr sz="2400" spc="-25" dirty="0">
                <a:latin typeface="Calibri"/>
                <a:cs typeface="Calibri"/>
              </a:rPr>
              <a:t>g</a:t>
            </a:r>
            <a:r>
              <a:rPr sz="2400" spc="-5" dirty="0">
                <a:latin typeface="Calibri"/>
                <a:cs typeface="Calibri"/>
              </a:rPr>
              <a:t>n</a:t>
            </a:r>
            <a:r>
              <a:rPr sz="2400" spc="-10" dirty="0">
                <a:latin typeface="Calibri"/>
                <a:cs typeface="Calibri"/>
              </a:rPr>
              <a:t>a</a:t>
            </a:r>
            <a:r>
              <a:rPr sz="2400" dirty="0">
                <a:latin typeface="Calibri"/>
                <a:cs typeface="Calibri"/>
              </a:rPr>
              <a:t>l</a:t>
            </a:r>
            <a:endParaRPr sz="2400">
              <a:latin typeface="Calibri"/>
              <a:cs typeface="Calibri"/>
            </a:endParaRPr>
          </a:p>
          <a:p>
            <a:pPr marL="528320" indent="-515620">
              <a:lnSpc>
                <a:spcPct val="100000"/>
              </a:lnSpc>
              <a:spcBef>
                <a:spcPts val="700"/>
              </a:spcBef>
              <a:buClr>
                <a:srgbClr val="ADB3B8"/>
              </a:buClr>
              <a:buFont typeface="Calibri"/>
              <a:buAutoNum type="arabicPeriod"/>
              <a:tabLst>
                <a:tab pos="528320" algn="l"/>
              </a:tabLst>
            </a:pPr>
            <a:r>
              <a:rPr sz="2400" spc="-60" dirty="0">
                <a:latin typeface="Calibri"/>
                <a:cs typeface="Calibri"/>
              </a:rPr>
              <a:t>R</a:t>
            </a:r>
            <a:r>
              <a:rPr sz="2400" spc="-10" dirty="0">
                <a:latin typeface="Calibri"/>
                <a:cs typeface="Calibri"/>
              </a:rPr>
              <a:t>e</a:t>
            </a:r>
            <a:r>
              <a:rPr sz="2400" spc="-20" dirty="0">
                <a:latin typeface="Calibri"/>
                <a:cs typeface="Calibri"/>
              </a:rPr>
              <a:t>p</a:t>
            </a:r>
            <a:r>
              <a:rPr sz="2400" spc="-10" dirty="0">
                <a:latin typeface="Calibri"/>
                <a:cs typeface="Calibri"/>
              </a:rPr>
              <a:t>e</a:t>
            </a:r>
            <a:r>
              <a:rPr sz="2400" spc="-45" dirty="0">
                <a:latin typeface="Calibri"/>
                <a:cs typeface="Calibri"/>
              </a:rPr>
              <a:t>a</a:t>
            </a:r>
            <a:r>
              <a:rPr sz="2400" spc="-10" dirty="0">
                <a:latin typeface="Calibri"/>
                <a:cs typeface="Calibri"/>
              </a:rPr>
              <a:t>t</a:t>
            </a:r>
            <a:r>
              <a:rPr sz="2400" spc="-65" dirty="0">
                <a:latin typeface="Times New Roman"/>
                <a:cs typeface="Times New Roman"/>
              </a:rPr>
              <a:t> </a:t>
            </a:r>
            <a:r>
              <a:rPr sz="2400" spc="-20" dirty="0">
                <a:latin typeface="Calibri"/>
                <a:cs typeface="Calibri"/>
              </a:rPr>
              <a:t>s</a:t>
            </a:r>
            <a:r>
              <a:rPr sz="2400" spc="-35" dirty="0">
                <a:latin typeface="Calibri"/>
                <a:cs typeface="Calibri"/>
              </a:rPr>
              <a:t>t</a:t>
            </a:r>
            <a:r>
              <a:rPr sz="2400" spc="-10" dirty="0">
                <a:latin typeface="Calibri"/>
                <a:cs typeface="Calibri"/>
              </a:rPr>
              <a:t>e</a:t>
            </a:r>
            <a:r>
              <a:rPr sz="2400" spc="-15" dirty="0">
                <a:latin typeface="Calibri"/>
                <a:cs typeface="Calibri"/>
              </a:rPr>
              <a:t>p</a:t>
            </a:r>
            <a:r>
              <a:rPr sz="2400" spc="-65" dirty="0">
                <a:latin typeface="Times New Roman"/>
                <a:cs typeface="Times New Roman"/>
              </a:rPr>
              <a:t> </a:t>
            </a:r>
            <a:r>
              <a:rPr sz="2400" spc="-15" dirty="0">
                <a:latin typeface="Calibri"/>
                <a:cs typeface="Calibri"/>
              </a:rPr>
              <a:t>3</a:t>
            </a:r>
            <a:r>
              <a:rPr sz="2400" spc="-80" dirty="0">
                <a:latin typeface="Times New Roman"/>
                <a:cs typeface="Times New Roman"/>
              </a:rPr>
              <a:t> </a:t>
            </a:r>
            <a:r>
              <a:rPr sz="2400" spc="-30" dirty="0">
                <a:latin typeface="Calibri"/>
                <a:cs typeface="Calibri"/>
              </a:rPr>
              <a:t>a</a:t>
            </a:r>
            <a:r>
              <a:rPr sz="2400" spc="-10" dirty="0">
                <a:latin typeface="Calibri"/>
                <a:cs typeface="Calibri"/>
              </a:rPr>
              <a:t>t</a:t>
            </a:r>
            <a:r>
              <a:rPr sz="2400" spc="-65" dirty="0">
                <a:latin typeface="Times New Roman"/>
                <a:cs typeface="Times New Roman"/>
              </a:rPr>
              <a:t> </a:t>
            </a:r>
            <a:r>
              <a:rPr sz="2400" spc="-10" dirty="0">
                <a:latin typeface="Calibri"/>
                <a:cs typeface="Calibri"/>
              </a:rPr>
              <a:t>e</a:t>
            </a:r>
            <a:r>
              <a:rPr sz="2400" spc="-25" dirty="0">
                <a:latin typeface="Calibri"/>
                <a:cs typeface="Calibri"/>
              </a:rPr>
              <a:t>a</a:t>
            </a:r>
            <a:r>
              <a:rPr sz="2400" spc="5" dirty="0">
                <a:latin typeface="Calibri"/>
                <a:cs typeface="Calibri"/>
              </a:rPr>
              <a:t>c</a:t>
            </a:r>
            <a:r>
              <a:rPr sz="2400" dirty="0">
                <a:latin typeface="Calibri"/>
                <a:cs typeface="Calibri"/>
              </a:rPr>
              <a:t>h</a:t>
            </a:r>
            <a:r>
              <a:rPr sz="2400" spc="-65" dirty="0">
                <a:latin typeface="Times New Roman"/>
                <a:cs typeface="Times New Roman"/>
              </a:rPr>
              <a:t> </a:t>
            </a:r>
            <a:r>
              <a:rPr sz="2400" dirty="0">
                <a:latin typeface="Calibri"/>
                <a:cs typeface="Calibri"/>
              </a:rPr>
              <a:t>s</a:t>
            </a:r>
            <a:r>
              <a:rPr sz="2400" spc="-10" dirty="0">
                <a:latin typeface="Calibri"/>
                <a:cs typeface="Calibri"/>
              </a:rPr>
              <a:t>a</a:t>
            </a:r>
            <a:r>
              <a:rPr sz="2400" spc="-20" dirty="0">
                <a:latin typeface="Calibri"/>
                <a:cs typeface="Calibri"/>
              </a:rPr>
              <a:t>m</a:t>
            </a:r>
            <a:r>
              <a:rPr sz="2400" spc="-5" dirty="0">
                <a:latin typeface="Calibri"/>
                <a:cs typeface="Calibri"/>
              </a:rPr>
              <a:t>p</a:t>
            </a:r>
            <a:r>
              <a:rPr sz="2400" spc="5" dirty="0">
                <a:latin typeface="Calibri"/>
                <a:cs typeface="Calibri"/>
              </a:rPr>
              <a:t>li</a:t>
            </a:r>
            <a:r>
              <a:rPr sz="2400" spc="-5" dirty="0">
                <a:latin typeface="Calibri"/>
                <a:cs typeface="Calibri"/>
              </a:rPr>
              <a:t>n</a:t>
            </a:r>
            <a:r>
              <a:rPr sz="2400" spc="-15" dirty="0">
                <a:latin typeface="Calibri"/>
                <a:cs typeface="Calibri"/>
              </a:rPr>
              <a:t>g</a:t>
            </a:r>
            <a:r>
              <a:rPr sz="2400" spc="-70" dirty="0">
                <a:latin typeface="Times New Roman"/>
                <a:cs typeface="Times New Roman"/>
              </a:rPr>
              <a:t> </a:t>
            </a:r>
            <a:r>
              <a:rPr sz="2400" spc="5" dirty="0">
                <a:latin typeface="Calibri"/>
                <a:cs typeface="Calibri"/>
              </a:rPr>
              <a:t>i</a:t>
            </a:r>
            <a:r>
              <a:rPr sz="2400" spc="-25" dirty="0">
                <a:latin typeface="Calibri"/>
                <a:cs typeface="Calibri"/>
              </a:rPr>
              <a:t>n</a:t>
            </a:r>
            <a:r>
              <a:rPr sz="2400" spc="-35" dirty="0">
                <a:latin typeface="Calibri"/>
                <a:cs typeface="Calibri"/>
              </a:rPr>
              <a:t>t</a:t>
            </a:r>
            <a:r>
              <a:rPr sz="2400" spc="-10" dirty="0">
                <a:latin typeface="Calibri"/>
                <a:cs typeface="Calibri"/>
              </a:rPr>
              <a:t>e</a:t>
            </a:r>
            <a:r>
              <a:rPr sz="2400" spc="5" dirty="0">
                <a:latin typeface="Calibri"/>
                <a:cs typeface="Calibri"/>
              </a:rPr>
              <a:t>r</a:t>
            </a:r>
            <a:r>
              <a:rPr sz="2400" spc="-60" dirty="0">
                <a:latin typeface="Calibri"/>
                <a:cs typeface="Calibri"/>
              </a:rPr>
              <a:t>v</a:t>
            </a:r>
            <a:r>
              <a:rPr sz="2400" spc="-10" dirty="0">
                <a:latin typeface="Calibri"/>
                <a:cs typeface="Calibri"/>
              </a:rPr>
              <a:t>a</a:t>
            </a:r>
            <a:r>
              <a:rPr sz="2400" dirty="0">
                <a:latin typeface="Calibri"/>
                <a:cs typeface="Calibri"/>
              </a:rPr>
              <a:t>l</a:t>
            </a:r>
            <a:endParaRPr sz="2400">
              <a:latin typeface="Calibri"/>
              <a:cs typeface="Calibri"/>
            </a:endParaRPr>
          </a:p>
          <a:p>
            <a:pPr>
              <a:lnSpc>
                <a:spcPct val="100000"/>
              </a:lnSpc>
            </a:pPr>
            <a:endParaRPr sz="2400">
              <a:latin typeface="Times New Roman"/>
              <a:cs typeface="Times New Roman"/>
            </a:endParaRPr>
          </a:p>
          <a:p>
            <a:pPr marL="241300" marR="308610" indent="-228600">
              <a:lnSpc>
                <a:spcPts val="2580"/>
              </a:lnSpc>
              <a:spcBef>
                <a:spcPts val="1895"/>
              </a:spcBef>
              <a:buClr>
                <a:srgbClr val="ADB3B8"/>
              </a:buClr>
              <a:buFont typeface="Arial"/>
              <a:buChar char="•"/>
              <a:tabLst>
                <a:tab pos="241300" algn="l"/>
              </a:tabLst>
            </a:pPr>
            <a:r>
              <a:rPr sz="2400" b="1" spc="-10" dirty="0">
                <a:solidFill>
                  <a:srgbClr val="C00000"/>
                </a:solidFill>
                <a:latin typeface="Calibri"/>
                <a:cs typeface="Calibri"/>
              </a:rPr>
              <a:t>A</a:t>
            </a:r>
            <a:r>
              <a:rPr sz="2400" b="1" spc="-25" dirty="0">
                <a:solidFill>
                  <a:srgbClr val="C00000"/>
                </a:solidFill>
                <a:latin typeface="Calibri"/>
                <a:cs typeface="Calibri"/>
              </a:rPr>
              <a:t>d</a:t>
            </a:r>
            <a:r>
              <a:rPr sz="2400" b="1" spc="-40" dirty="0">
                <a:solidFill>
                  <a:srgbClr val="C00000"/>
                </a:solidFill>
                <a:latin typeface="Calibri"/>
                <a:cs typeface="Calibri"/>
              </a:rPr>
              <a:t>v</a:t>
            </a:r>
            <a:r>
              <a:rPr sz="2400" b="1" spc="-20" dirty="0">
                <a:solidFill>
                  <a:srgbClr val="C00000"/>
                </a:solidFill>
                <a:latin typeface="Calibri"/>
                <a:cs typeface="Calibri"/>
              </a:rPr>
              <a:t>a</a:t>
            </a:r>
            <a:r>
              <a:rPr sz="2400" b="1" spc="-45" dirty="0">
                <a:solidFill>
                  <a:srgbClr val="C00000"/>
                </a:solidFill>
                <a:latin typeface="Calibri"/>
                <a:cs typeface="Calibri"/>
              </a:rPr>
              <a:t>n</a:t>
            </a:r>
            <a:r>
              <a:rPr sz="2400" b="1" spc="-25" dirty="0">
                <a:solidFill>
                  <a:srgbClr val="C00000"/>
                </a:solidFill>
                <a:latin typeface="Calibri"/>
                <a:cs typeface="Calibri"/>
              </a:rPr>
              <a:t>t</a:t>
            </a:r>
            <a:r>
              <a:rPr sz="2400" b="1" spc="-20" dirty="0">
                <a:solidFill>
                  <a:srgbClr val="C00000"/>
                </a:solidFill>
                <a:latin typeface="Calibri"/>
                <a:cs typeface="Calibri"/>
              </a:rPr>
              <a:t>ag</a:t>
            </a:r>
            <a:r>
              <a:rPr sz="2400" b="1" spc="-10" dirty="0">
                <a:solidFill>
                  <a:srgbClr val="C00000"/>
                </a:solidFill>
                <a:latin typeface="Calibri"/>
                <a:cs typeface="Calibri"/>
              </a:rPr>
              <a:t>e</a:t>
            </a:r>
            <a:r>
              <a:rPr sz="2400" b="1" dirty="0">
                <a:solidFill>
                  <a:srgbClr val="C00000"/>
                </a:solidFill>
                <a:latin typeface="Calibri"/>
                <a:cs typeface="Calibri"/>
              </a:rPr>
              <a:t>:</a:t>
            </a:r>
            <a:r>
              <a:rPr sz="2400" b="1" spc="-45" dirty="0">
                <a:solidFill>
                  <a:srgbClr val="C00000"/>
                </a:solidFill>
                <a:latin typeface="Times New Roman"/>
                <a:cs typeface="Times New Roman"/>
              </a:rPr>
              <a:t> </a:t>
            </a:r>
            <a:r>
              <a:rPr sz="2400" dirty="0">
                <a:latin typeface="Calibri"/>
                <a:cs typeface="Calibri"/>
              </a:rPr>
              <a:t>s</a:t>
            </a:r>
            <a:r>
              <a:rPr sz="2400" spc="5" dirty="0">
                <a:latin typeface="Calibri"/>
                <a:cs typeface="Calibri"/>
              </a:rPr>
              <a:t>i</a:t>
            </a:r>
            <a:r>
              <a:rPr sz="2400" spc="-20" dirty="0">
                <a:latin typeface="Calibri"/>
                <a:cs typeface="Calibri"/>
              </a:rPr>
              <a:t>m</a:t>
            </a:r>
            <a:r>
              <a:rPr sz="2400" spc="-5" dirty="0">
                <a:latin typeface="Calibri"/>
                <a:cs typeface="Calibri"/>
              </a:rPr>
              <a:t>p</a:t>
            </a:r>
            <a:r>
              <a:rPr sz="2400" spc="5" dirty="0">
                <a:latin typeface="Calibri"/>
                <a:cs typeface="Calibri"/>
              </a:rPr>
              <a:t>l</a:t>
            </a:r>
            <a:r>
              <a:rPr sz="2400" spc="-15" dirty="0">
                <a:latin typeface="Calibri"/>
                <a:cs typeface="Calibri"/>
              </a:rPr>
              <a:t>e</a:t>
            </a:r>
            <a:r>
              <a:rPr sz="2400" spc="-95" dirty="0">
                <a:latin typeface="Times New Roman"/>
                <a:cs typeface="Times New Roman"/>
              </a:rPr>
              <a:t> </a:t>
            </a:r>
            <a:r>
              <a:rPr sz="2400" spc="-35" dirty="0">
                <a:latin typeface="Calibri"/>
                <a:cs typeface="Calibri"/>
              </a:rPr>
              <a:t>t</a:t>
            </a:r>
            <a:r>
              <a:rPr sz="2400" dirty="0">
                <a:latin typeface="Calibri"/>
                <a:cs typeface="Calibri"/>
              </a:rPr>
              <a:t>o</a:t>
            </a:r>
            <a:r>
              <a:rPr sz="2400" spc="-70" dirty="0">
                <a:latin typeface="Times New Roman"/>
                <a:cs typeface="Times New Roman"/>
              </a:rPr>
              <a:t> </a:t>
            </a:r>
            <a:r>
              <a:rPr sz="2400" spc="5" dirty="0">
                <a:latin typeface="Calibri"/>
                <a:cs typeface="Calibri"/>
              </a:rPr>
              <a:t>i</a:t>
            </a:r>
            <a:r>
              <a:rPr sz="2400" spc="-20" dirty="0">
                <a:latin typeface="Calibri"/>
                <a:cs typeface="Calibri"/>
              </a:rPr>
              <a:t>m</a:t>
            </a:r>
            <a:r>
              <a:rPr sz="2400" spc="-5" dirty="0">
                <a:latin typeface="Calibri"/>
                <a:cs typeface="Calibri"/>
              </a:rPr>
              <a:t>p</a:t>
            </a:r>
            <a:r>
              <a:rPr sz="2400" spc="5" dirty="0">
                <a:latin typeface="Calibri"/>
                <a:cs typeface="Calibri"/>
              </a:rPr>
              <a:t>l</a:t>
            </a:r>
            <a:r>
              <a:rPr sz="2400" spc="-10" dirty="0">
                <a:latin typeface="Calibri"/>
                <a:cs typeface="Calibri"/>
              </a:rPr>
              <a:t>e</a:t>
            </a:r>
            <a:r>
              <a:rPr sz="2400" spc="-20" dirty="0">
                <a:latin typeface="Calibri"/>
                <a:cs typeface="Calibri"/>
              </a:rPr>
              <a:t>m</a:t>
            </a:r>
            <a:r>
              <a:rPr sz="2400" spc="-10" dirty="0">
                <a:latin typeface="Calibri"/>
                <a:cs typeface="Calibri"/>
              </a:rPr>
              <a:t>e</a:t>
            </a:r>
            <a:r>
              <a:rPr sz="2400" spc="-40" dirty="0">
                <a:latin typeface="Calibri"/>
                <a:cs typeface="Calibri"/>
              </a:rPr>
              <a:t>n</a:t>
            </a:r>
            <a:r>
              <a:rPr sz="2400" spc="-15" dirty="0">
                <a:latin typeface="Calibri"/>
                <a:cs typeface="Calibri"/>
              </a:rPr>
              <a:t>t</a:t>
            </a:r>
            <a:r>
              <a:rPr sz="2400" spc="-10" dirty="0">
                <a:latin typeface="Calibri"/>
                <a:cs typeface="Calibri"/>
              </a:rPr>
              <a:t>,</a:t>
            </a:r>
            <a:r>
              <a:rPr sz="2400" spc="-100" dirty="0">
                <a:latin typeface="Times New Roman"/>
                <a:cs typeface="Times New Roman"/>
              </a:rPr>
              <a:t> </a:t>
            </a:r>
            <a:r>
              <a:rPr sz="2400" spc="5" dirty="0">
                <a:latin typeface="Calibri"/>
                <a:cs typeface="Calibri"/>
              </a:rPr>
              <a:t>w</a:t>
            </a:r>
            <a:r>
              <a:rPr sz="2400" spc="-5" dirty="0">
                <a:latin typeface="Calibri"/>
                <a:cs typeface="Calibri"/>
              </a:rPr>
              <a:t>h</a:t>
            </a:r>
            <a:r>
              <a:rPr sz="2400" spc="5" dirty="0">
                <a:latin typeface="Calibri"/>
                <a:cs typeface="Calibri"/>
              </a:rPr>
              <a:t>il</a:t>
            </a:r>
            <a:r>
              <a:rPr sz="2400" spc="-15" dirty="0">
                <a:latin typeface="Calibri"/>
                <a:cs typeface="Calibri"/>
              </a:rPr>
              <a:t>e</a:t>
            </a:r>
            <a:r>
              <a:rPr sz="2400" spc="-75" dirty="0">
                <a:latin typeface="Times New Roman"/>
                <a:cs typeface="Times New Roman"/>
              </a:rPr>
              <a:t> </a:t>
            </a:r>
            <a:r>
              <a:rPr sz="2400" spc="-15" dirty="0">
                <a:latin typeface="Calibri"/>
                <a:cs typeface="Calibri"/>
              </a:rPr>
              <a:t>t</a:t>
            </a:r>
            <a:r>
              <a:rPr sz="2400" spc="-5" dirty="0">
                <a:latin typeface="Calibri"/>
                <a:cs typeface="Calibri"/>
              </a:rPr>
              <a:t>h</a:t>
            </a:r>
            <a:r>
              <a:rPr sz="2400" spc="-15" dirty="0">
                <a:latin typeface="Calibri"/>
                <a:cs typeface="Calibri"/>
              </a:rPr>
              <a:t>e</a:t>
            </a:r>
            <a:r>
              <a:rPr sz="2400" spc="-55" dirty="0">
                <a:latin typeface="Times New Roman"/>
                <a:cs typeface="Times New Roman"/>
              </a:rPr>
              <a:t> </a:t>
            </a:r>
            <a:r>
              <a:rPr sz="2400" spc="5" dirty="0">
                <a:latin typeface="Calibri"/>
                <a:cs typeface="Calibri"/>
              </a:rPr>
              <a:t>cl</a:t>
            </a:r>
            <a:r>
              <a:rPr sz="2400" spc="-10" dirty="0">
                <a:latin typeface="Calibri"/>
                <a:cs typeface="Calibri"/>
              </a:rPr>
              <a:t>o</a:t>
            </a:r>
            <a:r>
              <a:rPr sz="2400" dirty="0">
                <a:latin typeface="Calibri"/>
                <a:cs typeface="Calibri"/>
              </a:rPr>
              <a:t>s</a:t>
            </a:r>
            <a:r>
              <a:rPr sz="2400" spc="-10" dirty="0">
                <a:latin typeface="Calibri"/>
                <a:cs typeface="Calibri"/>
              </a:rPr>
              <a:t>e</a:t>
            </a:r>
            <a:r>
              <a:rPr sz="2400" spc="-15" dirty="0">
                <a:latin typeface="Calibri"/>
                <a:cs typeface="Calibri"/>
              </a:rPr>
              <a:t>d</a:t>
            </a:r>
            <a:r>
              <a:rPr sz="2400" spc="-85" dirty="0">
                <a:latin typeface="Times New Roman"/>
                <a:cs typeface="Times New Roman"/>
              </a:rPr>
              <a:t> </a:t>
            </a:r>
            <a:r>
              <a:rPr sz="2400" spc="5" dirty="0">
                <a:latin typeface="Calibri"/>
                <a:cs typeface="Calibri"/>
              </a:rPr>
              <a:t>l</a:t>
            </a:r>
            <a:r>
              <a:rPr sz="2400" spc="-10" dirty="0">
                <a:latin typeface="Calibri"/>
                <a:cs typeface="Calibri"/>
              </a:rPr>
              <a:t>oo</a:t>
            </a:r>
            <a:r>
              <a:rPr sz="2400" dirty="0">
                <a:latin typeface="Calibri"/>
                <a:cs typeface="Calibri"/>
              </a:rPr>
              <a:t>p</a:t>
            </a:r>
            <a:r>
              <a:rPr sz="2400" dirty="0">
                <a:latin typeface="Times New Roman"/>
                <a:cs typeface="Times New Roman"/>
              </a:rPr>
              <a:t> </a:t>
            </a:r>
            <a:r>
              <a:rPr sz="2400" spc="-40" dirty="0">
                <a:latin typeface="Calibri"/>
                <a:cs typeface="Calibri"/>
              </a:rPr>
              <a:t>s</a:t>
            </a:r>
            <a:r>
              <a:rPr sz="2400" spc="-45" dirty="0">
                <a:latin typeface="Calibri"/>
                <a:cs typeface="Calibri"/>
              </a:rPr>
              <a:t>y</a:t>
            </a:r>
            <a:r>
              <a:rPr sz="2400" spc="-20" dirty="0">
                <a:latin typeface="Calibri"/>
                <a:cs typeface="Calibri"/>
              </a:rPr>
              <a:t>s</a:t>
            </a:r>
            <a:r>
              <a:rPr sz="2400" spc="-35" dirty="0">
                <a:latin typeface="Calibri"/>
                <a:cs typeface="Calibri"/>
              </a:rPr>
              <a:t>t</a:t>
            </a:r>
            <a:r>
              <a:rPr sz="2400" spc="-10" dirty="0">
                <a:latin typeface="Calibri"/>
                <a:cs typeface="Calibri"/>
              </a:rPr>
              <a:t>e</a:t>
            </a:r>
            <a:r>
              <a:rPr sz="2400" spc="-20" dirty="0">
                <a:latin typeface="Calibri"/>
                <a:cs typeface="Calibri"/>
              </a:rPr>
              <a:t>m</a:t>
            </a:r>
            <a:r>
              <a:rPr sz="2400" spc="-80" dirty="0">
                <a:latin typeface="Times New Roman"/>
                <a:cs typeface="Times New Roman"/>
              </a:rPr>
              <a:t> </a:t>
            </a:r>
            <a:r>
              <a:rPr sz="2400" spc="5" dirty="0">
                <a:latin typeface="Calibri"/>
                <a:cs typeface="Calibri"/>
              </a:rPr>
              <a:t>i</a:t>
            </a:r>
            <a:r>
              <a:rPr sz="2400" dirty="0">
                <a:latin typeface="Calibri"/>
                <a:cs typeface="Calibri"/>
              </a:rPr>
              <a:t>s</a:t>
            </a:r>
            <a:r>
              <a:rPr sz="2400" spc="-80" dirty="0">
                <a:latin typeface="Times New Roman"/>
                <a:cs typeface="Times New Roman"/>
              </a:rPr>
              <a:t> </a:t>
            </a:r>
            <a:r>
              <a:rPr sz="2400" spc="5" dirty="0">
                <a:latin typeface="Calibri"/>
                <a:cs typeface="Calibri"/>
              </a:rPr>
              <a:t>li</a:t>
            </a:r>
            <a:r>
              <a:rPr sz="2400" spc="-5" dirty="0">
                <a:latin typeface="Calibri"/>
                <a:cs typeface="Calibri"/>
              </a:rPr>
              <a:t>n</a:t>
            </a:r>
            <a:r>
              <a:rPr sz="2400" spc="-10" dirty="0">
                <a:latin typeface="Calibri"/>
                <a:cs typeface="Calibri"/>
              </a:rPr>
              <a:t>ear</a:t>
            </a:r>
            <a:r>
              <a:rPr sz="2400" spc="-80" dirty="0">
                <a:latin typeface="Times New Roman"/>
                <a:cs typeface="Times New Roman"/>
              </a:rPr>
              <a:t> </a:t>
            </a:r>
            <a:r>
              <a:rPr sz="2400" spc="-10" dirty="0">
                <a:latin typeface="Calibri"/>
                <a:cs typeface="Calibri"/>
              </a:rPr>
              <a:t>a</a:t>
            </a:r>
            <a:r>
              <a:rPr sz="2400" spc="-5" dirty="0">
                <a:latin typeface="Calibri"/>
                <a:cs typeface="Calibri"/>
              </a:rPr>
              <a:t>n</a:t>
            </a:r>
            <a:r>
              <a:rPr sz="2400" dirty="0">
                <a:latin typeface="Calibri"/>
                <a:cs typeface="Calibri"/>
              </a:rPr>
              <a:t>d</a:t>
            </a:r>
            <a:r>
              <a:rPr sz="2400" spc="-45" dirty="0">
                <a:latin typeface="Times New Roman"/>
                <a:cs typeface="Times New Roman"/>
              </a:rPr>
              <a:t> </a:t>
            </a:r>
            <a:r>
              <a:rPr sz="2400" spc="-5" dirty="0">
                <a:latin typeface="Calibri"/>
                <a:cs typeface="Calibri"/>
              </a:rPr>
              <a:t>th</a:t>
            </a:r>
            <a:r>
              <a:rPr sz="2400" spc="-10" dirty="0">
                <a:latin typeface="Calibri"/>
                <a:cs typeface="Calibri"/>
              </a:rPr>
              <a:t>e</a:t>
            </a:r>
            <a:r>
              <a:rPr sz="2400" spc="-50" dirty="0">
                <a:latin typeface="Calibri"/>
                <a:cs typeface="Calibri"/>
              </a:rPr>
              <a:t>r</a:t>
            </a:r>
            <a:r>
              <a:rPr sz="2400" spc="-30" dirty="0">
                <a:latin typeface="Calibri"/>
                <a:cs typeface="Calibri"/>
              </a:rPr>
              <a:t>e</a:t>
            </a:r>
            <a:r>
              <a:rPr sz="2400" spc="-55" dirty="0">
                <a:latin typeface="Calibri"/>
                <a:cs typeface="Calibri"/>
              </a:rPr>
              <a:t>f</a:t>
            </a:r>
            <a:r>
              <a:rPr sz="2400" spc="-25" dirty="0">
                <a:latin typeface="Calibri"/>
                <a:cs typeface="Calibri"/>
              </a:rPr>
              <a:t>o</a:t>
            </a:r>
            <a:r>
              <a:rPr sz="2400" spc="-50" dirty="0">
                <a:latin typeface="Calibri"/>
                <a:cs typeface="Calibri"/>
              </a:rPr>
              <a:t>r</a:t>
            </a:r>
            <a:r>
              <a:rPr sz="2400" spc="-15" dirty="0">
                <a:latin typeface="Calibri"/>
                <a:cs typeface="Calibri"/>
              </a:rPr>
              <a:t>e</a:t>
            </a:r>
            <a:r>
              <a:rPr sz="2400" spc="-35" dirty="0">
                <a:latin typeface="Times New Roman"/>
                <a:cs typeface="Times New Roman"/>
              </a:rPr>
              <a:t> </a:t>
            </a:r>
            <a:r>
              <a:rPr sz="2400" spc="-20" dirty="0">
                <a:latin typeface="Calibri"/>
                <a:cs typeface="Calibri"/>
              </a:rPr>
              <a:t>s</a:t>
            </a:r>
            <a:r>
              <a:rPr sz="2400" spc="-15" dirty="0">
                <a:latin typeface="Calibri"/>
                <a:cs typeface="Calibri"/>
              </a:rPr>
              <a:t>t</a:t>
            </a:r>
            <a:r>
              <a:rPr sz="2400" spc="-50" dirty="0">
                <a:latin typeface="Calibri"/>
                <a:cs typeface="Calibri"/>
              </a:rPr>
              <a:t>r</a:t>
            </a:r>
            <a:r>
              <a:rPr sz="2400" spc="-10" dirty="0">
                <a:latin typeface="Calibri"/>
                <a:cs typeface="Calibri"/>
              </a:rPr>
              <a:t>a</a:t>
            </a:r>
            <a:r>
              <a:rPr sz="2400" spc="5" dirty="0">
                <a:latin typeface="Calibri"/>
                <a:cs typeface="Calibri"/>
              </a:rPr>
              <a:t>i</a:t>
            </a:r>
            <a:r>
              <a:rPr sz="2400" spc="-25" dirty="0">
                <a:latin typeface="Calibri"/>
                <a:cs typeface="Calibri"/>
              </a:rPr>
              <a:t>gh</a:t>
            </a:r>
            <a:r>
              <a:rPr sz="2400" spc="-5" dirty="0">
                <a:latin typeface="Calibri"/>
                <a:cs typeface="Calibri"/>
              </a:rPr>
              <a:t>t</a:t>
            </a:r>
            <a:r>
              <a:rPr sz="2400" spc="-55" dirty="0">
                <a:latin typeface="Calibri"/>
                <a:cs typeface="Calibri"/>
              </a:rPr>
              <a:t>f</a:t>
            </a:r>
            <a:r>
              <a:rPr sz="2400" spc="-25" dirty="0">
                <a:latin typeface="Calibri"/>
                <a:cs typeface="Calibri"/>
              </a:rPr>
              <a:t>o</a:t>
            </a:r>
            <a:r>
              <a:rPr sz="2400" spc="5" dirty="0">
                <a:latin typeface="Calibri"/>
                <a:cs typeface="Calibri"/>
              </a:rPr>
              <a:t>r</a:t>
            </a:r>
            <a:r>
              <a:rPr sz="2400" spc="-40" dirty="0">
                <a:latin typeface="Calibri"/>
                <a:cs typeface="Calibri"/>
              </a:rPr>
              <a:t>w</a:t>
            </a:r>
            <a:r>
              <a:rPr sz="2400" spc="-10" dirty="0">
                <a:latin typeface="Calibri"/>
                <a:cs typeface="Calibri"/>
              </a:rPr>
              <a:t>a</a:t>
            </a:r>
            <a:r>
              <a:rPr sz="2400" spc="-50" dirty="0">
                <a:latin typeface="Calibri"/>
                <a:cs typeface="Calibri"/>
              </a:rPr>
              <a:t>r</a:t>
            </a:r>
            <a:r>
              <a:rPr sz="2400" dirty="0">
                <a:latin typeface="Calibri"/>
                <a:cs typeface="Calibri"/>
              </a:rPr>
              <a:t>d</a:t>
            </a:r>
            <a:r>
              <a:rPr sz="2400" spc="-85" dirty="0">
                <a:latin typeface="Times New Roman"/>
                <a:cs typeface="Times New Roman"/>
              </a:rPr>
              <a:t> </a:t>
            </a:r>
            <a:r>
              <a:rPr sz="2400" spc="-35" dirty="0">
                <a:latin typeface="Calibri"/>
                <a:cs typeface="Calibri"/>
              </a:rPr>
              <a:t>t</a:t>
            </a:r>
            <a:r>
              <a:rPr sz="2400" dirty="0">
                <a:latin typeface="Calibri"/>
                <a:cs typeface="Calibri"/>
              </a:rPr>
              <a:t>o</a:t>
            </a:r>
            <a:r>
              <a:rPr sz="2400" spc="-70" dirty="0">
                <a:latin typeface="Times New Roman"/>
                <a:cs typeface="Times New Roman"/>
              </a:rPr>
              <a:t> </a:t>
            </a:r>
            <a:r>
              <a:rPr sz="2400" spc="-10" dirty="0">
                <a:latin typeface="Calibri"/>
                <a:cs typeface="Calibri"/>
              </a:rPr>
              <a:t>a</a:t>
            </a:r>
            <a:r>
              <a:rPr sz="2400" spc="-5" dirty="0">
                <a:latin typeface="Calibri"/>
                <a:cs typeface="Calibri"/>
              </a:rPr>
              <a:t>n</a:t>
            </a:r>
            <a:r>
              <a:rPr sz="2400" spc="-10" dirty="0">
                <a:latin typeface="Calibri"/>
                <a:cs typeface="Calibri"/>
              </a:rPr>
              <a:t>a</a:t>
            </a:r>
            <a:r>
              <a:rPr sz="2400" spc="5" dirty="0">
                <a:latin typeface="Calibri"/>
                <a:cs typeface="Calibri"/>
              </a:rPr>
              <a:t>l</a:t>
            </a:r>
            <a:r>
              <a:rPr sz="2400" spc="-45" dirty="0">
                <a:latin typeface="Calibri"/>
                <a:cs typeface="Calibri"/>
              </a:rPr>
              <a:t>y</a:t>
            </a:r>
            <a:r>
              <a:rPr sz="2400" dirty="0">
                <a:latin typeface="Calibri"/>
                <a:cs typeface="Calibri"/>
              </a:rPr>
              <a:t>s</a:t>
            </a:r>
            <a:r>
              <a:rPr sz="2400" spc="-15" dirty="0">
                <a:latin typeface="Calibri"/>
                <a:cs typeface="Calibri"/>
              </a:rPr>
              <a:t>e</a:t>
            </a:r>
            <a:endParaRPr sz="2400">
              <a:latin typeface="Calibri"/>
              <a:cs typeface="Calibri"/>
            </a:endParaRPr>
          </a:p>
          <a:p>
            <a:pPr marL="241300" marR="5080" indent="-228600">
              <a:lnSpc>
                <a:spcPts val="2580"/>
              </a:lnSpc>
              <a:spcBef>
                <a:spcPts val="1019"/>
              </a:spcBef>
              <a:buClr>
                <a:srgbClr val="ADB3B8"/>
              </a:buClr>
              <a:buFont typeface="Arial"/>
              <a:buChar char="•"/>
              <a:tabLst>
                <a:tab pos="241300" algn="l"/>
              </a:tabLst>
            </a:pPr>
            <a:r>
              <a:rPr sz="2400" b="1" spc="5" dirty="0">
                <a:solidFill>
                  <a:srgbClr val="C00000"/>
                </a:solidFill>
                <a:latin typeface="Calibri"/>
                <a:cs typeface="Calibri"/>
              </a:rPr>
              <a:t>D</a:t>
            </a:r>
            <a:r>
              <a:rPr sz="2400" b="1" spc="-20" dirty="0">
                <a:solidFill>
                  <a:srgbClr val="C00000"/>
                </a:solidFill>
                <a:latin typeface="Calibri"/>
                <a:cs typeface="Calibri"/>
              </a:rPr>
              <a:t>i</a:t>
            </a:r>
            <a:r>
              <a:rPr sz="2400" b="1" spc="-10" dirty="0">
                <a:solidFill>
                  <a:srgbClr val="C00000"/>
                </a:solidFill>
                <a:latin typeface="Calibri"/>
                <a:cs typeface="Calibri"/>
              </a:rPr>
              <a:t>s</a:t>
            </a:r>
            <a:r>
              <a:rPr sz="2400" b="1" spc="-20" dirty="0">
                <a:solidFill>
                  <a:srgbClr val="C00000"/>
                </a:solidFill>
                <a:latin typeface="Calibri"/>
                <a:cs typeface="Calibri"/>
              </a:rPr>
              <a:t>a</a:t>
            </a:r>
            <a:r>
              <a:rPr sz="2400" b="1" spc="-25" dirty="0">
                <a:solidFill>
                  <a:srgbClr val="C00000"/>
                </a:solidFill>
                <a:latin typeface="Calibri"/>
                <a:cs typeface="Calibri"/>
              </a:rPr>
              <a:t>d</a:t>
            </a:r>
            <a:r>
              <a:rPr sz="2400" b="1" spc="-40" dirty="0">
                <a:solidFill>
                  <a:srgbClr val="C00000"/>
                </a:solidFill>
                <a:latin typeface="Calibri"/>
                <a:cs typeface="Calibri"/>
              </a:rPr>
              <a:t>v</a:t>
            </a:r>
            <a:r>
              <a:rPr sz="2400" b="1" spc="-20" dirty="0">
                <a:solidFill>
                  <a:srgbClr val="C00000"/>
                </a:solidFill>
                <a:latin typeface="Calibri"/>
                <a:cs typeface="Calibri"/>
              </a:rPr>
              <a:t>a</a:t>
            </a:r>
            <a:r>
              <a:rPr sz="2400" b="1" spc="-45" dirty="0">
                <a:solidFill>
                  <a:srgbClr val="C00000"/>
                </a:solidFill>
                <a:latin typeface="Calibri"/>
                <a:cs typeface="Calibri"/>
              </a:rPr>
              <a:t>n</a:t>
            </a:r>
            <a:r>
              <a:rPr sz="2400" b="1" spc="-25" dirty="0">
                <a:solidFill>
                  <a:srgbClr val="C00000"/>
                </a:solidFill>
                <a:latin typeface="Calibri"/>
                <a:cs typeface="Calibri"/>
              </a:rPr>
              <a:t>t</a:t>
            </a:r>
            <a:r>
              <a:rPr sz="2400" b="1" spc="-20" dirty="0">
                <a:solidFill>
                  <a:srgbClr val="C00000"/>
                </a:solidFill>
                <a:latin typeface="Calibri"/>
                <a:cs typeface="Calibri"/>
              </a:rPr>
              <a:t>a</a:t>
            </a:r>
            <a:r>
              <a:rPr sz="2400" b="1" spc="-35" dirty="0">
                <a:solidFill>
                  <a:srgbClr val="C00000"/>
                </a:solidFill>
                <a:latin typeface="Calibri"/>
                <a:cs typeface="Calibri"/>
              </a:rPr>
              <a:t>g</a:t>
            </a:r>
            <a:r>
              <a:rPr sz="2400" b="1" spc="-10" dirty="0">
                <a:solidFill>
                  <a:srgbClr val="C00000"/>
                </a:solidFill>
                <a:latin typeface="Calibri"/>
                <a:cs typeface="Calibri"/>
              </a:rPr>
              <a:t>e:</a:t>
            </a:r>
            <a:r>
              <a:rPr sz="2400" b="1" spc="-25" dirty="0">
                <a:solidFill>
                  <a:srgbClr val="C00000"/>
                </a:solidFill>
                <a:latin typeface="Times New Roman"/>
                <a:cs typeface="Times New Roman"/>
              </a:rPr>
              <a:t> </a:t>
            </a:r>
            <a:r>
              <a:rPr sz="2400" spc="5" dirty="0">
                <a:latin typeface="Calibri"/>
                <a:cs typeface="Calibri"/>
              </a:rPr>
              <a:t>i</a:t>
            </a:r>
            <a:r>
              <a:rPr sz="2400" dirty="0">
                <a:latin typeface="Calibri"/>
                <a:cs typeface="Calibri"/>
              </a:rPr>
              <a:t>f</a:t>
            </a:r>
            <a:r>
              <a:rPr sz="2400" spc="-75" dirty="0">
                <a:latin typeface="Times New Roman"/>
                <a:cs typeface="Times New Roman"/>
              </a:rPr>
              <a:t> </a:t>
            </a:r>
            <a:r>
              <a:rPr sz="2400" spc="-15" dirty="0">
                <a:latin typeface="Calibri"/>
                <a:cs typeface="Calibri"/>
              </a:rPr>
              <a:t>t</a:t>
            </a:r>
            <a:r>
              <a:rPr sz="2400" spc="-5" dirty="0">
                <a:latin typeface="Calibri"/>
                <a:cs typeface="Calibri"/>
              </a:rPr>
              <a:t>h</a:t>
            </a:r>
            <a:r>
              <a:rPr sz="2400" spc="-15" dirty="0">
                <a:latin typeface="Calibri"/>
                <a:cs typeface="Calibri"/>
              </a:rPr>
              <a:t>e</a:t>
            </a:r>
            <a:r>
              <a:rPr sz="2400" spc="-55" dirty="0">
                <a:latin typeface="Times New Roman"/>
                <a:cs typeface="Times New Roman"/>
              </a:rPr>
              <a:t> </a:t>
            </a:r>
            <a:r>
              <a:rPr sz="2400" spc="-40" dirty="0">
                <a:latin typeface="Calibri"/>
                <a:cs typeface="Calibri"/>
              </a:rPr>
              <a:t>s</a:t>
            </a:r>
            <a:r>
              <a:rPr sz="2400" spc="-45" dirty="0">
                <a:latin typeface="Calibri"/>
                <a:cs typeface="Calibri"/>
              </a:rPr>
              <a:t>y</a:t>
            </a:r>
            <a:r>
              <a:rPr sz="2400" spc="-20" dirty="0">
                <a:latin typeface="Calibri"/>
                <a:cs typeface="Calibri"/>
              </a:rPr>
              <a:t>s</a:t>
            </a:r>
            <a:r>
              <a:rPr sz="2400" spc="-35" dirty="0">
                <a:latin typeface="Calibri"/>
                <a:cs typeface="Calibri"/>
              </a:rPr>
              <a:t>t</a:t>
            </a:r>
            <a:r>
              <a:rPr sz="2400" spc="-10" dirty="0">
                <a:latin typeface="Calibri"/>
                <a:cs typeface="Calibri"/>
              </a:rPr>
              <a:t>e</a:t>
            </a:r>
            <a:r>
              <a:rPr sz="2400" spc="-20" dirty="0">
                <a:latin typeface="Calibri"/>
                <a:cs typeface="Calibri"/>
              </a:rPr>
              <a:t>m</a:t>
            </a:r>
            <a:r>
              <a:rPr sz="2400" spc="-80" dirty="0">
                <a:latin typeface="Times New Roman"/>
                <a:cs typeface="Times New Roman"/>
              </a:rPr>
              <a:t> </a:t>
            </a:r>
            <a:r>
              <a:rPr sz="2400" spc="-5" dirty="0">
                <a:latin typeface="Calibri"/>
                <a:cs typeface="Calibri"/>
              </a:rPr>
              <a:t>p</a:t>
            </a:r>
            <a:r>
              <a:rPr sz="2400" spc="-10" dirty="0">
                <a:latin typeface="Calibri"/>
                <a:cs typeface="Calibri"/>
              </a:rPr>
              <a:t>a</a:t>
            </a:r>
            <a:r>
              <a:rPr sz="2400" spc="-50" dirty="0">
                <a:latin typeface="Calibri"/>
                <a:cs typeface="Calibri"/>
              </a:rPr>
              <a:t>r</a:t>
            </a:r>
            <a:r>
              <a:rPr sz="2400" spc="-10" dirty="0">
                <a:latin typeface="Calibri"/>
                <a:cs typeface="Calibri"/>
              </a:rPr>
              <a:t>a</a:t>
            </a:r>
            <a:r>
              <a:rPr sz="2400" spc="-20" dirty="0">
                <a:latin typeface="Calibri"/>
                <a:cs typeface="Calibri"/>
              </a:rPr>
              <a:t>m</a:t>
            </a:r>
            <a:r>
              <a:rPr sz="2400" spc="-30" dirty="0">
                <a:latin typeface="Calibri"/>
                <a:cs typeface="Calibri"/>
              </a:rPr>
              <a:t>e</a:t>
            </a:r>
            <a:r>
              <a:rPr sz="2400" spc="-35" dirty="0">
                <a:latin typeface="Calibri"/>
                <a:cs typeface="Calibri"/>
              </a:rPr>
              <a:t>t</a:t>
            </a:r>
            <a:r>
              <a:rPr sz="2400" spc="-10" dirty="0">
                <a:latin typeface="Calibri"/>
                <a:cs typeface="Calibri"/>
              </a:rPr>
              <a:t>e</a:t>
            </a:r>
            <a:r>
              <a:rPr sz="2400" spc="-50" dirty="0">
                <a:latin typeface="Calibri"/>
                <a:cs typeface="Calibri"/>
              </a:rPr>
              <a:t>r</a:t>
            </a:r>
            <a:r>
              <a:rPr sz="2400" dirty="0">
                <a:latin typeface="Calibri"/>
                <a:cs typeface="Calibri"/>
              </a:rPr>
              <a:t>s</a:t>
            </a:r>
            <a:r>
              <a:rPr sz="2400" spc="-60" dirty="0">
                <a:latin typeface="Times New Roman"/>
                <a:cs typeface="Times New Roman"/>
              </a:rPr>
              <a:t> </a:t>
            </a:r>
            <a:r>
              <a:rPr sz="2400" spc="-10" dirty="0">
                <a:latin typeface="Calibri"/>
                <a:cs typeface="Calibri"/>
              </a:rPr>
              <a:t>a</a:t>
            </a:r>
            <a:r>
              <a:rPr sz="2400" spc="-50" dirty="0">
                <a:latin typeface="Calibri"/>
                <a:cs typeface="Calibri"/>
              </a:rPr>
              <a:t>r</a:t>
            </a:r>
            <a:r>
              <a:rPr sz="2400" spc="-15" dirty="0">
                <a:latin typeface="Calibri"/>
                <a:cs typeface="Calibri"/>
              </a:rPr>
              <a:t>e</a:t>
            </a:r>
            <a:r>
              <a:rPr sz="2400" spc="-55" dirty="0">
                <a:latin typeface="Times New Roman"/>
                <a:cs typeface="Times New Roman"/>
              </a:rPr>
              <a:t> </a:t>
            </a:r>
            <a:r>
              <a:rPr sz="2400" spc="-5" dirty="0">
                <a:latin typeface="Calibri"/>
                <a:cs typeface="Calibri"/>
              </a:rPr>
              <a:t>n</a:t>
            </a:r>
            <a:r>
              <a:rPr sz="2400" spc="-10" dirty="0">
                <a:latin typeface="Calibri"/>
                <a:cs typeface="Calibri"/>
              </a:rPr>
              <a:t>o</a:t>
            </a:r>
            <a:r>
              <a:rPr sz="2400" spc="-5" dirty="0">
                <a:latin typeface="Calibri"/>
                <a:cs typeface="Calibri"/>
              </a:rPr>
              <a:t>n</a:t>
            </a:r>
            <a:r>
              <a:rPr sz="2400" dirty="0">
                <a:latin typeface="Calibri"/>
                <a:cs typeface="Calibri"/>
              </a:rPr>
              <a:t>-</a:t>
            </a:r>
            <a:r>
              <a:rPr sz="2400" spc="-20" dirty="0">
                <a:latin typeface="Calibri"/>
                <a:cs typeface="Calibri"/>
              </a:rPr>
              <a:t>s</a:t>
            </a:r>
            <a:r>
              <a:rPr sz="2400" spc="-35" dirty="0">
                <a:latin typeface="Calibri"/>
                <a:cs typeface="Calibri"/>
              </a:rPr>
              <a:t>t</a:t>
            </a:r>
            <a:r>
              <a:rPr sz="2400" spc="-30" dirty="0">
                <a:latin typeface="Calibri"/>
                <a:cs typeface="Calibri"/>
              </a:rPr>
              <a:t>a</a:t>
            </a:r>
            <a:r>
              <a:rPr sz="2400" spc="-5" dirty="0">
                <a:latin typeface="Calibri"/>
                <a:cs typeface="Calibri"/>
              </a:rPr>
              <a:t>t</a:t>
            </a:r>
            <a:r>
              <a:rPr sz="2400" spc="5" dirty="0">
                <a:latin typeface="Calibri"/>
                <a:cs typeface="Calibri"/>
              </a:rPr>
              <a:t>i</a:t>
            </a:r>
            <a:r>
              <a:rPr sz="2400" spc="-10" dirty="0">
                <a:latin typeface="Calibri"/>
                <a:cs typeface="Calibri"/>
              </a:rPr>
              <a:t>o</a:t>
            </a:r>
            <a:r>
              <a:rPr sz="2400" spc="-5" dirty="0">
                <a:latin typeface="Calibri"/>
                <a:cs typeface="Calibri"/>
              </a:rPr>
              <a:t>n</a:t>
            </a:r>
            <a:r>
              <a:rPr sz="2400" spc="-10" dirty="0">
                <a:latin typeface="Calibri"/>
                <a:cs typeface="Calibri"/>
              </a:rPr>
              <a:t>a</a:t>
            </a:r>
            <a:r>
              <a:rPr sz="2400" spc="5" dirty="0">
                <a:latin typeface="Calibri"/>
                <a:cs typeface="Calibri"/>
              </a:rPr>
              <a:t>r</a:t>
            </a:r>
            <a:r>
              <a:rPr sz="2400" spc="-15" dirty="0">
                <a:latin typeface="Calibri"/>
                <a:cs typeface="Calibri"/>
              </a:rPr>
              <a:t>y</a:t>
            </a:r>
            <a:r>
              <a:rPr sz="2400" spc="-10" dirty="0">
                <a:latin typeface="Times New Roman"/>
                <a:cs typeface="Times New Roman"/>
              </a:rPr>
              <a:t> </a:t>
            </a:r>
            <a:r>
              <a:rPr sz="2400" spc="-10" dirty="0">
                <a:latin typeface="Calibri"/>
                <a:cs typeface="Calibri"/>
              </a:rPr>
              <a:t>(</a:t>
            </a:r>
            <a:r>
              <a:rPr sz="2400" spc="-5" dirty="0">
                <a:latin typeface="Calibri"/>
                <a:cs typeface="Calibri"/>
              </a:rPr>
              <a:t>t</a:t>
            </a:r>
            <a:r>
              <a:rPr sz="2400" spc="5" dirty="0">
                <a:latin typeface="Calibri"/>
                <a:cs typeface="Calibri"/>
              </a:rPr>
              <a:t>i</a:t>
            </a:r>
            <a:r>
              <a:rPr sz="2400" spc="-20" dirty="0">
                <a:latin typeface="Calibri"/>
                <a:cs typeface="Calibri"/>
              </a:rPr>
              <a:t>me</a:t>
            </a:r>
            <a:r>
              <a:rPr sz="2400" spc="-75" dirty="0">
                <a:latin typeface="Times New Roman"/>
                <a:cs typeface="Times New Roman"/>
              </a:rPr>
              <a:t> </a:t>
            </a:r>
            <a:r>
              <a:rPr sz="2400" spc="-60" dirty="0">
                <a:latin typeface="Calibri"/>
                <a:cs typeface="Calibri"/>
              </a:rPr>
              <a:t>v</a:t>
            </a:r>
            <a:r>
              <a:rPr sz="2400" spc="-10" dirty="0">
                <a:latin typeface="Calibri"/>
                <a:cs typeface="Calibri"/>
              </a:rPr>
              <a:t>a</a:t>
            </a:r>
            <a:r>
              <a:rPr sz="2400" spc="5" dirty="0">
                <a:latin typeface="Calibri"/>
                <a:cs typeface="Calibri"/>
              </a:rPr>
              <a:t>r</a:t>
            </a:r>
            <a:r>
              <a:rPr sz="2400" spc="-25" dirty="0">
                <a:latin typeface="Calibri"/>
                <a:cs typeface="Calibri"/>
              </a:rPr>
              <a:t>y</a:t>
            </a:r>
            <a:r>
              <a:rPr sz="2400" spc="5" dirty="0">
                <a:latin typeface="Calibri"/>
                <a:cs typeface="Calibri"/>
              </a:rPr>
              <a:t>i</a:t>
            </a:r>
            <a:r>
              <a:rPr sz="2400" spc="-5" dirty="0">
                <a:latin typeface="Calibri"/>
                <a:cs typeface="Calibri"/>
              </a:rPr>
              <a:t>n</a:t>
            </a:r>
            <a:r>
              <a:rPr sz="2400" spc="-25" dirty="0">
                <a:latin typeface="Calibri"/>
                <a:cs typeface="Calibri"/>
              </a:rPr>
              <a:t>g</a:t>
            </a:r>
            <a:r>
              <a:rPr sz="2400" dirty="0">
                <a:latin typeface="Calibri"/>
                <a:cs typeface="Calibri"/>
              </a:rPr>
              <a:t>)</a:t>
            </a:r>
            <a:r>
              <a:rPr sz="2400" spc="-50" dirty="0">
                <a:latin typeface="Times New Roman"/>
                <a:cs typeface="Times New Roman"/>
              </a:rPr>
              <a:t> </a:t>
            </a:r>
            <a:r>
              <a:rPr sz="2400" spc="-5" dirty="0">
                <a:latin typeface="Calibri"/>
                <a:cs typeface="Calibri"/>
              </a:rPr>
              <a:t>th</a:t>
            </a:r>
            <a:r>
              <a:rPr sz="2400" spc="-10" dirty="0">
                <a:latin typeface="Calibri"/>
                <a:cs typeface="Calibri"/>
              </a:rPr>
              <a:t>e</a:t>
            </a:r>
            <a:r>
              <a:rPr sz="2400" dirty="0">
                <a:latin typeface="Calibri"/>
                <a:cs typeface="Calibri"/>
              </a:rPr>
              <a:t>n</a:t>
            </a:r>
            <a:r>
              <a:rPr sz="2400" spc="-65" dirty="0">
                <a:latin typeface="Times New Roman"/>
                <a:cs typeface="Times New Roman"/>
              </a:rPr>
              <a:t> </a:t>
            </a:r>
            <a:r>
              <a:rPr sz="2400" spc="-5" dirty="0">
                <a:latin typeface="Calibri"/>
                <a:cs typeface="Calibri"/>
              </a:rPr>
              <a:t>th</a:t>
            </a:r>
            <a:r>
              <a:rPr sz="2400" spc="-15" dirty="0">
                <a:latin typeface="Calibri"/>
                <a:cs typeface="Calibri"/>
              </a:rPr>
              <a:t>e</a:t>
            </a:r>
            <a:r>
              <a:rPr sz="2400" spc="-55" dirty="0">
                <a:latin typeface="Times New Roman"/>
                <a:cs typeface="Times New Roman"/>
              </a:rPr>
              <a:t> </a:t>
            </a:r>
            <a:r>
              <a:rPr sz="2400" spc="-30" dirty="0">
                <a:latin typeface="Calibri"/>
                <a:cs typeface="Calibri"/>
              </a:rPr>
              <a:t>c</a:t>
            </a:r>
            <a:r>
              <a:rPr sz="2400" spc="-10" dirty="0">
                <a:latin typeface="Calibri"/>
                <a:cs typeface="Calibri"/>
              </a:rPr>
              <a:t>o</a:t>
            </a:r>
            <a:r>
              <a:rPr sz="2400" spc="-25" dirty="0">
                <a:latin typeface="Calibri"/>
                <a:cs typeface="Calibri"/>
              </a:rPr>
              <a:t>n</a:t>
            </a:r>
            <a:r>
              <a:rPr sz="2400" spc="-15" dirty="0">
                <a:latin typeface="Calibri"/>
                <a:cs typeface="Calibri"/>
              </a:rPr>
              <a:t>t</a:t>
            </a:r>
            <a:r>
              <a:rPr sz="2400" spc="-50" dirty="0">
                <a:latin typeface="Calibri"/>
                <a:cs typeface="Calibri"/>
              </a:rPr>
              <a:t>r</a:t>
            </a:r>
            <a:r>
              <a:rPr sz="2400" spc="-10" dirty="0">
                <a:latin typeface="Calibri"/>
                <a:cs typeface="Calibri"/>
              </a:rPr>
              <a:t>o</a:t>
            </a:r>
            <a:r>
              <a:rPr sz="2400" dirty="0">
                <a:latin typeface="Calibri"/>
                <a:cs typeface="Calibri"/>
              </a:rPr>
              <a:t>l</a:t>
            </a:r>
            <a:r>
              <a:rPr sz="2400" spc="-55" dirty="0">
                <a:latin typeface="Times New Roman"/>
                <a:cs typeface="Times New Roman"/>
              </a:rPr>
              <a:t> </a:t>
            </a:r>
            <a:r>
              <a:rPr sz="2400" spc="5" dirty="0">
                <a:latin typeface="Calibri"/>
                <a:cs typeface="Calibri"/>
              </a:rPr>
              <a:t>i</a:t>
            </a:r>
            <a:r>
              <a:rPr sz="2400" dirty="0">
                <a:latin typeface="Calibri"/>
                <a:cs typeface="Calibri"/>
              </a:rPr>
              <a:t>s</a:t>
            </a:r>
            <a:r>
              <a:rPr sz="2400" spc="-80" dirty="0">
                <a:latin typeface="Times New Roman"/>
                <a:cs typeface="Times New Roman"/>
              </a:rPr>
              <a:t> </a:t>
            </a:r>
            <a:r>
              <a:rPr sz="2400" spc="-5" dirty="0">
                <a:latin typeface="Calibri"/>
                <a:cs typeface="Calibri"/>
              </a:rPr>
              <a:t>n</a:t>
            </a:r>
            <a:r>
              <a:rPr sz="2400" spc="-10" dirty="0">
                <a:latin typeface="Calibri"/>
                <a:cs typeface="Calibri"/>
              </a:rPr>
              <a:t>o</a:t>
            </a:r>
            <a:r>
              <a:rPr sz="2400" dirty="0">
                <a:latin typeface="Calibri"/>
                <a:cs typeface="Calibri"/>
              </a:rPr>
              <a:t>t</a:t>
            </a:r>
            <a:r>
              <a:rPr sz="2400" spc="-65" dirty="0">
                <a:latin typeface="Times New Roman"/>
                <a:cs typeface="Times New Roman"/>
              </a:rPr>
              <a:t> </a:t>
            </a:r>
            <a:r>
              <a:rPr sz="2400" dirty="0">
                <a:latin typeface="Calibri"/>
                <a:cs typeface="Calibri"/>
              </a:rPr>
              <a:t>s</a:t>
            </a:r>
            <a:r>
              <a:rPr sz="2400" spc="-30" dirty="0">
                <a:latin typeface="Calibri"/>
                <a:cs typeface="Calibri"/>
              </a:rPr>
              <a:t>a</a:t>
            </a:r>
            <a:r>
              <a:rPr sz="2400" spc="-5" dirty="0">
                <a:latin typeface="Calibri"/>
                <a:cs typeface="Calibri"/>
              </a:rPr>
              <a:t>t</a:t>
            </a:r>
            <a:r>
              <a:rPr sz="2400" spc="5" dirty="0">
                <a:latin typeface="Calibri"/>
                <a:cs typeface="Calibri"/>
              </a:rPr>
              <a:t>i</a:t>
            </a:r>
            <a:r>
              <a:rPr sz="2400" spc="-20" dirty="0">
                <a:latin typeface="Calibri"/>
                <a:cs typeface="Calibri"/>
              </a:rPr>
              <a:t>s</a:t>
            </a:r>
            <a:r>
              <a:rPr sz="2400" spc="-35" dirty="0">
                <a:latin typeface="Calibri"/>
                <a:cs typeface="Calibri"/>
              </a:rPr>
              <a:t>f</a:t>
            </a:r>
            <a:r>
              <a:rPr sz="2400" spc="-10" dirty="0">
                <a:latin typeface="Calibri"/>
                <a:cs typeface="Calibri"/>
              </a:rPr>
              <a:t>ac</a:t>
            </a:r>
            <a:r>
              <a:rPr sz="2400" spc="-35" dirty="0">
                <a:latin typeface="Calibri"/>
                <a:cs typeface="Calibri"/>
              </a:rPr>
              <a:t>t</a:t>
            </a:r>
            <a:r>
              <a:rPr sz="2400" spc="-25" dirty="0">
                <a:latin typeface="Calibri"/>
                <a:cs typeface="Calibri"/>
              </a:rPr>
              <a:t>o</a:t>
            </a:r>
            <a:r>
              <a:rPr sz="2400" spc="5" dirty="0">
                <a:latin typeface="Calibri"/>
                <a:cs typeface="Calibri"/>
              </a:rPr>
              <a:t>r</a:t>
            </a:r>
            <a:r>
              <a:rPr sz="2400" spc="-15" dirty="0">
                <a:latin typeface="Calibri"/>
                <a:cs typeface="Calibri"/>
              </a:rPr>
              <a:t>y</a:t>
            </a:r>
            <a:endParaRPr sz="24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30" dirty="0"/>
              <a:t>A</a:t>
            </a:r>
            <a:r>
              <a:rPr spc="-10" dirty="0"/>
              <a:t>da</a:t>
            </a:r>
            <a:r>
              <a:rPr spc="-30" dirty="0"/>
              <a:t>p</a:t>
            </a:r>
            <a:r>
              <a:rPr dirty="0"/>
              <a:t>ti</a:t>
            </a:r>
            <a:r>
              <a:rPr spc="-40" dirty="0"/>
              <a:t>v</a:t>
            </a:r>
            <a:r>
              <a:rPr spc="-20" dirty="0"/>
              <a:t>e</a:t>
            </a:r>
            <a:r>
              <a:rPr spc="-65" dirty="0">
                <a:latin typeface="Times New Roman"/>
                <a:cs typeface="Times New Roman"/>
              </a:rPr>
              <a:t> </a:t>
            </a:r>
            <a:r>
              <a:rPr spc="5" dirty="0"/>
              <a:t>Co</a:t>
            </a:r>
            <a:r>
              <a:rPr spc="-50" dirty="0"/>
              <a:t>n</a:t>
            </a:r>
            <a:r>
              <a:rPr spc="-15" dirty="0"/>
              <a:t>t</a:t>
            </a:r>
            <a:r>
              <a:rPr spc="-85" dirty="0"/>
              <a:t>r</a:t>
            </a:r>
            <a:r>
              <a:rPr spc="5" dirty="0"/>
              <a:t>o</a:t>
            </a:r>
            <a:r>
              <a:rPr dirty="0"/>
              <a:t>l</a:t>
            </a:r>
            <a:r>
              <a:rPr spc="-114" dirty="0">
                <a:latin typeface="Times New Roman"/>
                <a:cs typeface="Times New Roman"/>
              </a:rPr>
              <a:t> </a:t>
            </a:r>
            <a:r>
              <a:rPr spc="5" dirty="0"/>
              <a:t>(</a:t>
            </a:r>
            <a:r>
              <a:rPr spc="-25" dirty="0"/>
              <a:t>1</a:t>
            </a:r>
            <a:r>
              <a:rPr dirty="0"/>
              <a:t>)</a:t>
            </a:r>
          </a:p>
        </p:txBody>
      </p:sp>
      <p:sp>
        <p:nvSpPr>
          <p:cNvPr id="5" name="object 5"/>
          <p:cNvSpPr txBox="1"/>
          <p:nvPr/>
        </p:nvSpPr>
        <p:spPr>
          <a:xfrm>
            <a:off x="707390" y="2147172"/>
            <a:ext cx="7101840" cy="3004820"/>
          </a:xfrm>
          <a:prstGeom prst="rect">
            <a:avLst/>
          </a:prstGeom>
        </p:spPr>
        <p:txBody>
          <a:bodyPr vert="horz" wrap="square" lIns="0" tIns="0" rIns="0" bIns="0" rtlCol="0">
            <a:spAutoFit/>
          </a:bodyPr>
          <a:lstStyle/>
          <a:p>
            <a:pPr marL="528320" marR="1478915" indent="-515620">
              <a:lnSpc>
                <a:spcPts val="2820"/>
              </a:lnSpc>
              <a:buClr>
                <a:srgbClr val="ADB3B8"/>
              </a:buClr>
              <a:buFont typeface="Calibri"/>
              <a:buAutoNum type="arabicPeriod"/>
              <a:tabLst>
                <a:tab pos="528320" algn="l"/>
              </a:tabLst>
            </a:pPr>
            <a:r>
              <a:rPr sz="2600" spc="-10" dirty="0">
                <a:latin typeface="Calibri"/>
                <a:cs typeface="Calibri"/>
              </a:rPr>
              <a:t>C</a:t>
            </a:r>
            <a:r>
              <a:rPr sz="2600" spc="5" dirty="0">
                <a:latin typeface="Calibri"/>
                <a:cs typeface="Calibri"/>
              </a:rPr>
              <a:t>o</a:t>
            </a:r>
            <a:r>
              <a:rPr sz="2600" dirty="0">
                <a:latin typeface="Calibri"/>
                <a:cs typeface="Calibri"/>
              </a:rPr>
              <a:t>ll</a:t>
            </a:r>
            <a:r>
              <a:rPr sz="2600" spc="-10" dirty="0">
                <a:latin typeface="Calibri"/>
                <a:cs typeface="Calibri"/>
              </a:rPr>
              <a:t>ect</a:t>
            </a:r>
            <a:r>
              <a:rPr sz="2600" spc="-65" dirty="0">
                <a:latin typeface="Times New Roman"/>
                <a:cs typeface="Times New Roman"/>
              </a:rPr>
              <a:t> </a:t>
            </a:r>
            <a:r>
              <a:rPr sz="2600" spc="-10" dirty="0">
                <a:latin typeface="Calibri"/>
                <a:cs typeface="Calibri"/>
              </a:rPr>
              <a:t>d</a:t>
            </a:r>
            <a:r>
              <a:rPr sz="2600" spc="-30" dirty="0">
                <a:latin typeface="Calibri"/>
                <a:cs typeface="Calibri"/>
              </a:rPr>
              <a:t>a</a:t>
            </a:r>
            <a:r>
              <a:rPr sz="2600" spc="-45" dirty="0">
                <a:latin typeface="Calibri"/>
                <a:cs typeface="Calibri"/>
              </a:rPr>
              <a:t>t</a:t>
            </a:r>
            <a:r>
              <a:rPr sz="2600" dirty="0">
                <a:latin typeface="Calibri"/>
                <a:cs typeface="Calibri"/>
              </a:rPr>
              <a:t>a</a:t>
            </a:r>
            <a:r>
              <a:rPr sz="2600" spc="-55" dirty="0">
                <a:latin typeface="Times New Roman"/>
                <a:cs typeface="Times New Roman"/>
              </a:rPr>
              <a:t> </a:t>
            </a:r>
            <a:r>
              <a:rPr sz="2600" spc="-10" dirty="0">
                <a:latin typeface="Calibri"/>
                <a:cs typeface="Calibri"/>
              </a:rPr>
              <a:t>an</a:t>
            </a:r>
            <a:r>
              <a:rPr sz="2600" dirty="0">
                <a:latin typeface="Calibri"/>
                <a:cs typeface="Calibri"/>
              </a:rPr>
              <a:t>d</a:t>
            </a:r>
            <a:r>
              <a:rPr sz="2600" spc="-60" dirty="0">
                <a:latin typeface="Times New Roman"/>
                <a:cs typeface="Times New Roman"/>
              </a:rPr>
              <a:t> </a:t>
            </a:r>
            <a:r>
              <a:rPr sz="2600" spc="5" dirty="0">
                <a:latin typeface="Calibri"/>
                <a:cs typeface="Calibri"/>
              </a:rPr>
              <a:t>f</a:t>
            </a:r>
            <a:r>
              <a:rPr sz="2600" dirty="0">
                <a:latin typeface="Calibri"/>
                <a:cs typeface="Calibri"/>
              </a:rPr>
              <a:t>i</a:t>
            </a:r>
            <a:r>
              <a:rPr sz="2600" spc="-10" dirty="0">
                <a:latin typeface="Calibri"/>
                <a:cs typeface="Calibri"/>
              </a:rPr>
              <a:t>n</a:t>
            </a:r>
            <a:r>
              <a:rPr sz="2600" dirty="0">
                <a:latin typeface="Calibri"/>
                <a:cs typeface="Calibri"/>
              </a:rPr>
              <a:t>d</a:t>
            </a:r>
            <a:r>
              <a:rPr sz="2600" spc="-80" dirty="0">
                <a:latin typeface="Times New Roman"/>
                <a:cs typeface="Times New Roman"/>
              </a:rPr>
              <a:t> </a:t>
            </a:r>
            <a:r>
              <a:rPr sz="2600" spc="-5" dirty="0">
                <a:latin typeface="Calibri"/>
                <a:cs typeface="Calibri"/>
              </a:rPr>
              <a:t>t</a:t>
            </a:r>
            <a:r>
              <a:rPr sz="2600" spc="-80" dirty="0">
                <a:latin typeface="Calibri"/>
                <a:cs typeface="Calibri"/>
              </a:rPr>
              <a:t>r</a:t>
            </a:r>
            <a:r>
              <a:rPr sz="2600" spc="-10" dirty="0">
                <a:latin typeface="Calibri"/>
                <a:cs typeface="Calibri"/>
              </a:rPr>
              <a:t>an</a:t>
            </a:r>
            <a:r>
              <a:rPr sz="2600" spc="-20" dirty="0">
                <a:latin typeface="Calibri"/>
                <a:cs typeface="Calibri"/>
              </a:rPr>
              <a:t>s</a:t>
            </a:r>
            <a:r>
              <a:rPr sz="2600" spc="-55" dirty="0">
                <a:latin typeface="Calibri"/>
                <a:cs typeface="Calibri"/>
              </a:rPr>
              <a:t>f</a:t>
            </a:r>
            <a:r>
              <a:rPr sz="2600" spc="-10" dirty="0">
                <a:latin typeface="Calibri"/>
                <a:cs typeface="Calibri"/>
              </a:rPr>
              <a:t>er</a:t>
            </a:r>
            <a:r>
              <a:rPr sz="2600" spc="-60" dirty="0">
                <a:latin typeface="Times New Roman"/>
                <a:cs typeface="Times New Roman"/>
              </a:rPr>
              <a:t> </a:t>
            </a:r>
            <a:r>
              <a:rPr sz="2600" spc="5" dirty="0">
                <a:latin typeface="Calibri"/>
                <a:cs typeface="Calibri"/>
              </a:rPr>
              <a:t>f</a:t>
            </a:r>
            <a:r>
              <a:rPr sz="2600" spc="-10" dirty="0">
                <a:latin typeface="Calibri"/>
                <a:cs typeface="Calibri"/>
              </a:rPr>
              <a:t>un</a:t>
            </a:r>
            <a:r>
              <a:rPr sz="2600"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dirty="0">
                <a:latin typeface="Times New Roman"/>
                <a:cs typeface="Times New Roman"/>
              </a:rPr>
              <a:t> </a:t>
            </a:r>
            <a:r>
              <a:rPr sz="2600" dirty="0">
                <a:latin typeface="Calibri"/>
                <a:cs typeface="Calibri"/>
              </a:rPr>
              <a:t>m</a:t>
            </a:r>
            <a:r>
              <a:rPr sz="2600" spc="5" dirty="0">
                <a:latin typeface="Calibri"/>
                <a:cs typeface="Calibri"/>
              </a:rPr>
              <a:t>o</a:t>
            </a:r>
            <a:r>
              <a:rPr sz="2600" spc="-10" dirty="0">
                <a:latin typeface="Calibri"/>
                <a:cs typeface="Calibri"/>
              </a:rPr>
              <a:t>de</a:t>
            </a:r>
            <a:r>
              <a:rPr sz="2600" dirty="0">
                <a:latin typeface="Calibri"/>
                <a:cs typeface="Calibri"/>
              </a:rPr>
              <a:t>l</a:t>
            </a:r>
            <a:r>
              <a:rPr sz="2600" spc="-90" dirty="0">
                <a:latin typeface="Times New Roman"/>
                <a:cs typeface="Times New Roman"/>
              </a:rPr>
              <a:t> </a:t>
            </a:r>
            <a:r>
              <a:rPr sz="2600" b="1" spc="-35" dirty="0">
                <a:solidFill>
                  <a:srgbClr val="C00000"/>
                </a:solidFill>
                <a:latin typeface="Calibri"/>
                <a:cs typeface="Calibri"/>
              </a:rPr>
              <a:t>s</a:t>
            </a:r>
            <a:r>
              <a:rPr sz="2600" b="1" spc="-15" dirty="0">
                <a:solidFill>
                  <a:srgbClr val="C00000"/>
                </a:solidFill>
                <a:latin typeface="Calibri"/>
                <a:cs typeface="Calibri"/>
              </a:rPr>
              <a:t>t</a:t>
            </a:r>
            <a:r>
              <a:rPr sz="2600" b="1" spc="-5" dirty="0">
                <a:solidFill>
                  <a:srgbClr val="C00000"/>
                </a:solidFill>
                <a:latin typeface="Calibri"/>
                <a:cs typeface="Calibri"/>
              </a:rPr>
              <a:t>r</a:t>
            </a:r>
            <a:r>
              <a:rPr sz="2600" b="1" spc="-15" dirty="0">
                <a:solidFill>
                  <a:srgbClr val="C00000"/>
                </a:solidFill>
                <a:latin typeface="Calibri"/>
                <a:cs typeface="Calibri"/>
              </a:rPr>
              <a:t>u</a:t>
            </a:r>
            <a:r>
              <a:rPr sz="2600" b="1" spc="-10" dirty="0">
                <a:solidFill>
                  <a:srgbClr val="C00000"/>
                </a:solidFill>
                <a:latin typeface="Calibri"/>
                <a:cs typeface="Calibri"/>
              </a:rPr>
              <a:t>c</a:t>
            </a:r>
            <a:r>
              <a:rPr sz="2600" b="1" spc="-15" dirty="0">
                <a:solidFill>
                  <a:srgbClr val="C00000"/>
                </a:solidFill>
                <a:latin typeface="Calibri"/>
                <a:cs typeface="Calibri"/>
              </a:rPr>
              <a:t>tu</a:t>
            </a:r>
            <a:r>
              <a:rPr sz="2600" b="1" spc="-25" dirty="0">
                <a:solidFill>
                  <a:srgbClr val="C00000"/>
                </a:solidFill>
                <a:latin typeface="Calibri"/>
                <a:cs typeface="Calibri"/>
              </a:rPr>
              <a:t>r</a:t>
            </a:r>
            <a:r>
              <a:rPr sz="2600" b="1" dirty="0">
                <a:solidFill>
                  <a:srgbClr val="C00000"/>
                </a:solidFill>
                <a:latin typeface="Calibri"/>
                <a:cs typeface="Calibri"/>
              </a:rPr>
              <a:t>e</a:t>
            </a:r>
            <a:r>
              <a:rPr sz="2600" b="1" spc="-60" dirty="0">
                <a:solidFill>
                  <a:srgbClr val="C00000"/>
                </a:solidFill>
                <a:latin typeface="Times New Roman"/>
                <a:cs typeface="Times New Roman"/>
              </a:rPr>
              <a:t> </a:t>
            </a:r>
            <a:r>
              <a:rPr sz="2600" spc="5" dirty="0">
                <a:latin typeface="Calibri"/>
                <a:cs typeface="Calibri"/>
              </a:rPr>
              <a:t>o</a:t>
            </a:r>
            <a:r>
              <a:rPr sz="2600" spc="-15" dirty="0">
                <a:latin typeface="Calibri"/>
                <a:cs typeface="Calibri"/>
              </a:rPr>
              <a:t>f</a:t>
            </a:r>
            <a:r>
              <a:rPr sz="2600" spc="5" dirty="0">
                <a:latin typeface="Calibri"/>
                <a:cs typeface="Calibri"/>
              </a:rPr>
              <a:t>f</a:t>
            </a:r>
            <a:r>
              <a:rPr sz="2600" dirty="0">
                <a:latin typeface="Calibri"/>
                <a:cs typeface="Calibri"/>
              </a:rPr>
              <a:t>-li</a:t>
            </a:r>
            <a:r>
              <a:rPr sz="2600" spc="-10" dirty="0">
                <a:latin typeface="Calibri"/>
                <a:cs typeface="Calibri"/>
              </a:rPr>
              <a:t>n</a:t>
            </a:r>
            <a:r>
              <a:rPr sz="2600" spc="-15" dirty="0">
                <a:latin typeface="Calibri"/>
                <a:cs typeface="Calibri"/>
              </a:rPr>
              <a:t>e</a:t>
            </a:r>
            <a:endParaRPr sz="2600">
              <a:latin typeface="Calibri"/>
              <a:cs typeface="Calibri"/>
            </a:endParaRPr>
          </a:p>
          <a:p>
            <a:pPr marL="528320" marR="953769" indent="-515620">
              <a:lnSpc>
                <a:spcPts val="2800"/>
              </a:lnSpc>
              <a:spcBef>
                <a:spcPts val="994"/>
              </a:spcBef>
              <a:buClr>
                <a:srgbClr val="ADB3B8"/>
              </a:buClr>
              <a:buFont typeface="Calibri"/>
              <a:buAutoNum type="arabicPeriod"/>
              <a:tabLst>
                <a:tab pos="528320" algn="l"/>
              </a:tabLst>
            </a:pPr>
            <a:r>
              <a:rPr sz="2600" spc="-10" dirty="0">
                <a:latin typeface="Calibri"/>
                <a:cs typeface="Calibri"/>
              </a:rPr>
              <a:t>E</a:t>
            </a:r>
            <a:r>
              <a:rPr sz="2600" spc="-20" dirty="0">
                <a:latin typeface="Calibri"/>
                <a:cs typeface="Calibri"/>
              </a:rPr>
              <a:t>s</a:t>
            </a:r>
            <a:r>
              <a:rPr sz="2600" spc="-5" dirty="0">
                <a:latin typeface="Calibri"/>
                <a:cs typeface="Calibri"/>
              </a:rPr>
              <a:t>t</a:t>
            </a:r>
            <a:r>
              <a:rPr sz="2600" dirty="0">
                <a:latin typeface="Calibri"/>
                <a:cs typeface="Calibri"/>
              </a:rPr>
              <a:t>i</a:t>
            </a:r>
            <a:r>
              <a:rPr sz="2600" spc="-25" dirty="0">
                <a:latin typeface="Calibri"/>
                <a:cs typeface="Calibri"/>
              </a:rPr>
              <a:t>m</a:t>
            </a:r>
            <a:r>
              <a:rPr sz="2600" spc="-30" dirty="0">
                <a:latin typeface="Calibri"/>
                <a:cs typeface="Calibri"/>
              </a:rPr>
              <a:t>a</a:t>
            </a:r>
            <a:r>
              <a:rPr sz="2600" spc="-25" dirty="0">
                <a:latin typeface="Calibri"/>
                <a:cs typeface="Calibri"/>
              </a:rPr>
              <a:t>t</a:t>
            </a:r>
            <a:r>
              <a:rPr sz="2600" spc="-15" dirty="0">
                <a:latin typeface="Calibri"/>
                <a:cs typeface="Calibri"/>
              </a:rPr>
              <a:t>e</a:t>
            </a:r>
            <a:r>
              <a:rPr sz="2600" spc="-8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10" dirty="0">
                <a:latin typeface="Calibri"/>
                <a:cs typeface="Calibri"/>
              </a:rPr>
              <a:t>pa</a:t>
            </a:r>
            <a:r>
              <a:rPr sz="2600" spc="-70" dirty="0">
                <a:latin typeface="Calibri"/>
                <a:cs typeface="Calibri"/>
              </a:rPr>
              <a:t>r</a:t>
            </a:r>
            <a:r>
              <a:rPr sz="2600" spc="-25" dirty="0">
                <a:latin typeface="Calibri"/>
                <a:cs typeface="Calibri"/>
              </a:rPr>
              <a:t>am</a:t>
            </a:r>
            <a:r>
              <a:rPr sz="2600" spc="-30" dirty="0">
                <a:latin typeface="Calibri"/>
                <a:cs typeface="Calibri"/>
              </a:rPr>
              <a:t>e</a:t>
            </a:r>
            <a:r>
              <a:rPr sz="2600" spc="-25" dirty="0">
                <a:latin typeface="Calibri"/>
                <a:cs typeface="Calibri"/>
              </a:rPr>
              <a:t>t</a:t>
            </a:r>
            <a:r>
              <a:rPr sz="2600" spc="-10" dirty="0">
                <a:latin typeface="Calibri"/>
                <a:cs typeface="Calibri"/>
              </a:rPr>
              <a:t>e</a:t>
            </a:r>
            <a:r>
              <a:rPr sz="2600" spc="-60" dirty="0">
                <a:latin typeface="Calibri"/>
                <a:cs typeface="Calibri"/>
              </a:rPr>
              <a:t>r</a:t>
            </a:r>
            <a:r>
              <a:rPr sz="2600" dirty="0">
                <a:latin typeface="Calibri"/>
                <a:cs typeface="Calibri"/>
              </a:rPr>
              <a:t>s</a:t>
            </a:r>
            <a:r>
              <a:rPr sz="2600" spc="-50" dirty="0">
                <a:latin typeface="Times New Roman"/>
                <a:cs typeface="Times New Roman"/>
              </a:rPr>
              <a:t> </a:t>
            </a:r>
            <a:r>
              <a:rPr sz="2600" spc="5" dirty="0">
                <a:latin typeface="Calibri"/>
                <a:cs typeface="Calibri"/>
              </a:rPr>
              <a:t>o</a:t>
            </a:r>
            <a:r>
              <a:rPr sz="2600" spc="-10" dirty="0">
                <a:latin typeface="Calibri"/>
                <a:cs typeface="Calibri"/>
              </a:rPr>
              <a:t>n</a:t>
            </a:r>
            <a:r>
              <a:rPr sz="2600" spc="5" dirty="0">
                <a:latin typeface="Calibri"/>
                <a:cs typeface="Calibri"/>
              </a:rPr>
              <a:t>-</a:t>
            </a:r>
            <a:r>
              <a:rPr sz="2600" dirty="0">
                <a:latin typeface="Calibri"/>
                <a:cs typeface="Calibri"/>
              </a:rPr>
              <a:t>li</a:t>
            </a:r>
            <a:r>
              <a:rPr sz="2600" spc="-25" dirty="0">
                <a:latin typeface="Calibri"/>
                <a:cs typeface="Calibri"/>
              </a:rPr>
              <a:t>n</a:t>
            </a:r>
            <a:r>
              <a:rPr sz="2600" spc="-15" dirty="0">
                <a:latin typeface="Calibri"/>
                <a:cs typeface="Calibri"/>
              </a:rPr>
              <a:t>e</a:t>
            </a:r>
            <a:r>
              <a:rPr sz="2600" spc="-65" dirty="0">
                <a:latin typeface="Times New Roman"/>
                <a:cs typeface="Times New Roman"/>
              </a:rPr>
              <a:t> </a:t>
            </a:r>
            <a:r>
              <a:rPr sz="2600" spc="-10" dirty="0">
                <a:latin typeface="Calibri"/>
                <a:cs typeface="Calibri"/>
              </a:rPr>
              <a:t>u</a:t>
            </a:r>
            <a:r>
              <a:rPr sz="2600" dirty="0">
                <a:latin typeface="Calibri"/>
                <a:cs typeface="Calibri"/>
              </a:rPr>
              <a:t>si</a:t>
            </a:r>
            <a:r>
              <a:rPr sz="2600" spc="-10" dirty="0">
                <a:latin typeface="Calibri"/>
                <a:cs typeface="Calibri"/>
              </a:rPr>
              <a:t>n</a:t>
            </a:r>
            <a:r>
              <a:rPr sz="2600" dirty="0">
                <a:latin typeface="Calibri"/>
                <a:cs typeface="Calibri"/>
              </a:rPr>
              <a:t>g</a:t>
            </a:r>
            <a:r>
              <a:rPr sz="2600" spc="-75" dirty="0">
                <a:latin typeface="Times New Roman"/>
                <a:cs typeface="Times New Roman"/>
              </a:rPr>
              <a:t> </a:t>
            </a:r>
            <a:r>
              <a:rPr sz="2600" spc="-5" dirty="0">
                <a:latin typeface="Calibri"/>
                <a:cs typeface="Calibri"/>
              </a:rPr>
              <a:t>t</a:t>
            </a:r>
            <a:r>
              <a:rPr sz="2600" spc="-25" dirty="0">
                <a:latin typeface="Calibri"/>
                <a:cs typeface="Calibri"/>
              </a:rPr>
              <a:t>he</a:t>
            </a:r>
            <a:r>
              <a:rPr sz="2600" spc="-20" dirty="0">
                <a:latin typeface="Times New Roman"/>
                <a:cs typeface="Times New Roman"/>
              </a:rPr>
              <a:t> </a:t>
            </a:r>
            <a:r>
              <a:rPr sz="2600" dirty="0">
                <a:latin typeface="Calibri"/>
                <a:cs typeface="Calibri"/>
              </a:rPr>
              <a:t>i</a:t>
            </a:r>
            <a:r>
              <a:rPr sz="2600" spc="-10" dirty="0">
                <a:latin typeface="Calibri"/>
                <a:cs typeface="Calibri"/>
              </a:rPr>
              <a:t>npu</a:t>
            </a:r>
            <a:r>
              <a:rPr sz="2600" dirty="0">
                <a:latin typeface="Calibri"/>
                <a:cs typeface="Calibri"/>
              </a:rPr>
              <a:t>t</a:t>
            </a:r>
            <a:r>
              <a:rPr sz="2600" spc="-45" dirty="0">
                <a:latin typeface="Times New Roman"/>
                <a:cs typeface="Times New Roman"/>
              </a:rPr>
              <a:t> </a:t>
            </a:r>
            <a:r>
              <a:rPr sz="2600" spc="-10" dirty="0">
                <a:latin typeface="Calibri"/>
                <a:cs typeface="Calibri"/>
              </a:rPr>
              <a:t>an</a:t>
            </a:r>
            <a:r>
              <a:rPr sz="2600" dirty="0">
                <a:latin typeface="Calibri"/>
                <a:cs typeface="Calibri"/>
              </a:rPr>
              <a:t>d</a:t>
            </a:r>
            <a:r>
              <a:rPr sz="2600" spc="-6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5" dirty="0">
                <a:latin typeface="Calibri"/>
                <a:cs typeface="Calibri"/>
              </a:rPr>
              <a:t>o</a:t>
            </a:r>
            <a:r>
              <a:rPr sz="2600" spc="-10" dirty="0">
                <a:latin typeface="Calibri"/>
                <a:cs typeface="Calibri"/>
              </a:rPr>
              <a:t>u</a:t>
            </a:r>
            <a:r>
              <a:rPr sz="2600" spc="5" dirty="0">
                <a:latin typeface="Calibri"/>
                <a:cs typeface="Calibri"/>
              </a:rPr>
              <a:t>t</a:t>
            </a:r>
            <a:r>
              <a:rPr sz="2600" spc="-10" dirty="0">
                <a:latin typeface="Calibri"/>
                <a:cs typeface="Calibri"/>
              </a:rPr>
              <a:t>put</a:t>
            </a:r>
            <a:endParaRPr sz="2600">
              <a:latin typeface="Calibri"/>
              <a:cs typeface="Calibri"/>
            </a:endParaRPr>
          </a:p>
          <a:p>
            <a:pPr marL="528320" indent="-515620">
              <a:lnSpc>
                <a:spcPct val="100000"/>
              </a:lnSpc>
              <a:spcBef>
                <a:spcPts val="660"/>
              </a:spcBef>
              <a:buClr>
                <a:srgbClr val="ADB3B8"/>
              </a:buClr>
              <a:buFont typeface="Calibri"/>
              <a:buAutoNum type="arabicPeriod"/>
              <a:tabLst>
                <a:tab pos="528320" algn="l"/>
              </a:tabLst>
            </a:pPr>
            <a:r>
              <a:rPr sz="2600" spc="-10" dirty="0">
                <a:latin typeface="Calibri"/>
                <a:cs typeface="Calibri"/>
              </a:rPr>
              <a:t>Ca</a:t>
            </a:r>
            <a:r>
              <a:rPr sz="2600" dirty="0">
                <a:latin typeface="Calibri"/>
                <a:cs typeface="Calibri"/>
              </a:rPr>
              <a:t>l</a:t>
            </a:r>
            <a:r>
              <a:rPr sz="2600" spc="-15" dirty="0">
                <a:latin typeface="Calibri"/>
                <a:cs typeface="Calibri"/>
              </a:rPr>
              <a:t>c</a:t>
            </a:r>
            <a:r>
              <a:rPr sz="2600" spc="-10" dirty="0">
                <a:latin typeface="Calibri"/>
                <a:cs typeface="Calibri"/>
              </a:rPr>
              <a:t>u</a:t>
            </a:r>
            <a:r>
              <a:rPr sz="2600" dirty="0">
                <a:latin typeface="Calibri"/>
                <a:cs typeface="Calibri"/>
              </a:rPr>
              <a:t>l</a:t>
            </a:r>
            <a:r>
              <a:rPr sz="2600" spc="-30" dirty="0">
                <a:latin typeface="Calibri"/>
                <a:cs typeface="Calibri"/>
              </a:rPr>
              <a:t>a</a:t>
            </a:r>
            <a:r>
              <a:rPr sz="2600" spc="-25" dirty="0">
                <a:latin typeface="Calibri"/>
                <a:cs typeface="Calibri"/>
              </a:rPr>
              <a:t>t</a:t>
            </a:r>
            <a:r>
              <a:rPr sz="2600" spc="-15" dirty="0">
                <a:latin typeface="Calibri"/>
                <a:cs typeface="Calibri"/>
              </a:rPr>
              <a:t>e</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spc="-10" dirty="0">
                <a:latin typeface="Calibri"/>
                <a:cs typeface="Calibri"/>
              </a:rPr>
              <a:t>pa</a:t>
            </a:r>
            <a:r>
              <a:rPr sz="2600" spc="-70" dirty="0">
                <a:latin typeface="Calibri"/>
                <a:cs typeface="Calibri"/>
              </a:rPr>
              <a:t>r</a:t>
            </a:r>
            <a:r>
              <a:rPr sz="2600" spc="-25" dirty="0">
                <a:latin typeface="Calibri"/>
                <a:cs typeface="Calibri"/>
              </a:rPr>
              <a:t>am</a:t>
            </a:r>
            <a:r>
              <a:rPr sz="2600" spc="-30" dirty="0">
                <a:latin typeface="Calibri"/>
                <a:cs typeface="Calibri"/>
              </a:rPr>
              <a:t>e</a:t>
            </a:r>
            <a:r>
              <a:rPr sz="2600" spc="-25" dirty="0">
                <a:latin typeface="Calibri"/>
                <a:cs typeface="Calibri"/>
              </a:rPr>
              <a:t>t</a:t>
            </a:r>
            <a:r>
              <a:rPr sz="2600" spc="-10" dirty="0">
                <a:latin typeface="Calibri"/>
                <a:cs typeface="Calibri"/>
              </a:rPr>
              <a:t>e</a:t>
            </a:r>
            <a:r>
              <a:rPr sz="2600" spc="-60" dirty="0">
                <a:latin typeface="Calibri"/>
                <a:cs typeface="Calibri"/>
              </a:rPr>
              <a:t>r</a:t>
            </a:r>
            <a:r>
              <a:rPr sz="2600" dirty="0">
                <a:latin typeface="Calibri"/>
                <a:cs typeface="Calibri"/>
              </a:rPr>
              <a:t>s</a:t>
            </a:r>
            <a:r>
              <a:rPr sz="2600" spc="-50" dirty="0">
                <a:latin typeface="Times New Roman"/>
                <a:cs typeface="Times New Roman"/>
              </a:rPr>
              <a:t> </a:t>
            </a:r>
            <a:r>
              <a:rPr sz="2600" spc="5" dirty="0">
                <a:latin typeface="Calibri"/>
                <a:cs typeface="Calibri"/>
              </a:rPr>
              <a:t>f</a:t>
            </a:r>
            <a:r>
              <a:rPr sz="2600" spc="-60" dirty="0">
                <a:latin typeface="Calibri"/>
                <a:cs typeface="Calibri"/>
              </a:rPr>
              <a:t>r</a:t>
            </a:r>
            <a:r>
              <a:rPr sz="2600" spc="5" dirty="0">
                <a:latin typeface="Calibri"/>
                <a:cs typeface="Calibri"/>
              </a:rPr>
              <a:t>o</a:t>
            </a:r>
            <a:r>
              <a:rPr sz="2600" spc="-25" dirty="0">
                <a:latin typeface="Calibri"/>
                <a:cs typeface="Calibri"/>
              </a:rPr>
              <a:t>m</a:t>
            </a:r>
            <a:r>
              <a:rPr sz="2600" spc="-9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spc="5" dirty="0">
                <a:latin typeface="Calibri"/>
                <a:cs typeface="Calibri"/>
              </a:rPr>
              <a:t>o</a:t>
            </a:r>
            <a:r>
              <a:rPr sz="2600" spc="-25" dirty="0">
                <a:latin typeface="Calibri"/>
                <a:cs typeface="Calibri"/>
              </a:rPr>
              <a:t>d</a:t>
            </a:r>
            <a:r>
              <a:rPr sz="2600" spc="-10" dirty="0">
                <a:latin typeface="Calibri"/>
                <a:cs typeface="Calibri"/>
              </a:rPr>
              <a:t>e</a:t>
            </a:r>
            <a:r>
              <a:rPr sz="2600" dirty="0">
                <a:latin typeface="Calibri"/>
                <a:cs typeface="Calibri"/>
              </a:rPr>
              <a:t>l</a:t>
            </a:r>
            <a:endParaRPr sz="2600">
              <a:latin typeface="Calibri"/>
              <a:cs typeface="Calibri"/>
            </a:endParaRPr>
          </a:p>
          <a:p>
            <a:pPr marL="528320" indent="-515620">
              <a:lnSpc>
                <a:spcPct val="100000"/>
              </a:lnSpc>
              <a:spcBef>
                <a:spcPts val="680"/>
              </a:spcBef>
              <a:buClr>
                <a:srgbClr val="ADB3B8"/>
              </a:buClr>
              <a:buFont typeface="Calibri"/>
              <a:buAutoNum type="arabicPeriod"/>
              <a:tabLst>
                <a:tab pos="528320" algn="l"/>
              </a:tabLst>
            </a:pPr>
            <a:r>
              <a:rPr sz="2600" spc="-10" dirty="0">
                <a:latin typeface="Calibri"/>
                <a:cs typeface="Calibri"/>
              </a:rPr>
              <a:t>Ca</a:t>
            </a:r>
            <a:r>
              <a:rPr sz="2600" dirty="0">
                <a:latin typeface="Calibri"/>
                <a:cs typeface="Calibri"/>
              </a:rPr>
              <a:t>l</a:t>
            </a:r>
            <a:r>
              <a:rPr sz="2600" spc="-15" dirty="0">
                <a:latin typeface="Calibri"/>
                <a:cs typeface="Calibri"/>
              </a:rPr>
              <a:t>c</a:t>
            </a:r>
            <a:r>
              <a:rPr sz="2600" spc="-10" dirty="0">
                <a:latin typeface="Calibri"/>
                <a:cs typeface="Calibri"/>
              </a:rPr>
              <a:t>u</a:t>
            </a:r>
            <a:r>
              <a:rPr sz="2600" dirty="0">
                <a:latin typeface="Calibri"/>
                <a:cs typeface="Calibri"/>
              </a:rPr>
              <a:t>l</a:t>
            </a:r>
            <a:r>
              <a:rPr sz="2600" spc="-30" dirty="0">
                <a:latin typeface="Calibri"/>
                <a:cs typeface="Calibri"/>
              </a:rPr>
              <a:t>a</a:t>
            </a:r>
            <a:r>
              <a:rPr sz="2600" spc="-25" dirty="0">
                <a:latin typeface="Calibri"/>
                <a:cs typeface="Calibri"/>
              </a:rPr>
              <a:t>t</a:t>
            </a:r>
            <a:r>
              <a:rPr sz="2600" spc="-15" dirty="0">
                <a:latin typeface="Calibri"/>
                <a:cs typeface="Calibri"/>
              </a:rPr>
              <a:t>e</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n</a:t>
            </a:r>
            <a:r>
              <a:rPr sz="2600" spc="-5" dirty="0">
                <a:latin typeface="Calibri"/>
                <a:cs typeface="Calibri"/>
              </a:rPr>
              <a:t>t</a:t>
            </a:r>
            <a:r>
              <a:rPr sz="2600" spc="-60" dirty="0">
                <a:latin typeface="Calibri"/>
                <a:cs typeface="Calibri"/>
              </a:rPr>
              <a:t>r</a:t>
            </a:r>
            <a:r>
              <a:rPr sz="2600" spc="5" dirty="0">
                <a:latin typeface="Calibri"/>
                <a:cs typeface="Calibri"/>
              </a:rPr>
              <a:t>o</a:t>
            </a:r>
            <a:r>
              <a:rPr sz="2600" dirty="0">
                <a:latin typeface="Calibri"/>
                <a:cs typeface="Calibri"/>
              </a:rPr>
              <a:t>l</a:t>
            </a:r>
            <a:r>
              <a:rPr sz="2600" spc="-70" dirty="0">
                <a:latin typeface="Times New Roman"/>
                <a:cs typeface="Times New Roman"/>
              </a:rPr>
              <a:t> </a:t>
            </a:r>
            <a:r>
              <a:rPr sz="2600" dirty="0">
                <a:latin typeface="Calibri"/>
                <a:cs typeface="Calibri"/>
              </a:rPr>
              <a:t>i</a:t>
            </a:r>
            <a:r>
              <a:rPr sz="2600" spc="-10" dirty="0">
                <a:latin typeface="Calibri"/>
                <a:cs typeface="Calibri"/>
              </a:rPr>
              <a:t>npu</a:t>
            </a:r>
            <a:r>
              <a:rPr sz="2600" dirty="0">
                <a:latin typeface="Calibri"/>
                <a:cs typeface="Calibri"/>
              </a:rPr>
              <a:t>t</a:t>
            </a:r>
            <a:r>
              <a:rPr sz="2600" spc="-45" dirty="0">
                <a:latin typeface="Times New Roman"/>
                <a:cs typeface="Times New Roman"/>
              </a:rPr>
              <a:t> </a:t>
            </a:r>
            <a:r>
              <a:rPr sz="2600" dirty="0">
                <a:latin typeface="Calibri"/>
                <a:cs typeface="Calibri"/>
              </a:rPr>
              <a:t>si</a:t>
            </a:r>
            <a:r>
              <a:rPr sz="2600" spc="-5" dirty="0">
                <a:latin typeface="Calibri"/>
                <a:cs typeface="Calibri"/>
              </a:rPr>
              <a:t>gnal</a:t>
            </a:r>
            <a:endParaRPr sz="2600">
              <a:latin typeface="Calibri"/>
              <a:cs typeface="Calibri"/>
            </a:endParaRPr>
          </a:p>
          <a:p>
            <a:pPr marL="528320" indent="-515620">
              <a:lnSpc>
                <a:spcPct val="100000"/>
              </a:lnSpc>
              <a:spcBef>
                <a:spcPts val="700"/>
              </a:spcBef>
              <a:buClr>
                <a:srgbClr val="ADB3B8"/>
              </a:buClr>
              <a:buFont typeface="Calibri"/>
              <a:buAutoNum type="arabicPeriod"/>
              <a:tabLst>
                <a:tab pos="528320" algn="l"/>
              </a:tabLst>
            </a:pPr>
            <a:r>
              <a:rPr sz="2600" spc="-50" dirty="0">
                <a:latin typeface="Calibri"/>
                <a:cs typeface="Calibri"/>
              </a:rPr>
              <a:t>R</a:t>
            </a:r>
            <a:r>
              <a:rPr sz="2600" spc="-10" dirty="0">
                <a:latin typeface="Calibri"/>
                <a:cs typeface="Calibri"/>
              </a:rPr>
              <a:t>e</a:t>
            </a:r>
            <a:r>
              <a:rPr sz="2600" spc="-25" dirty="0">
                <a:latin typeface="Calibri"/>
                <a:cs typeface="Calibri"/>
              </a:rPr>
              <a:t>p</a:t>
            </a:r>
            <a:r>
              <a:rPr sz="2600" spc="-10" dirty="0">
                <a:latin typeface="Calibri"/>
                <a:cs typeface="Calibri"/>
              </a:rPr>
              <a:t>e</a:t>
            </a:r>
            <a:r>
              <a:rPr sz="2600" spc="-45" dirty="0">
                <a:latin typeface="Calibri"/>
                <a:cs typeface="Calibri"/>
              </a:rPr>
              <a:t>a</a:t>
            </a:r>
            <a:r>
              <a:rPr sz="2600" spc="-10" dirty="0">
                <a:latin typeface="Calibri"/>
                <a:cs typeface="Calibri"/>
              </a:rPr>
              <a:t>t</a:t>
            </a:r>
            <a:r>
              <a:rPr sz="2600" spc="-85" dirty="0">
                <a:latin typeface="Times New Roman"/>
                <a:cs typeface="Times New Roman"/>
              </a:rPr>
              <a:t> </a:t>
            </a:r>
            <a:r>
              <a:rPr sz="2600" spc="-20" dirty="0">
                <a:latin typeface="Calibri"/>
                <a:cs typeface="Calibri"/>
              </a:rPr>
              <a:t>s</a:t>
            </a:r>
            <a:r>
              <a:rPr sz="2600" spc="-25" dirty="0">
                <a:latin typeface="Calibri"/>
                <a:cs typeface="Calibri"/>
              </a:rPr>
              <a:t>t</a:t>
            </a:r>
            <a:r>
              <a:rPr sz="2600" spc="-10" dirty="0">
                <a:latin typeface="Calibri"/>
                <a:cs typeface="Calibri"/>
              </a:rPr>
              <a:t>e</a:t>
            </a:r>
            <a:r>
              <a:rPr sz="2600" spc="-45" dirty="0">
                <a:latin typeface="Calibri"/>
                <a:cs typeface="Calibri"/>
              </a:rPr>
              <a:t>p</a:t>
            </a:r>
            <a:r>
              <a:rPr sz="2600" dirty="0">
                <a:latin typeface="Calibri"/>
                <a:cs typeface="Calibri"/>
              </a:rPr>
              <a:t>s</a:t>
            </a:r>
            <a:r>
              <a:rPr sz="2600" spc="-110" dirty="0">
                <a:latin typeface="Times New Roman"/>
                <a:cs typeface="Times New Roman"/>
              </a:rPr>
              <a:t> </a:t>
            </a:r>
            <a:r>
              <a:rPr sz="2600" spc="-15" dirty="0">
                <a:latin typeface="Calibri"/>
                <a:cs typeface="Calibri"/>
              </a:rPr>
              <a:t>2</a:t>
            </a:r>
            <a:r>
              <a:rPr sz="2600" dirty="0">
                <a:latin typeface="Calibri"/>
                <a:cs typeface="Calibri"/>
              </a:rPr>
              <a:t>-</a:t>
            </a:r>
            <a:r>
              <a:rPr sz="2600" spc="-15" dirty="0">
                <a:latin typeface="Calibri"/>
                <a:cs typeface="Calibri"/>
              </a:rPr>
              <a:t>4</a:t>
            </a:r>
            <a:r>
              <a:rPr sz="2600" spc="-70" dirty="0">
                <a:latin typeface="Times New Roman"/>
                <a:cs typeface="Times New Roman"/>
              </a:rPr>
              <a:t> </a:t>
            </a:r>
            <a:r>
              <a:rPr sz="2600" spc="-55" dirty="0">
                <a:latin typeface="Calibri"/>
                <a:cs typeface="Calibri"/>
              </a:rPr>
              <a:t>f</a:t>
            </a:r>
            <a:r>
              <a:rPr sz="2600" spc="5" dirty="0">
                <a:latin typeface="Calibri"/>
                <a:cs typeface="Calibri"/>
              </a:rPr>
              <a:t>o</a:t>
            </a:r>
            <a:r>
              <a:rPr sz="2600" spc="-10" dirty="0">
                <a:latin typeface="Calibri"/>
                <a:cs typeface="Calibri"/>
              </a:rPr>
              <a:t>r</a:t>
            </a:r>
            <a:r>
              <a:rPr sz="2600" spc="-80" dirty="0">
                <a:latin typeface="Times New Roman"/>
                <a:cs typeface="Times New Roman"/>
              </a:rPr>
              <a:t> </a:t>
            </a:r>
            <a:r>
              <a:rPr sz="2600" spc="-10" dirty="0">
                <a:latin typeface="Calibri"/>
                <a:cs typeface="Calibri"/>
              </a:rPr>
              <a:t>e</a:t>
            </a:r>
            <a:r>
              <a:rPr sz="2600" spc="-25" dirty="0">
                <a:latin typeface="Calibri"/>
                <a:cs typeface="Calibri"/>
              </a:rPr>
              <a:t>a</a:t>
            </a:r>
            <a:r>
              <a:rPr sz="2600" spc="-15" dirty="0">
                <a:latin typeface="Calibri"/>
                <a:cs typeface="Calibri"/>
              </a:rPr>
              <a:t>c</a:t>
            </a:r>
            <a:r>
              <a:rPr sz="2600" dirty="0">
                <a:latin typeface="Calibri"/>
                <a:cs typeface="Calibri"/>
              </a:rPr>
              <a:t>h</a:t>
            </a:r>
            <a:r>
              <a:rPr sz="2600" spc="-80" dirty="0">
                <a:latin typeface="Times New Roman"/>
                <a:cs typeface="Times New Roman"/>
              </a:rPr>
              <a:t> </a:t>
            </a:r>
            <a:r>
              <a:rPr sz="2600" dirty="0">
                <a:latin typeface="Calibri"/>
                <a:cs typeface="Calibri"/>
              </a:rPr>
              <a:t>s</a:t>
            </a:r>
            <a:r>
              <a:rPr sz="2600" spc="-25" dirty="0">
                <a:latin typeface="Calibri"/>
                <a:cs typeface="Calibri"/>
              </a:rPr>
              <a:t>am</a:t>
            </a:r>
            <a:r>
              <a:rPr sz="2600" spc="-10" dirty="0">
                <a:latin typeface="Calibri"/>
                <a:cs typeface="Calibri"/>
              </a:rPr>
              <a:t>p</a:t>
            </a:r>
            <a:r>
              <a:rPr sz="2600" dirty="0">
                <a:latin typeface="Calibri"/>
                <a:cs typeface="Calibri"/>
              </a:rPr>
              <a:t>l</a:t>
            </a:r>
            <a:r>
              <a:rPr sz="2600" spc="-15" dirty="0">
                <a:latin typeface="Calibri"/>
                <a:cs typeface="Calibri"/>
              </a:rPr>
              <a:t>e</a:t>
            </a:r>
            <a:endParaRPr sz="26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30" dirty="0"/>
              <a:t>A</a:t>
            </a:r>
            <a:r>
              <a:rPr spc="-10" dirty="0"/>
              <a:t>da</a:t>
            </a:r>
            <a:r>
              <a:rPr spc="-30" dirty="0"/>
              <a:t>p</a:t>
            </a:r>
            <a:r>
              <a:rPr dirty="0"/>
              <a:t>ti</a:t>
            </a:r>
            <a:r>
              <a:rPr spc="-40" dirty="0"/>
              <a:t>v</a:t>
            </a:r>
            <a:r>
              <a:rPr spc="-20" dirty="0"/>
              <a:t>e</a:t>
            </a:r>
            <a:r>
              <a:rPr spc="-65" dirty="0">
                <a:latin typeface="Times New Roman"/>
                <a:cs typeface="Times New Roman"/>
              </a:rPr>
              <a:t> </a:t>
            </a:r>
            <a:r>
              <a:rPr spc="5" dirty="0"/>
              <a:t>Co</a:t>
            </a:r>
            <a:r>
              <a:rPr spc="-50" dirty="0"/>
              <a:t>n</a:t>
            </a:r>
            <a:r>
              <a:rPr spc="-15" dirty="0"/>
              <a:t>t</a:t>
            </a:r>
            <a:r>
              <a:rPr spc="-85" dirty="0"/>
              <a:t>r</a:t>
            </a:r>
            <a:r>
              <a:rPr spc="5" dirty="0"/>
              <a:t>o</a:t>
            </a:r>
            <a:r>
              <a:rPr dirty="0"/>
              <a:t>l</a:t>
            </a:r>
            <a:r>
              <a:rPr spc="-114" dirty="0">
                <a:latin typeface="Times New Roman"/>
                <a:cs typeface="Times New Roman"/>
              </a:rPr>
              <a:t> </a:t>
            </a:r>
            <a:r>
              <a:rPr spc="5" dirty="0"/>
              <a:t>(</a:t>
            </a:r>
            <a:r>
              <a:rPr spc="-25" dirty="0"/>
              <a:t>2</a:t>
            </a:r>
            <a:r>
              <a:rPr dirty="0"/>
              <a:t>)</a:t>
            </a:r>
          </a:p>
        </p:txBody>
      </p:sp>
      <p:sp>
        <p:nvSpPr>
          <p:cNvPr id="5" name="object 5"/>
          <p:cNvSpPr/>
          <p:nvPr/>
        </p:nvSpPr>
        <p:spPr>
          <a:xfrm>
            <a:off x="6985623" y="3247034"/>
            <a:ext cx="198755" cy="161925"/>
          </a:xfrm>
          <a:custGeom>
            <a:avLst/>
            <a:gdLst/>
            <a:ahLst/>
            <a:cxnLst/>
            <a:rect l="l" t="t" r="r" b="b"/>
            <a:pathLst>
              <a:path w="198754" h="161925">
                <a:moveTo>
                  <a:pt x="16425" y="0"/>
                </a:moveTo>
                <a:lnTo>
                  <a:pt x="2428" y="48339"/>
                </a:lnTo>
                <a:lnTo>
                  <a:pt x="0" y="74261"/>
                </a:lnTo>
                <a:lnTo>
                  <a:pt x="329" y="88871"/>
                </a:lnTo>
                <a:lnTo>
                  <a:pt x="5563" y="127978"/>
                </a:lnTo>
                <a:lnTo>
                  <a:pt x="16688" y="161727"/>
                </a:lnTo>
                <a:lnTo>
                  <a:pt x="198390" y="80558"/>
                </a:lnTo>
                <a:lnTo>
                  <a:pt x="16425" y="0"/>
                </a:lnTo>
                <a:close/>
              </a:path>
            </a:pathLst>
          </a:custGeom>
          <a:solidFill>
            <a:srgbClr val="000000"/>
          </a:solidFill>
        </p:spPr>
        <p:txBody>
          <a:bodyPr wrap="square" lIns="0" tIns="0" rIns="0" bIns="0" rtlCol="0"/>
          <a:lstStyle/>
          <a:p>
            <a:endParaRPr/>
          </a:p>
        </p:txBody>
      </p:sp>
      <p:sp>
        <p:nvSpPr>
          <p:cNvPr id="6" name="object 6"/>
          <p:cNvSpPr/>
          <p:nvPr/>
        </p:nvSpPr>
        <p:spPr>
          <a:xfrm>
            <a:off x="6239247" y="3335603"/>
            <a:ext cx="857885" cy="0"/>
          </a:xfrm>
          <a:custGeom>
            <a:avLst/>
            <a:gdLst/>
            <a:ahLst/>
            <a:cxnLst/>
            <a:rect l="l" t="t" r="r" b="b"/>
            <a:pathLst>
              <a:path w="857884">
                <a:moveTo>
                  <a:pt x="0" y="0"/>
                </a:moveTo>
                <a:lnTo>
                  <a:pt x="857421" y="0"/>
                </a:lnTo>
              </a:path>
            </a:pathLst>
          </a:custGeom>
          <a:ln w="16012">
            <a:solidFill>
              <a:srgbClr val="000000"/>
            </a:solidFill>
          </a:ln>
        </p:spPr>
        <p:txBody>
          <a:bodyPr wrap="square" lIns="0" tIns="0" rIns="0" bIns="0" rtlCol="0"/>
          <a:lstStyle/>
          <a:p>
            <a:endParaRPr/>
          </a:p>
        </p:txBody>
      </p:sp>
      <p:sp>
        <p:nvSpPr>
          <p:cNvPr id="7" name="object 7"/>
          <p:cNvSpPr txBox="1"/>
          <p:nvPr/>
        </p:nvSpPr>
        <p:spPr>
          <a:xfrm>
            <a:off x="1812316" y="3040194"/>
            <a:ext cx="201930" cy="250190"/>
          </a:xfrm>
          <a:prstGeom prst="rect">
            <a:avLst/>
          </a:prstGeom>
        </p:spPr>
        <p:txBody>
          <a:bodyPr vert="horz" wrap="square" lIns="0" tIns="0" rIns="0" bIns="0" rtlCol="0">
            <a:spAutoFit/>
          </a:bodyPr>
          <a:lstStyle/>
          <a:p>
            <a:pPr marL="12700">
              <a:lnSpc>
                <a:spcPct val="100000"/>
              </a:lnSpc>
            </a:pPr>
            <a:r>
              <a:rPr sz="1500" i="1" spc="-85" dirty="0">
                <a:latin typeface="Times New Roman"/>
                <a:cs typeface="Times New Roman"/>
              </a:rPr>
              <a:t>D</a:t>
            </a:r>
            <a:r>
              <a:rPr sz="1275" i="1" spc="7" baseline="-26143" dirty="0">
                <a:latin typeface="Times New Roman"/>
                <a:cs typeface="Times New Roman"/>
              </a:rPr>
              <a:t>k</a:t>
            </a:r>
            <a:endParaRPr sz="1275" baseline="-26143">
              <a:latin typeface="Times New Roman"/>
              <a:cs typeface="Times New Roman"/>
            </a:endParaRPr>
          </a:p>
        </p:txBody>
      </p:sp>
      <p:sp>
        <p:nvSpPr>
          <p:cNvPr id="8" name="object 8"/>
          <p:cNvSpPr txBox="1"/>
          <p:nvPr/>
        </p:nvSpPr>
        <p:spPr>
          <a:xfrm>
            <a:off x="6750538" y="3024179"/>
            <a:ext cx="154305" cy="266065"/>
          </a:xfrm>
          <a:prstGeom prst="rect">
            <a:avLst/>
          </a:prstGeom>
        </p:spPr>
        <p:txBody>
          <a:bodyPr vert="horz" wrap="square" lIns="0" tIns="0" rIns="0" bIns="0" rtlCol="0">
            <a:spAutoFit/>
          </a:bodyPr>
          <a:lstStyle/>
          <a:p>
            <a:pPr marR="36195" algn="ctr">
              <a:lnSpc>
                <a:spcPts val="1475"/>
              </a:lnSpc>
            </a:pPr>
            <a:r>
              <a:rPr sz="1500" i="1" spc="-10" dirty="0">
                <a:latin typeface="Times New Roman"/>
                <a:cs typeface="Times New Roman"/>
              </a:rPr>
              <a:t>x</a:t>
            </a:r>
            <a:endParaRPr sz="1500">
              <a:latin typeface="Times New Roman"/>
              <a:cs typeface="Times New Roman"/>
            </a:endParaRPr>
          </a:p>
          <a:p>
            <a:pPr marL="79375" algn="ctr">
              <a:lnSpc>
                <a:spcPts val="695"/>
              </a:lnSpc>
            </a:pPr>
            <a:r>
              <a:rPr sz="850" i="1" spc="5" dirty="0">
                <a:latin typeface="Times New Roman"/>
                <a:cs typeface="Times New Roman"/>
              </a:rPr>
              <a:t>k</a:t>
            </a:r>
            <a:endParaRPr sz="850">
              <a:latin typeface="Times New Roman"/>
              <a:cs typeface="Times New Roman"/>
            </a:endParaRPr>
          </a:p>
        </p:txBody>
      </p:sp>
      <p:sp>
        <p:nvSpPr>
          <p:cNvPr id="9" name="object 9"/>
          <p:cNvSpPr/>
          <p:nvPr/>
        </p:nvSpPr>
        <p:spPr>
          <a:xfrm>
            <a:off x="4746673" y="3031362"/>
            <a:ext cx="1477010" cy="624840"/>
          </a:xfrm>
          <a:custGeom>
            <a:avLst/>
            <a:gdLst/>
            <a:ahLst/>
            <a:cxnLst/>
            <a:rect l="l" t="t" r="r" b="b"/>
            <a:pathLst>
              <a:path w="1477010" h="624839">
                <a:moveTo>
                  <a:pt x="0" y="0"/>
                </a:moveTo>
                <a:lnTo>
                  <a:pt x="1476699" y="0"/>
                </a:lnTo>
                <a:lnTo>
                  <a:pt x="1476699" y="624489"/>
                </a:lnTo>
                <a:lnTo>
                  <a:pt x="0" y="624489"/>
                </a:lnTo>
                <a:lnTo>
                  <a:pt x="0" y="0"/>
                </a:lnTo>
                <a:close/>
              </a:path>
            </a:pathLst>
          </a:custGeom>
          <a:ln w="15991">
            <a:solidFill>
              <a:srgbClr val="000000"/>
            </a:solidFill>
          </a:ln>
        </p:spPr>
        <p:txBody>
          <a:bodyPr wrap="square" lIns="0" tIns="0" rIns="0" bIns="0" rtlCol="0"/>
          <a:lstStyle/>
          <a:p>
            <a:endParaRPr/>
          </a:p>
        </p:txBody>
      </p:sp>
      <p:sp>
        <p:nvSpPr>
          <p:cNvPr id="10" name="object 10"/>
          <p:cNvSpPr/>
          <p:nvPr/>
        </p:nvSpPr>
        <p:spPr>
          <a:xfrm>
            <a:off x="2698336" y="3031362"/>
            <a:ext cx="1477010" cy="624840"/>
          </a:xfrm>
          <a:custGeom>
            <a:avLst/>
            <a:gdLst/>
            <a:ahLst/>
            <a:cxnLst/>
            <a:rect l="l" t="t" r="r" b="b"/>
            <a:pathLst>
              <a:path w="1477010" h="624839">
                <a:moveTo>
                  <a:pt x="0" y="0"/>
                </a:moveTo>
                <a:lnTo>
                  <a:pt x="1476681" y="0"/>
                </a:lnTo>
                <a:lnTo>
                  <a:pt x="1476681" y="624489"/>
                </a:lnTo>
                <a:lnTo>
                  <a:pt x="0" y="624489"/>
                </a:lnTo>
                <a:lnTo>
                  <a:pt x="0" y="0"/>
                </a:lnTo>
                <a:close/>
              </a:path>
            </a:pathLst>
          </a:custGeom>
          <a:ln w="15991">
            <a:solidFill>
              <a:srgbClr val="000000"/>
            </a:solidFill>
          </a:ln>
        </p:spPr>
        <p:txBody>
          <a:bodyPr wrap="square" lIns="0" tIns="0" rIns="0" bIns="0" rtlCol="0"/>
          <a:lstStyle/>
          <a:p>
            <a:endParaRPr/>
          </a:p>
        </p:txBody>
      </p:sp>
      <p:sp>
        <p:nvSpPr>
          <p:cNvPr id="11" name="object 11"/>
          <p:cNvSpPr/>
          <p:nvPr/>
        </p:nvSpPr>
        <p:spPr>
          <a:xfrm>
            <a:off x="6540948" y="3335603"/>
            <a:ext cx="0" cy="656590"/>
          </a:xfrm>
          <a:custGeom>
            <a:avLst/>
            <a:gdLst/>
            <a:ahLst/>
            <a:cxnLst/>
            <a:rect l="l" t="t" r="r" b="b"/>
            <a:pathLst>
              <a:path h="656589">
                <a:moveTo>
                  <a:pt x="0" y="0"/>
                </a:moveTo>
                <a:lnTo>
                  <a:pt x="0" y="656501"/>
                </a:lnTo>
              </a:path>
            </a:pathLst>
          </a:custGeom>
          <a:ln w="15878">
            <a:solidFill>
              <a:srgbClr val="000000"/>
            </a:solidFill>
          </a:ln>
        </p:spPr>
        <p:txBody>
          <a:bodyPr wrap="square" lIns="0" tIns="0" rIns="0" bIns="0" rtlCol="0"/>
          <a:lstStyle/>
          <a:p>
            <a:endParaRPr/>
          </a:p>
        </p:txBody>
      </p:sp>
      <p:sp>
        <p:nvSpPr>
          <p:cNvPr id="12" name="object 12"/>
          <p:cNvSpPr/>
          <p:nvPr/>
        </p:nvSpPr>
        <p:spPr>
          <a:xfrm>
            <a:off x="2079068" y="3992105"/>
            <a:ext cx="4462145" cy="0"/>
          </a:xfrm>
          <a:custGeom>
            <a:avLst/>
            <a:gdLst/>
            <a:ahLst/>
            <a:cxnLst/>
            <a:rect l="l" t="t" r="r" b="b"/>
            <a:pathLst>
              <a:path w="4462145">
                <a:moveTo>
                  <a:pt x="4461880" y="0"/>
                </a:moveTo>
                <a:lnTo>
                  <a:pt x="0" y="0"/>
                </a:lnTo>
              </a:path>
            </a:pathLst>
          </a:custGeom>
          <a:ln w="16012">
            <a:solidFill>
              <a:srgbClr val="000000"/>
            </a:solidFill>
          </a:ln>
        </p:spPr>
        <p:txBody>
          <a:bodyPr wrap="square" lIns="0" tIns="0" rIns="0" bIns="0" rtlCol="0"/>
          <a:lstStyle/>
          <a:p>
            <a:endParaRPr/>
          </a:p>
        </p:txBody>
      </p:sp>
      <p:sp>
        <p:nvSpPr>
          <p:cNvPr id="13" name="object 13"/>
          <p:cNvSpPr/>
          <p:nvPr/>
        </p:nvSpPr>
        <p:spPr>
          <a:xfrm>
            <a:off x="2079068" y="3543766"/>
            <a:ext cx="0" cy="448945"/>
          </a:xfrm>
          <a:custGeom>
            <a:avLst/>
            <a:gdLst/>
            <a:ahLst/>
            <a:cxnLst/>
            <a:rect l="l" t="t" r="r" b="b"/>
            <a:pathLst>
              <a:path h="448945">
                <a:moveTo>
                  <a:pt x="0" y="448338"/>
                </a:moveTo>
                <a:lnTo>
                  <a:pt x="0" y="0"/>
                </a:lnTo>
              </a:path>
            </a:pathLst>
          </a:custGeom>
          <a:ln w="15878">
            <a:solidFill>
              <a:srgbClr val="000000"/>
            </a:solidFill>
          </a:ln>
        </p:spPr>
        <p:txBody>
          <a:bodyPr wrap="square" lIns="0" tIns="0" rIns="0" bIns="0" rtlCol="0"/>
          <a:lstStyle/>
          <a:p>
            <a:endParaRPr/>
          </a:p>
        </p:txBody>
      </p:sp>
      <p:sp>
        <p:nvSpPr>
          <p:cNvPr id="14" name="object 14"/>
          <p:cNvSpPr/>
          <p:nvPr/>
        </p:nvSpPr>
        <p:spPr>
          <a:xfrm>
            <a:off x="2492002" y="3455182"/>
            <a:ext cx="198755" cy="161925"/>
          </a:xfrm>
          <a:custGeom>
            <a:avLst/>
            <a:gdLst/>
            <a:ahLst/>
            <a:cxnLst/>
            <a:rect l="l" t="t" r="r" b="b"/>
            <a:pathLst>
              <a:path w="198755" h="161925">
                <a:moveTo>
                  <a:pt x="16419" y="0"/>
                </a:moveTo>
                <a:lnTo>
                  <a:pt x="2423" y="48340"/>
                </a:lnTo>
                <a:lnTo>
                  <a:pt x="0" y="74262"/>
                </a:lnTo>
                <a:lnTo>
                  <a:pt x="328" y="88877"/>
                </a:lnTo>
                <a:lnTo>
                  <a:pt x="5556" y="127968"/>
                </a:lnTo>
                <a:lnTo>
                  <a:pt x="16675" y="161697"/>
                </a:lnTo>
                <a:lnTo>
                  <a:pt x="198394" y="80558"/>
                </a:lnTo>
                <a:lnTo>
                  <a:pt x="16419" y="0"/>
                </a:lnTo>
                <a:close/>
              </a:path>
            </a:pathLst>
          </a:custGeom>
          <a:solidFill>
            <a:srgbClr val="000000"/>
          </a:solidFill>
        </p:spPr>
        <p:txBody>
          <a:bodyPr wrap="square" lIns="0" tIns="0" rIns="0" bIns="0" rtlCol="0"/>
          <a:lstStyle/>
          <a:p>
            <a:endParaRPr/>
          </a:p>
        </p:txBody>
      </p:sp>
      <p:sp>
        <p:nvSpPr>
          <p:cNvPr id="15" name="object 15"/>
          <p:cNvSpPr/>
          <p:nvPr/>
        </p:nvSpPr>
        <p:spPr>
          <a:xfrm>
            <a:off x="2079068" y="3543766"/>
            <a:ext cx="524510" cy="0"/>
          </a:xfrm>
          <a:custGeom>
            <a:avLst/>
            <a:gdLst/>
            <a:ahLst/>
            <a:cxnLst/>
            <a:rect l="l" t="t" r="r" b="b"/>
            <a:pathLst>
              <a:path w="524510">
                <a:moveTo>
                  <a:pt x="0" y="0"/>
                </a:moveTo>
                <a:lnTo>
                  <a:pt x="523995" y="0"/>
                </a:lnTo>
              </a:path>
            </a:pathLst>
          </a:custGeom>
          <a:ln w="16012">
            <a:solidFill>
              <a:srgbClr val="000000"/>
            </a:solidFill>
          </a:ln>
        </p:spPr>
        <p:txBody>
          <a:bodyPr wrap="square" lIns="0" tIns="0" rIns="0" bIns="0" rtlCol="0"/>
          <a:lstStyle/>
          <a:p>
            <a:endParaRPr/>
          </a:p>
        </p:txBody>
      </p:sp>
      <p:sp>
        <p:nvSpPr>
          <p:cNvPr id="16" name="object 16"/>
          <p:cNvSpPr/>
          <p:nvPr/>
        </p:nvSpPr>
        <p:spPr>
          <a:xfrm>
            <a:off x="2492002" y="3086923"/>
            <a:ext cx="198755" cy="161925"/>
          </a:xfrm>
          <a:custGeom>
            <a:avLst/>
            <a:gdLst/>
            <a:ahLst/>
            <a:cxnLst/>
            <a:rect l="l" t="t" r="r" b="b"/>
            <a:pathLst>
              <a:path w="198755" h="161925">
                <a:moveTo>
                  <a:pt x="16419" y="0"/>
                </a:moveTo>
                <a:lnTo>
                  <a:pt x="2423" y="48327"/>
                </a:lnTo>
                <a:lnTo>
                  <a:pt x="0" y="74256"/>
                </a:lnTo>
                <a:lnTo>
                  <a:pt x="328" y="88862"/>
                </a:lnTo>
                <a:lnTo>
                  <a:pt x="5555" y="127942"/>
                </a:lnTo>
                <a:lnTo>
                  <a:pt x="16673" y="161692"/>
                </a:lnTo>
                <a:lnTo>
                  <a:pt x="198394" y="80558"/>
                </a:lnTo>
                <a:lnTo>
                  <a:pt x="16419" y="0"/>
                </a:lnTo>
                <a:close/>
              </a:path>
            </a:pathLst>
          </a:custGeom>
          <a:solidFill>
            <a:srgbClr val="000000"/>
          </a:solidFill>
        </p:spPr>
        <p:txBody>
          <a:bodyPr wrap="square" lIns="0" tIns="0" rIns="0" bIns="0" rtlCol="0"/>
          <a:lstStyle/>
          <a:p>
            <a:endParaRPr/>
          </a:p>
        </p:txBody>
      </p:sp>
      <p:sp>
        <p:nvSpPr>
          <p:cNvPr id="17" name="object 17"/>
          <p:cNvSpPr/>
          <p:nvPr/>
        </p:nvSpPr>
        <p:spPr>
          <a:xfrm>
            <a:off x="2094951" y="3175494"/>
            <a:ext cx="508634" cy="0"/>
          </a:xfrm>
          <a:custGeom>
            <a:avLst/>
            <a:gdLst/>
            <a:ahLst/>
            <a:cxnLst/>
            <a:rect l="l" t="t" r="r" b="b"/>
            <a:pathLst>
              <a:path w="508635">
                <a:moveTo>
                  <a:pt x="0" y="0"/>
                </a:moveTo>
                <a:lnTo>
                  <a:pt x="508112" y="0"/>
                </a:lnTo>
              </a:path>
            </a:pathLst>
          </a:custGeom>
          <a:ln w="16012">
            <a:solidFill>
              <a:srgbClr val="000000"/>
            </a:solidFill>
          </a:ln>
        </p:spPr>
        <p:txBody>
          <a:bodyPr wrap="square" lIns="0" tIns="0" rIns="0" bIns="0" rtlCol="0"/>
          <a:lstStyle/>
          <a:p>
            <a:endParaRPr/>
          </a:p>
        </p:txBody>
      </p:sp>
      <p:sp>
        <p:nvSpPr>
          <p:cNvPr id="18" name="object 18"/>
          <p:cNvSpPr/>
          <p:nvPr/>
        </p:nvSpPr>
        <p:spPr>
          <a:xfrm>
            <a:off x="4540334" y="3263036"/>
            <a:ext cx="198755" cy="161925"/>
          </a:xfrm>
          <a:custGeom>
            <a:avLst/>
            <a:gdLst/>
            <a:ahLst/>
            <a:cxnLst/>
            <a:rect l="l" t="t" r="r" b="b"/>
            <a:pathLst>
              <a:path w="198754" h="161925">
                <a:moveTo>
                  <a:pt x="16425" y="0"/>
                </a:moveTo>
                <a:lnTo>
                  <a:pt x="2428" y="48339"/>
                </a:lnTo>
                <a:lnTo>
                  <a:pt x="0" y="74261"/>
                </a:lnTo>
                <a:lnTo>
                  <a:pt x="327" y="88877"/>
                </a:lnTo>
                <a:lnTo>
                  <a:pt x="5551" y="127967"/>
                </a:lnTo>
                <a:lnTo>
                  <a:pt x="16674" y="161696"/>
                </a:lnTo>
                <a:lnTo>
                  <a:pt x="198390" y="80558"/>
                </a:lnTo>
                <a:lnTo>
                  <a:pt x="16425" y="0"/>
                </a:lnTo>
                <a:close/>
              </a:path>
            </a:pathLst>
          </a:custGeom>
          <a:solidFill>
            <a:srgbClr val="000000"/>
          </a:solidFill>
        </p:spPr>
        <p:txBody>
          <a:bodyPr wrap="square" lIns="0" tIns="0" rIns="0" bIns="0" rtlCol="0"/>
          <a:lstStyle/>
          <a:p>
            <a:endParaRPr/>
          </a:p>
        </p:txBody>
      </p:sp>
      <p:sp>
        <p:nvSpPr>
          <p:cNvPr id="19" name="object 19"/>
          <p:cNvSpPr/>
          <p:nvPr/>
        </p:nvSpPr>
        <p:spPr>
          <a:xfrm>
            <a:off x="4175018" y="3351611"/>
            <a:ext cx="476884" cy="0"/>
          </a:xfrm>
          <a:custGeom>
            <a:avLst/>
            <a:gdLst/>
            <a:ahLst/>
            <a:cxnLst/>
            <a:rect l="l" t="t" r="r" b="b"/>
            <a:pathLst>
              <a:path w="476885">
                <a:moveTo>
                  <a:pt x="0" y="0"/>
                </a:moveTo>
                <a:lnTo>
                  <a:pt x="476379" y="0"/>
                </a:lnTo>
              </a:path>
            </a:pathLst>
          </a:custGeom>
          <a:ln w="16012">
            <a:solidFill>
              <a:srgbClr val="000000"/>
            </a:solidFill>
          </a:ln>
        </p:spPr>
        <p:txBody>
          <a:bodyPr wrap="square" lIns="0" tIns="0" rIns="0" bIns="0" rtlCol="0"/>
          <a:lstStyle/>
          <a:p>
            <a:endParaRPr/>
          </a:p>
        </p:txBody>
      </p:sp>
      <p:sp>
        <p:nvSpPr>
          <p:cNvPr id="20" name="object 20"/>
          <p:cNvSpPr txBox="1"/>
          <p:nvPr/>
        </p:nvSpPr>
        <p:spPr>
          <a:xfrm>
            <a:off x="2987321" y="3248334"/>
            <a:ext cx="920115" cy="217804"/>
          </a:xfrm>
          <a:prstGeom prst="rect">
            <a:avLst/>
          </a:prstGeom>
        </p:spPr>
        <p:txBody>
          <a:bodyPr vert="horz" wrap="square" lIns="0" tIns="0" rIns="0" bIns="0" rtlCol="0">
            <a:spAutoFit/>
          </a:bodyPr>
          <a:lstStyle/>
          <a:p>
            <a:pPr marL="12700">
              <a:lnSpc>
                <a:spcPct val="100000"/>
              </a:lnSpc>
            </a:pPr>
            <a:r>
              <a:rPr sz="1500" b="1" spc="40" dirty="0">
                <a:latin typeface="Times New Roman"/>
                <a:cs typeface="Times New Roman"/>
              </a:rPr>
              <a:t>C</a:t>
            </a:r>
            <a:r>
              <a:rPr sz="1500" b="1" dirty="0">
                <a:latin typeface="Times New Roman"/>
                <a:cs typeface="Times New Roman"/>
              </a:rPr>
              <a:t>o</a:t>
            </a:r>
            <a:r>
              <a:rPr sz="1500" b="1" spc="40" dirty="0">
                <a:latin typeface="Times New Roman"/>
                <a:cs typeface="Times New Roman"/>
              </a:rPr>
              <a:t>n</a:t>
            </a:r>
            <a:r>
              <a:rPr sz="1500" b="1" dirty="0">
                <a:latin typeface="Times New Roman"/>
                <a:cs typeface="Times New Roman"/>
              </a:rPr>
              <a:t>t</a:t>
            </a:r>
            <a:r>
              <a:rPr sz="1500" b="1" spc="-45" dirty="0">
                <a:latin typeface="Times New Roman"/>
                <a:cs typeface="Times New Roman"/>
              </a:rPr>
              <a:t>r</a:t>
            </a:r>
            <a:r>
              <a:rPr sz="1500" b="1" dirty="0">
                <a:latin typeface="Times New Roman"/>
                <a:cs typeface="Times New Roman"/>
              </a:rPr>
              <a:t>o</a:t>
            </a:r>
            <a:r>
              <a:rPr sz="1500" b="1" spc="80" dirty="0">
                <a:latin typeface="Times New Roman"/>
                <a:cs typeface="Times New Roman"/>
              </a:rPr>
              <a:t>l</a:t>
            </a:r>
            <a:r>
              <a:rPr sz="1500" b="1" spc="70" dirty="0">
                <a:latin typeface="Times New Roman"/>
                <a:cs typeface="Times New Roman"/>
              </a:rPr>
              <a:t>le</a:t>
            </a:r>
            <a:r>
              <a:rPr sz="1500" b="1" spc="-10" dirty="0">
                <a:latin typeface="Times New Roman"/>
                <a:cs typeface="Times New Roman"/>
              </a:rPr>
              <a:t>r</a:t>
            </a:r>
            <a:endParaRPr sz="1500">
              <a:latin typeface="Times New Roman"/>
              <a:cs typeface="Times New Roman"/>
            </a:endParaRPr>
          </a:p>
        </p:txBody>
      </p:sp>
      <p:sp>
        <p:nvSpPr>
          <p:cNvPr id="21" name="object 21"/>
          <p:cNvSpPr txBox="1"/>
          <p:nvPr/>
        </p:nvSpPr>
        <p:spPr>
          <a:xfrm>
            <a:off x="5178578" y="3232392"/>
            <a:ext cx="645160" cy="217804"/>
          </a:xfrm>
          <a:prstGeom prst="rect">
            <a:avLst/>
          </a:prstGeom>
        </p:spPr>
        <p:txBody>
          <a:bodyPr vert="horz" wrap="square" lIns="0" tIns="0" rIns="0" bIns="0" rtlCol="0">
            <a:spAutoFit/>
          </a:bodyPr>
          <a:lstStyle/>
          <a:p>
            <a:pPr marL="12700">
              <a:lnSpc>
                <a:spcPct val="100000"/>
              </a:lnSpc>
            </a:pPr>
            <a:r>
              <a:rPr sz="1500" b="1" dirty="0">
                <a:latin typeface="Times New Roman"/>
                <a:cs typeface="Times New Roman"/>
              </a:rPr>
              <a:t>S</a:t>
            </a:r>
            <a:r>
              <a:rPr sz="1500" b="1" spc="-210" dirty="0">
                <a:latin typeface="Times New Roman"/>
                <a:cs typeface="Times New Roman"/>
              </a:rPr>
              <a:t> </a:t>
            </a:r>
            <a:r>
              <a:rPr sz="1500" b="1" dirty="0">
                <a:latin typeface="Times New Roman"/>
                <a:cs typeface="Times New Roman"/>
              </a:rPr>
              <a:t>y</a:t>
            </a:r>
            <a:r>
              <a:rPr sz="1500" b="1" spc="40" dirty="0">
                <a:latin typeface="Times New Roman"/>
                <a:cs typeface="Times New Roman"/>
              </a:rPr>
              <a:t>s</a:t>
            </a:r>
            <a:r>
              <a:rPr sz="1500" b="1" dirty="0">
                <a:latin typeface="Times New Roman"/>
                <a:cs typeface="Times New Roman"/>
              </a:rPr>
              <a:t>t</a:t>
            </a:r>
            <a:r>
              <a:rPr sz="1500" b="1" spc="80" dirty="0">
                <a:latin typeface="Times New Roman"/>
                <a:cs typeface="Times New Roman"/>
              </a:rPr>
              <a:t>e</a:t>
            </a:r>
            <a:r>
              <a:rPr sz="1500" b="1" dirty="0">
                <a:latin typeface="Times New Roman"/>
                <a:cs typeface="Times New Roman"/>
              </a:rPr>
              <a:t>m</a:t>
            </a:r>
            <a:endParaRPr sz="1500">
              <a:latin typeface="Times New Roman"/>
              <a:cs typeface="Times New Roman"/>
            </a:endParaRPr>
          </a:p>
        </p:txBody>
      </p:sp>
      <p:sp>
        <p:nvSpPr>
          <p:cNvPr id="22" name="object 22"/>
          <p:cNvSpPr/>
          <p:nvPr/>
        </p:nvSpPr>
        <p:spPr>
          <a:xfrm>
            <a:off x="2682453" y="2038601"/>
            <a:ext cx="1477010" cy="480695"/>
          </a:xfrm>
          <a:custGeom>
            <a:avLst/>
            <a:gdLst/>
            <a:ahLst/>
            <a:cxnLst/>
            <a:rect l="l" t="t" r="r" b="b"/>
            <a:pathLst>
              <a:path w="1477010" h="480694">
                <a:moveTo>
                  <a:pt x="0" y="0"/>
                </a:moveTo>
                <a:lnTo>
                  <a:pt x="1476720" y="0"/>
                </a:lnTo>
                <a:lnTo>
                  <a:pt x="1476720" y="480388"/>
                </a:lnTo>
                <a:lnTo>
                  <a:pt x="0" y="480388"/>
                </a:lnTo>
                <a:lnTo>
                  <a:pt x="0" y="0"/>
                </a:lnTo>
                <a:close/>
              </a:path>
            </a:pathLst>
          </a:custGeom>
          <a:ln w="15999">
            <a:solidFill>
              <a:srgbClr val="000000"/>
            </a:solidFill>
          </a:ln>
        </p:spPr>
        <p:txBody>
          <a:bodyPr wrap="square" lIns="0" tIns="0" rIns="0" bIns="0" rtlCol="0"/>
          <a:lstStyle/>
          <a:p>
            <a:endParaRPr/>
          </a:p>
        </p:txBody>
      </p:sp>
      <p:sp>
        <p:nvSpPr>
          <p:cNvPr id="23" name="object 23"/>
          <p:cNvSpPr/>
          <p:nvPr/>
        </p:nvSpPr>
        <p:spPr>
          <a:xfrm>
            <a:off x="4746673" y="2022593"/>
            <a:ext cx="1477010" cy="480695"/>
          </a:xfrm>
          <a:custGeom>
            <a:avLst/>
            <a:gdLst/>
            <a:ahLst/>
            <a:cxnLst/>
            <a:rect l="l" t="t" r="r" b="b"/>
            <a:pathLst>
              <a:path w="1477010" h="480694">
                <a:moveTo>
                  <a:pt x="0" y="0"/>
                </a:moveTo>
                <a:lnTo>
                  <a:pt x="1476699" y="0"/>
                </a:lnTo>
                <a:lnTo>
                  <a:pt x="1476699" y="480357"/>
                </a:lnTo>
                <a:lnTo>
                  <a:pt x="0" y="480357"/>
                </a:lnTo>
                <a:lnTo>
                  <a:pt x="0" y="0"/>
                </a:lnTo>
                <a:close/>
              </a:path>
            </a:pathLst>
          </a:custGeom>
          <a:ln w="15999">
            <a:solidFill>
              <a:srgbClr val="000000"/>
            </a:solidFill>
          </a:ln>
        </p:spPr>
        <p:txBody>
          <a:bodyPr wrap="square" lIns="0" tIns="0" rIns="0" bIns="0" rtlCol="0"/>
          <a:lstStyle/>
          <a:p>
            <a:endParaRPr/>
          </a:p>
        </p:txBody>
      </p:sp>
      <p:sp>
        <p:nvSpPr>
          <p:cNvPr id="24" name="object 24"/>
          <p:cNvSpPr/>
          <p:nvPr/>
        </p:nvSpPr>
        <p:spPr>
          <a:xfrm>
            <a:off x="6652098" y="2262772"/>
            <a:ext cx="0" cy="1073150"/>
          </a:xfrm>
          <a:custGeom>
            <a:avLst/>
            <a:gdLst/>
            <a:ahLst/>
            <a:cxnLst/>
            <a:rect l="l" t="t" r="r" b="b"/>
            <a:pathLst>
              <a:path h="1073150">
                <a:moveTo>
                  <a:pt x="0" y="1072830"/>
                </a:moveTo>
                <a:lnTo>
                  <a:pt x="0" y="0"/>
                </a:lnTo>
              </a:path>
            </a:pathLst>
          </a:custGeom>
          <a:ln w="15878">
            <a:solidFill>
              <a:srgbClr val="000000"/>
            </a:solidFill>
          </a:ln>
        </p:spPr>
        <p:txBody>
          <a:bodyPr wrap="square" lIns="0" tIns="0" rIns="0" bIns="0" rtlCol="0"/>
          <a:lstStyle/>
          <a:p>
            <a:endParaRPr/>
          </a:p>
        </p:txBody>
      </p:sp>
      <p:sp>
        <p:nvSpPr>
          <p:cNvPr id="25" name="object 25"/>
          <p:cNvSpPr/>
          <p:nvPr/>
        </p:nvSpPr>
        <p:spPr>
          <a:xfrm>
            <a:off x="6215420" y="2185328"/>
            <a:ext cx="198755" cy="151130"/>
          </a:xfrm>
          <a:custGeom>
            <a:avLst/>
            <a:gdLst/>
            <a:ahLst/>
            <a:cxnLst/>
            <a:rect l="l" t="t" r="r" b="b"/>
            <a:pathLst>
              <a:path w="198754" h="151130">
                <a:moveTo>
                  <a:pt x="186381" y="0"/>
                </a:moveTo>
                <a:lnTo>
                  <a:pt x="0" y="69430"/>
                </a:lnTo>
                <a:lnTo>
                  <a:pt x="181630" y="150842"/>
                </a:lnTo>
                <a:lnTo>
                  <a:pt x="186259" y="139286"/>
                </a:lnTo>
                <a:lnTo>
                  <a:pt x="197495" y="89760"/>
                </a:lnTo>
                <a:lnTo>
                  <a:pt x="198360" y="76677"/>
                </a:lnTo>
                <a:lnTo>
                  <a:pt x="198054" y="61854"/>
                </a:lnTo>
                <a:lnTo>
                  <a:pt x="192993" y="22721"/>
                </a:lnTo>
                <a:lnTo>
                  <a:pt x="186381" y="0"/>
                </a:lnTo>
                <a:close/>
              </a:path>
            </a:pathLst>
          </a:custGeom>
          <a:solidFill>
            <a:srgbClr val="000000"/>
          </a:solidFill>
        </p:spPr>
        <p:txBody>
          <a:bodyPr wrap="square" lIns="0" tIns="0" rIns="0" bIns="0" rtlCol="0"/>
          <a:lstStyle/>
          <a:p>
            <a:endParaRPr/>
          </a:p>
        </p:txBody>
      </p:sp>
      <p:sp>
        <p:nvSpPr>
          <p:cNvPr id="26" name="object 26"/>
          <p:cNvSpPr/>
          <p:nvPr/>
        </p:nvSpPr>
        <p:spPr>
          <a:xfrm>
            <a:off x="6318648" y="2262772"/>
            <a:ext cx="334010" cy="0"/>
          </a:xfrm>
          <a:custGeom>
            <a:avLst/>
            <a:gdLst/>
            <a:ahLst/>
            <a:cxnLst/>
            <a:rect l="l" t="t" r="r" b="b"/>
            <a:pathLst>
              <a:path w="334009">
                <a:moveTo>
                  <a:pt x="333450" y="0"/>
                </a:moveTo>
                <a:lnTo>
                  <a:pt x="0" y="0"/>
                </a:lnTo>
              </a:path>
            </a:pathLst>
          </a:custGeom>
          <a:ln w="16012">
            <a:solidFill>
              <a:srgbClr val="000000"/>
            </a:solidFill>
          </a:ln>
        </p:spPr>
        <p:txBody>
          <a:bodyPr wrap="square" lIns="0" tIns="0" rIns="0" bIns="0" rtlCol="0"/>
          <a:lstStyle/>
          <a:p>
            <a:endParaRPr/>
          </a:p>
        </p:txBody>
      </p:sp>
      <p:sp>
        <p:nvSpPr>
          <p:cNvPr id="27" name="object 27"/>
          <p:cNvSpPr/>
          <p:nvPr/>
        </p:nvSpPr>
        <p:spPr>
          <a:xfrm>
            <a:off x="4151223" y="2174904"/>
            <a:ext cx="198755" cy="161925"/>
          </a:xfrm>
          <a:custGeom>
            <a:avLst/>
            <a:gdLst/>
            <a:ahLst/>
            <a:cxnLst/>
            <a:rect l="l" t="t" r="r" b="b"/>
            <a:pathLst>
              <a:path w="198754" h="161925">
                <a:moveTo>
                  <a:pt x="182276" y="0"/>
                </a:moveTo>
                <a:lnTo>
                  <a:pt x="0" y="79853"/>
                </a:lnTo>
                <a:lnTo>
                  <a:pt x="181477" y="161539"/>
                </a:lnTo>
                <a:lnTo>
                  <a:pt x="186131" y="149984"/>
                </a:lnTo>
                <a:lnTo>
                  <a:pt x="197462" y="100481"/>
                </a:lnTo>
                <a:lnTo>
                  <a:pt x="198349" y="87408"/>
                </a:lnTo>
                <a:lnTo>
                  <a:pt x="198048" y="72520"/>
                </a:lnTo>
                <a:lnTo>
                  <a:pt x="193016" y="33332"/>
                </a:lnTo>
                <a:lnTo>
                  <a:pt x="182276" y="0"/>
                </a:lnTo>
                <a:close/>
              </a:path>
            </a:pathLst>
          </a:custGeom>
          <a:solidFill>
            <a:srgbClr val="000000"/>
          </a:solidFill>
        </p:spPr>
        <p:txBody>
          <a:bodyPr wrap="square" lIns="0" tIns="0" rIns="0" bIns="0" rtlCol="0"/>
          <a:lstStyle/>
          <a:p>
            <a:endParaRPr/>
          </a:p>
        </p:txBody>
      </p:sp>
      <p:sp>
        <p:nvSpPr>
          <p:cNvPr id="28" name="object 28"/>
          <p:cNvSpPr/>
          <p:nvPr/>
        </p:nvSpPr>
        <p:spPr>
          <a:xfrm>
            <a:off x="4254419" y="2262772"/>
            <a:ext cx="492759" cy="0"/>
          </a:xfrm>
          <a:custGeom>
            <a:avLst/>
            <a:gdLst/>
            <a:ahLst/>
            <a:cxnLst/>
            <a:rect l="l" t="t" r="r" b="b"/>
            <a:pathLst>
              <a:path w="492760">
                <a:moveTo>
                  <a:pt x="492253" y="0"/>
                </a:moveTo>
                <a:lnTo>
                  <a:pt x="0" y="0"/>
                </a:lnTo>
              </a:path>
            </a:pathLst>
          </a:custGeom>
          <a:ln w="16012">
            <a:solidFill>
              <a:srgbClr val="000000"/>
            </a:solidFill>
          </a:ln>
        </p:spPr>
        <p:txBody>
          <a:bodyPr wrap="square" lIns="0" tIns="0" rIns="0" bIns="0" rtlCol="0"/>
          <a:lstStyle/>
          <a:p>
            <a:endParaRPr/>
          </a:p>
        </p:txBody>
      </p:sp>
      <p:sp>
        <p:nvSpPr>
          <p:cNvPr id="29" name="object 29"/>
          <p:cNvSpPr/>
          <p:nvPr/>
        </p:nvSpPr>
        <p:spPr>
          <a:xfrm>
            <a:off x="3325106" y="2823348"/>
            <a:ext cx="161925" cy="200025"/>
          </a:xfrm>
          <a:custGeom>
            <a:avLst/>
            <a:gdLst/>
            <a:ahLst/>
            <a:cxnLst/>
            <a:rect l="l" t="t" r="r" b="b"/>
            <a:pathLst>
              <a:path w="161925" h="200025">
                <a:moveTo>
                  <a:pt x="87319" y="0"/>
                </a:moveTo>
                <a:lnTo>
                  <a:pt x="45536" y="3062"/>
                </a:lnTo>
                <a:lnTo>
                  <a:pt x="0" y="16471"/>
                </a:lnTo>
                <a:lnTo>
                  <a:pt x="79813" y="199993"/>
                </a:lnTo>
                <a:lnTo>
                  <a:pt x="161378" y="17235"/>
                </a:lnTo>
                <a:lnTo>
                  <a:pt x="149842" y="12487"/>
                </a:lnTo>
                <a:lnTo>
                  <a:pt x="100386" y="906"/>
                </a:lnTo>
                <a:lnTo>
                  <a:pt x="87319" y="0"/>
                </a:lnTo>
                <a:close/>
              </a:path>
            </a:pathLst>
          </a:custGeom>
          <a:solidFill>
            <a:srgbClr val="000000"/>
          </a:solidFill>
        </p:spPr>
        <p:txBody>
          <a:bodyPr wrap="square" lIns="0" tIns="0" rIns="0" bIns="0" rtlCol="0"/>
          <a:lstStyle/>
          <a:p>
            <a:endParaRPr/>
          </a:p>
        </p:txBody>
      </p:sp>
      <p:sp>
        <p:nvSpPr>
          <p:cNvPr id="30" name="object 30"/>
          <p:cNvSpPr/>
          <p:nvPr/>
        </p:nvSpPr>
        <p:spPr>
          <a:xfrm>
            <a:off x="3412872" y="2518959"/>
            <a:ext cx="0" cy="416559"/>
          </a:xfrm>
          <a:custGeom>
            <a:avLst/>
            <a:gdLst/>
            <a:ahLst/>
            <a:cxnLst/>
            <a:rect l="l" t="t" r="r" b="b"/>
            <a:pathLst>
              <a:path h="416560">
                <a:moveTo>
                  <a:pt x="0" y="0"/>
                </a:moveTo>
                <a:lnTo>
                  <a:pt x="0" y="416326"/>
                </a:lnTo>
              </a:path>
            </a:pathLst>
          </a:custGeom>
          <a:ln w="15878">
            <a:solidFill>
              <a:srgbClr val="000000"/>
            </a:solidFill>
          </a:ln>
        </p:spPr>
        <p:txBody>
          <a:bodyPr wrap="square" lIns="0" tIns="0" rIns="0" bIns="0" rtlCol="0"/>
          <a:lstStyle/>
          <a:p>
            <a:endParaRPr/>
          </a:p>
        </p:txBody>
      </p:sp>
      <p:sp>
        <p:nvSpPr>
          <p:cNvPr id="31" name="object 31"/>
          <p:cNvSpPr txBox="1"/>
          <p:nvPr/>
        </p:nvSpPr>
        <p:spPr>
          <a:xfrm>
            <a:off x="5051543" y="2063436"/>
            <a:ext cx="904240" cy="410209"/>
          </a:xfrm>
          <a:prstGeom prst="rect">
            <a:avLst/>
          </a:prstGeom>
        </p:spPr>
        <p:txBody>
          <a:bodyPr vert="horz" wrap="square" lIns="0" tIns="0" rIns="0" bIns="0" rtlCol="0">
            <a:spAutoFit/>
          </a:bodyPr>
          <a:lstStyle/>
          <a:p>
            <a:pPr marL="12700" marR="5080">
              <a:lnSpc>
                <a:spcPts val="1510"/>
              </a:lnSpc>
            </a:pPr>
            <a:r>
              <a:rPr sz="1500" b="1" spc="-55" dirty="0">
                <a:latin typeface="Times New Roman"/>
                <a:cs typeface="Times New Roman"/>
              </a:rPr>
              <a:t>P</a:t>
            </a:r>
            <a:r>
              <a:rPr sz="1500" b="1" dirty="0">
                <a:latin typeface="Times New Roman"/>
                <a:cs typeface="Times New Roman"/>
              </a:rPr>
              <a:t>a</a:t>
            </a:r>
            <a:r>
              <a:rPr sz="1500" b="1" spc="-45" dirty="0">
                <a:latin typeface="Times New Roman"/>
                <a:cs typeface="Times New Roman"/>
              </a:rPr>
              <a:t>r</a:t>
            </a:r>
            <a:r>
              <a:rPr sz="1500" b="1" dirty="0">
                <a:latin typeface="Times New Roman"/>
                <a:cs typeface="Times New Roman"/>
              </a:rPr>
              <a:t>am</a:t>
            </a:r>
            <a:r>
              <a:rPr sz="1500" b="1" spc="80" dirty="0">
                <a:latin typeface="Times New Roman"/>
                <a:cs typeface="Times New Roman"/>
              </a:rPr>
              <a:t>e</a:t>
            </a:r>
            <a:r>
              <a:rPr sz="1500" b="1" dirty="0">
                <a:latin typeface="Times New Roman"/>
                <a:cs typeface="Times New Roman"/>
              </a:rPr>
              <a:t>t</a:t>
            </a:r>
            <a:r>
              <a:rPr sz="1500" b="1" spc="80" dirty="0">
                <a:latin typeface="Times New Roman"/>
                <a:cs typeface="Times New Roman"/>
              </a:rPr>
              <a:t>e</a:t>
            </a:r>
            <a:r>
              <a:rPr sz="1500" b="1" spc="-10" dirty="0">
                <a:latin typeface="Times New Roman"/>
                <a:cs typeface="Times New Roman"/>
              </a:rPr>
              <a:t>r</a:t>
            </a:r>
            <a:r>
              <a:rPr sz="1500" b="1" spc="-5" dirty="0">
                <a:latin typeface="Times New Roman"/>
                <a:cs typeface="Times New Roman"/>
              </a:rPr>
              <a:t> </a:t>
            </a:r>
            <a:r>
              <a:rPr sz="1500" b="1" spc="-130" dirty="0">
                <a:latin typeface="Times New Roman"/>
                <a:cs typeface="Times New Roman"/>
              </a:rPr>
              <a:t>E</a:t>
            </a:r>
            <a:r>
              <a:rPr sz="1500" b="1" spc="40" dirty="0">
                <a:latin typeface="Times New Roman"/>
                <a:cs typeface="Times New Roman"/>
              </a:rPr>
              <a:t>s</a:t>
            </a:r>
            <a:r>
              <a:rPr sz="1500" b="1" spc="-5" dirty="0">
                <a:latin typeface="Times New Roman"/>
                <a:cs typeface="Times New Roman"/>
              </a:rPr>
              <a:t>t</a:t>
            </a:r>
            <a:r>
              <a:rPr sz="1500" b="1" spc="75" dirty="0">
                <a:latin typeface="Times New Roman"/>
                <a:cs typeface="Times New Roman"/>
              </a:rPr>
              <a:t>i</a:t>
            </a:r>
            <a:r>
              <a:rPr sz="1500" b="1" dirty="0">
                <a:latin typeface="Times New Roman"/>
                <a:cs typeface="Times New Roman"/>
              </a:rPr>
              <a:t>mator</a:t>
            </a:r>
            <a:endParaRPr sz="1500">
              <a:latin typeface="Times New Roman"/>
              <a:cs typeface="Times New Roman"/>
            </a:endParaRPr>
          </a:p>
        </p:txBody>
      </p:sp>
      <p:sp>
        <p:nvSpPr>
          <p:cNvPr id="32" name="object 32"/>
          <p:cNvSpPr txBox="1"/>
          <p:nvPr/>
        </p:nvSpPr>
        <p:spPr>
          <a:xfrm>
            <a:off x="2765012" y="2063436"/>
            <a:ext cx="1306830" cy="410209"/>
          </a:xfrm>
          <a:prstGeom prst="rect">
            <a:avLst/>
          </a:prstGeom>
        </p:spPr>
        <p:txBody>
          <a:bodyPr vert="horz" wrap="square" lIns="0" tIns="0" rIns="0" bIns="0" rtlCol="0">
            <a:spAutoFit/>
          </a:bodyPr>
          <a:lstStyle/>
          <a:p>
            <a:pPr marL="12700" marR="5080">
              <a:lnSpc>
                <a:spcPts val="1510"/>
              </a:lnSpc>
            </a:pPr>
            <a:r>
              <a:rPr sz="1500" b="1" spc="40" dirty="0">
                <a:latin typeface="Times New Roman"/>
                <a:cs typeface="Times New Roman"/>
              </a:rPr>
              <a:t>C</a:t>
            </a:r>
            <a:r>
              <a:rPr sz="1500" b="1" dirty="0">
                <a:latin typeface="Times New Roman"/>
                <a:cs typeface="Times New Roman"/>
              </a:rPr>
              <a:t>o</a:t>
            </a:r>
            <a:r>
              <a:rPr sz="1500" b="1" spc="40" dirty="0">
                <a:latin typeface="Times New Roman"/>
                <a:cs typeface="Times New Roman"/>
              </a:rPr>
              <a:t>n</a:t>
            </a:r>
            <a:r>
              <a:rPr sz="1500" b="1" dirty="0">
                <a:latin typeface="Times New Roman"/>
                <a:cs typeface="Times New Roman"/>
              </a:rPr>
              <a:t>t</a:t>
            </a:r>
            <a:r>
              <a:rPr sz="1500" b="1" spc="-45" dirty="0">
                <a:latin typeface="Times New Roman"/>
                <a:cs typeface="Times New Roman"/>
              </a:rPr>
              <a:t>r</a:t>
            </a:r>
            <a:r>
              <a:rPr sz="1500" b="1" dirty="0">
                <a:latin typeface="Times New Roman"/>
                <a:cs typeface="Times New Roman"/>
              </a:rPr>
              <a:t>ol</a:t>
            </a:r>
            <a:r>
              <a:rPr sz="1500" b="1" spc="80" dirty="0">
                <a:latin typeface="Times New Roman"/>
                <a:cs typeface="Times New Roman"/>
              </a:rPr>
              <a:t> </a:t>
            </a:r>
            <a:r>
              <a:rPr sz="1500" b="1" spc="40" dirty="0">
                <a:latin typeface="Times New Roman"/>
                <a:cs typeface="Times New Roman"/>
              </a:rPr>
              <a:t>D</a:t>
            </a:r>
            <a:r>
              <a:rPr sz="1500" b="1" spc="70" dirty="0">
                <a:latin typeface="Times New Roman"/>
                <a:cs typeface="Times New Roman"/>
              </a:rPr>
              <a:t>e</a:t>
            </a:r>
            <a:r>
              <a:rPr sz="1500" b="1" spc="40" dirty="0">
                <a:latin typeface="Times New Roman"/>
                <a:cs typeface="Times New Roman"/>
              </a:rPr>
              <a:t>s</a:t>
            </a:r>
            <a:r>
              <a:rPr sz="1500" b="1" spc="75" dirty="0">
                <a:latin typeface="Times New Roman"/>
                <a:cs typeface="Times New Roman"/>
              </a:rPr>
              <a:t>i</a:t>
            </a:r>
            <a:r>
              <a:rPr sz="1500" b="1" dirty="0">
                <a:latin typeface="Times New Roman"/>
                <a:cs typeface="Times New Roman"/>
              </a:rPr>
              <a:t>gn </a:t>
            </a:r>
            <a:r>
              <a:rPr sz="1500" b="1" spc="40" dirty="0">
                <a:latin typeface="Times New Roman"/>
                <a:cs typeface="Times New Roman"/>
              </a:rPr>
              <a:t>C</a:t>
            </a:r>
            <a:r>
              <a:rPr sz="1500" b="1" dirty="0">
                <a:latin typeface="Times New Roman"/>
                <a:cs typeface="Times New Roman"/>
              </a:rPr>
              <a:t>a</a:t>
            </a:r>
            <a:r>
              <a:rPr sz="1500" b="1" spc="80" dirty="0">
                <a:latin typeface="Times New Roman"/>
                <a:cs typeface="Times New Roman"/>
              </a:rPr>
              <a:t>l</a:t>
            </a:r>
            <a:r>
              <a:rPr sz="1500" b="1" spc="-55" dirty="0">
                <a:latin typeface="Times New Roman"/>
                <a:cs typeface="Times New Roman"/>
              </a:rPr>
              <a:t>c</a:t>
            </a:r>
            <a:r>
              <a:rPr sz="1500" b="1" spc="40" dirty="0">
                <a:latin typeface="Times New Roman"/>
                <a:cs typeface="Times New Roman"/>
              </a:rPr>
              <a:t>u</a:t>
            </a:r>
            <a:r>
              <a:rPr sz="1500" b="1" spc="75" dirty="0">
                <a:latin typeface="Times New Roman"/>
                <a:cs typeface="Times New Roman"/>
              </a:rPr>
              <a:t>l</a:t>
            </a:r>
            <a:r>
              <a:rPr sz="1500" b="1" dirty="0">
                <a:latin typeface="Times New Roman"/>
                <a:cs typeface="Times New Roman"/>
              </a:rPr>
              <a:t>at</a:t>
            </a:r>
            <a:r>
              <a:rPr sz="1500" b="1" spc="80" dirty="0">
                <a:latin typeface="Times New Roman"/>
                <a:cs typeface="Times New Roman"/>
              </a:rPr>
              <a:t>i</a:t>
            </a:r>
            <a:r>
              <a:rPr sz="1500" b="1" dirty="0">
                <a:latin typeface="Times New Roman"/>
                <a:cs typeface="Times New Roman"/>
              </a:rPr>
              <a:t>on</a:t>
            </a:r>
            <a:endParaRPr sz="1500">
              <a:latin typeface="Times New Roman"/>
              <a:cs typeface="Times New Roman"/>
            </a:endParaRPr>
          </a:p>
        </p:txBody>
      </p:sp>
      <p:sp>
        <p:nvSpPr>
          <p:cNvPr id="33" name="object 33"/>
          <p:cNvSpPr/>
          <p:nvPr/>
        </p:nvSpPr>
        <p:spPr>
          <a:xfrm>
            <a:off x="4381444" y="2903269"/>
            <a:ext cx="0" cy="448945"/>
          </a:xfrm>
          <a:custGeom>
            <a:avLst/>
            <a:gdLst/>
            <a:ahLst/>
            <a:cxnLst/>
            <a:rect l="l" t="t" r="r" b="b"/>
            <a:pathLst>
              <a:path h="448945">
                <a:moveTo>
                  <a:pt x="0" y="448341"/>
                </a:moveTo>
                <a:lnTo>
                  <a:pt x="0" y="0"/>
                </a:lnTo>
              </a:path>
            </a:pathLst>
          </a:custGeom>
          <a:ln w="15878">
            <a:solidFill>
              <a:srgbClr val="000000"/>
            </a:solidFill>
          </a:ln>
        </p:spPr>
        <p:txBody>
          <a:bodyPr wrap="square" lIns="0" tIns="0" rIns="0" bIns="0" rtlCol="0"/>
          <a:lstStyle/>
          <a:p>
            <a:endParaRPr/>
          </a:p>
        </p:txBody>
      </p:sp>
      <p:sp>
        <p:nvSpPr>
          <p:cNvPr id="34" name="object 34"/>
          <p:cNvSpPr/>
          <p:nvPr/>
        </p:nvSpPr>
        <p:spPr>
          <a:xfrm>
            <a:off x="4381444" y="2903269"/>
            <a:ext cx="810260" cy="0"/>
          </a:xfrm>
          <a:custGeom>
            <a:avLst/>
            <a:gdLst/>
            <a:ahLst/>
            <a:cxnLst/>
            <a:rect l="l" t="t" r="r" b="b"/>
            <a:pathLst>
              <a:path w="810260">
                <a:moveTo>
                  <a:pt x="0" y="0"/>
                </a:moveTo>
                <a:lnTo>
                  <a:pt x="809829" y="0"/>
                </a:lnTo>
              </a:path>
            </a:pathLst>
          </a:custGeom>
          <a:ln w="16012">
            <a:solidFill>
              <a:srgbClr val="000000"/>
            </a:solidFill>
          </a:ln>
        </p:spPr>
        <p:txBody>
          <a:bodyPr wrap="square" lIns="0" tIns="0" rIns="0" bIns="0" rtlCol="0"/>
          <a:lstStyle/>
          <a:p>
            <a:endParaRPr/>
          </a:p>
        </p:txBody>
      </p:sp>
      <p:sp>
        <p:nvSpPr>
          <p:cNvPr id="35" name="object 35"/>
          <p:cNvSpPr/>
          <p:nvPr/>
        </p:nvSpPr>
        <p:spPr>
          <a:xfrm>
            <a:off x="5103997" y="2494940"/>
            <a:ext cx="150495" cy="200660"/>
          </a:xfrm>
          <a:custGeom>
            <a:avLst/>
            <a:gdLst/>
            <a:ahLst/>
            <a:cxnLst/>
            <a:rect l="l" t="t" r="r" b="b"/>
            <a:pathLst>
              <a:path w="150495" h="200660">
                <a:moveTo>
                  <a:pt x="79339" y="0"/>
                </a:moveTo>
                <a:lnTo>
                  <a:pt x="0" y="183763"/>
                </a:lnTo>
                <a:lnTo>
                  <a:pt x="11582" y="188372"/>
                </a:lnTo>
                <a:lnTo>
                  <a:pt x="23520" y="192263"/>
                </a:lnTo>
                <a:lnTo>
                  <a:pt x="35788" y="195407"/>
                </a:lnTo>
                <a:lnTo>
                  <a:pt x="48359" y="197780"/>
                </a:lnTo>
                <a:lnTo>
                  <a:pt x="61209" y="199353"/>
                </a:lnTo>
                <a:lnTo>
                  <a:pt x="74310" y="200100"/>
                </a:lnTo>
                <a:lnTo>
                  <a:pt x="88646" y="199741"/>
                </a:lnTo>
                <a:lnTo>
                  <a:pt x="127424" y="194230"/>
                </a:lnTo>
                <a:lnTo>
                  <a:pt x="150447" y="187092"/>
                </a:lnTo>
                <a:lnTo>
                  <a:pt x="79339" y="0"/>
                </a:lnTo>
                <a:close/>
              </a:path>
            </a:pathLst>
          </a:custGeom>
          <a:solidFill>
            <a:srgbClr val="000000"/>
          </a:solidFill>
        </p:spPr>
        <p:txBody>
          <a:bodyPr wrap="square" lIns="0" tIns="0" rIns="0" bIns="0" rtlCol="0"/>
          <a:lstStyle/>
          <a:p>
            <a:endParaRPr/>
          </a:p>
        </p:txBody>
      </p:sp>
      <p:sp>
        <p:nvSpPr>
          <p:cNvPr id="36" name="object 36"/>
          <p:cNvSpPr/>
          <p:nvPr/>
        </p:nvSpPr>
        <p:spPr>
          <a:xfrm>
            <a:off x="5191273" y="2599028"/>
            <a:ext cx="0" cy="304800"/>
          </a:xfrm>
          <a:custGeom>
            <a:avLst/>
            <a:gdLst/>
            <a:ahLst/>
            <a:cxnLst/>
            <a:rect l="l" t="t" r="r" b="b"/>
            <a:pathLst>
              <a:path h="304800">
                <a:moveTo>
                  <a:pt x="0" y="304240"/>
                </a:moveTo>
                <a:lnTo>
                  <a:pt x="0" y="0"/>
                </a:lnTo>
              </a:path>
            </a:pathLst>
          </a:custGeom>
          <a:ln w="15878">
            <a:solidFill>
              <a:srgbClr val="000000"/>
            </a:solidFill>
          </a:ln>
        </p:spPr>
        <p:txBody>
          <a:bodyPr wrap="square" lIns="0" tIns="0" rIns="0" bIns="0" rtlCol="0"/>
          <a:lstStyle/>
          <a:p>
            <a:endParaRPr/>
          </a:p>
        </p:txBody>
      </p:sp>
      <p:sp>
        <p:nvSpPr>
          <p:cNvPr id="37" name="object 37"/>
          <p:cNvSpPr txBox="1"/>
          <p:nvPr/>
        </p:nvSpPr>
        <p:spPr>
          <a:xfrm>
            <a:off x="4448153" y="2623849"/>
            <a:ext cx="170180" cy="250190"/>
          </a:xfrm>
          <a:prstGeom prst="rect">
            <a:avLst/>
          </a:prstGeom>
        </p:spPr>
        <p:txBody>
          <a:bodyPr vert="horz" wrap="square" lIns="0" tIns="0" rIns="0" bIns="0" rtlCol="0">
            <a:spAutoFit/>
          </a:bodyPr>
          <a:lstStyle/>
          <a:p>
            <a:pPr marL="12700">
              <a:lnSpc>
                <a:spcPct val="100000"/>
              </a:lnSpc>
            </a:pPr>
            <a:r>
              <a:rPr sz="1500" i="1" dirty="0">
                <a:latin typeface="Times New Roman"/>
                <a:cs typeface="Times New Roman"/>
              </a:rPr>
              <a:t>u</a:t>
            </a:r>
            <a:r>
              <a:rPr sz="1275" i="1" spc="7" baseline="-26143" dirty="0">
                <a:latin typeface="Times New Roman"/>
                <a:cs typeface="Times New Roman"/>
              </a:rPr>
              <a:t>k</a:t>
            </a:r>
            <a:endParaRPr sz="1275" baseline="-26143">
              <a:latin typeface="Times New Roman"/>
              <a:cs typeface="Times New Roman"/>
            </a:endParaRPr>
          </a:p>
        </p:txBody>
      </p:sp>
      <p:sp>
        <p:nvSpPr>
          <p:cNvPr id="38" name="object 38"/>
          <p:cNvSpPr txBox="1"/>
          <p:nvPr/>
        </p:nvSpPr>
        <p:spPr>
          <a:xfrm>
            <a:off x="754574" y="4327681"/>
            <a:ext cx="7550784" cy="1723389"/>
          </a:xfrm>
          <a:prstGeom prst="rect">
            <a:avLst/>
          </a:prstGeom>
        </p:spPr>
        <p:txBody>
          <a:bodyPr vert="horz" wrap="square" lIns="0" tIns="0" rIns="0" bIns="0" rtlCol="0">
            <a:spAutoFit/>
          </a:bodyPr>
          <a:lstStyle/>
          <a:p>
            <a:pPr marL="355600" marR="26034" indent="-342900">
              <a:lnSpc>
                <a:spcPts val="2400"/>
              </a:lnSpc>
              <a:buClr>
                <a:srgbClr val="C00000"/>
              </a:buClr>
              <a:buFont typeface="Symbol"/>
              <a:buChar char=""/>
              <a:tabLst>
                <a:tab pos="355600" algn="l"/>
              </a:tabLst>
            </a:pPr>
            <a:r>
              <a:rPr sz="2400" b="1" spc="5" dirty="0">
                <a:solidFill>
                  <a:srgbClr val="C00000"/>
                </a:solidFill>
                <a:latin typeface="Calibri"/>
                <a:cs typeface="Calibri"/>
              </a:rPr>
              <a:t>D</a:t>
            </a:r>
            <a:r>
              <a:rPr sz="2400" b="1" spc="-20" dirty="0">
                <a:solidFill>
                  <a:srgbClr val="C00000"/>
                </a:solidFill>
                <a:latin typeface="Calibri"/>
                <a:cs typeface="Calibri"/>
              </a:rPr>
              <a:t>i</a:t>
            </a:r>
            <a:r>
              <a:rPr sz="2400" b="1" spc="-10" dirty="0">
                <a:solidFill>
                  <a:srgbClr val="C00000"/>
                </a:solidFill>
                <a:latin typeface="Calibri"/>
                <a:cs typeface="Calibri"/>
              </a:rPr>
              <a:t>s</a:t>
            </a:r>
            <a:r>
              <a:rPr sz="2400" b="1" spc="-20" dirty="0">
                <a:solidFill>
                  <a:srgbClr val="C00000"/>
                </a:solidFill>
                <a:latin typeface="Calibri"/>
                <a:cs typeface="Calibri"/>
              </a:rPr>
              <a:t>a</a:t>
            </a:r>
            <a:r>
              <a:rPr sz="2400" b="1" spc="-25" dirty="0">
                <a:solidFill>
                  <a:srgbClr val="C00000"/>
                </a:solidFill>
                <a:latin typeface="Calibri"/>
                <a:cs typeface="Calibri"/>
              </a:rPr>
              <a:t>d</a:t>
            </a:r>
            <a:r>
              <a:rPr sz="2400" b="1" spc="-40" dirty="0">
                <a:solidFill>
                  <a:srgbClr val="C00000"/>
                </a:solidFill>
                <a:latin typeface="Calibri"/>
                <a:cs typeface="Calibri"/>
              </a:rPr>
              <a:t>v</a:t>
            </a:r>
            <a:r>
              <a:rPr sz="2400" b="1" spc="-20" dirty="0">
                <a:solidFill>
                  <a:srgbClr val="C00000"/>
                </a:solidFill>
                <a:latin typeface="Calibri"/>
                <a:cs typeface="Calibri"/>
              </a:rPr>
              <a:t>a</a:t>
            </a:r>
            <a:r>
              <a:rPr sz="2400" b="1" spc="-45" dirty="0">
                <a:solidFill>
                  <a:srgbClr val="C00000"/>
                </a:solidFill>
                <a:latin typeface="Calibri"/>
                <a:cs typeface="Calibri"/>
              </a:rPr>
              <a:t>n</a:t>
            </a:r>
            <a:r>
              <a:rPr sz="2400" b="1" spc="-25" dirty="0">
                <a:solidFill>
                  <a:srgbClr val="C00000"/>
                </a:solidFill>
                <a:latin typeface="Calibri"/>
                <a:cs typeface="Calibri"/>
              </a:rPr>
              <a:t>t</a:t>
            </a:r>
            <a:r>
              <a:rPr sz="2400" b="1" spc="-20" dirty="0">
                <a:solidFill>
                  <a:srgbClr val="C00000"/>
                </a:solidFill>
                <a:latin typeface="Calibri"/>
                <a:cs typeface="Calibri"/>
              </a:rPr>
              <a:t>a</a:t>
            </a:r>
            <a:r>
              <a:rPr sz="2400" b="1" spc="-35" dirty="0">
                <a:solidFill>
                  <a:srgbClr val="C00000"/>
                </a:solidFill>
                <a:latin typeface="Calibri"/>
                <a:cs typeface="Calibri"/>
              </a:rPr>
              <a:t>g</a:t>
            </a:r>
            <a:r>
              <a:rPr sz="2400" b="1" spc="-15" dirty="0">
                <a:solidFill>
                  <a:srgbClr val="C00000"/>
                </a:solidFill>
                <a:latin typeface="Calibri"/>
                <a:cs typeface="Calibri"/>
              </a:rPr>
              <a:t>e</a:t>
            </a:r>
            <a:r>
              <a:rPr sz="2400" b="1" spc="-10" dirty="0">
                <a:latin typeface="Calibri"/>
                <a:cs typeface="Calibri"/>
              </a:rPr>
              <a:t>:</a:t>
            </a:r>
            <a:r>
              <a:rPr sz="2400" b="1" spc="-25" dirty="0">
                <a:latin typeface="Times New Roman"/>
                <a:cs typeface="Times New Roman"/>
              </a:rPr>
              <a:t> </a:t>
            </a:r>
            <a:r>
              <a:rPr sz="2400" spc="-20" dirty="0">
                <a:latin typeface="Calibri"/>
                <a:cs typeface="Calibri"/>
              </a:rPr>
              <a:t>m</a:t>
            </a:r>
            <a:r>
              <a:rPr sz="2400" spc="-25" dirty="0">
                <a:latin typeface="Calibri"/>
                <a:cs typeface="Calibri"/>
              </a:rPr>
              <a:t>o</a:t>
            </a:r>
            <a:r>
              <a:rPr sz="2400" spc="-50" dirty="0">
                <a:latin typeface="Calibri"/>
                <a:cs typeface="Calibri"/>
              </a:rPr>
              <a:t>r</a:t>
            </a:r>
            <a:r>
              <a:rPr sz="2400" spc="-15" dirty="0">
                <a:latin typeface="Calibri"/>
                <a:cs typeface="Calibri"/>
              </a:rPr>
              <a:t>e</a:t>
            </a:r>
            <a:r>
              <a:rPr sz="2400" spc="-55" dirty="0">
                <a:latin typeface="Times New Roman"/>
                <a:cs typeface="Times New Roman"/>
              </a:rPr>
              <a:t> </a:t>
            </a:r>
            <a:r>
              <a:rPr sz="2400" spc="-30" dirty="0">
                <a:latin typeface="Calibri"/>
                <a:cs typeface="Calibri"/>
              </a:rPr>
              <a:t>c</a:t>
            </a:r>
            <a:r>
              <a:rPr sz="2400" spc="-10" dirty="0">
                <a:latin typeface="Calibri"/>
                <a:cs typeface="Calibri"/>
              </a:rPr>
              <a:t>o</a:t>
            </a:r>
            <a:r>
              <a:rPr sz="2400" dirty="0">
                <a:latin typeface="Calibri"/>
                <a:cs typeface="Calibri"/>
              </a:rPr>
              <a:t>m</a:t>
            </a:r>
            <a:r>
              <a:rPr sz="2400" spc="-5" dirty="0">
                <a:latin typeface="Calibri"/>
                <a:cs typeface="Calibri"/>
              </a:rPr>
              <a:t>p</a:t>
            </a:r>
            <a:r>
              <a:rPr sz="2400" spc="5" dirty="0">
                <a:latin typeface="Calibri"/>
                <a:cs typeface="Calibri"/>
              </a:rPr>
              <a:t>l</a:t>
            </a:r>
            <a:r>
              <a:rPr sz="2400" spc="-50" dirty="0">
                <a:latin typeface="Calibri"/>
                <a:cs typeface="Calibri"/>
              </a:rPr>
              <a:t>e</a:t>
            </a:r>
            <a:r>
              <a:rPr sz="2400" dirty="0">
                <a:latin typeface="Calibri"/>
                <a:cs typeface="Calibri"/>
              </a:rPr>
              <a:t>x</a:t>
            </a:r>
            <a:r>
              <a:rPr sz="2400" spc="-80" dirty="0">
                <a:latin typeface="Times New Roman"/>
                <a:cs typeface="Times New Roman"/>
              </a:rPr>
              <a:t> </a:t>
            </a:r>
            <a:r>
              <a:rPr sz="2400" spc="-10" dirty="0">
                <a:latin typeface="Calibri"/>
                <a:cs typeface="Calibri"/>
              </a:rPr>
              <a:t>a</a:t>
            </a:r>
            <a:r>
              <a:rPr sz="2400" spc="-5" dirty="0">
                <a:latin typeface="Calibri"/>
                <a:cs typeface="Calibri"/>
              </a:rPr>
              <a:t>n</a:t>
            </a:r>
            <a:r>
              <a:rPr sz="2400" dirty="0">
                <a:latin typeface="Calibri"/>
                <a:cs typeface="Calibri"/>
              </a:rPr>
              <a:t>d</a:t>
            </a:r>
            <a:r>
              <a:rPr sz="2400" spc="-65" dirty="0">
                <a:latin typeface="Times New Roman"/>
                <a:cs typeface="Times New Roman"/>
              </a:rPr>
              <a:t> </a:t>
            </a:r>
            <a:r>
              <a:rPr sz="2400" spc="-5" dirty="0">
                <a:latin typeface="Calibri"/>
                <a:cs typeface="Calibri"/>
              </a:rPr>
              <a:t>p</a:t>
            </a:r>
            <a:r>
              <a:rPr sz="2400" spc="-10" dirty="0">
                <a:latin typeface="Calibri"/>
                <a:cs typeface="Calibri"/>
              </a:rPr>
              <a:t>o</a:t>
            </a:r>
            <a:r>
              <a:rPr sz="2400" dirty="0">
                <a:latin typeface="Calibri"/>
                <a:cs typeface="Calibri"/>
              </a:rPr>
              <a:t>ss</a:t>
            </a:r>
            <a:r>
              <a:rPr sz="2400" spc="5" dirty="0">
                <a:latin typeface="Calibri"/>
                <a:cs typeface="Calibri"/>
              </a:rPr>
              <a:t>i</a:t>
            </a:r>
            <a:r>
              <a:rPr sz="2400" spc="-5" dirty="0">
                <a:latin typeface="Calibri"/>
                <a:cs typeface="Calibri"/>
              </a:rPr>
              <a:t>b</a:t>
            </a:r>
            <a:r>
              <a:rPr sz="2400" spc="5" dirty="0">
                <a:latin typeface="Calibri"/>
                <a:cs typeface="Calibri"/>
              </a:rPr>
              <a:t>l</a:t>
            </a:r>
            <a:r>
              <a:rPr sz="2400" spc="-15" dirty="0">
                <a:latin typeface="Calibri"/>
                <a:cs typeface="Calibri"/>
              </a:rPr>
              <a:t>y</a:t>
            </a:r>
            <a:r>
              <a:rPr sz="2400" spc="-70" dirty="0">
                <a:latin typeface="Times New Roman"/>
                <a:cs typeface="Times New Roman"/>
              </a:rPr>
              <a:t> </a:t>
            </a:r>
            <a:r>
              <a:rPr sz="2400" spc="-20" dirty="0">
                <a:latin typeface="Calibri"/>
                <a:cs typeface="Calibri"/>
              </a:rPr>
              <a:t>m</a:t>
            </a:r>
            <a:r>
              <a:rPr sz="2400" spc="-25" dirty="0">
                <a:latin typeface="Calibri"/>
                <a:cs typeface="Calibri"/>
              </a:rPr>
              <a:t>o</a:t>
            </a:r>
            <a:r>
              <a:rPr sz="2400" spc="-50" dirty="0">
                <a:latin typeface="Calibri"/>
                <a:cs typeface="Calibri"/>
              </a:rPr>
              <a:t>r</a:t>
            </a:r>
            <a:r>
              <a:rPr sz="2400" spc="-15" dirty="0">
                <a:latin typeface="Calibri"/>
                <a:cs typeface="Calibri"/>
              </a:rPr>
              <a:t>e</a:t>
            </a:r>
            <a:r>
              <a:rPr sz="2400" spc="-55" dirty="0">
                <a:latin typeface="Times New Roman"/>
                <a:cs typeface="Times New Roman"/>
              </a:rPr>
              <a:t> </a:t>
            </a:r>
            <a:r>
              <a:rPr sz="2400" spc="-30" dirty="0">
                <a:latin typeface="Calibri"/>
                <a:cs typeface="Calibri"/>
              </a:rPr>
              <a:t>c</a:t>
            </a:r>
            <a:r>
              <a:rPr sz="2400" spc="-10" dirty="0">
                <a:latin typeface="Calibri"/>
                <a:cs typeface="Calibri"/>
              </a:rPr>
              <a:t>o</a:t>
            </a:r>
            <a:r>
              <a:rPr sz="2400" spc="-20" dirty="0">
                <a:latin typeface="Calibri"/>
                <a:cs typeface="Calibri"/>
              </a:rPr>
              <a:t>s</a:t>
            </a:r>
            <a:r>
              <a:rPr sz="2400" spc="-5" dirty="0">
                <a:latin typeface="Calibri"/>
                <a:cs typeface="Calibri"/>
              </a:rPr>
              <a:t>t</a:t>
            </a:r>
            <a:r>
              <a:rPr sz="2400" spc="5" dirty="0">
                <a:latin typeface="Calibri"/>
                <a:cs typeface="Calibri"/>
              </a:rPr>
              <a:t>l</a:t>
            </a:r>
            <a:r>
              <a:rPr sz="2400" spc="-185" dirty="0">
                <a:latin typeface="Calibri"/>
                <a:cs typeface="Calibri"/>
              </a:rPr>
              <a:t>y</a:t>
            </a:r>
            <a:r>
              <a:rPr sz="2400" dirty="0">
                <a:latin typeface="Calibri"/>
                <a:cs typeface="Calibri"/>
              </a:rPr>
              <a:t>.</a:t>
            </a:r>
            <a:r>
              <a:rPr sz="2400" dirty="0">
                <a:latin typeface="Times New Roman"/>
                <a:cs typeface="Times New Roman"/>
              </a:rPr>
              <a:t> </a:t>
            </a:r>
            <a:r>
              <a:rPr sz="2400" spc="-25" dirty="0">
                <a:latin typeface="Calibri"/>
                <a:cs typeface="Calibri"/>
              </a:rPr>
              <a:t>A</a:t>
            </a:r>
            <a:r>
              <a:rPr sz="2400" spc="5" dirty="0">
                <a:latin typeface="Calibri"/>
                <a:cs typeface="Calibri"/>
              </a:rPr>
              <a:t>l</a:t>
            </a:r>
            <a:r>
              <a:rPr sz="2400" dirty="0">
                <a:latin typeface="Calibri"/>
                <a:cs typeface="Calibri"/>
              </a:rPr>
              <a:t>s</a:t>
            </a:r>
            <a:r>
              <a:rPr sz="2400" spc="-50" dirty="0">
                <a:latin typeface="Calibri"/>
                <a:cs typeface="Calibri"/>
              </a:rPr>
              <a:t>o</a:t>
            </a:r>
            <a:r>
              <a:rPr sz="2400" spc="-10" dirty="0">
                <a:latin typeface="Calibri"/>
                <a:cs typeface="Calibri"/>
              </a:rPr>
              <a:t>,</a:t>
            </a:r>
            <a:r>
              <a:rPr sz="2400" spc="-60" dirty="0">
                <a:latin typeface="Times New Roman"/>
                <a:cs typeface="Times New Roman"/>
              </a:rPr>
              <a:t> </a:t>
            </a:r>
            <a:r>
              <a:rPr sz="2400" spc="-5" dirty="0">
                <a:latin typeface="Calibri"/>
                <a:cs typeface="Calibri"/>
              </a:rPr>
              <a:t>n</a:t>
            </a:r>
            <a:r>
              <a:rPr sz="2400" spc="-10" dirty="0">
                <a:latin typeface="Calibri"/>
                <a:cs typeface="Calibri"/>
              </a:rPr>
              <a:t>o</a:t>
            </a:r>
            <a:r>
              <a:rPr sz="2400" spc="-5" dirty="0">
                <a:latin typeface="Calibri"/>
                <a:cs typeface="Calibri"/>
              </a:rPr>
              <a:t>n</a:t>
            </a:r>
            <a:r>
              <a:rPr sz="2400" spc="5" dirty="0">
                <a:latin typeface="Calibri"/>
                <a:cs typeface="Calibri"/>
              </a:rPr>
              <a:t>li</a:t>
            </a:r>
            <a:r>
              <a:rPr sz="2400" spc="-20" dirty="0">
                <a:latin typeface="Calibri"/>
                <a:cs typeface="Calibri"/>
              </a:rPr>
              <a:t>n</a:t>
            </a:r>
            <a:r>
              <a:rPr sz="2400" spc="-10" dirty="0">
                <a:latin typeface="Calibri"/>
                <a:cs typeface="Calibri"/>
              </a:rPr>
              <a:t>ear</a:t>
            </a:r>
            <a:r>
              <a:rPr sz="2400" spc="-80" dirty="0">
                <a:latin typeface="Times New Roman"/>
                <a:cs typeface="Times New Roman"/>
              </a:rPr>
              <a:t> </a:t>
            </a:r>
            <a:r>
              <a:rPr sz="2400" dirty="0">
                <a:latin typeface="Calibri"/>
                <a:cs typeface="Calibri"/>
              </a:rPr>
              <a:t>so</a:t>
            </a:r>
            <a:r>
              <a:rPr sz="2400" spc="-70" dirty="0">
                <a:latin typeface="Times New Roman"/>
                <a:cs typeface="Times New Roman"/>
              </a:rPr>
              <a:t> </a:t>
            </a:r>
            <a:r>
              <a:rPr sz="2400" spc="-20" dirty="0">
                <a:latin typeface="Calibri"/>
                <a:cs typeface="Calibri"/>
              </a:rPr>
              <a:t>m</a:t>
            </a:r>
            <a:r>
              <a:rPr sz="2400" spc="-10" dirty="0">
                <a:latin typeface="Calibri"/>
                <a:cs typeface="Calibri"/>
              </a:rPr>
              <a:t>o</a:t>
            </a:r>
            <a:r>
              <a:rPr sz="2400" spc="-50" dirty="0">
                <a:latin typeface="Calibri"/>
                <a:cs typeface="Calibri"/>
              </a:rPr>
              <a:t>r</a:t>
            </a:r>
            <a:r>
              <a:rPr sz="2400" spc="-15" dirty="0">
                <a:latin typeface="Calibri"/>
                <a:cs typeface="Calibri"/>
              </a:rPr>
              <a:t>e</a:t>
            </a:r>
            <a:r>
              <a:rPr sz="2400" spc="-55" dirty="0">
                <a:latin typeface="Times New Roman"/>
                <a:cs typeface="Times New Roman"/>
              </a:rPr>
              <a:t> </a:t>
            </a:r>
            <a:r>
              <a:rPr sz="2400" spc="-10" dirty="0">
                <a:latin typeface="Calibri"/>
                <a:cs typeface="Calibri"/>
              </a:rPr>
              <a:t>c</a:t>
            </a:r>
            <a:r>
              <a:rPr sz="2400" spc="-5" dirty="0">
                <a:latin typeface="Calibri"/>
                <a:cs typeface="Calibri"/>
              </a:rPr>
              <a:t>h</a:t>
            </a:r>
            <a:r>
              <a:rPr sz="2400" spc="-10" dirty="0">
                <a:latin typeface="Calibri"/>
                <a:cs typeface="Calibri"/>
              </a:rPr>
              <a:t>a</a:t>
            </a:r>
            <a:r>
              <a:rPr sz="2400" spc="-5" dirty="0">
                <a:latin typeface="Calibri"/>
                <a:cs typeface="Calibri"/>
              </a:rPr>
              <a:t>n</a:t>
            </a:r>
            <a:r>
              <a:rPr sz="2400" spc="5" dirty="0">
                <a:latin typeface="Calibri"/>
                <a:cs typeface="Calibri"/>
              </a:rPr>
              <a:t>c</a:t>
            </a:r>
            <a:r>
              <a:rPr sz="2400" spc="-15" dirty="0">
                <a:latin typeface="Calibri"/>
                <a:cs typeface="Calibri"/>
              </a:rPr>
              <a:t>e</a:t>
            </a:r>
            <a:r>
              <a:rPr sz="2400" spc="-55" dirty="0">
                <a:latin typeface="Times New Roman"/>
                <a:cs typeface="Times New Roman"/>
              </a:rPr>
              <a:t> </a:t>
            </a:r>
            <a:r>
              <a:rPr sz="2400" spc="-10" dirty="0">
                <a:latin typeface="Calibri"/>
                <a:cs typeface="Calibri"/>
              </a:rPr>
              <a:t>o</a:t>
            </a:r>
            <a:r>
              <a:rPr sz="2400" dirty="0">
                <a:latin typeface="Calibri"/>
                <a:cs typeface="Calibri"/>
              </a:rPr>
              <a:t>f</a:t>
            </a:r>
            <a:r>
              <a:rPr sz="2400" spc="-55" dirty="0">
                <a:latin typeface="Times New Roman"/>
                <a:cs typeface="Times New Roman"/>
              </a:rPr>
              <a:t> </a:t>
            </a:r>
            <a:r>
              <a:rPr sz="2400" dirty="0">
                <a:latin typeface="Calibri"/>
                <a:cs typeface="Calibri"/>
              </a:rPr>
              <a:t>s</a:t>
            </a:r>
            <a:r>
              <a:rPr sz="2400" spc="-10" dirty="0">
                <a:latin typeface="Calibri"/>
                <a:cs typeface="Calibri"/>
              </a:rPr>
              <a:t>o</a:t>
            </a:r>
            <a:r>
              <a:rPr sz="2400" spc="-20" dirty="0">
                <a:latin typeface="Calibri"/>
                <a:cs typeface="Calibri"/>
              </a:rPr>
              <a:t>m</a:t>
            </a:r>
            <a:r>
              <a:rPr sz="2400" spc="-30" dirty="0">
                <a:latin typeface="Calibri"/>
                <a:cs typeface="Calibri"/>
              </a:rPr>
              <a:t>e</a:t>
            </a:r>
            <a:r>
              <a:rPr sz="2400" spc="-15" dirty="0">
                <a:latin typeface="Calibri"/>
                <a:cs typeface="Calibri"/>
              </a:rPr>
              <a:t>t</a:t>
            </a:r>
            <a:r>
              <a:rPr sz="2400" spc="-5" dirty="0">
                <a:latin typeface="Calibri"/>
                <a:cs typeface="Calibri"/>
              </a:rPr>
              <a:t>h</a:t>
            </a:r>
            <a:r>
              <a:rPr sz="2400" spc="5" dirty="0">
                <a:latin typeface="Calibri"/>
                <a:cs typeface="Calibri"/>
              </a:rPr>
              <a:t>i</a:t>
            </a:r>
            <a:r>
              <a:rPr sz="2400" spc="-5" dirty="0">
                <a:latin typeface="Calibri"/>
                <a:cs typeface="Calibri"/>
              </a:rPr>
              <a:t>n</a:t>
            </a:r>
            <a:r>
              <a:rPr sz="2400" dirty="0">
                <a:latin typeface="Calibri"/>
                <a:cs typeface="Calibri"/>
              </a:rPr>
              <a:t>g</a:t>
            </a:r>
            <a:r>
              <a:rPr sz="2400" spc="-70" dirty="0">
                <a:latin typeface="Times New Roman"/>
                <a:cs typeface="Times New Roman"/>
              </a:rPr>
              <a:t> </a:t>
            </a:r>
            <a:r>
              <a:rPr sz="2400" spc="-45" dirty="0">
                <a:latin typeface="Calibri"/>
                <a:cs typeface="Calibri"/>
              </a:rPr>
              <a:t>g</a:t>
            </a:r>
            <a:r>
              <a:rPr sz="2400" spc="-10" dirty="0">
                <a:latin typeface="Calibri"/>
                <a:cs typeface="Calibri"/>
              </a:rPr>
              <a:t>o</a:t>
            </a:r>
            <a:r>
              <a:rPr sz="2400" spc="5" dirty="0">
                <a:latin typeface="Calibri"/>
                <a:cs typeface="Calibri"/>
              </a:rPr>
              <a:t>i</a:t>
            </a:r>
            <a:r>
              <a:rPr sz="2400" spc="-5" dirty="0">
                <a:latin typeface="Calibri"/>
                <a:cs typeface="Calibri"/>
              </a:rPr>
              <a:t>n</a:t>
            </a:r>
            <a:r>
              <a:rPr sz="2400" dirty="0">
                <a:latin typeface="Calibri"/>
                <a:cs typeface="Calibri"/>
              </a:rPr>
              <a:t>g</a:t>
            </a:r>
            <a:r>
              <a:rPr sz="2400" spc="-70" dirty="0">
                <a:latin typeface="Times New Roman"/>
                <a:cs typeface="Times New Roman"/>
              </a:rPr>
              <a:t> </a:t>
            </a:r>
            <a:r>
              <a:rPr sz="2400" spc="-20" dirty="0">
                <a:latin typeface="Calibri"/>
                <a:cs typeface="Calibri"/>
              </a:rPr>
              <a:t>w</a:t>
            </a:r>
            <a:r>
              <a:rPr sz="2400" spc="-50" dirty="0">
                <a:latin typeface="Calibri"/>
                <a:cs typeface="Calibri"/>
              </a:rPr>
              <a:t>r</a:t>
            </a:r>
            <a:r>
              <a:rPr sz="2400" spc="-10" dirty="0">
                <a:latin typeface="Calibri"/>
                <a:cs typeface="Calibri"/>
              </a:rPr>
              <a:t>o</a:t>
            </a:r>
            <a:r>
              <a:rPr sz="2400" spc="-5" dirty="0">
                <a:latin typeface="Calibri"/>
                <a:cs typeface="Calibri"/>
              </a:rPr>
              <a:t>ng</a:t>
            </a:r>
            <a:endParaRPr sz="2400">
              <a:latin typeface="Calibri"/>
              <a:cs typeface="Calibri"/>
            </a:endParaRPr>
          </a:p>
          <a:p>
            <a:pPr marL="354965" marR="5080" indent="-342265">
              <a:lnSpc>
                <a:spcPts val="2400"/>
              </a:lnSpc>
              <a:spcBef>
                <a:spcPts val="1200"/>
              </a:spcBef>
              <a:buClr>
                <a:srgbClr val="C00000"/>
              </a:buClr>
              <a:buFont typeface="Symbol"/>
              <a:buChar char=""/>
              <a:tabLst>
                <a:tab pos="355600" algn="l"/>
              </a:tabLst>
            </a:pPr>
            <a:r>
              <a:rPr sz="2400" b="1" spc="-10" dirty="0">
                <a:solidFill>
                  <a:srgbClr val="C00000"/>
                </a:solidFill>
                <a:latin typeface="Calibri"/>
                <a:cs typeface="Calibri"/>
              </a:rPr>
              <a:t>Sel</a:t>
            </a:r>
            <a:r>
              <a:rPr sz="2400" b="1" spc="-5" dirty="0">
                <a:solidFill>
                  <a:srgbClr val="C00000"/>
                </a:solidFill>
                <a:latin typeface="Calibri"/>
                <a:cs typeface="Calibri"/>
              </a:rPr>
              <a:t>f</a:t>
            </a:r>
            <a:r>
              <a:rPr sz="2400" b="1" dirty="0">
                <a:solidFill>
                  <a:srgbClr val="C00000"/>
                </a:solidFill>
                <a:latin typeface="Calibri"/>
                <a:cs typeface="Calibri"/>
              </a:rPr>
              <a:t>-</a:t>
            </a:r>
            <a:r>
              <a:rPr sz="2400" b="1" spc="-5" dirty="0">
                <a:solidFill>
                  <a:srgbClr val="C00000"/>
                </a:solidFill>
                <a:latin typeface="Calibri"/>
                <a:cs typeface="Calibri"/>
              </a:rPr>
              <a:t>t</a:t>
            </a:r>
            <a:r>
              <a:rPr sz="2400" b="1" spc="-25" dirty="0">
                <a:solidFill>
                  <a:srgbClr val="C00000"/>
                </a:solidFill>
                <a:latin typeface="Calibri"/>
                <a:cs typeface="Calibri"/>
              </a:rPr>
              <a:t>un</a:t>
            </a:r>
            <a:r>
              <a:rPr sz="2400" b="1" spc="-20" dirty="0">
                <a:solidFill>
                  <a:srgbClr val="C00000"/>
                </a:solidFill>
                <a:latin typeface="Calibri"/>
                <a:cs typeface="Calibri"/>
              </a:rPr>
              <a:t>i</a:t>
            </a:r>
            <a:r>
              <a:rPr sz="2400" b="1" spc="-25" dirty="0">
                <a:solidFill>
                  <a:srgbClr val="C00000"/>
                </a:solidFill>
                <a:latin typeface="Calibri"/>
                <a:cs typeface="Calibri"/>
              </a:rPr>
              <a:t>n</a:t>
            </a:r>
            <a:r>
              <a:rPr sz="2400" b="1" dirty="0">
                <a:solidFill>
                  <a:srgbClr val="C00000"/>
                </a:solidFill>
                <a:latin typeface="Calibri"/>
                <a:cs typeface="Calibri"/>
              </a:rPr>
              <a:t>g</a:t>
            </a:r>
            <a:r>
              <a:rPr sz="2400" b="1" spc="-20" dirty="0">
                <a:solidFill>
                  <a:srgbClr val="C00000"/>
                </a:solidFill>
                <a:latin typeface="Times New Roman"/>
                <a:cs typeface="Times New Roman"/>
              </a:rPr>
              <a:t> </a:t>
            </a:r>
            <a:r>
              <a:rPr sz="2400" b="1" spc="-25" dirty="0">
                <a:solidFill>
                  <a:srgbClr val="C00000"/>
                </a:solidFill>
                <a:latin typeface="Calibri"/>
                <a:cs typeface="Calibri"/>
              </a:rPr>
              <a:t>c</a:t>
            </a:r>
            <a:r>
              <a:rPr sz="2400" b="1" spc="-10" dirty="0">
                <a:solidFill>
                  <a:srgbClr val="C00000"/>
                </a:solidFill>
                <a:latin typeface="Calibri"/>
                <a:cs typeface="Calibri"/>
              </a:rPr>
              <a:t>o</a:t>
            </a:r>
            <a:r>
              <a:rPr sz="2400" b="1" spc="-45" dirty="0">
                <a:solidFill>
                  <a:srgbClr val="C00000"/>
                </a:solidFill>
                <a:latin typeface="Calibri"/>
                <a:cs typeface="Calibri"/>
              </a:rPr>
              <a:t>n</a:t>
            </a:r>
            <a:r>
              <a:rPr sz="2400" b="1" spc="-5" dirty="0">
                <a:solidFill>
                  <a:srgbClr val="C00000"/>
                </a:solidFill>
                <a:latin typeface="Calibri"/>
                <a:cs typeface="Calibri"/>
              </a:rPr>
              <a:t>t</a:t>
            </a:r>
            <a:r>
              <a:rPr sz="2400" b="1" spc="-15" dirty="0">
                <a:solidFill>
                  <a:srgbClr val="C00000"/>
                </a:solidFill>
                <a:latin typeface="Calibri"/>
                <a:cs typeface="Calibri"/>
              </a:rPr>
              <a:t>r</a:t>
            </a:r>
            <a:r>
              <a:rPr sz="2400" b="1" spc="-10" dirty="0">
                <a:solidFill>
                  <a:srgbClr val="C00000"/>
                </a:solidFill>
                <a:latin typeface="Calibri"/>
                <a:cs typeface="Calibri"/>
              </a:rPr>
              <a:t>o</a:t>
            </a:r>
            <a:r>
              <a:rPr sz="2400" b="1" spc="-20" dirty="0">
                <a:solidFill>
                  <a:srgbClr val="C00000"/>
                </a:solidFill>
                <a:latin typeface="Calibri"/>
                <a:cs typeface="Calibri"/>
              </a:rPr>
              <a:t>ll</a:t>
            </a:r>
            <a:r>
              <a:rPr sz="2400" b="1" spc="-10" dirty="0">
                <a:solidFill>
                  <a:srgbClr val="C00000"/>
                </a:solidFill>
                <a:latin typeface="Calibri"/>
                <a:cs typeface="Calibri"/>
              </a:rPr>
              <a:t>e</a:t>
            </a:r>
            <a:r>
              <a:rPr sz="2400" b="1" spc="-15" dirty="0">
                <a:solidFill>
                  <a:srgbClr val="C00000"/>
                </a:solidFill>
                <a:latin typeface="Calibri"/>
                <a:cs typeface="Calibri"/>
              </a:rPr>
              <a:t>r</a:t>
            </a:r>
            <a:r>
              <a:rPr sz="2400" b="1" spc="-10" dirty="0">
                <a:solidFill>
                  <a:srgbClr val="C00000"/>
                </a:solidFill>
                <a:latin typeface="Calibri"/>
                <a:cs typeface="Calibri"/>
              </a:rPr>
              <a:t>s</a:t>
            </a:r>
            <a:r>
              <a:rPr sz="2400" b="1" spc="-10" dirty="0">
                <a:latin typeface="Calibri"/>
                <a:cs typeface="Calibri"/>
              </a:rPr>
              <a:t>:</a:t>
            </a:r>
            <a:r>
              <a:rPr sz="2400" b="1" spc="-85" dirty="0">
                <a:latin typeface="Times New Roman"/>
                <a:cs typeface="Times New Roman"/>
              </a:rPr>
              <a:t> </a:t>
            </a:r>
            <a:r>
              <a:rPr sz="2400" spc="5" dirty="0">
                <a:latin typeface="Calibri"/>
                <a:cs typeface="Calibri"/>
              </a:rPr>
              <a:t>fi</a:t>
            </a:r>
            <a:r>
              <a:rPr sz="2400" spc="-5" dirty="0">
                <a:latin typeface="Calibri"/>
                <a:cs typeface="Calibri"/>
              </a:rPr>
              <a:t>n</a:t>
            </a:r>
            <a:r>
              <a:rPr sz="2400" dirty="0">
                <a:latin typeface="Calibri"/>
                <a:cs typeface="Calibri"/>
              </a:rPr>
              <a:t>d</a:t>
            </a:r>
            <a:r>
              <a:rPr sz="2400" spc="-80" dirty="0">
                <a:latin typeface="Times New Roman"/>
                <a:cs typeface="Times New Roman"/>
              </a:rPr>
              <a:t> </a:t>
            </a:r>
            <a:r>
              <a:rPr sz="2400" spc="-10" dirty="0">
                <a:latin typeface="Calibri"/>
                <a:cs typeface="Calibri"/>
              </a:rPr>
              <a:t>a</a:t>
            </a:r>
            <a:r>
              <a:rPr sz="2400" spc="-5" dirty="0">
                <a:latin typeface="Calibri"/>
                <a:cs typeface="Calibri"/>
              </a:rPr>
              <a:t>pp</a:t>
            </a:r>
            <a:r>
              <a:rPr sz="2400" spc="-40" dirty="0">
                <a:latin typeface="Calibri"/>
                <a:cs typeface="Calibri"/>
              </a:rPr>
              <a:t>r</a:t>
            </a:r>
            <a:r>
              <a:rPr sz="2400" spc="-10" dirty="0">
                <a:latin typeface="Calibri"/>
                <a:cs typeface="Calibri"/>
              </a:rPr>
              <a:t>o</a:t>
            </a:r>
            <a:r>
              <a:rPr sz="2400" spc="-5" dirty="0">
                <a:latin typeface="Calibri"/>
                <a:cs typeface="Calibri"/>
              </a:rPr>
              <a:t>p</a:t>
            </a:r>
            <a:r>
              <a:rPr sz="2400" dirty="0">
                <a:latin typeface="Calibri"/>
                <a:cs typeface="Calibri"/>
              </a:rPr>
              <a:t>r</a:t>
            </a:r>
            <a:r>
              <a:rPr sz="2400" spc="5" dirty="0">
                <a:latin typeface="Calibri"/>
                <a:cs typeface="Calibri"/>
              </a:rPr>
              <a:t>i</a:t>
            </a:r>
            <a:r>
              <a:rPr sz="2400" spc="-30" dirty="0">
                <a:latin typeface="Calibri"/>
                <a:cs typeface="Calibri"/>
              </a:rPr>
              <a:t>a</a:t>
            </a:r>
            <a:r>
              <a:rPr sz="2400" spc="-35" dirty="0">
                <a:latin typeface="Calibri"/>
                <a:cs typeface="Calibri"/>
              </a:rPr>
              <a:t>t</a:t>
            </a:r>
            <a:r>
              <a:rPr sz="2400" spc="-15" dirty="0">
                <a:latin typeface="Calibri"/>
                <a:cs typeface="Calibri"/>
              </a:rPr>
              <a:t>e</a:t>
            </a:r>
            <a:r>
              <a:rPr sz="2400" spc="-35" dirty="0">
                <a:latin typeface="Times New Roman"/>
                <a:cs typeface="Times New Roman"/>
              </a:rPr>
              <a:t> </a:t>
            </a:r>
            <a:r>
              <a:rPr sz="2400" spc="-65" dirty="0">
                <a:latin typeface="Calibri"/>
                <a:cs typeface="Calibri"/>
              </a:rPr>
              <a:t>g</a:t>
            </a:r>
            <a:r>
              <a:rPr sz="2400" spc="-10" dirty="0">
                <a:latin typeface="Calibri"/>
                <a:cs typeface="Calibri"/>
              </a:rPr>
              <a:t>a</a:t>
            </a:r>
            <a:r>
              <a:rPr sz="2400" spc="5" dirty="0">
                <a:latin typeface="Calibri"/>
                <a:cs typeface="Calibri"/>
              </a:rPr>
              <a:t>i</a:t>
            </a:r>
            <a:r>
              <a:rPr sz="2400" spc="-5" dirty="0">
                <a:latin typeface="Calibri"/>
                <a:cs typeface="Calibri"/>
              </a:rPr>
              <a:t>n</a:t>
            </a:r>
            <a:r>
              <a:rPr sz="2400" dirty="0">
                <a:latin typeface="Calibri"/>
                <a:cs typeface="Calibri"/>
              </a:rPr>
              <a:t>s</a:t>
            </a:r>
            <a:r>
              <a:rPr sz="2400" spc="-60" dirty="0">
                <a:latin typeface="Times New Roman"/>
                <a:cs typeface="Times New Roman"/>
              </a:rPr>
              <a:t> </a:t>
            </a:r>
            <a:r>
              <a:rPr sz="2400" spc="-20" dirty="0">
                <a:latin typeface="Calibri"/>
                <a:cs typeface="Calibri"/>
              </a:rPr>
              <a:t>wh</a:t>
            </a:r>
            <a:r>
              <a:rPr sz="2400" spc="-10" dirty="0">
                <a:latin typeface="Calibri"/>
                <a:cs typeface="Calibri"/>
              </a:rPr>
              <a:t>e</a:t>
            </a:r>
            <a:r>
              <a:rPr sz="2400" dirty="0">
                <a:latin typeface="Calibri"/>
                <a:cs typeface="Calibri"/>
              </a:rPr>
              <a:t>n</a:t>
            </a:r>
            <a:r>
              <a:rPr sz="2400" spc="-85" dirty="0">
                <a:latin typeface="Times New Roman"/>
                <a:cs typeface="Times New Roman"/>
              </a:rPr>
              <a:t> </a:t>
            </a:r>
            <a:r>
              <a:rPr sz="2400" spc="-20" dirty="0">
                <a:latin typeface="Calibri"/>
                <a:cs typeface="Calibri"/>
              </a:rPr>
              <a:t>the</a:t>
            </a:r>
            <a:r>
              <a:rPr sz="2400" spc="-15" dirty="0">
                <a:latin typeface="Times New Roman"/>
                <a:cs typeface="Times New Roman"/>
              </a:rPr>
              <a:t> </a:t>
            </a:r>
            <a:r>
              <a:rPr sz="2400" spc="-40" dirty="0">
                <a:latin typeface="Calibri"/>
                <a:cs typeface="Calibri"/>
              </a:rPr>
              <a:t>s</a:t>
            </a:r>
            <a:r>
              <a:rPr sz="2400" spc="-45" dirty="0">
                <a:latin typeface="Calibri"/>
                <a:cs typeface="Calibri"/>
              </a:rPr>
              <a:t>y</a:t>
            </a:r>
            <a:r>
              <a:rPr sz="2400" spc="-20" dirty="0">
                <a:latin typeface="Calibri"/>
                <a:cs typeface="Calibri"/>
              </a:rPr>
              <a:t>s</a:t>
            </a:r>
            <a:r>
              <a:rPr sz="2400" spc="-35" dirty="0">
                <a:latin typeface="Calibri"/>
                <a:cs typeface="Calibri"/>
              </a:rPr>
              <a:t>t</a:t>
            </a:r>
            <a:r>
              <a:rPr sz="2400" spc="-10" dirty="0">
                <a:latin typeface="Calibri"/>
                <a:cs typeface="Calibri"/>
              </a:rPr>
              <a:t>e</a:t>
            </a:r>
            <a:r>
              <a:rPr sz="2400" spc="-20" dirty="0">
                <a:latin typeface="Calibri"/>
                <a:cs typeface="Calibri"/>
              </a:rPr>
              <a:t>m</a:t>
            </a:r>
            <a:r>
              <a:rPr sz="2400" spc="-80" dirty="0">
                <a:latin typeface="Times New Roman"/>
                <a:cs typeface="Times New Roman"/>
              </a:rPr>
              <a:t> </a:t>
            </a:r>
            <a:r>
              <a:rPr sz="2400" spc="5" dirty="0">
                <a:latin typeface="Calibri"/>
                <a:cs typeface="Calibri"/>
              </a:rPr>
              <a:t>i</a:t>
            </a:r>
            <a:r>
              <a:rPr sz="2400" dirty="0">
                <a:latin typeface="Calibri"/>
                <a:cs typeface="Calibri"/>
              </a:rPr>
              <a:t>s</a:t>
            </a:r>
            <a:r>
              <a:rPr sz="2400" spc="-80" dirty="0">
                <a:latin typeface="Times New Roman"/>
                <a:cs typeface="Times New Roman"/>
              </a:rPr>
              <a:t> </a:t>
            </a:r>
            <a:r>
              <a:rPr sz="2400" spc="5" dirty="0">
                <a:latin typeface="Calibri"/>
                <a:cs typeface="Calibri"/>
              </a:rPr>
              <a:t>fi</a:t>
            </a:r>
            <a:r>
              <a:rPr sz="2400" spc="-50" dirty="0">
                <a:latin typeface="Calibri"/>
                <a:cs typeface="Calibri"/>
              </a:rPr>
              <a:t>r</a:t>
            </a:r>
            <a:r>
              <a:rPr sz="2400" spc="-20" dirty="0">
                <a:latin typeface="Calibri"/>
                <a:cs typeface="Calibri"/>
              </a:rPr>
              <a:t>s</a:t>
            </a:r>
            <a:r>
              <a:rPr sz="2400" spc="-10" dirty="0">
                <a:latin typeface="Calibri"/>
                <a:cs typeface="Calibri"/>
              </a:rPr>
              <a:t>t</a:t>
            </a:r>
            <a:r>
              <a:rPr sz="2400" spc="-85" dirty="0">
                <a:latin typeface="Times New Roman"/>
                <a:cs typeface="Times New Roman"/>
              </a:rPr>
              <a:t> </a:t>
            </a:r>
            <a:r>
              <a:rPr sz="2400" spc="-15" dirty="0">
                <a:latin typeface="Calibri"/>
                <a:cs typeface="Calibri"/>
              </a:rPr>
              <a:t>t</a:t>
            </a:r>
            <a:r>
              <a:rPr sz="2400" spc="-5" dirty="0">
                <a:latin typeface="Calibri"/>
                <a:cs typeface="Calibri"/>
              </a:rPr>
              <a:t>u</a:t>
            </a:r>
            <a:r>
              <a:rPr sz="2400" dirty="0">
                <a:latin typeface="Calibri"/>
                <a:cs typeface="Calibri"/>
              </a:rPr>
              <a:t>r</a:t>
            </a:r>
            <a:r>
              <a:rPr sz="2400" spc="-20" dirty="0">
                <a:latin typeface="Calibri"/>
                <a:cs typeface="Calibri"/>
              </a:rPr>
              <a:t>n</a:t>
            </a:r>
            <a:r>
              <a:rPr sz="2400" spc="-10" dirty="0">
                <a:latin typeface="Calibri"/>
                <a:cs typeface="Calibri"/>
              </a:rPr>
              <a:t>e</a:t>
            </a:r>
            <a:r>
              <a:rPr sz="2400" dirty="0">
                <a:latin typeface="Calibri"/>
                <a:cs typeface="Calibri"/>
              </a:rPr>
              <a:t>d</a:t>
            </a:r>
            <a:r>
              <a:rPr sz="2400" spc="-65" dirty="0">
                <a:latin typeface="Times New Roman"/>
                <a:cs typeface="Times New Roman"/>
              </a:rPr>
              <a:t> </a:t>
            </a:r>
            <a:r>
              <a:rPr sz="2400" spc="-10" dirty="0">
                <a:latin typeface="Calibri"/>
                <a:cs typeface="Calibri"/>
              </a:rPr>
              <a:t>o</a:t>
            </a:r>
            <a:r>
              <a:rPr sz="2400" spc="-20" dirty="0">
                <a:latin typeface="Calibri"/>
                <a:cs typeface="Calibri"/>
              </a:rPr>
              <a:t>n</a:t>
            </a:r>
            <a:r>
              <a:rPr sz="2400" spc="-10" dirty="0">
                <a:latin typeface="Calibri"/>
                <a:cs typeface="Calibri"/>
              </a:rPr>
              <a:t>,</a:t>
            </a:r>
            <a:r>
              <a:rPr sz="2400" spc="-60" dirty="0">
                <a:latin typeface="Times New Roman"/>
                <a:cs typeface="Times New Roman"/>
              </a:rPr>
              <a:t> </a:t>
            </a:r>
            <a:r>
              <a:rPr sz="2400" spc="-5" dirty="0">
                <a:latin typeface="Calibri"/>
                <a:cs typeface="Calibri"/>
              </a:rPr>
              <a:t>bu</a:t>
            </a:r>
            <a:r>
              <a:rPr sz="2400" dirty="0">
                <a:latin typeface="Calibri"/>
                <a:cs typeface="Calibri"/>
              </a:rPr>
              <a:t>t</a:t>
            </a:r>
            <a:r>
              <a:rPr sz="2400" spc="-65" dirty="0">
                <a:latin typeface="Times New Roman"/>
                <a:cs typeface="Times New Roman"/>
              </a:rPr>
              <a:t> </a:t>
            </a:r>
            <a:r>
              <a:rPr sz="2400" spc="-20" dirty="0">
                <a:latin typeface="Calibri"/>
                <a:cs typeface="Calibri"/>
              </a:rPr>
              <a:t>th</a:t>
            </a:r>
            <a:r>
              <a:rPr sz="2400" spc="-10" dirty="0">
                <a:latin typeface="Calibri"/>
                <a:cs typeface="Calibri"/>
              </a:rPr>
              <a:t>e</a:t>
            </a:r>
            <a:r>
              <a:rPr sz="2400" dirty="0">
                <a:latin typeface="Calibri"/>
                <a:cs typeface="Calibri"/>
              </a:rPr>
              <a:t>n</a:t>
            </a:r>
            <a:r>
              <a:rPr sz="2400" spc="-65" dirty="0">
                <a:latin typeface="Times New Roman"/>
                <a:cs typeface="Times New Roman"/>
              </a:rPr>
              <a:t> </a:t>
            </a:r>
            <a:r>
              <a:rPr sz="2400" spc="-20" dirty="0">
                <a:latin typeface="Calibri"/>
                <a:cs typeface="Calibri"/>
              </a:rPr>
              <a:t>m</a:t>
            </a:r>
            <a:r>
              <a:rPr sz="2400" spc="-50" dirty="0">
                <a:latin typeface="Calibri"/>
                <a:cs typeface="Calibri"/>
              </a:rPr>
              <a:t>a</a:t>
            </a:r>
            <a:r>
              <a:rPr sz="2400" spc="-15" dirty="0">
                <a:latin typeface="Calibri"/>
                <a:cs typeface="Calibri"/>
              </a:rPr>
              <a:t>y</a:t>
            </a:r>
            <a:r>
              <a:rPr sz="2400" spc="-70" dirty="0">
                <a:latin typeface="Times New Roman"/>
                <a:cs typeface="Times New Roman"/>
              </a:rPr>
              <a:t> </a:t>
            </a:r>
            <a:r>
              <a:rPr sz="2400" spc="-10" dirty="0">
                <a:latin typeface="Calibri"/>
                <a:cs typeface="Calibri"/>
              </a:rPr>
              <a:t>a</a:t>
            </a:r>
            <a:r>
              <a:rPr sz="2400" dirty="0">
                <a:latin typeface="Calibri"/>
                <a:cs typeface="Calibri"/>
              </a:rPr>
              <a:t>ss</a:t>
            </a:r>
            <a:r>
              <a:rPr sz="2400" spc="-5" dirty="0">
                <a:latin typeface="Calibri"/>
                <a:cs typeface="Calibri"/>
              </a:rPr>
              <a:t>u</a:t>
            </a:r>
            <a:r>
              <a:rPr sz="2400" dirty="0">
                <a:latin typeface="Calibri"/>
                <a:cs typeface="Calibri"/>
              </a:rPr>
              <a:t>m</a:t>
            </a:r>
            <a:r>
              <a:rPr sz="2400" spc="-15" dirty="0">
                <a:latin typeface="Calibri"/>
                <a:cs typeface="Calibri"/>
              </a:rPr>
              <a:t>e</a:t>
            </a:r>
            <a:r>
              <a:rPr sz="2400" spc="-55" dirty="0">
                <a:latin typeface="Times New Roman"/>
                <a:cs typeface="Times New Roman"/>
              </a:rPr>
              <a:t> </a:t>
            </a:r>
            <a:r>
              <a:rPr sz="2400" spc="-20" dirty="0">
                <a:latin typeface="Calibri"/>
                <a:cs typeface="Calibri"/>
              </a:rPr>
              <a:t>th</a:t>
            </a:r>
            <a:r>
              <a:rPr sz="2400" spc="-15" dirty="0">
                <a:latin typeface="Calibri"/>
                <a:cs typeface="Calibri"/>
              </a:rPr>
              <a:t>e</a:t>
            </a:r>
            <a:r>
              <a:rPr sz="2400" spc="-55" dirty="0">
                <a:latin typeface="Times New Roman"/>
                <a:cs typeface="Times New Roman"/>
              </a:rPr>
              <a:t> </a:t>
            </a:r>
            <a:r>
              <a:rPr sz="2400" spc="-40" dirty="0">
                <a:latin typeface="Calibri"/>
                <a:cs typeface="Calibri"/>
              </a:rPr>
              <a:t>s</a:t>
            </a:r>
            <a:r>
              <a:rPr sz="2400" spc="-45" dirty="0">
                <a:latin typeface="Calibri"/>
                <a:cs typeface="Calibri"/>
              </a:rPr>
              <a:t>y</a:t>
            </a:r>
            <a:r>
              <a:rPr sz="2400" spc="-20" dirty="0">
                <a:latin typeface="Calibri"/>
                <a:cs typeface="Calibri"/>
              </a:rPr>
              <a:t>s</a:t>
            </a:r>
            <a:r>
              <a:rPr sz="2400" spc="-35" dirty="0">
                <a:latin typeface="Calibri"/>
                <a:cs typeface="Calibri"/>
              </a:rPr>
              <a:t>t</a:t>
            </a:r>
            <a:r>
              <a:rPr sz="2400" spc="-10" dirty="0">
                <a:latin typeface="Calibri"/>
                <a:cs typeface="Calibri"/>
              </a:rPr>
              <a:t>e</a:t>
            </a:r>
            <a:r>
              <a:rPr sz="2400" spc="-20" dirty="0">
                <a:latin typeface="Calibri"/>
                <a:cs typeface="Calibri"/>
              </a:rPr>
              <a:t>m</a:t>
            </a:r>
            <a:r>
              <a:rPr sz="2400" spc="-10" dirty="0">
                <a:latin typeface="Times New Roman"/>
                <a:cs typeface="Times New Roman"/>
              </a:rPr>
              <a:t> </a:t>
            </a:r>
            <a:r>
              <a:rPr sz="2400" spc="5" dirty="0">
                <a:latin typeface="Calibri"/>
                <a:cs typeface="Calibri"/>
              </a:rPr>
              <a:t>i</a:t>
            </a:r>
            <a:r>
              <a:rPr sz="2400" dirty="0">
                <a:latin typeface="Calibri"/>
                <a:cs typeface="Calibri"/>
              </a:rPr>
              <a:t>s</a:t>
            </a:r>
            <a:r>
              <a:rPr sz="2400" spc="-80" dirty="0">
                <a:latin typeface="Times New Roman"/>
                <a:cs typeface="Times New Roman"/>
              </a:rPr>
              <a:t> </a:t>
            </a:r>
            <a:r>
              <a:rPr sz="2400" spc="-15" dirty="0">
                <a:latin typeface="Calibri"/>
                <a:cs typeface="Calibri"/>
              </a:rPr>
              <a:t>t</a:t>
            </a:r>
            <a:r>
              <a:rPr sz="2400" spc="5" dirty="0">
                <a:latin typeface="Calibri"/>
                <a:cs typeface="Calibri"/>
              </a:rPr>
              <a:t>i</a:t>
            </a:r>
            <a:r>
              <a:rPr sz="2400" dirty="0">
                <a:latin typeface="Calibri"/>
                <a:cs typeface="Calibri"/>
              </a:rPr>
              <a:t>m</a:t>
            </a:r>
            <a:r>
              <a:rPr sz="2400" spc="-15" dirty="0">
                <a:latin typeface="Calibri"/>
                <a:cs typeface="Calibri"/>
              </a:rPr>
              <a:t>e</a:t>
            </a:r>
            <a:r>
              <a:rPr sz="2400" spc="-75" dirty="0">
                <a:latin typeface="Times New Roman"/>
                <a:cs typeface="Times New Roman"/>
              </a:rPr>
              <a:t> </a:t>
            </a:r>
            <a:r>
              <a:rPr sz="2400" spc="5" dirty="0">
                <a:latin typeface="Calibri"/>
                <a:cs typeface="Calibri"/>
              </a:rPr>
              <a:t>i</a:t>
            </a:r>
            <a:r>
              <a:rPr sz="2400" spc="-45" dirty="0">
                <a:latin typeface="Calibri"/>
                <a:cs typeface="Calibri"/>
              </a:rPr>
              <a:t>n</a:t>
            </a:r>
            <a:r>
              <a:rPr sz="2400" spc="-60" dirty="0">
                <a:latin typeface="Calibri"/>
                <a:cs typeface="Calibri"/>
              </a:rPr>
              <a:t>v</a:t>
            </a:r>
            <a:r>
              <a:rPr sz="2400" spc="-10" dirty="0">
                <a:latin typeface="Calibri"/>
                <a:cs typeface="Calibri"/>
              </a:rPr>
              <a:t>ar</a:t>
            </a:r>
            <a:r>
              <a:rPr sz="2400" spc="5" dirty="0">
                <a:latin typeface="Calibri"/>
                <a:cs typeface="Calibri"/>
              </a:rPr>
              <a:t>i</a:t>
            </a:r>
            <a:r>
              <a:rPr sz="2400" spc="-10" dirty="0">
                <a:latin typeface="Calibri"/>
                <a:cs typeface="Calibri"/>
              </a:rPr>
              <a:t>a</a:t>
            </a:r>
            <a:r>
              <a:rPr sz="2400" spc="-25" dirty="0">
                <a:latin typeface="Calibri"/>
                <a:cs typeface="Calibri"/>
              </a:rPr>
              <a:t>n</a:t>
            </a:r>
            <a:r>
              <a:rPr sz="2400" spc="-10" dirty="0">
                <a:latin typeface="Calibri"/>
                <a:cs typeface="Calibri"/>
              </a:rPr>
              <a:t>t</a:t>
            </a:r>
            <a:endParaRPr sz="24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5" dirty="0"/>
              <a:t>Co</a:t>
            </a:r>
            <a:r>
              <a:rPr spc="-10" dirty="0"/>
              <a:t>n</a:t>
            </a:r>
            <a:r>
              <a:rPr dirty="0"/>
              <a:t>c</a:t>
            </a:r>
            <a:r>
              <a:rPr spc="-5" dirty="0"/>
              <a:t>l</a:t>
            </a:r>
            <a:r>
              <a:rPr spc="-10" dirty="0"/>
              <a:t>us</a:t>
            </a:r>
            <a:r>
              <a:rPr spc="-5" dirty="0"/>
              <a:t>i</a:t>
            </a:r>
            <a:r>
              <a:rPr spc="5" dirty="0"/>
              <a:t>o</a:t>
            </a:r>
            <a:r>
              <a:rPr spc="-10" dirty="0"/>
              <a:t>ns</a:t>
            </a:r>
          </a:p>
        </p:txBody>
      </p:sp>
      <p:sp>
        <p:nvSpPr>
          <p:cNvPr id="5" name="object 5"/>
          <p:cNvSpPr txBox="1"/>
          <p:nvPr/>
        </p:nvSpPr>
        <p:spPr>
          <a:xfrm>
            <a:off x="578778" y="2095544"/>
            <a:ext cx="6491605" cy="889987"/>
          </a:xfrm>
          <a:prstGeom prst="rect">
            <a:avLst/>
          </a:prstGeom>
        </p:spPr>
        <p:txBody>
          <a:bodyPr vert="horz" wrap="square" lIns="0" tIns="0" rIns="0" bIns="0" rtlCol="0">
            <a:spAutoFit/>
          </a:bodyPr>
          <a:lstStyle/>
          <a:p>
            <a:pPr marL="241300" indent="-228600">
              <a:lnSpc>
                <a:spcPct val="100000"/>
              </a:lnSpc>
              <a:buClr>
                <a:srgbClr val="ADB3B8"/>
              </a:buClr>
              <a:buFont typeface="Arial"/>
              <a:buChar char="•"/>
              <a:tabLst>
                <a:tab pos="241300" algn="l"/>
              </a:tabLst>
            </a:pPr>
            <a:r>
              <a:rPr sz="2600" spc="-10" dirty="0">
                <a:latin typeface="Calibri"/>
                <a:cs typeface="Calibri"/>
              </a:rPr>
              <a:t>Th</a:t>
            </a:r>
            <a:r>
              <a:rPr sz="2600" dirty="0">
                <a:latin typeface="Calibri"/>
                <a:cs typeface="Calibri"/>
              </a:rPr>
              <a:t>is</a:t>
            </a:r>
            <a:r>
              <a:rPr sz="2600" spc="-70" dirty="0">
                <a:latin typeface="Times New Roman"/>
                <a:cs typeface="Times New Roman"/>
              </a:rPr>
              <a:t> </a:t>
            </a:r>
            <a:r>
              <a:rPr sz="2600" dirty="0">
                <a:latin typeface="Calibri"/>
                <a:cs typeface="Calibri"/>
              </a:rPr>
              <a:t>s</a:t>
            </a:r>
            <a:r>
              <a:rPr sz="2600" spc="-10" dirty="0">
                <a:latin typeface="Calibri"/>
                <a:cs typeface="Calibri"/>
              </a:rPr>
              <a:t>e</a:t>
            </a:r>
            <a:r>
              <a:rPr sz="2600" spc="-15"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100" dirty="0">
                <a:latin typeface="Times New Roman"/>
                <a:cs typeface="Times New Roman"/>
              </a:rPr>
              <a:t> </a:t>
            </a:r>
            <a:r>
              <a:rPr sz="2600" spc="-10" dirty="0">
                <a:latin typeface="Calibri"/>
                <a:cs typeface="Calibri"/>
              </a:rPr>
              <a:t>ha</a:t>
            </a:r>
            <a:r>
              <a:rPr sz="2600" dirty="0">
                <a:latin typeface="Calibri"/>
                <a:cs typeface="Calibri"/>
              </a:rPr>
              <a:t>s</a:t>
            </a:r>
            <a:r>
              <a:rPr sz="2600" spc="-50" dirty="0">
                <a:latin typeface="Times New Roman"/>
                <a:cs typeface="Times New Roman"/>
              </a:rPr>
              <a:t> </a:t>
            </a:r>
            <a:r>
              <a:rPr sz="2600" spc="-35" dirty="0">
                <a:latin typeface="Calibri"/>
                <a:cs typeface="Calibri"/>
              </a:rPr>
              <a:t>c</a:t>
            </a:r>
            <a:r>
              <a:rPr sz="2600" spc="5" dirty="0">
                <a:latin typeface="Calibri"/>
                <a:cs typeface="Calibri"/>
              </a:rPr>
              <a:t>o</a:t>
            </a:r>
            <a:r>
              <a:rPr sz="2600" spc="-25" dirty="0">
                <a:latin typeface="Calibri"/>
                <a:cs typeface="Calibri"/>
              </a:rPr>
              <a:t>m</a:t>
            </a:r>
            <a:r>
              <a:rPr sz="2600" spc="-10" dirty="0">
                <a:latin typeface="Calibri"/>
                <a:cs typeface="Calibri"/>
              </a:rPr>
              <a:t>p</a:t>
            </a:r>
            <a:r>
              <a:rPr sz="2600" dirty="0">
                <a:latin typeface="Calibri"/>
                <a:cs typeface="Calibri"/>
              </a:rPr>
              <a:t>l</a:t>
            </a:r>
            <a:r>
              <a:rPr sz="2600" spc="-30" dirty="0">
                <a:latin typeface="Calibri"/>
                <a:cs typeface="Calibri"/>
              </a:rPr>
              <a:t>e</a:t>
            </a:r>
            <a:r>
              <a:rPr sz="2600" spc="-25" dirty="0">
                <a:latin typeface="Calibri"/>
                <a:cs typeface="Calibri"/>
              </a:rPr>
              <a:t>t</a:t>
            </a:r>
            <a:r>
              <a:rPr sz="2600" spc="-10" dirty="0">
                <a:latin typeface="Calibri"/>
                <a:cs typeface="Calibri"/>
              </a:rPr>
              <a:t>e</a:t>
            </a:r>
            <a:r>
              <a:rPr sz="2600" dirty="0">
                <a:latin typeface="Calibri"/>
                <a:cs typeface="Calibri"/>
              </a:rPr>
              <a:t>d</a:t>
            </a:r>
            <a:r>
              <a:rPr sz="2600" spc="-12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35" dirty="0">
                <a:latin typeface="Calibri"/>
                <a:cs typeface="Calibri"/>
              </a:rPr>
              <a:t>c</a:t>
            </a:r>
            <a:r>
              <a:rPr sz="2600" spc="5" dirty="0">
                <a:latin typeface="Calibri"/>
                <a:cs typeface="Calibri"/>
              </a:rPr>
              <a:t>o</a:t>
            </a:r>
            <a:r>
              <a:rPr sz="2600" spc="-10" dirty="0">
                <a:latin typeface="Calibri"/>
                <a:cs typeface="Calibri"/>
              </a:rPr>
              <a:t>u</a:t>
            </a:r>
            <a:r>
              <a:rPr sz="2600" spc="-50" dirty="0">
                <a:latin typeface="Calibri"/>
                <a:cs typeface="Calibri"/>
              </a:rPr>
              <a:t>r</a:t>
            </a:r>
            <a:r>
              <a:rPr sz="2600" dirty="0">
                <a:latin typeface="Calibri"/>
                <a:cs typeface="Calibri"/>
              </a:rPr>
              <a:t>s</a:t>
            </a:r>
            <a:r>
              <a:rPr sz="2600" spc="-15" dirty="0">
                <a:latin typeface="Calibri"/>
                <a:cs typeface="Calibri"/>
              </a:rPr>
              <a:t>e</a:t>
            </a:r>
            <a:r>
              <a:rPr sz="2600" spc="-65" dirty="0">
                <a:latin typeface="Times New Roman"/>
                <a:cs typeface="Times New Roman"/>
              </a:rPr>
              <a:t> </a:t>
            </a:r>
            <a:r>
              <a:rPr sz="2600" spc="-40" dirty="0">
                <a:latin typeface="Calibri"/>
                <a:cs typeface="Calibri"/>
              </a:rPr>
              <a:t>s</a:t>
            </a:r>
            <a:r>
              <a:rPr sz="2600" spc="-15" dirty="0">
                <a:latin typeface="Calibri"/>
                <a:cs typeface="Calibri"/>
              </a:rPr>
              <a:t>y</a:t>
            </a:r>
            <a:r>
              <a:rPr sz="2600" dirty="0">
                <a:latin typeface="Calibri"/>
                <a:cs typeface="Calibri"/>
              </a:rPr>
              <a:t>ll</a:t>
            </a:r>
            <a:r>
              <a:rPr sz="2600" spc="-10" dirty="0">
                <a:latin typeface="Calibri"/>
                <a:cs typeface="Calibri"/>
              </a:rPr>
              <a:t>abus</a:t>
            </a:r>
            <a:endParaRPr sz="2600" dirty="0">
              <a:latin typeface="Calibri"/>
              <a:cs typeface="Calibri"/>
            </a:endParaRPr>
          </a:p>
          <a:p>
            <a:pPr marL="241300" indent="-228600">
              <a:lnSpc>
                <a:spcPct val="100000"/>
              </a:lnSpc>
              <a:spcBef>
                <a:spcPts val="700"/>
              </a:spcBef>
              <a:buClr>
                <a:srgbClr val="ADB3B8"/>
              </a:buClr>
              <a:buFont typeface="Arial"/>
              <a:buChar char="•"/>
              <a:tabLst>
                <a:tab pos="241300" algn="l"/>
              </a:tabLst>
            </a:pPr>
            <a:r>
              <a:rPr sz="2600" b="1" spc="-15" dirty="0">
                <a:solidFill>
                  <a:srgbClr val="C00000"/>
                </a:solidFill>
                <a:latin typeface="Calibri"/>
                <a:cs typeface="Calibri"/>
              </a:rPr>
              <a:t>N</a:t>
            </a:r>
            <a:r>
              <a:rPr sz="2600" b="1" spc="-50" dirty="0">
                <a:solidFill>
                  <a:srgbClr val="C00000"/>
                </a:solidFill>
                <a:latin typeface="Calibri"/>
                <a:cs typeface="Calibri"/>
              </a:rPr>
              <a:t>e</a:t>
            </a:r>
            <a:r>
              <a:rPr sz="2600" b="1" spc="5" dirty="0">
                <a:solidFill>
                  <a:srgbClr val="C00000"/>
                </a:solidFill>
                <a:latin typeface="Calibri"/>
                <a:cs typeface="Calibri"/>
              </a:rPr>
              <a:t>x</a:t>
            </a:r>
            <a:r>
              <a:rPr sz="2600" b="1" spc="-15" dirty="0">
                <a:solidFill>
                  <a:srgbClr val="C00000"/>
                </a:solidFill>
                <a:latin typeface="Calibri"/>
                <a:cs typeface="Calibri"/>
              </a:rPr>
              <a:t>t</a:t>
            </a:r>
            <a:r>
              <a:rPr sz="2600" b="1" dirty="0">
                <a:solidFill>
                  <a:srgbClr val="C00000"/>
                </a:solidFill>
                <a:latin typeface="Calibri"/>
                <a:cs typeface="Calibri"/>
              </a:rPr>
              <a:t>…</a:t>
            </a:r>
            <a:endParaRPr sz="2600" dirty="0">
              <a:latin typeface="Calibri"/>
              <a:cs typeface="Calibri"/>
            </a:endParaRPr>
          </a:p>
        </p:txBody>
      </p:sp>
      <p:sp>
        <p:nvSpPr>
          <p:cNvPr id="7" name="TextBox 6">
            <a:extLst>
              <a:ext uri="{FF2B5EF4-FFF2-40B4-BE49-F238E27FC236}">
                <a16:creationId xmlns:a16="http://schemas.microsoft.com/office/drawing/2014/main" id="{E0BD4833-A86B-73F6-92F4-B99BA815A2B2}"/>
              </a:ext>
            </a:extLst>
          </p:cNvPr>
          <p:cNvSpPr txBox="1"/>
          <p:nvPr/>
        </p:nvSpPr>
        <p:spPr>
          <a:xfrm>
            <a:off x="800463" y="3657600"/>
            <a:ext cx="7543072" cy="954107"/>
          </a:xfrm>
          <a:prstGeom prst="rect">
            <a:avLst/>
          </a:prstGeom>
          <a:noFill/>
        </p:spPr>
        <p:txBody>
          <a:bodyPr wrap="square">
            <a:spAutoFit/>
          </a:bodyPr>
          <a:lstStyle/>
          <a:p>
            <a:r>
              <a:rPr lang="en-US" sz="2800" b="1" dirty="0">
                <a:solidFill>
                  <a:srgbClr val="FF0000"/>
                </a:solidFill>
              </a:rPr>
              <a:t>How do Engineers balance performance and robustness in control system design?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6271259"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300596" rIns="0" bIns="0" rtlCol="0">
            <a:spAutoFit/>
          </a:bodyPr>
          <a:lstStyle/>
          <a:p>
            <a:pPr marL="80645">
              <a:lnSpc>
                <a:spcPct val="100000"/>
              </a:lnSpc>
            </a:pPr>
            <a:r>
              <a:rPr spc="-45" dirty="0"/>
              <a:t>S</a:t>
            </a:r>
            <a:r>
              <a:rPr spc="-20" dirty="0"/>
              <a:t>y</a:t>
            </a:r>
            <a:r>
              <a:rPr spc="-5" dirty="0"/>
              <a:t>ll</a:t>
            </a:r>
            <a:r>
              <a:rPr spc="-10" dirty="0"/>
              <a:t>abus</a:t>
            </a:r>
          </a:p>
        </p:txBody>
      </p:sp>
      <p:sp>
        <p:nvSpPr>
          <p:cNvPr id="5" name="object 5"/>
          <p:cNvSpPr/>
          <p:nvPr/>
        </p:nvSpPr>
        <p:spPr>
          <a:xfrm>
            <a:off x="3381999" y="2721589"/>
            <a:ext cx="2484120" cy="2700020"/>
          </a:xfrm>
          <a:custGeom>
            <a:avLst/>
            <a:gdLst/>
            <a:ahLst/>
            <a:cxnLst/>
            <a:rect l="l" t="t" r="r" b="b"/>
            <a:pathLst>
              <a:path w="2484120" h="2700020">
                <a:moveTo>
                  <a:pt x="0" y="414040"/>
                </a:moveTo>
                <a:lnTo>
                  <a:pt x="5419" y="346882"/>
                </a:lnTo>
                <a:lnTo>
                  <a:pt x="21108" y="283174"/>
                </a:lnTo>
                <a:lnTo>
                  <a:pt x="46215" y="223768"/>
                </a:lnTo>
                <a:lnTo>
                  <a:pt x="79887" y="169516"/>
                </a:lnTo>
                <a:lnTo>
                  <a:pt x="121272" y="121272"/>
                </a:lnTo>
                <a:lnTo>
                  <a:pt x="169516" y="79887"/>
                </a:lnTo>
                <a:lnTo>
                  <a:pt x="223768" y="46215"/>
                </a:lnTo>
                <a:lnTo>
                  <a:pt x="283174" y="21108"/>
                </a:lnTo>
                <a:lnTo>
                  <a:pt x="346882" y="5419"/>
                </a:lnTo>
                <a:lnTo>
                  <a:pt x="414040" y="0"/>
                </a:lnTo>
                <a:lnTo>
                  <a:pt x="2070110" y="0"/>
                </a:lnTo>
                <a:lnTo>
                  <a:pt x="2137267" y="5419"/>
                </a:lnTo>
                <a:lnTo>
                  <a:pt x="2200972" y="21108"/>
                </a:lnTo>
                <a:lnTo>
                  <a:pt x="2260375" y="46215"/>
                </a:lnTo>
                <a:lnTo>
                  <a:pt x="2314623" y="79887"/>
                </a:lnTo>
                <a:lnTo>
                  <a:pt x="2362862" y="121272"/>
                </a:lnTo>
                <a:lnTo>
                  <a:pt x="2404242" y="169516"/>
                </a:lnTo>
                <a:lnTo>
                  <a:pt x="2437910" y="223768"/>
                </a:lnTo>
                <a:lnTo>
                  <a:pt x="2463014" y="283174"/>
                </a:lnTo>
                <a:lnTo>
                  <a:pt x="2478701" y="346882"/>
                </a:lnTo>
                <a:lnTo>
                  <a:pt x="2484119" y="414040"/>
                </a:lnTo>
                <a:lnTo>
                  <a:pt x="2484119" y="2286012"/>
                </a:lnTo>
                <a:lnTo>
                  <a:pt x="2478701" y="2353169"/>
                </a:lnTo>
                <a:lnTo>
                  <a:pt x="2463014" y="2416875"/>
                </a:lnTo>
                <a:lnTo>
                  <a:pt x="2437910" y="2476279"/>
                </a:lnTo>
                <a:lnTo>
                  <a:pt x="2404242" y="2530527"/>
                </a:lnTo>
                <a:lnTo>
                  <a:pt x="2362862" y="2578767"/>
                </a:lnTo>
                <a:lnTo>
                  <a:pt x="2314623" y="2620148"/>
                </a:lnTo>
                <a:lnTo>
                  <a:pt x="2260375" y="2653817"/>
                </a:lnTo>
                <a:lnTo>
                  <a:pt x="2200972" y="2678921"/>
                </a:lnTo>
                <a:lnTo>
                  <a:pt x="2137267" y="2694609"/>
                </a:lnTo>
                <a:lnTo>
                  <a:pt x="2070110" y="2700028"/>
                </a:lnTo>
                <a:lnTo>
                  <a:pt x="414040" y="2700028"/>
                </a:lnTo>
                <a:lnTo>
                  <a:pt x="346882" y="2694609"/>
                </a:lnTo>
                <a:lnTo>
                  <a:pt x="283174" y="2678921"/>
                </a:lnTo>
                <a:lnTo>
                  <a:pt x="223768" y="2653817"/>
                </a:lnTo>
                <a:lnTo>
                  <a:pt x="169516" y="2620148"/>
                </a:lnTo>
                <a:lnTo>
                  <a:pt x="121272" y="2578767"/>
                </a:lnTo>
                <a:lnTo>
                  <a:pt x="79887" y="2530527"/>
                </a:lnTo>
                <a:lnTo>
                  <a:pt x="46215" y="2476279"/>
                </a:lnTo>
                <a:lnTo>
                  <a:pt x="21108" y="2416875"/>
                </a:lnTo>
                <a:lnTo>
                  <a:pt x="5419" y="2353169"/>
                </a:lnTo>
                <a:lnTo>
                  <a:pt x="0" y="2286012"/>
                </a:lnTo>
                <a:lnTo>
                  <a:pt x="0" y="414040"/>
                </a:lnTo>
                <a:close/>
              </a:path>
            </a:pathLst>
          </a:custGeom>
          <a:ln w="12700">
            <a:solidFill>
              <a:srgbClr val="C00000"/>
            </a:solidFill>
          </a:ln>
        </p:spPr>
        <p:txBody>
          <a:bodyPr wrap="square" lIns="0" tIns="0" rIns="0" bIns="0" rtlCol="0"/>
          <a:lstStyle/>
          <a:p>
            <a:endParaRPr/>
          </a:p>
        </p:txBody>
      </p:sp>
      <p:sp>
        <p:nvSpPr>
          <p:cNvPr id="6" name="object 6"/>
          <p:cNvSpPr/>
          <p:nvPr/>
        </p:nvSpPr>
        <p:spPr>
          <a:xfrm>
            <a:off x="2275844" y="1838959"/>
            <a:ext cx="1236975" cy="1506221"/>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2252983" y="2981959"/>
            <a:ext cx="1236975" cy="1506221"/>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2675079" y="2179964"/>
            <a:ext cx="395605" cy="1854200"/>
          </a:xfrm>
          <a:prstGeom prst="rect">
            <a:avLst/>
          </a:prstGeom>
        </p:spPr>
        <p:txBody>
          <a:bodyPr vert="horz" wrap="square" lIns="0" tIns="0" rIns="0" bIns="0" rtlCol="0">
            <a:spAutoFit/>
          </a:bodyPr>
          <a:lstStyle/>
          <a:p>
            <a:pPr marL="34290">
              <a:lnSpc>
                <a:spcPct val="100000"/>
              </a:lnSpc>
            </a:pPr>
            <a:r>
              <a:rPr sz="5400" spc="-30" dirty="0">
                <a:solidFill>
                  <a:srgbClr val="C00000"/>
                </a:solidFill>
                <a:latin typeface="Calibri"/>
                <a:cs typeface="Calibri"/>
              </a:rPr>
              <a:t>1</a:t>
            </a:r>
            <a:endParaRPr sz="5400">
              <a:latin typeface="Calibri"/>
              <a:cs typeface="Calibri"/>
            </a:endParaRPr>
          </a:p>
          <a:p>
            <a:pPr marL="12700">
              <a:lnSpc>
                <a:spcPct val="100000"/>
              </a:lnSpc>
              <a:spcBef>
                <a:spcPts val="2520"/>
              </a:spcBef>
            </a:pPr>
            <a:r>
              <a:rPr sz="5400" spc="-30" dirty="0">
                <a:solidFill>
                  <a:srgbClr val="C00000"/>
                </a:solidFill>
                <a:latin typeface="Calibri"/>
                <a:cs typeface="Calibri"/>
              </a:rPr>
              <a:t>2</a:t>
            </a:r>
            <a:endParaRPr sz="5400">
              <a:latin typeface="Calibri"/>
              <a:cs typeface="Calibri"/>
            </a:endParaRPr>
          </a:p>
        </p:txBody>
      </p:sp>
      <p:sp>
        <p:nvSpPr>
          <p:cNvPr id="9" name="object 9"/>
          <p:cNvSpPr txBox="1"/>
          <p:nvPr/>
        </p:nvSpPr>
        <p:spPr>
          <a:xfrm>
            <a:off x="615735" y="2182796"/>
            <a:ext cx="2050414" cy="802640"/>
          </a:xfrm>
          <a:prstGeom prst="rect">
            <a:avLst/>
          </a:prstGeom>
        </p:spPr>
        <p:txBody>
          <a:bodyPr vert="horz" wrap="square" lIns="0" tIns="0" rIns="0" bIns="0" rtlCol="0">
            <a:spAutoFit/>
          </a:bodyPr>
          <a:lstStyle/>
          <a:p>
            <a:pPr marL="12700" marR="5080">
              <a:lnSpc>
                <a:spcPct val="100000"/>
              </a:lnSpc>
            </a:pPr>
            <a:r>
              <a:rPr sz="1800" b="1" spc="5" dirty="0">
                <a:latin typeface="Calibri"/>
                <a:cs typeface="Calibri"/>
              </a:rPr>
              <a:t>C</a:t>
            </a:r>
            <a:r>
              <a:rPr sz="1800" b="1" spc="-20" dirty="0">
                <a:latin typeface="Calibri"/>
                <a:cs typeface="Calibri"/>
              </a:rPr>
              <a:t>on</a:t>
            </a:r>
            <a:r>
              <a:rPr sz="1800" b="1" spc="5" dirty="0">
                <a:latin typeface="Calibri"/>
                <a:cs typeface="Calibri"/>
              </a:rPr>
              <a:t>c</a:t>
            </a:r>
            <a:r>
              <a:rPr sz="1800" b="1" spc="-10" dirty="0">
                <a:latin typeface="Calibri"/>
                <a:cs typeface="Calibri"/>
              </a:rPr>
              <a:t>ept</a:t>
            </a:r>
            <a:r>
              <a:rPr sz="1800" b="1" spc="-60" dirty="0">
                <a:latin typeface="Times New Roman"/>
                <a:cs typeface="Times New Roman"/>
              </a:rPr>
              <a:t> </a:t>
            </a:r>
            <a:r>
              <a:rPr sz="1800" b="1" spc="-20" dirty="0">
                <a:latin typeface="Calibri"/>
                <a:cs typeface="Calibri"/>
              </a:rPr>
              <a:t>o</a:t>
            </a:r>
            <a:r>
              <a:rPr sz="1800" b="1" dirty="0">
                <a:latin typeface="Calibri"/>
                <a:cs typeface="Calibri"/>
              </a:rPr>
              <a:t>f</a:t>
            </a:r>
            <a:r>
              <a:rPr sz="1800" b="1" spc="-40" dirty="0">
                <a:latin typeface="Times New Roman"/>
                <a:cs typeface="Times New Roman"/>
              </a:rPr>
              <a:t> </a:t>
            </a:r>
            <a:r>
              <a:rPr sz="1800" b="1" spc="-40" dirty="0">
                <a:latin typeface="Calibri"/>
                <a:cs typeface="Calibri"/>
              </a:rPr>
              <a:t>F</a:t>
            </a:r>
            <a:r>
              <a:rPr sz="1800" b="1" spc="-10" dirty="0">
                <a:latin typeface="Calibri"/>
                <a:cs typeface="Calibri"/>
              </a:rPr>
              <a:t>eed</a:t>
            </a:r>
            <a:r>
              <a:rPr sz="1800" b="1" spc="-20" dirty="0">
                <a:latin typeface="Calibri"/>
                <a:cs typeface="Calibri"/>
              </a:rPr>
              <a:t>ba</a:t>
            </a:r>
            <a:r>
              <a:rPr sz="1800" b="1" spc="5" dirty="0">
                <a:latin typeface="Calibri"/>
                <a:cs typeface="Calibri"/>
              </a:rPr>
              <a:t>c</a:t>
            </a:r>
            <a:r>
              <a:rPr sz="1800" b="1" spc="-15" dirty="0">
                <a:latin typeface="Calibri"/>
                <a:cs typeface="Calibri"/>
              </a:rPr>
              <a:t>k</a:t>
            </a:r>
            <a:r>
              <a:rPr sz="1800" b="1" spc="-5" dirty="0">
                <a:latin typeface="Calibri"/>
                <a:cs typeface="Calibri"/>
              </a:rPr>
              <a:t>,</a:t>
            </a:r>
            <a:r>
              <a:rPr sz="1800" b="1" spc="-5" dirty="0">
                <a:latin typeface="Times New Roman"/>
                <a:cs typeface="Times New Roman"/>
              </a:rPr>
              <a:t> </a:t>
            </a:r>
            <a:r>
              <a:rPr sz="1800" b="1" spc="-155" dirty="0">
                <a:latin typeface="Calibri"/>
                <a:cs typeface="Calibri"/>
              </a:rPr>
              <a:t>T</a:t>
            </a:r>
            <a:r>
              <a:rPr sz="1800" b="1" spc="-10" dirty="0">
                <a:latin typeface="Calibri"/>
                <a:cs typeface="Calibri"/>
              </a:rPr>
              <a:t>e</a:t>
            </a:r>
            <a:r>
              <a:rPr sz="1800" b="1" dirty="0">
                <a:latin typeface="Calibri"/>
                <a:cs typeface="Calibri"/>
              </a:rPr>
              <a:t>r</a:t>
            </a:r>
            <a:r>
              <a:rPr sz="1800" b="1" spc="-5" dirty="0">
                <a:latin typeface="Calibri"/>
                <a:cs typeface="Calibri"/>
              </a:rPr>
              <a:t>m</a:t>
            </a:r>
            <a:r>
              <a:rPr sz="1800" b="1" spc="-10" dirty="0">
                <a:latin typeface="Calibri"/>
                <a:cs typeface="Calibri"/>
              </a:rPr>
              <a:t>i</a:t>
            </a:r>
            <a:r>
              <a:rPr sz="1800" b="1" spc="-20" dirty="0">
                <a:latin typeface="Calibri"/>
                <a:cs typeface="Calibri"/>
              </a:rPr>
              <a:t>no</a:t>
            </a:r>
            <a:r>
              <a:rPr sz="1800" b="1" spc="-10" dirty="0">
                <a:latin typeface="Calibri"/>
                <a:cs typeface="Calibri"/>
              </a:rPr>
              <a:t>l</a:t>
            </a:r>
            <a:r>
              <a:rPr sz="1800" b="1" spc="-20" dirty="0">
                <a:latin typeface="Calibri"/>
                <a:cs typeface="Calibri"/>
              </a:rPr>
              <a:t>o</a:t>
            </a:r>
            <a:r>
              <a:rPr sz="1800" b="1" spc="5" dirty="0">
                <a:latin typeface="Calibri"/>
                <a:cs typeface="Calibri"/>
              </a:rPr>
              <a:t>g</a:t>
            </a:r>
            <a:r>
              <a:rPr sz="1800" b="1" spc="-10" dirty="0">
                <a:latin typeface="Calibri"/>
                <a:cs typeface="Calibri"/>
              </a:rPr>
              <a:t>y</a:t>
            </a:r>
            <a:r>
              <a:rPr sz="1800" b="1" spc="-65" dirty="0">
                <a:latin typeface="Times New Roman"/>
                <a:cs typeface="Times New Roman"/>
              </a:rPr>
              <a:t> </a:t>
            </a:r>
            <a:r>
              <a:rPr sz="1800" b="1" spc="-20" dirty="0">
                <a:latin typeface="Calibri"/>
                <a:cs typeface="Calibri"/>
              </a:rPr>
              <a:t>an</a:t>
            </a:r>
            <a:r>
              <a:rPr sz="1800" b="1" spc="-10" dirty="0">
                <a:latin typeface="Calibri"/>
                <a:cs typeface="Calibri"/>
              </a:rPr>
              <a:t>d</a:t>
            </a:r>
            <a:r>
              <a:rPr sz="1800" b="1" spc="-5" dirty="0">
                <a:latin typeface="Times New Roman"/>
                <a:cs typeface="Times New Roman"/>
              </a:rPr>
              <a:t> </a:t>
            </a:r>
            <a:r>
              <a:rPr sz="1800" b="1" dirty="0">
                <a:latin typeface="Calibri"/>
                <a:cs typeface="Calibri"/>
              </a:rPr>
              <a:t>O</a:t>
            </a:r>
            <a:r>
              <a:rPr sz="1800" b="1" spc="-20" dirty="0">
                <a:latin typeface="Calibri"/>
                <a:cs typeface="Calibri"/>
              </a:rPr>
              <a:t>b</a:t>
            </a:r>
            <a:r>
              <a:rPr sz="1800" b="1" spc="-5" dirty="0">
                <a:latin typeface="Calibri"/>
                <a:cs typeface="Calibri"/>
              </a:rPr>
              <a:t>j</a:t>
            </a:r>
            <a:r>
              <a:rPr sz="1800" b="1" spc="-10" dirty="0">
                <a:latin typeface="Calibri"/>
                <a:cs typeface="Calibri"/>
              </a:rPr>
              <a:t>e</a:t>
            </a:r>
            <a:r>
              <a:rPr sz="1800" b="1" spc="5" dirty="0">
                <a:latin typeface="Calibri"/>
                <a:cs typeface="Calibri"/>
              </a:rPr>
              <a:t>c</a:t>
            </a:r>
            <a:r>
              <a:rPr sz="1800" b="1" spc="-15" dirty="0">
                <a:latin typeface="Calibri"/>
                <a:cs typeface="Calibri"/>
              </a:rPr>
              <a:t>tiv</a:t>
            </a:r>
            <a:r>
              <a:rPr sz="1800" b="1" spc="-10" dirty="0">
                <a:latin typeface="Calibri"/>
                <a:cs typeface="Calibri"/>
              </a:rPr>
              <a:t>es</a:t>
            </a:r>
            <a:r>
              <a:rPr sz="1800" b="1" spc="-70" dirty="0">
                <a:latin typeface="Times New Roman"/>
                <a:cs typeface="Times New Roman"/>
              </a:rPr>
              <a:t> </a:t>
            </a:r>
            <a:r>
              <a:rPr sz="1800" b="1" spc="-20" dirty="0">
                <a:latin typeface="Calibri"/>
                <a:cs typeface="Calibri"/>
              </a:rPr>
              <a:t>o</a:t>
            </a:r>
            <a:r>
              <a:rPr sz="1800" b="1" dirty="0">
                <a:latin typeface="Calibri"/>
                <a:cs typeface="Calibri"/>
              </a:rPr>
              <a:t>f</a:t>
            </a:r>
            <a:r>
              <a:rPr sz="1800" b="1" spc="-20"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10" name="object 10"/>
          <p:cNvSpPr txBox="1"/>
          <p:nvPr/>
        </p:nvSpPr>
        <p:spPr>
          <a:xfrm>
            <a:off x="471717" y="3502746"/>
            <a:ext cx="2091055" cy="528320"/>
          </a:xfrm>
          <a:prstGeom prst="rect">
            <a:avLst/>
          </a:prstGeom>
        </p:spPr>
        <p:txBody>
          <a:bodyPr vert="horz" wrap="square" lIns="0" tIns="0" rIns="0" bIns="0" rtlCol="0">
            <a:spAutoFit/>
          </a:bodyPr>
          <a:lstStyle/>
          <a:p>
            <a:pPr marL="12700" marR="5080">
              <a:lnSpc>
                <a:spcPct val="100000"/>
              </a:lnSpc>
            </a:pPr>
            <a:r>
              <a:rPr sz="1800" b="1" spc="-95" dirty="0">
                <a:latin typeface="Calibri"/>
                <a:cs typeface="Calibri"/>
              </a:rPr>
              <a:t>T</a:t>
            </a:r>
            <a:r>
              <a:rPr sz="1800" b="1" spc="-40" dirty="0">
                <a:latin typeface="Calibri"/>
                <a:cs typeface="Calibri"/>
              </a:rPr>
              <a:t>r</a:t>
            </a:r>
            <a:r>
              <a:rPr sz="1800" b="1" spc="-20" dirty="0">
                <a:latin typeface="Calibri"/>
                <a:cs typeface="Calibri"/>
              </a:rPr>
              <a:t>an</a:t>
            </a:r>
            <a:r>
              <a:rPr sz="1800" b="1" spc="-30" dirty="0">
                <a:latin typeface="Calibri"/>
                <a:cs typeface="Calibri"/>
              </a:rPr>
              <a:t>s</a:t>
            </a:r>
            <a:r>
              <a:rPr sz="1800" b="1" spc="-50" dirty="0">
                <a:latin typeface="Calibri"/>
                <a:cs typeface="Calibri"/>
              </a:rPr>
              <a:t>f</a:t>
            </a:r>
            <a:r>
              <a:rPr sz="1800" b="1" spc="-10" dirty="0">
                <a:latin typeface="Calibri"/>
                <a:cs typeface="Calibri"/>
              </a:rPr>
              <a:t>e</a:t>
            </a:r>
            <a:r>
              <a:rPr sz="1800" b="1" dirty="0">
                <a:latin typeface="Calibri"/>
                <a:cs typeface="Calibri"/>
              </a:rPr>
              <a:t>r</a:t>
            </a:r>
            <a:r>
              <a:rPr sz="1800" b="1" spc="-15" dirty="0">
                <a:latin typeface="Times New Roman"/>
                <a:cs typeface="Times New Roman"/>
              </a:rPr>
              <a:t> </a:t>
            </a:r>
            <a:r>
              <a:rPr sz="1800" b="1" spc="-20" dirty="0">
                <a:latin typeface="Calibri"/>
                <a:cs typeface="Calibri"/>
              </a:rPr>
              <a:t>Fun</a:t>
            </a:r>
            <a:r>
              <a:rPr sz="1800" b="1" spc="5" dirty="0">
                <a:latin typeface="Calibri"/>
                <a:cs typeface="Calibri"/>
              </a:rPr>
              <a:t>c</a:t>
            </a:r>
            <a:r>
              <a:rPr sz="1800" b="1" spc="-15" dirty="0">
                <a:latin typeface="Calibri"/>
                <a:cs typeface="Calibri"/>
              </a:rPr>
              <a:t>ti</a:t>
            </a:r>
            <a:r>
              <a:rPr sz="1800" b="1" spc="-20" dirty="0">
                <a:latin typeface="Calibri"/>
                <a:cs typeface="Calibri"/>
              </a:rPr>
              <a:t>on</a:t>
            </a:r>
            <a:r>
              <a:rPr sz="1800" b="1" spc="-10" dirty="0">
                <a:latin typeface="Calibri"/>
                <a:cs typeface="Calibri"/>
              </a:rPr>
              <a:t>s</a:t>
            </a:r>
            <a:r>
              <a:rPr sz="1800" b="1" spc="-5" dirty="0">
                <a:latin typeface="Times New Roman"/>
                <a:cs typeface="Times New Roman"/>
              </a:rPr>
              <a:t> </a:t>
            </a:r>
            <a:r>
              <a:rPr sz="1800" b="1" spc="-20" dirty="0">
                <a:latin typeface="Calibri"/>
                <a:cs typeface="Calibri"/>
              </a:rPr>
              <a:t>r</a:t>
            </a:r>
            <a:r>
              <a:rPr sz="1800" b="1" spc="-10" dirty="0">
                <a:latin typeface="Calibri"/>
                <a:cs typeface="Calibri"/>
              </a:rPr>
              <a:t>ep</a:t>
            </a:r>
            <a:r>
              <a:rPr sz="1800" b="1" spc="-20" dirty="0">
                <a:latin typeface="Calibri"/>
                <a:cs typeface="Calibri"/>
              </a:rPr>
              <a:t>r</a:t>
            </a:r>
            <a:r>
              <a:rPr sz="1800" b="1" spc="-10" dirty="0">
                <a:latin typeface="Calibri"/>
                <a:cs typeface="Calibri"/>
              </a:rPr>
              <a:t>e</a:t>
            </a:r>
            <a:r>
              <a:rPr sz="1800" b="1" dirty="0">
                <a:latin typeface="Calibri"/>
                <a:cs typeface="Calibri"/>
              </a:rPr>
              <a:t>s</a:t>
            </a:r>
            <a:r>
              <a:rPr sz="1800" b="1" spc="-10" dirty="0">
                <a:latin typeface="Calibri"/>
                <a:cs typeface="Calibri"/>
              </a:rPr>
              <a:t>e</a:t>
            </a:r>
            <a:r>
              <a:rPr sz="1800" b="1" spc="-30" dirty="0">
                <a:latin typeface="Calibri"/>
                <a:cs typeface="Calibri"/>
              </a:rPr>
              <a:t>n</a:t>
            </a:r>
            <a:r>
              <a:rPr sz="1800" b="1" spc="-35" dirty="0">
                <a:latin typeface="Calibri"/>
                <a:cs typeface="Calibri"/>
              </a:rPr>
              <a:t>t</a:t>
            </a:r>
            <a:r>
              <a:rPr sz="1800" b="1" spc="-10" dirty="0">
                <a:latin typeface="Calibri"/>
                <a:cs typeface="Calibri"/>
              </a:rPr>
              <a:t>e</a:t>
            </a:r>
            <a:r>
              <a:rPr sz="1800" b="1" dirty="0">
                <a:latin typeface="Calibri"/>
                <a:cs typeface="Calibri"/>
              </a:rPr>
              <a:t>d</a:t>
            </a:r>
            <a:r>
              <a:rPr sz="1800" b="1" spc="-40" dirty="0">
                <a:latin typeface="Times New Roman"/>
                <a:cs typeface="Times New Roman"/>
              </a:rPr>
              <a:t> </a:t>
            </a:r>
            <a:r>
              <a:rPr sz="1800" b="1" spc="-20" dirty="0">
                <a:latin typeface="Calibri"/>
                <a:cs typeface="Calibri"/>
              </a:rPr>
              <a:t>u</a:t>
            </a:r>
            <a:r>
              <a:rPr sz="1800" b="1" spc="-10" dirty="0">
                <a:latin typeface="Calibri"/>
                <a:cs typeface="Calibri"/>
              </a:rPr>
              <a:t>si</a:t>
            </a:r>
            <a:r>
              <a:rPr sz="1800" b="1" spc="-20" dirty="0">
                <a:latin typeface="Calibri"/>
                <a:cs typeface="Calibri"/>
              </a:rPr>
              <a:t>n</a:t>
            </a:r>
            <a:r>
              <a:rPr sz="1800" b="1" dirty="0">
                <a:latin typeface="Calibri"/>
                <a:cs typeface="Calibri"/>
              </a:rPr>
              <a:t>g</a:t>
            </a:r>
            <a:r>
              <a:rPr sz="1800" b="1" spc="-45" dirty="0">
                <a:latin typeface="Times New Roman"/>
                <a:cs typeface="Times New Roman"/>
              </a:rPr>
              <a:t> </a:t>
            </a:r>
            <a:r>
              <a:rPr sz="1800" b="1" spc="-15" dirty="0">
                <a:latin typeface="Calibri"/>
                <a:cs typeface="Calibri"/>
              </a:rPr>
              <a:t>t</a:t>
            </a:r>
            <a:r>
              <a:rPr sz="1800" b="1" spc="-20" dirty="0">
                <a:latin typeface="Calibri"/>
                <a:cs typeface="Calibri"/>
              </a:rPr>
              <a:t>h</a:t>
            </a:r>
            <a:r>
              <a:rPr sz="1800" b="1" dirty="0">
                <a:latin typeface="Calibri"/>
                <a:cs typeface="Calibri"/>
              </a:rPr>
              <a:t>e</a:t>
            </a:r>
            <a:endParaRPr sz="1800">
              <a:latin typeface="Calibri"/>
              <a:cs typeface="Calibri"/>
            </a:endParaRPr>
          </a:p>
        </p:txBody>
      </p:sp>
      <p:sp>
        <p:nvSpPr>
          <p:cNvPr id="11" name="object 11"/>
          <p:cNvSpPr txBox="1"/>
          <p:nvPr/>
        </p:nvSpPr>
        <p:spPr>
          <a:xfrm>
            <a:off x="471717" y="4051386"/>
            <a:ext cx="2318385" cy="254000"/>
          </a:xfrm>
          <a:prstGeom prst="rect">
            <a:avLst/>
          </a:prstGeom>
        </p:spPr>
        <p:txBody>
          <a:bodyPr vert="horz" wrap="square" lIns="0" tIns="0" rIns="0" bIns="0" rtlCol="0">
            <a:spAutoFit/>
          </a:bodyPr>
          <a:lstStyle/>
          <a:p>
            <a:pPr marL="12700">
              <a:lnSpc>
                <a:spcPct val="100000"/>
              </a:lnSpc>
            </a:pPr>
            <a:r>
              <a:rPr sz="1800" b="1" spc="-20" dirty="0">
                <a:latin typeface="Calibri"/>
                <a:cs typeface="Calibri"/>
              </a:rPr>
              <a:t>Ba</a:t>
            </a:r>
            <a:r>
              <a:rPr sz="1800" b="1" spc="-5" dirty="0">
                <a:latin typeface="Calibri"/>
                <a:cs typeface="Calibri"/>
              </a:rPr>
              <a:t>c</a:t>
            </a:r>
            <a:r>
              <a:rPr sz="1800" b="1" spc="-15" dirty="0">
                <a:latin typeface="Calibri"/>
                <a:cs typeface="Calibri"/>
              </a:rPr>
              <a:t>k</a:t>
            </a:r>
            <a:r>
              <a:rPr sz="1800" b="1" spc="-25" dirty="0">
                <a:latin typeface="Calibri"/>
                <a:cs typeface="Calibri"/>
              </a:rPr>
              <a:t>w</a:t>
            </a:r>
            <a:r>
              <a:rPr sz="1800" b="1" spc="-10" dirty="0">
                <a:latin typeface="Calibri"/>
                <a:cs typeface="Calibri"/>
              </a:rPr>
              <a:t>a</a:t>
            </a:r>
            <a:r>
              <a:rPr sz="1800" b="1" spc="-20" dirty="0">
                <a:latin typeface="Calibri"/>
                <a:cs typeface="Calibri"/>
              </a:rPr>
              <a:t>r</a:t>
            </a:r>
            <a:r>
              <a:rPr sz="1800" b="1" spc="-10" dirty="0">
                <a:latin typeface="Calibri"/>
                <a:cs typeface="Calibri"/>
              </a:rPr>
              <a:t>d</a:t>
            </a:r>
            <a:r>
              <a:rPr sz="1800" b="1" spc="-40" dirty="0">
                <a:latin typeface="Times New Roman"/>
                <a:cs typeface="Times New Roman"/>
              </a:rPr>
              <a:t> </a:t>
            </a:r>
            <a:r>
              <a:rPr sz="1800" b="1" spc="-5" dirty="0">
                <a:latin typeface="Calibri"/>
                <a:cs typeface="Calibri"/>
              </a:rPr>
              <a:t>S</a:t>
            </a:r>
            <a:r>
              <a:rPr sz="1800" b="1" spc="-20" dirty="0">
                <a:latin typeface="Calibri"/>
                <a:cs typeface="Calibri"/>
              </a:rPr>
              <a:t>h</a:t>
            </a:r>
            <a:r>
              <a:rPr sz="1800" b="1" spc="-10" dirty="0">
                <a:latin typeface="Calibri"/>
                <a:cs typeface="Calibri"/>
              </a:rPr>
              <a:t>if</a:t>
            </a:r>
            <a:r>
              <a:rPr sz="1800" b="1" dirty="0">
                <a:latin typeface="Calibri"/>
                <a:cs typeface="Calibri"/>
              </a:rPr>
              <a:t>t</a:t>
            </a:r>
            <a:r>
              <a:rPr sz="1800" b="1" spc="-15" dirty="0">
                <a:latin typeface="Times New Roman"/>
                <a:cs typeface="Times New Roman"/>
              </a:rPr>
              <a:t> </a:t>
            </a:r>
            <a:r>
              <a:rPr sz="1800" b="1" spc="-20" dirty="0">
                <a:latin typeface="Calibri"/>
                <a:cs typeface="Calibri"/>
              </a:rPr>
              <a:t>op</a:t>
            </a:r>
            <a:r>
              <a:rPr sz="1800" b="1" spc="-10" dirty="0">
                <a:latin typeface="Calibri"/>
                <a:cs typeface="Calibri"/>
              </a:rPr>
              <a:t>e</a:t>
            </a:r>
            <a:r>
              <a:rPr sz="1800" b="1" spc="-40" dirty="0">
                <a:latin typeface="Calibri"/>
                <a:cs typeface="Calibri"/>
              </a:rPr>
              <a:t>ra</a:t>
            </a:r>
            <a:r>
              <a:rPr sz="1800" b="1" spc="-35" dirty="0">
                <a:latin typeface="Calibri"/>
                <a:cs typeface="Calibri"/>
              </a:rPr>
              <a:t>t</a:t>
            </a:r>
            <a:r>
              <a:rPr sz="1800" b="1" spc="-10" dirty="0">
                <a:latin typeface="Calibri"/>
                <a:cs typeface="Calibri"/>
              </a:rPr>
              <a:t>or</a:t>
            </a:r>
            <a:endParaRPr sz="1800">
              <a:latin typeface="Calibri"/>
              <a:cs typeface="Calibri"/>
            </a:endParaRPr>
          </a:p>
        </p:txBody>
      </p:sp>
      <p:sp>
        <p:nvSpPr>
          <p:cNvPr id="12" name="object 12"/>
          <p:cNvSpPr/>
          <p:nvPr/>
        </p:nvSpPr>
        <p:spPr>
          <a:xfrm>
            <a:off x="4729489" y="1249689"/>
            <a:ext cx="1236975" cy="1506221"/>
          </a:xfrm>
          <a:prstGeom prst="rect">
            <a:avLst/>
          </a:prstGeom>
          <a:blipFill>
            <a:blip r:embed="rId6" cstate="print"/>
            <a:stretch>
              <a:fillRect/>
            </a:stretch>
          </a:blipFill>
        </p:spPr>
        <p:txBody>
          <a:bodyPr wrap="square" lIns="0" tIns="0" rIns="0" bIns="0" rtlCol="0"/>
          <a:lstStyle/>
          <a:p>
            <a:endParaRPr/>
          </a:p>
        </p:txBody>
      </p:sp>
      <p:sp>
        <p:nvSpPr>
          <p:cNvPr id="13" name="object 13"/>
          <p:cNvSpPr txBox="1"/>
          <p:nvPr/>
        </p:nvSpPr>
        <p:spPr>
          <a:xfrm>
            <a:off x="5151886" y="1589819"/>
            <a:ext cx="373380" cy="711200"/>
          </a:xfrm>
          <a:prstGeom prst="rect">
            <a:avLst/>
          </a:prstGeom>
        </p:spPr>
        <p:txBody>
          <a:bodyPr vert="horz" wrap="square" lIns="0" tIns="0" rIns="0" bIns="0" rtlCol="0">
            <a:spAutoFit/>
          </a:bodyPr>
          <a:lstStyle/>
          <a:p>
            <a:pPr marL="12700">
              <a:lnSpc>
                <a:spcPct val="100000"/>
              </a:lnSpc>
            </a:pPr>
            <a:r>
              <a:rPr sz="5400" spc="-30" dirty="0">
                <a:solidFill>
                  <a:srgbClr val="C00000"/>
                </a:solidFill>
                <a:latin typeface="Calibri"/>
                <a:cs typeface="Calibri"/>
              </a:rPr>
              <a:t>3</a:t>
            </a:r>
            <a:endParaRPr sz="5400">
              <a:latin typeface="Calibri"/>
              <a:cs typeface="Calibri"/>
            </a:endParaRPr>
          </a:p>
        </p:txBody>
      </p:sp>
      <p:sp>
        <p:nvSpPr>
          <p:cNvPr id="14" name="object 14"/>
          <p:cNvSpPr txBox="1"/>
          <p:nvPr/>
        </p:nvSpPr>
        <p:spPr>
          <a:xfrm>
            <a:off x="4257145" y="1766578"/>
            <a:ext cx="704215" cy="254000"/>
          </a:xfrm>
          <a:prstGeom prst="rect">
            <a:avLst/>
          </a:prstGeom>
        </p:spPr>
        <p:txBody>
          <a:bodyPr vert="horz" wrap="square" lIns="0" tIns="0" rIns="0" bIns="0" rtlCol="0">
            <a:spAutoFit/>
          </a:bodyPr>
          <a:lstStyle/>
          <a:p>
            <a:pPr marL="12700">
              <a:lnSpc>
                <a:spcPct val="100000"/>
              </a:lnSpc>
            </a:pPr>
            <a:r>
              <a:rPr sz="1800" b="1" spc="-25" dirty="0">
                <a:latin typeface="Calibri"/>
                <a:cs typeface="Calibri"/>
              </a:rPr>
              <a:t>Sy</a:t>
            </a:r>
            <a:r>
              <a:rPr sz="1800" b="1" spc="-30" dirty="0">
                <a:latin typeface="Calibri"/>
                <a:cs typeface="Calibri"/>
              </a:rPr>
              <a:t>s</a:t>
            </a:r>
            <a:r>
              <a:rPr sz="1800" b="1" spc="-35" dirty="0">
                <a:latin typeface="Calibri"/>
                <a:cs typeface="Calibri"/>
              </a:rPr>
              <a:t>t</a:t>
            </a:r>
            <a:r>
              <a:rPr sz="1800" b="1" spc="-10" dirty="0">
                <a:latin typeface="Calibri"/>
                <a:cs typeface="Calibri"/>
              </a:rPr>
              <a:t>e</a:t>
            </a:r>
            <a:r>
              <a:rPr sz="1800" b="1" dirty="0">
                <a:latin typeface="Calibri"/>
                <a:cs typeface="Calibri"/>
              </a:rPr>
              <a:t>m</a:t>
            </a:r>
            <a:endParaRPr sz="1800">
              <a:latin typeface="Calibri"/>
              <a:cs typeface="Calibri"/>
            </a:endParaRPr>
          </a:p>
        </p:txBody>
      </p:sp>
      <p:sp>
        <p:nvSpPr>
          <p:cNvPr id="15" name="object 15"/>
          <p:cNvSpPr txBox="1"/>
          <p:nvPr/>
        </p:nvSpPr>
        <p:spPr>
          <a:xfrm>
            <a:off x="3964988" y="2040898"/>
            <a:ext cx="1286510"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I</a:t>
            </a:r>
            <a:r>
              <a:rPr sz="1800" b="1" spc="-20" dirty="0">
                <a:latin typeface="Calibri"/>
                <a:cs typeface="Calibri"/>
              </a:rPr>
              <a:t>d</a:t>
            </a:r>
            <a:r>
              <a:rPr sz="1800" b="1" spc="-10" dirty="0">
                <a:latin typeface="Calibri"/>
                <a:cs typeface="Calibri"/>
              </a:rPr>
              <a:t>e</a:t>
            </a:r>
            <a:r>
              <a:rPr sz="1800" b="1" spc="-40" dirty="0">
                <a:latin typeface="Calibri"/>
                <a:cs typeface="Calibri"/>
              </a:rPr>
              <a:t>n</a:t>
            </a:r>
            <a:r>
              <a:rPr sz="1800" b="1" spc="-15" dirty="0">
                <a:latin typeface="Calibri"/>
                <a:cs typeface="Calibri"/>
              </a:rPr>
              <a:t>ti</a:t>
            </a:r>
            <a:r>
              <a:rPr sz="1800" b="1" spc="-10" dirty="0">
                <a:latin typeface="Calibri"/>
                <a:cs typeface="Calibri"/>
              </a:rPr>
              <a:t>fi</a:t>
            </a:r>
            <a:r>
              <a:rPr sz="1800" b="1" spc="-15" dirty="0">
                <a:latin typeface="Calibri"/>
                <a:cs typeface="Calibri"/>
              </a:rPr>
              <a:t>c</a:t>
            </a:r>
            <a:r>
              <a:rPr sz="1800" b="1" spc="-40" dirty="0">
                <a:latin typeface="Calibri"/>
                <a:cs typeface="Calibri"/>
              </a:rPr>
              <a:t>a</a:t>
            </a:r>
            <a:r>
              <a:rPr sz="1800" b="1" spc="-15" dirty="0">
                <a:latin typeface="Calibri"/>
                <a:cs typeface="Calibri"/>
              </a:rPr>
              <a:t>ti</a:t>
            </a:r>
            <a:r>
              <a:rPr sz="1800" b="1" spc="-20" dirty="0">
                <a:latin typeface="Calibri"/>
                <a:cs typeface="Calibri"/>
              </a:rPr>
              <a:t>o</a:t>
            </a:r>
            <a:r>
              <a:rPr sz="1800" b="1" spc="-10" dirty="0">
                <a:latin typeface="Calibri"/>
                <a:cs typeface="Calibri"/>
              </a:rPr>
              <a:t>n</a:t>
            </a:r>
            <a:endParaRPr sz="1800">
              <a:latin typeface="Calibri"/>
              <a:cs typeface="Calibri"/>
            </a:endParaRPr>
          </a:p>
        </p:txBody>
      </p:sp>
      <p:sp>
        <p:nvSpPr>
          <p:cNvPr id="16" name="object 16"/>
          <p:cNvSpPr/>
          <p:nvPr/>
        </p:nvSpPr>
        <p:spPr>
          <a:xfrm>
            <a:off x="2311399" y="4638044"/>
            <a:ext cx="1236978" cy="1506211"/>
          </a:xfrm>
          <a:prstGeom prst="rect">
            <a:avLst/>
          </a:prstGeom>
          <a:blipFill>
            <a:blip r:embed="rId7" cstate="print"/>
            <a:stretch>
              <a:fillRect/>
            </a:stretch>
          </a:blipFill>
        </p:spPr>
        <p:txBody>
          <a:bodyPr wrap="square" lIns="0" tIns="0" rIns="0" bIns="0" rtlCol="0"/>
          <a:lstStyle/>
          <a:p>
            <a:endParaRPr/>
          </a:p>
        </p:txBody>
      </p:sp>
      <p:sp>
        <p:nvSpPr>
          <p:cNvPr id="17" name="object 17"/>
          <p:cNvSpPr txBox="1"/>
          <p:nvPr/>
        </p:nvSpPr>
        <p:spPr>
          <a:xfrm>
            <a:off x="471717" y="4978754"/>
            <a:ext cx="2634615" cy="869950"/>
          </a:xfrm>
          <a:prstGeom prst="rect">
            <a:avLst/>
          </a:prstGeom>
        </p:spPr>
        <p:txBody>
          <a:bodyPr vert="horz" wrap="square" lIns="0" tIns="0" rIns="0" bIns="0" rtlCol="0">
            <a:spAutoFit/>
          </a:bodyPr>
          <a:lstStyle/>
          <a:p>
            <a:pPr marL="12700">
              <a:lnSpc>
                <a:spcPts val="2550"/>
              </a:lnSpc>
              <a:tabLst>
                <a:tab pos="2273935" algn="l"/>
              </a:tabLst>
            </a:pPr>
            <a:r>
              <a:rPr sz="1800" b="1" spc="-20" dirty="0">
                <a:latin typeface="Calibri"/>
                <a:cs typeface="Calibri"/>
              </a:rPr>
              <a:t>po</a:t>
            </a:r>
            <a:r>
              <a:rPr sz="1800" b="1" spc="-10" dirty="0">
                <a:latin typeface="Calibri"/>
                <a:cs typeface="Calibri"/>
              </a:rPr>
              <a:t>l</a:t>
            </a:r>
            <a:r>
              <a:rPr sz="1800" b="1" dirty="0">
                <a:latin typeface="Calibri"/>
                <a:cs typeface="Calibri"/>
              </a:rPr>
              <a:t>e</a:t>
            </a:r>
            <a:r>
              <a:rPr sz="1800" b="1" spc="-40" dirty="0">
                <a:latin typeface="Times New Roman"/>
                <a:cs typeface="Times New Roman"/>
              </a:rPr>
              <a:t> </a:t>
            </a:r>
            <a:r>
              <a:rPr sz="1800" b="1" spc="-20" dirty="0">
                <a:latin typeface="Calibri"/>
                <a:cs typeface="Calibri"/>
              </a:rPr>
              <a:t>a</a:t>
            </a:r>
            <a:r>
              <a:rPr sz="1800" b="1" spc="-10" dirty="0">
                <a:latin typeface="Calibri"/>
                <a:cs typeface="Calibri"/>
              </a:rPr>
              <a:t>ssi</a:t>
            </a:r>
            <a:r>
              <a:rPr sz="1800" b="1" spc="5" dirty="0">
                <a:latin typeface="Calibri"/>
                <a:cs typeface="Calibri"/>
              </a:rPr>
              <a:t>g</a:t>
            </a:r>
            <a:r>
              <a:rPr sz="1800" b="1" spc="-20" dirty="0">
                <a:latin typeface="Calibri"/>
                <a:cs typeface="Calibri"/>
              </a:rPr>
              <a:t>n</a:t>
            </a:r>
            <a:r>
              <a:rPr sz="1800" b="1" spc="-5" dirty="0">
                <a:latin typeface="Calibri"/>
                <a:cs typeface="Calibri"/>
              </a:rPr>
              <a:t>m</a:t>
            </a:r>
            <a:r>
              <a:rPr sz="1800" b="1" spc="-10" dirty="0">
                <a:latin typeface="Calibri"/>
                <a:cs typeface="Calibri"/>
              </a:rPr>
              <a:t>e</a:t>
            </a:r>
            <a:r>
              <a:rPr sz="1800" b="1" spc="-30" dirty="0">
                <a:latin typeface="Calibri"/>
                <a:cs typeface="Calibri"/>
              </a:rPr>
              <a:t>n</a:t>
            </a:r>
            <a:r>
              <a:rPr sz="1800" b="1" spc="-10" dirty="0">
                <a:latin typeface="Calibri"/>
                <a:cs typeface="Calibri"/>
              </a:rPr>
              <a:t>t</a:t>
            </a:r>
            <a:r>
              <a:rPr sz="1800" b="1" spc="-60" dirty="0">
                <a:latin typeface="Times New Roman"/>
                <a:cs typeface="Times New Roman"/>
              </a:rPr>
              <a:t> </a:t>
            </a:r>
            <a:r>
              <a:rPr sz="1800" b="1" spc="-20" dirty="0">
                <a:latin typeface="Calibri"/>
                <a:cs typeface="Calibri"/>
              </a:rPr>
              <a:t>an</a:t>
            </a:r>
            <a:r>
              <a:rPr sz="1800" b="1" spc="-10" dirty="0">
                <a:latin typeface="Calibri"/>
                <a:cs typeface="Calibri"/>
              </a:rPr>
              <a:t>d</a:t>
            </a:r>
            <a:r>
              <a:rPr sz="1800" b="1" dirty="0">
                <a:latin typeface="Times New Roman"/>
                <a:cs typeface="Times New Roman"/>
              </a:rPr>
              <a:t>	</a:t>
            </a:r>
            <a:r>
              <a:rPr sz="5400" spc="-30" dirty="0">
                <a:solidFill>
                  <a:srgbClr val="C00000"/>
                </a:solidFill>
                <a:latin typeface="Calibri"/>
                <a:cs typeface="Calibri"/>
              </a:rPr>
              <a:t>4</a:t>
            </a:r>
            <a:endParaRPr sz="5400">
              <a:latin typeface="Calibri"/>
              <a:cs typeface="Calibri"/>
            </a:endParaRPr>
          </a:p>
          <a:p>
            <a:pPr marL="12700">
              <a:lnSpc>
                <a:spcPts val="1035"/>
              </a:lnSpc>
            </a:pPr>
            <a:r>
              <a:rPr sz="1800" b="1" spc="-20" dirty="0">
                <a:latin typeface="Calibri"/>
                <a:cs typeface="Calibri"/>
              </a:rPr>
              <a:t>B</a:t>
            </a:r>
            <a:r>
              <a:rPr sz="1800" b="1" spc="-10" dirty="0">
                <a:latin typeface="Calibri"/>
                <a:cs typeface="Calibri"/>
              </a:rPr>
              <a:t>lo</a:t>
            </a:r>
            <a:r>
              <a:rPr sz="1800" b="1" spc="5" dirty="0">
                <a:latin typeface="Calibri"/>
                <a:cs typeface="Calibri"/>
              </a:rPr>
              <a:t>c</a:t>
            </a:r>
            <a:r>
              <a:rPr sz="1800" b="1" spc="-10" dirty="0">
                <a:latin typeface="Calibri"/>
                <a:cs typeface="Calibri"/>
              </a:rPr>
              <a:t>k</a:t>
            </a:r>
            <a:r>
              <a:rPr sz="1800" b="1" spc="-35" dirty="0">
                <a:latin typeface="Times New Roman"/>
                <a:cs typeface="Times New Roman"/>
              </a:rPr>
              <a:t> </a:t>
            </a:r>
            <a:r>
              <a:rPr sz="1800" b="1" spc="-20" dirty="0">
                <a:latin typeface="Calibri"/>
                <a:cs typeface="Calibri"/>
              </a:rPr>
              <a:t>d</a:t>
            </a:r>
            <a:r>
              <a:rPr sz="1800" b="1" spc="-10" dirty="0">
                <a:latin typeface="Calibri"/>
                <a:cs typeface="Calibri"/>
              </a:rPr>
              <a:t>i</a:t>
            </a:r>
            <a:r>
              <a:rPr sz="1800" b="1" spc="-20" dirty="0">
                <a:latin typeface="Calibri"/>
                <a:cs typeface="Calibri"/>
              </a:rPr>
              <a:t>a</a:t>
            </a:r>
            <a:r>
              <a:rPr sz="1800" b="1" spc="-5" dirty="0">
                <a:latin typeface="Calibri"/>
                <a:cs typeface="Calibri"/>
              </a:rPr>
              <a:t>g</a:t>
            </a:r>
            <a:r>
              <a:rPr sz="1800" b="1" spc="-40" dirty="0">
                <a:latin typeface="Calibri"/>
                <a:cs typeface="Calibri"/>
              </a:rPr>
              <a:t>r</a:t>
            </a:r>
            <a:r>
              <a:rPr sz="1800" b="1" spc="-10" dirty="0">
                <a:latin typeface="Calibri"/>
                <a:cs typeface="Calibri"/>
              </a:rPr>
              <a:t>a</a:t>
            </a:r>
            <a:r>
              <a:rPr sz="1800" b="1" dirty="0">
                <a:latin typeface="Calibri"/>
                <a:cs typeface="Calibri"/>
              </a:rPr>
              <a:t>m</a:t>
            </a:r>
            <a:r>
              <a:rPr sz="1800" b="1" spc="-35" dirty="0">
                <a:latin typeface="Times New Roman"/>
                <a:cs typeface="Times New Roman"/>
              </a:rPr>
              <a:t> </a:t>
            </a:r>
            <a:r>
              <a:rPr sz="1800" b="1" spc="-20" dirty="0">
                <a:latin typeface="Calibri"/>
                <a:cs typeface="Calibri"/>
              </a:rPr>
              <a:t>ana</a:t>
            </a:r>
            <a:r>
              <a:rPr sz="1800" b="1" spc="-10" dirty="0">
                <a:latin typeface="Calibri"/>
                <a:cs typeface="Calibri"/>
              </a:rPr>
              <a:t>l</a:t>
            </a:r>
            <a:r>
              <a:rPr sz="1800" b="1" spc="-25" dirty="0">
                <a:latin typeface="Calibri"/>
                <a:cs typeface="Calibri"/>
              </a:rPr>
              <a:t>y</a:t>
            </a:r>
            <a:r>
              <a:rPr sz="1800" b="1" spc="-10" dirty="0">
                <a:latin typeface="Calibri"/>
                <a:cs typeface="Calibri"/>
              </a:rPr>
              <a:t>sis,</a:t>
            </a:r>
            <a:endParaRPr sz="1800">
              <a:latin typeface="Calibri"/>
              <a:cs typeface="Calibri"/>
            </a:endParaRPr>
          </a:p>
          <a:p>
            <a:pPr>
              <a:lnSpc>
                <a:spcPct val="100000"/>
              </a:lnSpc>
              <a:spcBef>
                <a:spcPts val="32"/>
              </a:spcBef>
            </a:pPr>
            <a:endParaRPr sz="1850">
              <a:latin typeface="Times New Roman"/>
              <a:cs typeface="Times New Roman"/>
            </a:endParaRPr>
          </a:p>
          <a:p>
            <a:pPr marL="12700">
              <a:lnSpc>
                <a:spcPct val="100000"/>
              </a:lnSpc>
            </a:pPr>
            <a:r>
              <a:rPr sz="1800" b="1" spc="-20" dirty="0">
                <a:latin typeface="Calibri"/>
                <a:cs typeface="Calibri"/>
              </a:rPr>
              <a:t>d</a:t>
            </a:r>
            <a:r>
              <a:rPr sz="1800" b="1" spc="-10" dirty="0">
                <a:latin typeface="Calibri"/>
                <a:cs typeface="Calibri"/>
              </a:rPr>
              <a:t>is</a:t>
            </a:r>
            <a:r>
              <a:rPr sz="1800" b="1" spc="5" dirty="0">
                <a:latin typeface="Calibri"/>
                <a:cs typeface="Calibri"/>
              </a:rPr>
              <a:t>c</a:t>
            </a:r>
            <a:r>
              <a:rPr sz="1800" b="1" spc="-20" dirty="0">
                <a:latin typeface="Calibri"/>
                <a:cs typeface="Calibri"/>
              </a:rPr>
              <a:t>r</a:t>
            </a:r>
            <a:r>
              <a:rPr sz="1800" b="1" spc="-30" dirty="0">
                <a:latin typeface="Calibri"/>
                <a:cs typeface="Calibri"/>
              </a:rPr>
              <a:t>et</a:t>
            </a:r>
            <a:r>
              <a:rPr sz="1800" b="1" spc="-5" dirty="0">
                <a:latin typeface="Calibri"/>
                <a:cs typeface="Calibri"/>
              </a:rPr>
              <a:t>e</a:t>
            </a:r>
            <a:r>
              <a:rPr sz="1800" b="1" spc="5" dirty="0">
                <a:latin typeface="Calibri"/>
                <a:cs typeface="Calibri"/>
              </a:rPr>
              <a:t>-</a:t>
            </a:r>
            <a:r>
              <a:rPr sz="1800" b="1" spc="-15" dirty="0">
                <a:latin typeface="Calibri"/>
                <a:cs typeface="Calibri"/>
              </a:rPr>
              <a:t>t</a:t>
            </a:r>
            <a:r>
              <a:rPr sz="1800" b="1" spc="-5" dirty="0">
                <a:latin typeface="Calibri"/>
                <a:cs typeface="Calibri"/>
              </a:rPr>
              <a:t>im</a:t>
            </a:r>
            <a:r>
              <a:rPr sz="1800" b="1" dirty="0">
                <a:latin typeface="Calibri"/>
                <a:cs typeface="Calibri"/>
              </a:rPr>
              <a:t>e</a:t>
            </a:r>
            <a:r>
              <a:rPr sz="1800" b="1" spc="-60" dirty="0">
                <a:latin typeface="Times New Roman"/>
                <a:cs typeface="Times New Roman"/>
              </a:rPr>
              <a:t> </a:t>
            </a:r>
            <a:r>
              <a:rPr sz="1800" b="1" dirty="0">
                <a:latin typeface="Calibri"/>
                <a:cs typeface="Calibri"/>
              </a:rPr>
              <a:t>P</a:t>
            </a:r>
            <a:r>
              <a:rPr sz="1800" b="1" spc="-5" dirty="0">
                <a:latin typeface="Calibri"/>
                <a:cs typeface="Calibri"/>
              </a:rPr>
              <a:t>I</a:t>
            </a:r>
            <a:r>
              <a:rPr sz="1800" b="1" spc="-5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18" name="object 18"/>
          <p:cNvSpPr/>
          <p:nvPr/>
        </p:nvSpPr>
        <p:spPr>
          <a:xfrm>
            <a:off x="4833610" y="3157218"/>
            <a:ext cx="1236978" cy="1506221"/>
          </a:xfrm>
          <a:prstGeom prst="rect">
            <a:avLst/>
          </a:prstGeom>
          <a:blipFill>
            <a:blip r:embed="rId8" cstate="print"/>
            <a:stretch>
              <a:fillRect/>
            </a:stretch>
          </a:blipFill>
        </p:spPr>
        <p:txBody>
          <a:bodyPr wrap="square" lIns="0" tIns="0" rIns="0" bIns="0" rtlCol="0"/>
          <a:lstStyle/>
          <a:p>
            <a:endParaRPr/>
          </a:p>
        </p:txBody>
      </p:sp>
      <p:sp>
        <p:nvSpPr>
          <p:cNvPr id="19" name="object 19"/>
          <p:cNvSpPr txBox="1"/>
          <p:nvPr/>
        </p:nvSpPr>
        <p:spPr>
          <a:xfrm>
            <a:off x="5255162" y="3497933"/>
            <a:ext cx="373380" cy="711200"/>
          </a:xfrm>
          <a:prstGeom prst="rect">
            <a:avLst/>
          </a:prstGeom>
        </p:spPr>
        <p:txBody>
          <a:bodyPr vert="horz" wrap="square" lIns="0" tIns="0" rIns="0" bIns="0" rtlCol="0">
            <a:spAutoFit/>
          </a:bodyPr>
          <a:lstStyle/>
          <a:p>
            <a:pPr marL="12700">
              <a:lnSpc>
                <a:spcPct val="100000"/>
              </a:lnSpc>
            </a:pPr>
            <a:r>
              <a:rPr sz="5400" spc="-30" dirty="0">
                <a:solidFill>
                  <a:srgbClr val="C00000"/>
                </a:solidFill>
                <a:latin typeface="Calibri"/>
                <a:cs typeface="Calibri"/>
              </a:rPr>
              <a:t>5</a:t>
            </a:r>
            <a:endParaRPr sz="5400">
              <a:latin typeface="Calibri"/>
              <a:cs typeface="Calibri"/>
            </a:endParaRPr>
          </a:p>
        </p:txBody>
      </p:sp>
      <p:sp>
        <p:nvSpPr>
          <p:cNvPr id="20" name="object 20"/>
          <p:cNvSpPr txBox="1"/>
          <p:nvPr/>
        </p:nvSpPr>
        <p:spPr>
          <a:xfrm>
            <a:off x="3789903" y="3023663"/>
            <a:ext cx="1737995" cy="528320"/>
          </a:xfrm>
          <a:prstGeom prst="rect">
            <a:avLst/>
          </a:prstGeom>
        </p:spPr>
        <p:txBody>
          <a:bodyPr vert="horz" wrap="square" lIns="0" tIns="0" rIns="0" bIns="0" rtlCol="0">
            <a:spAutoFit/>
          </a:bodyPr>
          <a:lstStyle/>
          <a:p>
            <a:pPr marL="12700" marR="5080" indent="141605">
              <a:lnSpc>
                <a:spcPct val="100000"/>
              </a:lnSpc>
            </a:pPr>
            <a:r>
              <a:rPr sz="1800" b="1" spc="-5" dirty="0">
                <a:latin typeface="Calibri"/>
                <a:cs typeface="Calibri"/>
              </a:rPr>
              <a:t>I</a:t>
            </a:r>
            <a:r>
              <a:rPr sz="1800" b="1" spc="-40" dirty="0">
                <a:latin typeface="Calibri"/>
                <a:cs typeface="Calibri"/>
              </a:rPr>
              <a:t>n</a:t>
            </a:r>
            <a:r>
              <a:rPr sz="1800" b="1" spc="-15" dirty="0">
                <a:latin typeface="Calibri"/>
                <a:cs typeface="Calibri"/>
              </a:rPr>
              <a:t>t</a:t>
            </a:r>
            <a:r>
              <a:rPr sz="1800" b="1" spc="-20" dirty="0">
                <a:latin typeface="Calibri"/>
                <a:cs typeface="Calibri"/>
              </a:rPr>
              <a:t>rodu</a:t>
            </a:r>
            <a:r>
              <a:rPr sz="1800" b="1" spc="-5" dirty="0">
                <a:latin typeface="Calibri"/>
                <a:cs typeface="Calibri"/>
              </a:rPr>
              <a:t>c</a:t>
            </a:r>
            <a:r>
              <a:rPr sz="1800" b="1" spc="-15" dirty="0">
                <a:latin typeface="Calibri"/>
                <a:cs typeface="Calibri"/>
              </a:rPr>
              <a:t>ti</a:t>
            </a:r>
            <a:r>
              <a:rPr sz="1800" b="1" spc="-20" dirty="0">
                <a:latin typeface="Calibri"/>
                <a:cs typeface="Calibri"/>
              </a:rPr>
              <a:t>o</a:t>
            </a:r>
            <a:r>
              <a:rPr sz="1800" b="1" spc="-10" dirty="0">
                <a:latin typeface="Calibri"/>
                <a:cs typeface="Calibri"/>
              </a:rPr>
              <a:t>n</a:t>
            </a:r>
            <a:r>
              <a:rPr sz="1800" b="1" spc="-40" dirty="0">
                <a:latin typeface="Times New Roman"/>
                <a:cs typeface="Times New Roman"/>
              </a:rPr>
              <a:t> </a:t>
            </a:r>
            <a:r>
              <a:rPr sz="1800" b="1" spc="-35" dirty="0">
                <a:latin typeface="Calibri"/>
                <a:cs typeface="Calibri"/>
              </a:rPr>
              <a:t>t</a:t>
            </a:r>
            <a:r>
              <a:rPr sz="1800" b="1" spc="-10" dirty="0">
                <a:latin typeface="Calibri"/>
                <a:cs typeface="Calibri"/>
              </a:rPr>
              <a:t>o</a:t>
            </a:r>
            <a:r>
              <a:rPr sz="1800" b="1" spc="-5" dirty="0">
                <a:latin typeface="Times New Roman"/>
                <a:cs typeface="Times New Roman"/>
              </a:rPr>
              <a:t> </a:t>
            </a:r>
            <a:r>
              <a:rPr sz="1800" b="1" spc="-5" dirty="0">
                <a:latin typeface="Calibri"/>
                <a:cs typeface="Calibri"/>
              </a:rPr>
              <a:t>“</a:t>
            </a:r>
            <a:r>
              <a:rPr sz="1800" b="1" spc="5" dirty="0">
                <a:latin typeface="Calibri"/>
                <a:cs typeface="Calibri"/>
              </a:rPr>
              <a:t>M</a:t>
            </a:r>
            <a:r>
              <a:rPr sz="1800" b="1" spc="-20" dirty="0">
                <a:latin typeface="Calibri"/>
                <a:cs typeface="Calibri"/>
              </a:rPr>
              <a:t>o</a:t>
            </a:r>
            <a:r>
              <a:rPr sz="1800" b="1" spc="-10" dirty="0">
                <a:latin typeface="Calibri"/>
                <a:cs typeface="Calibri"/>
              </a:rPr>
              <a:t>de</a:t>
            </a:r>
            <a:r>
              <a:rPr sz="1800" b="1" dirty="0">
                <a:latin typeface="Calibri"/>
                <a:cs typeface="Calibri"/>
              </a:rPr>
              <a:t>r</a:t>
            </a:r>
            <a:r>
              <a:rPr sz="1800" b="1" spc="-10" dirty="0">
                <a:latin typeface="Calibri"/>
                <a:cs typeface="Calibri"/>
              </a:rPr>
              <a:t>n</a:t>
            </a:r>
            <a:r>
              <a:rPr sz="1800" b="1" spc="-40"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10" dirty="0">
                <a:latin typeface="Calibri"/>
                <a:cs typeface="Calibri"/>
              </a:rPr>
              <a:t>l</a:t>
            </a:r>
            <a:r>
              <a:rPr sz="1800" b="1" dirty="0">
                <a:latin typeface="Calibri"/>
                <a:cs typeface="Calibri"/>
              </a:rPr>
              <a:t>”</a:t>
            </a:r>
            <a:endParaRPr sz="1800">
              <a:latin typeface="Calibri"/>
              <a:cs typeface="Calibri"/>
            </a:endParaRPr>
          </a:p>
        </p:txBody>
      </p:sp>
      <p:sp>
        <p:nvSpPr>
          <p:cNvPr id="21" name="object 21"/>
          <p:cNvSpPr txBox="1"/>
          <p:nvPr/>
        </p:nvSpPr>
        <p:spPr>
          <a:xfrm>
            <a:off x="4315684" y="3572304"/>
            <a:ext cx="687705"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T</a:t>
            </a:r>
            <a:r>
              <a:rPr sz="1800" b="1" spc="-20" dirty="0">
                <a:latin typeface="Calibri"/>
                <a:cs typeface="Calibri"/>
              </a:rPr>
              <a:t>h</a:t>
            </a:r>
            <a:r>
              <a:rPr sz="1800" b="1" spc="-10" dirty="0">
                <a:latin typeface="Calibri"/>
                <a:cs typeface="Calibri"/>
              </a:rPr>
              <a:t>eo</a:t>
            </a:r>
            <a:r>
              <a:rPr sz="1800" b="1" dirty="0">
                <a:latin typeface="Calibri"/>
                <a:cs typeface="Calibri"/>
              </a:rPr>
              <a:t>r</a:t>
            </a:r>
            <a:r>
              <a:rPr sz="1800" b="1" spc="-10" dirty="0">
                <a:latin typeface="Calibri"/>
                <a:cs typeface="Calibri"/>
              </a:rPr>
              <a:t>y</a:t>
            </a:r>
            <a:endParaRPr sz="1800">
              <a:latin typeface="Calibri"/>
              <a:cs typeface="Calibri"/>
            </a:endParaRPr>
          </a:p>
        </p:txBody>
      </p:sp>
      <p:sp>
        <p:nvSpPr>
          <p:cNvPr id="22" name="object 22"/>
          <p:cNvSpPr txBox="1"/>
          <p:nvPr/>
        </p:nvSpPr>
        <p:spPr>
          <a:xfrm>
            <a:off x="3998156" y="4018991"/>
            <a:ext cx="1324610"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S</a:t>
            </a:r>
            <a:r>
              <a:rPr sz="1800" b="1" spc="-35" dirty="0">
                <a:latin typeface="Calibri"/>
                <a:cs typeface="Calibri"/>
              </a:rPr>
              <a:t>t</a:t>
            </a:r>
            <a:r>
              <a:rPr sz="1800" b="1" spc="-40" dirty="0">
                <a:latin typeface="Calibri"/>
                <a:cs typeface="Calibri"/>
              </a:rPr>
              <a:t>a</a:t>
            </a:r>
            <a:r>
              <a:rPr sz="1800" b="1" spc="-35" dirty="0">
                <a:latin typeface="Calibri"/>
                <a:cs typeface="Calibri"/>
              </a:rPr>
              <a:t>t</a:t>
            </a:r>
            <a:r>
              <a:rPr sz="1800" b="1" dirty="0">
                <a:latin typeface="Calibri"/>
                <a:cs typeface="Calibri"/>
              </a:rPr>
              <a:t>e</a:t>
            </a:r>
            <a:r>
              <a:rPr sz="1800" b="1" spc="-40" dirty="0">
                <a:latin typeface="Times New Roman"/>
                <a:cs typeface="Times New Roman"/>
              </a:rPr>
              <a:t> </a:t>
            </a:r>
            <a:r>
              <a:rPr sz="1800" b="1" spc="-15" dirty="0">
                <a:latin typeface="Calibri"/>
                <a:cs typeface="Calibri"/>
              </a:rPr>
              <a:t>v</a:t>
            </a:r>
            <a:r>
              <a:rPr sz="1800" b="1" spc="-20" dirty="0">
                <a:latin typeface="Calibri"/>
                <a:cs typeface="Calibri"/>
              </a:rPr>
              <a:t>a</a:t>
            </a:r>
            <a:r>
              <a:rPr sz="1800" b="1" dirty="0">
                <a:latin typeface="Calibri"/>
                <a:cs typeface="Calibri"/>
              </a:rPr>
              <a:t>r</a:t>
            </a:r>
            <a:r>
              <a:rPr sz="1800" b="1" spc="-10" dirty="0">
                <a:latin typeface="Calibri"/>
                <a:cs typeface="Calibri"/>
              </a:rPr>
              <a:t>i</a:t>
            </a:r>
            <a:r>
              <a:rPr sz="1800" b="1" spc="-20" dirty="0">
                <a:latin typeface="Calibri"/>
                <a:cs typeface="Calibri"/>
              </a:rPr>
              <a:t>ab</a:t>
            </a:r>
            <a:r>
              <a:rPr sz="1800" b="1" spc="-10" dirty="0">
                <a:latin typeface="Calibri"/>
                <a:cs typeface="Calibri"/>
              </a:rPr>
              <a:t>l</a:t>
            </a:r>
            <a:r>
              <a:rPr sz="1800" b="1" dirty="0">
                <a:latin typeface="Calibri"/>
                <a:cs typeface="Calibri"/>
              </a:rPr>
              <a:t>e</a:t>
            </a:r>
            <a:endParaRPr sz="1800">
              <a:latin typeface="Calibri"/>
              <a:cs typeface="Calibri"/>
            </a:endParaRPr>
          </a:p>
        </p:txBody>
      </p:sp>
      <p:sp>
        <p:nvSpPr>
          <p:cNvPr id="23" name="object 23"/>
          <p:cNvSpPr txBox="1"/>
          <p:nvPr/>
        </p:nvSpPr>
        <p:spPr>
          <a:xfrm>
            <a:off x="3782139" y="4293311"/>
            <a:ext cx="1753870" cy="802640"/>
          </a:xfrm>
          <a:prstGeom prst="rect">
            <a:avLst/>
          </a:prstGeom>
        </p:spPr>
        <p:txBody>
          <a:bodyPr vert="horz" wrap="square" lIns="0" tIns="0" rIns="0" bIns="0" rtlCol="0">
            <a:spAutoFit/>
          </a:bodyPr>
          <a:lstStyle/>
          <a:p>
            <a:pPr marL="12700" marR="5080" indent="-1905" algn="ctr">
              <a:lnSpc>
                <a:spcPct val="100000"/>
              </a:lnSpc>
            </a:pPr>
            <a:r>
              <a:rPr sz="1800" b="1" spc="-50" dirty="0">
                <a:latin typeface="Calibri"/>
                <a:cs typeface="Calibri"/>
              </a:rPr>
              <a:t>f</a:t>
            </a:r>
            <a:r>
              <a:rPr sz="1800" b="1" spc="-10" dirty="0">
                <a:latin typeface="Calibri"/>
                <a:cs typeface="Calibri"/>
              </a:rPr>
              <a:t>eed</a:t>
            </a:r>
            <a:r>
              <a:rPr sz="1800" b="1" spc="-20" dirty="0">
                <a:latin typeface="Calibri"/>
                <a:cs typeface="Calibri"/>
              </a:rPr>
              <a:t>ba</a:t>
            </a:r>
            <a:r>
              <a:rPr sz="1800" b="1" spc="5" dirty="0">
                <a:latin typeface="Calibri"/>
                <a:cs typeface="Calibri"/>
              </a:rPr>
              <a:t>c</a:t>
            </a:r>
            <a:r>
              <a:rPr sz="1800" b="1" spc="-10" dirty="0">
                <a:latin typeface="Calibri"/>
                <a:cs typeface="Calibri"/>
              </a:rPr>
              <a:t>k</a:t>
            </a:r>
            <a:r>
              <a:rPr sz="1800" b="1" spc="-15" dirty="0">
                <a:latin typeface="Times New Roman"/>
                <a:cs typeface="Times New Roman"/>
              </a:rPr>
              <a:t> </a:t>
            </a:r>
            <a:r>
              <a:rPr sz="1800" b="1" spc="-20" dirty="0">
                <a:latin typeface="Calibri"/>
                <a:cs typeface="Calibri"/>
              </a:rPr>
              <a:t>u</a:t>
            </a:r>
            <a:r>
              <a:rPr sz="1800" b="1" spc="-10" dirty="0">
                <a:latin typeface="Calibri"/>
                <a:cs typeface="Calibri"/>
              </a:rPr>
              <a:t>si</a:t>
            </a:r>
            <a:r>
              <a:rPr sz="1800" b="1" spc="-20" dirty="0">
                <a:latin typeface="Calibri"/>
                <a:cs typeface="Calibri"/>
              </a:rPr>
              <a:t>n</a:t>
            </a:r>
            <a:r>
              <a:rPr sz="1800" b="1" dirty="0">
                <a:latin typeface="Calibri"/>
                <a:cs typeface="Calibri"/>
              </a:rPr>
              <a:t>g</a:t>
            </a:r>
            <a:r>
              <a:rPr sz="1800" b="1" dirty="0">
                <a:latin typeface="Times New Roman"/>
                <a:cs typeface="Times New Roman"/>
              </a:rPr>
              <a:t> </a:t>
            </a:r>
            <a:r>
              <a:rPr sz="1800" b="1" spc="-20" dirty="0">
                <a:solidFill>
                  <a:srgbClr val="C00000"/>
                </a:solidFill>
                <a:latin typeface="Calibri"/>
                <a:cs typeface="Calibri"/>
              </a:rPr>
              <a:t>non</a:t>
            </a:r>
            <a:r>
              <a:rPr sz="1800" b="1" spc="5" dirty="0">
                <a:solidFill>
                  <a:srgbClr val="C00000"/>
                </a:solidFill>
                <a:latin typeface="Calibri"/>
                <a:cs typeface="Calibri"/>
              </a:rPr>
              <a:t>-</a:t>
            </a:r>
            <a:r>
              <a:rPr sz="1800" b="1" spc="-15" dirty="0">
                <a:solidFill>
                  <a:srgbClr val="C00000"/>
                </a:solidFill>
                <a:latin typeface="Calibri"/>
                <a:cs typeface="Calibri"/>
              </a:rPr>
              <a:t>minim</a:t>
            </a:r>
            <a:r>
              <a:rPr sz="1800" b="1" spc="-25" dirty="0">
                <a:solidFill>
                  <a:srgbClr val="C00000"/>
                </a:solidFill>
                <a:latin typeface="Calibri"/>
                <a:cs typeface="Calibri"/>
              </a:rPr>
              <a:t>a</a:t>
            </a:r>
            <a:r>
              <a:rPr sz="1800" b="1" spc="-5" dirty="0">
                <a:solidFill>
                  <a:srgbClr val="C00000"/>
                </a:solidFill>
                <a:latin typeface="Calibri"/>
                <a:cs typeface="Calibri"/>
              </a:rPr>
              <a:t>l</a:t>
            </a:r>
            <a:r>
              <a:rPr sz="1800" b="1" spc="-35" dirty="0">
                <a:solidFill>
                  <a:srgbClr val="C00000"/>
                </a:solidFill>
                <a:latin typeface="Times New Roman"/>
                <a:cs typeface="Times New Roman"/>
              </a:rPr>
              <a:t> </a:t>
            </a:r>
            <a:r>
              <a:rPr sz="1800" b="1" spc="-30" dirty="0">
                <a:latin typeface="Calibri"/>
                <a:cs typeface="Calibri"/>
              </a:rPr>
              <a:t>s</a:t>
            </a:r>
            <a:r>
              <a:rPr sz="1800" b="1" spc="-35" dirty="0">
                <a:latin typeface="Calibri"/>
                <a:cs typeface="Calibri"/>
              </a:rPr>
              <a:t>t</a:t>
            </a:r>
            <a:r>
              <a:rPr sz="1800" b="1" spc="-40" dirty="0">
                <a:latin typeface="Calibri"/>
                <a:cs typeface="Calibri"/>
              </a:rPr>
              <a:t>a</a:t>
            </a:r>
            <a:r>
              <a:rPr sz="1800" b="1" spc="-35" dirty="0">
                <a:latin typeface="Calibri"/>
                <a:cs typeface="Calibri"/>
              </a:rPr>
              <a:t>t</a:t>
            </a:r>
            <a:r>
              <a:rPr sz="1800" b="1" dirty="0">
                <a:latin typeface="Calibri"/>
                <a:cs typeface="Calibri"/>
              </a:rPr>
              <a:t>e</a:t>
            </a:r>
            <a:r>
              <a:rPr sz="1800" b="1" dirty="0">
                <a:latin typeface="Times New Roman"/>
                <a:cs typeface="Times New Roman"/>
              </a:rPr>
              <a:t> </a:t>
            </a:r>
            <a:r>
              <a:rPr sz="1800" b="1" spc="-10" dirty="0">
                <a:latin typeface="Calibri"/>
                <a:cs typeface="Calibri"/>
              </a:rPr>
              <a:t>s</a:t>
            </a:r>
            <a:r>
              <a:rPr sz="1800" b="1" spc="-20" dirty="0">
                <a:latin typeface="Calibri"/>
                <a:cs typeface="Calibri"/>
              </a:rPr>
              <a:t>pa</a:t>
            </a:r>
            <a:r>
              <a:rPr sz="1800" b="1" spc="5" dirty="0">
                <a:latin typeface="Calibri"/>
                <a:cs typeface="Calibri"/>
              </a:rPr>
              <a:t>c</a:t>
            </a:r>
            <a:r>
              <a:rPr sz="1800" b="1" dirty="0">
                <a:latin typeface="Calibri"/>
                <a:cs typeface="Calibri"/>
              </a:rPr>
              <a:t>e</a:t>
            </a:r>
            <a:r>
              <a:rPr sz="1800" b="1" spc="-60" dirty="0">
                <a:latin typeface="Times New Roman"/>
                <a:cs typeface="Times New Roman"/>
              </a:rPr>
              <a:t> </a:t>
            </a:r>
            <a:r>
              <a:rPr sz="1800" b="1" spc="-5" dirty="0">
                <a:latin typeface="Calibri"/>
                <a:cs typeface="Calibri"/>
              </a:rPr>
              <a:t>m</a:t>
            </a:r>
            <a:r>
              <a:rPr sz="1800" b="1" spc="-20" dirty="0">
                <a:latin typeface="Calibri"/>
                <a:cs typeface="Calibri"/>
              </a:rPr>
              <a:t>od</a:t>
            </a:r>
            <a:r>
              <a:rPr sz="1800" b="1" spc="-10" dirty="0">
                <a:latin typeface="Calibri"/>
                <a:cs typeface="Calibri"/>
              </a:rPr>
              <a:t>e</a:t>
            </a:r>
            <a:r>
              <a:rPr sz="1800" b="1" spc="-5" dirty="0">
                <a:latin typeface="Calibri"/>
                <a:cs typeface="Calibri"/>
              </a:rPr>
              <a:t>l</a:t>
            </a:r>
            <a:r>
              <a:rPr sz="1800" b="1" spc="-10" dirty="0">
                <a:latin typeface="Calibri"/>
                <a:cs typeface="Calibri"/>
              </a:rPr>
              <a:t>s</a:t>
            </a:r>
            <a:endParaRPr sz="1800">
              <a:latin typeface="Calibri"/>
              <a:cs typeface="Calibri"/>
            </a:endParaRPr>
          </a:p>
        </p:txBody>
      </p:sp>
      <p:sp>
        <p:nvSpPr>
          <p:cNvPr id="24" name="object 24"/>
          <p:cNvSpPr txBox="1"/>
          <p:nvPr/>
        </p:nvSpPr>
        <p:spPr>
          <a:xfrm>
            <a:off x="4098966" y="5579414"/>
            <a:ext cx="1157605" cy="254000"/>
          </a:xfrm>
          <a:prstGeom prst="rect">
            <a:avLst/>
          </a:prstGeom>
        </p:spPr>
        <p:txBody>
          <a:bodyPr vert="horz" wrap="square" lIns="0" tIns="0" rIns="0" bIns="0" rtlCol="0">
            <a:spAutoFit/>
          </a:bodyPr>
          <a:lstStyle/>
          <a:p>
            <a:pPr marL="12700">
              <a:lnSpc>
                <a:spcPct val="100000"/>
              </a:lnSpc>
            </a:pPr>
            <a:r>
              <a:rPr sz="1800" b="1" spc="-15" dirty="0">
                <a:solidFill>
                  <a:srgbClr val="C00000"/>
                </a:solidFill>
                <a:latin typeface="Calibri"/>
                <a:cs typeface="Calibri"/>
              </a:rPr>
              <a:t>C</a:t>
            </a:r>
            <a:r>
              <a:rPr sz="1800" b="1" dirty="0">
                <a:solidFill>
                  <a:srgbClr val="C00000"/>
                </a:solidFill>
                <a:latin typeface="Calibri"/>
                <a:cs typeface="Calibri"/>
              </a:rPr>
              <a:t>O</a:t>
            </a:r>
            <a:r>
              <a:rPr sz="1800" b="1" spc="-10" dirty="0">
                <a:solidFill>
                  <a:srgbClr val="C00000"/>
                </a:solidFill>
                <a:latin typeface="Calibri"/>
                <a:cs typeface="Calibri"/>
              </a:rPr>
              <a:t>RE</a:t>
            </a:r>
            <a:r>
              <a:rPr sz="1800" b="1" spc="-70" dirty="0">
                <a:solidFill>
                  <a:srgbClr val="C00000"/>
                </a:solidFill>
                <a:latin typeface="Times New Roman"/>
                <a:cs typeface="Times New Roman"/>
              </a:rPr>
              <a:t> </a:t>
            </a:r>
            <a:r>
              <a:rPr sz="1800" b="1" spc="-35" dirty="0">
                <a:solidFill>
                  <a:srgbClr val="C00000"/>
                </a:solidFill>
                <a:latin typeface="Calibri"/>
                <a:cs typeface="Calibri"/>
              </a:rPr>
              <a:t>T</a:t>
            </a:r>
            <a:r>
              <a:rPr sz="1800" b="1" dirty="0">
                <a:solidFill>
                  <a:srgbClr val="C00000"/>
                </a:solidFill>
                <a:latin typeface="Calibri"/>
                <a:cs typeface="Calibri"/>
              </a:rPr>
              <a:t>O</a:t>
            </a:r>
            <a:r>
              <a:rPr sz="1800" b="1" spc="-10" dirty="0">
                <a:solidFill>
                  <a:srgbClr val="C00000"/>
                </a:solidFill>
                <a:latin typeface="Calibri"/>
                <a:cs typeface="Calibri"/>
              </a:rPr>
              <a:t>PI</a:t>
            </a:r>
            <a:r>
              <a:rPr sz="1800" b="1" dirty="0">
                <a:solidFill>
                  <a:srgbClr val="C00000"/>
                </a:solidFill>
                <a:latin typeface="Calibri"/>
                <a:cs typeface="Calibri"/>
              </a:rPr>
              <a:t>C</a:t>
            </a:r>
            <a:endParaRPr sz="1800">
              <a:latin typeface="Calibri"/>
              <a:cs typeface="Calibri"/>
            </a:endParaRPr>
          </a:p>
        </p:txBody>
      </p:sp>
      <p:sp>
        <p:nvSpPr>
          <p:cNvPr id="25" name="object 25"/>
          <p:cNvSpPr/>
          <p:nvPr/>
        </p:nvSpPr>
        <p:spPr>
          <a:xfrm>
            <a:off x="7912089" y="2997199"/>
            <a:ext cx="1231903" cy="1506221"/>
          </a:xfrm>
          <a:prstGeom prst="rect">
            <a:avLst/>
          </a:prstGeom>
          <a:blipFill>
            <a:blip r:embed="rId9" cstate="print"/>
            <a:stretch>
              <a:fillRect/>
            </a:stretch>
          </a:blipFill>
        </p:spPr>
        <p:txBody>
          <a:bodyPr wrap="square" lIns="0" tIns="0" rIns="0" bIns="0" rtlCol="0"/>
          <a:lstStyle/>
          <a:p>
            <a:endParaRPr/>
          </a:p>
        </p:txBody>
      </p:sp>
      <p:sp>
        <p:nvSpPr>
          <p:cNvPr id="26" name="object 26"/>
          <p:cNvSpPr txBox="1"/>
          <p:nvPr/>
        </p:nvSpPr>
        <p:spPr>
          <a:xfrm>
            <a:off x="8333175" y="3337849"/>
            <a:ext cx="373380" cy="711200"/>
          </a:xfrm>
          <a:prstGeom prst="rect">
            <a:avLst/>
          </a:prstGeom>
        </p:spPr>
        <p:txBody>
          <a:bodyPr vert="horz" wrap="square" lIns="0" tIns="0" rIns="0" bIns="0" rtlCol="0">
            <a:spAutoFit/>
          </a:bodyPr>
          <a:lstStyle/>
          <a:p>
            <a:pPr marL="12700">
              <a:lnSpc>
                <a:spcPct val="100000"/>
              </a:lnSpc>
            </a:pPr>
            <a:r>
              <a:rPr sz="5400" spc="-30" dirty="0">
                <a:solidFill>
                  <a:srgbClr val="C00000"/>
                </a:solidFill>
                <a:latin typeface="Calibri"/>
                <a:cs typeface="Calibri"/>
              </a:rPr>
              <a:t>6</a:t>
            </a:r>
            <a:endParaRPr sz="5400">
              <a:latin typeface="Calibri"/>
              <a:cs typeface="Calibri"/>
            </a:endParaRPr>
          </a:p>
        </p:txBody>
      </p:sp>
      <p:sp>
        <p:nvSpPr>
          <p:cNvPr id="27" name="object 27"/>
          <p:cNvSpPr txBox="1"/>
          <p:nvPr/>
        </p:nvSpPr>
        <p:spPr>
          <a:xfrm>
            <a:off x="6268369" y="2362818"/>
            <a:ext cx="1517015" cy="254000"/>
          </a:xfrm>
          <a:prstGeom prst="rect">
            <a:avLst/>
          </a:prstGeom>
        </p:spPr>
        <p:txBody>
          <a:bodyPr vert="horz" wrap="square" lIns="0" tIns="0" rIns="0" bIns="0" rtlCol="0">
            <a:spAutoFit/>
          </a:bodyPr>
          <a:lstStyle/>
          <a:p>
            <a:pPr marL="12700">
              <a:lnSpc>
                <a:spcPct val="100000"/>
              </a:lnSpc>
            </a:pPr>
            <a:r>
              <a:rPr sz="1800" b="1" dirty="0">
                <a:latin typeface="Calibri"/>
                <a:cs typeface="Calibri"/>
              </a:rPr>
              <a:t>O</a:t>
            </a:r>
            <a:r>
              <a:rPr sz="1800" b="1" spc="-20" dirty="0">
                <a:latin typeface="Calibri"/>
                <a:cs typeface="Calibri"/>
              </a:rPr>
              <a:t>p</a:t>
            </a:r>
            <a:r>
              <a:rPr sz="1800" b="1" spc="-15" dirty="0">
                <a:latin typeface="Calibri"/>
                <a:cs typeface="Calibri"/>
              </a:rPr>
              <a:t>tim</a:t>
            </a:r>
            <a:r>
              <a:rPr sz="1800" b="1" spc="-25" dirty="0">
                <a:latin typeface="Calibri"/>
                <a:cs typeface="Calibri"/>
              </a:rPr>
              <a:t>a</a:t>
            </a:r>
            <a:r>
              <a:rPr sz="1800" b="1" spc="-5" dirty="0">
                <a:latin typeface="Calibri"/>
                <a:cs typeface="Calibri"/>
              </a:rPr>
              <a:t>l</a:t>
            </a:r>
            <a:r>
              <a:rPr sz="1800" b="1" spc="-3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28" name="object 28"/>
          <p:cNvSpPr txBox="1"/>
          <p:nvPr/>
        </p:nvSpPr>
        <p:spPr>
          <a:xfrm>
            <a:off x="6154295" y="5675235"/>
            <a:ext cx="2567940"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M</a:t>
            </a:r>
            <a:r>
              <a:rPr sz="1800" b="1" spc="-20" dirty="0">
                <a:latin typeface="Calibri"/>
                <a:cs typeface="Calibri"/>
              </a:rPr>
              <a:t>u</a:t>
            </a:r>
            <a:r>
              <a:rPr sz="1800" b="1" spc="-10" dirty="0">
                <a:latin typeface="Calibri"/>
                <a:cs typeface="Calibri"/>
              </a:rPr>
              <a:t>lti</a:t>
            </a:r>
            <a:r>
              <a:rPr sz="1800" b="1" spc="-15" dirty="0">
                <a:latin typeface="Calibri"/>
                <a:cs typeface="Calibri"/>
              </a:rPr>
              <a:t>v</a:t>
            </a:r>
            <a:r>
              <a:rPr sz="1800" b="1" spc="-20" dirty="0">
                <a:latin typeface="Calibri"/>
                <a:cs typeface="Calibri"/>
              </a:rPr>
              <a:t>a</a:t>
            </a:r>
            <a:r>
              <a:rPr sz="1800" b="1" dirty="0">
                <a:latin typeface="Calibri"/>
                <a:cs typeface="Calibri"/>
              </a:rPr>
              <a:t>r</a:t>
            </a:r>
            <a:r>
              <a:rPr sz="1800" b="1" spc="-10" dirty="0">
                <a:latin typeface="Calibri"/>
                <a:cs typeface="Calibri"/>
              </a:rPr>
              <a:t>i</a:t>
            </a:r>
            <a:r>
              <a:rPr sz="1800" b="1" spc="-20" dirty="0">
                <a:latin typeface="Calibri"/>
                <a:cs typeface="Calibri"/>
              </a:rPr>
              <a:t>ab</a:t>
            </a:r>
            <a:r>
              <a:rPr sz="1800" b="1" spc="-10" dirty="0">
                <a:latin typeface="Calibri"/>
                <a:cs typeface="Calibri"/>
              </a:rPr>
              <a:t>l</a:t>
            </a:r>
            <a:r>
              <a:rPr sz="1800" b="1" dirty="0">
                <a:latin typeface="Calibri"/>
                <a:cs typeface="Calibri"/>
              </a:rPr>
              <a:t>e</a:t>
            </a:r>
            <a:r>
              <a:rPr sz="1800" b="1" spc="-60" dirty="0">
                <a:latin typeface="Times New Roman"/>
                <a:cs typeface="Times New Roman"/>
              </a:rPr>
              <a:t> </a:t>
            </a:r>
            <a:r>
              <a:rPr sz="1800" b="1" spc="-15" dirty="0">
                <a:latin typeface="Calibri"/>
                <a:cs typeface="Calibri"/>
              </a:rPr>
              <a:t>&amp;</a:t>
            </a:r>
            <a:r>
              <a:rPr sz="1800" b="1" spc="-40" dirty="0">
                <a:latin typeface="Times New Roman"/>
                <a:cs typeface="Times New Roman"/>
              </a:rPr>
              <a:t> </a:t>
            </a:r>
            <a:r>
              <a:rPr sz="1800" b="1" spc="-20" dirty="0">
                <a:latin typeface="Calibri"/>
                <a:cs typeface="Calibri"/>
              </a:rPr>
              <a:t>Non</a:t>
            </a:r>
            <a:r>
              <a:rPr sz="1800" b="1" spc="5" dirty="0">
                <a:latin typeface="Calibri"/>
                <a:cs typeface="Calibri"/>
              </a:rPr>
              <a:t>-</a:t>
            </a:r>
            <a:r>
              <a:rPr sz="1800" b="1" spc="-10" dirty="0">
                <a:latin typeface="Calibri"/>
                <a:cs typeface="Calibri"/>
              </a:rPr>
              <a:t>li</a:t>
            </a:r>
            <a:r>
              <a:rPr sz="1800" b="1" spc="-20" dirty="0">
                <a:latin typeface="Calibri"/>
                <a:cs typeface="Calibri"/>
              </a:rPr>
              <a:t>n</a:t>
            </a:r>
            <a:r>
              <a:rPr sz="1800" b="1" spc="-10" dirty="0">
                <a:latin typeface="Calibri"/>
                <a:cs typeface="Calibri"/>
              </a:rPr>
              <a:t>ea</a:t>
            </a:r>
            <a:r>
              <a:rPr sz="1800" b="1" dirty="0">
                <a:latin typeface="Calibri"/>
                <a:cs typeface="Calibri"/>
              </a:rPr>
              <a:t>r</a:t>
            </a:r>
            <a:endParaRPr sz="1800">
              <a:latin typeface="Calibri"/>
              <a:cs typeface="Calibri"/>
            </a:endParaRPr>
          </a:p>
        </p:txBody>
      </p:sp>
      <p:sp>
        <p:nvSpPr>
          <p:cNvPr id="29" name="object 29"/>
          <p:cNvSpPr txBox="1"/>
          <p:nvPr/>
        </p:nvSpPr>
        <p:spPr>
          <a:xfrm>
            <a:off x="6520065" y="3154918"/>
            <a:ext cx="1410335" cy="254000"/>
          </a:xfrm>
          <a:prstGeom prst="rect">
            <a:avLst/>
          </a:prstGeom>
        </p:spPr>
        <p:txBody>
          <a:bodyPr vert="horz" wrap="square" lIns="0" tIns="0" rIns="0" bIns="0" rtlCol="0">
            <a:spAutoFit/>
          </a:bodyPr>
          <a:lstStyle/>
          <a:p>
            <a:pPr marL="12700">
              <a:lnSpc>
                <a:spcPct val="100000"/>
              </a:lnSpc>
            </a:pPr>
            <a:r>
              <a:rPr sz="1800" b="1" spc="-50" dirty="0">
                <a:latin typeface="Calibri"/>
                <a:cs typeface="Calibri"/>
              </a:rPr>
              <a:t>R</a:t>
            </a:r>
            <a:r>
              <a:rPr sz="1800" b="1" spc="-20" dirty="0">
                <a:latin typeface="Calibri"/>
                <a:cs typeface="Calibri"/>
              </a:rPr>
              <a:t>obu</a:t>
            </a:r>
            <a:r>
              <a:rPr sz="1800" b="1" spc="-30" dirty="0">
                <a:latin typeface="Calibri"/>
                <a:cs typeface="Calibri"/>
              </a:rPr>
              <a:t>s</a:t>
            </a:r>
            <a:r>
              <a:rPr sz="1800" b="1" spc="-10" dirty="0">
                <a:latin typeface="Calibri"/>
                <a:cs typeface="Calibri"/>
              </a:rPr>
              <a:t>t</a:t>
            </a:r>
            <a:r>
              <a:rPr sz="1800" b="1" spc="-3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30" name="object 30"/>
          <p:cNvSpPr txBox="1"/>
          <p:nvPr/>
        </p:nvSpPr>
        <p:spPr>
          <a:xfrm>
            <a:off x="6421076" y="4892508"/>
            <a:ext cx="2027555" cy="254000"/>
          </a:xfrm>
          <a:prstGeom prst="rect">
            <a:avLst/>
          </a:prstGeom>
        </p:spPr>
        <p:txBody>
          <a:bodyPr vert="horz" wrap="square" lIns="0" tIns="0" rIns="0" bIns="0" rtlCol="0">
            <a:spAutoFit/>
          </a:bodyPr>
          <a:lstStyle/>
          <a:p>
            <a:pPr marL="12700">
              <a:lnSpc>
                <a:spcPct val="100000"/>
              </a:lnSpc>
            </a:pPr>
            <a:r>
              <a:rPr sz="1800" b="1" spc="-40" dirty="0">
                <a:latin typeface="Calibri"/>
                <a:cs typeface="Calibri"/>
              </a:rPr>
              <a:t>F</a:t>
            </a:r>
            <a:r>
              <a:rPr sz="1800" b="1" spc="-10" dirty="0">
                <a:latin typeface="Calibri"/>
                <a:cs typeface="Calibri"/>
              </a:rPr>
              <a:t>eed</a:t>
            </a:r>
            <a:r>
              <a:rPr sz="1800" b="1" spc="5" dirty="0">
                <a:latin typeface="Calibri"/>
                <a:cs typeface="Calibri"/>
              </a:rPr>
              <a:t>-</a:t>
            </a:r>
            <a:r>
              <a:rPr sz="1800" b="1" spc="-30" dirty="0">
                <a:latin typeface="Calibri"/>
                <a:cs typeface="Calibri"/>
              </a:rPr>
              <a:t>f</a:t>
            </a:r>
            <a:r>
              <a:rPr sz="1800" b="1" spc="-20" dirty="0">
                <a:latin typeface="Calibri"/>
                <a:cs typeface="Calibri"/>
              </a:rPr>
              <a:t>o</a:t>
            </a:r>
            <a:r>
              <a:rPr sz="1800" b="1" spc="20" dirty="0">
                <a:latin typeface="Calibri"/>
                <a:cs typeface="Calibri"/>
              </a:rPr>
              <a:t>r</a:t>
            </a:r>
            <a:r>
              <a:rPr sz="1800" b="1" spc="-25" dirty="0">
                <a:latin typeface="Calibri"/>
                <a:cs typeface="Calibri"/>
              </a:rPr>
              <a:t>w</a:t>
            </a:r>
            <a:r>
              <a:rPr sz="1800" b="1" spc="-20" dirty="0">
                <a:latin typeface="Calibri"/>
                <a:cs typeface="Calibri"/>
              </a:rPr>
              <a:t>ar</a:t>
            </a:r>
            <a:r>
              <a:rPr sz="1800" b="1" spc="-10" dirty="0">
                <a:latin typeface="Calibri"/>
                <a:cs typeface="Calibri"/>
              </a:rPr>
              <a:t>d</a:t>
            </a:r>
            <a:r>
              <a:rPr sz="1800" b="1" spc="-60"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31" name="object 31"/>
          <p:cNvSpPr txBox="1"/>
          <p:nvPr/>
        </p:nvSpPr>
        <p:spPr>
          <a:xfrm>
            <a:off x="6617220" y="3965771"/>
            <a:ext cx="1707514" cy="254000"/>
          </a:xfrm>
          <a:prstGeom prst="rect">
            <a:avLst/>
          </a:prstGeom>
        </p:spPr>
        <p:txBody>
          <a:bodyPr vert="horz" wrap="square" lIns="0" tIns="0" rIns="0" bIns="0" rtlCol="0">
            <a:spAutoFit/>
          </a:bodyPr>
          <a:lstStyle/>
          <a:p>
            <a:pPr marL="12700">
              <a:lnSpc>
                <a:spcPct val="100000"/>
              </a:lnSpc>
            </a:pPr>
            <a:r>
              <a:rPr sz="1800" b="1" spc="-5" dirty="0">
                <a:latin typeface="Calibri"/>
                <a:cs typeface="Calibri"/>
              </a:rPr>
              <a:t>S</a:t>
            </a:r>
            <a:r>
              <a:rPr sz="1800" b="1" spc="-35" dirty="0">
                <a:latin typeface="Calibri"/>
                <a:cs typeface="Calibri"/>
              </a:rPr>
              <a:t>t</a:t>
            </a:r>
            <a:r>
              <a:rPr sz="1800" b="1" spc="-20" dirty="0">
                <a:latin typeface="Calibri"/>
                <a:cs typeface="Calibri"/>
              </a:rPr>
              <a:t>o</a:t>
            </a:r>
            <a:r>
              <a:rPr sz="1800" b="1" spc="5" dirty="0">
                <a:latin typeface="Calibri"/>
                <a:cs typeface="Calibri"/>
              </a:rPr>
              <a:t>c</a:t>
            </a:r>
            <a:r>
              <a:rPr sz="1800" b="1" spc="-20" dirty="0">
                <a:latin typeface="Calibri"/>
                <a:cs typeface="Calibri"/>
              </a:rPr>
              <a:t>ha</a:t>
            </a:r>
            <a:r>
              <a:rPr sz="1800" b="1" spc="-30" dirty="0">
                <a:latin typeface="Calibri"/>
                <a:cs typeface="Calibri"/>
              </a:rPr>
              <a:t>s</a:t>
            </a:r>
            <a:r>
              <a:rPr sz="1800" b="1" spc="-15" dirty="0">
                <a:latin typeface="Calibri"/>
                <a:cs typeface="Calibri"/>
              </a:rPr>
              <a:t>ti</a:t>
            </a:r>
            <a:r>
              <a:rPr sz="1800" b="1" dirty="0">
                <a:latin typeface="Calibri"/>
                <a:cs typeface="Calibri"/>
              </a:rPr>
              <a:t>c</a:t>
            </a:r>
            <a:r>
              <a:rPr sz="1800" b="1" spc="-45" dirty="0">
                <a:latin typeface="Times New Roman"/>
                <a:cs typeface="Times New Roman"/>
              </a:rPr>
              <a:t> </a:t>
            </a:r>
            <a:r>
              <a:rPr sz="1800" b="1" spc="5" dirty="0">
                <a:latin typeface="Calibri"/>
                <a:cs typeface="Calibri"/>
              </a:rPr>
              <a:t>c</a:t>
            </a:r>
            <a:r>
              <a:rPr sz="1800" b="1" spc="-20" dirty="0">
                <a:latin typeface="Calibri"/>
                <a:cs typeface="Calibri"/>
              </a:rPr>
              <a:t>o</a:t>
            </a:r>
            <a:r>
              <a:rPr sz="1800" b="1" spc="-40" dirty="0">
                <a:latin typeface="Calibri"/>
                <a:cs typeface="Calibri"/>
              </a:rPr>
              <a:t>n</a:t>
            </a:r>
            <a:r>
              <a:rPr sz="1800" b="1" spc="-15" dirty="0">
                <a:latin typeface="Calibri"/>
                <a:cs typeface="Calibri"/>
              </a:rPr>
              <a:t>t</a:t>
            </a:r>
            <a:r>
              <a:rPr sz="1800" b="1" spc="-20" dirty="0">
                <a:latin typeface="Calibri"/>
                <a:cs typeface="Calibri"/>
              </a:rPr>
              <a:t>ro</a:t>
            </a:r>
            <a:r>
              <a:rPr sz="1800" b="1" spc="-5" dirty="0">
                <a:latin typeface="Calibri"/>
                <a:cs typeface="Calibri"/>
              </a:rPr>
              <a:t>l</a:t>
            </a:r>
            <a:endParaRPr sz="1800">
              <a:latin typeface="Calibri"/>
              <a:cs typeface="Calibri"/>
            </a:endParaRPr>
          </a:p>
        </p:txBody>
      </p:sp>
      <p:sp>
        <p:nvSpPr>
          <p:cNvPr id="32" name="object 32"/>
          <p:cNvSpPr/>
          <p:nvPr/>
        </p:nvSpPr>
        <p:spPr>
          <a:xfrm>
            <a:off x="5829300" y="2678856"/>
            <a:ext cx="401320" cy="209550"/>
          </a:xfrm>
          <a:custGeom>
            <a:avLst/>
            <a:gdLst/>
            <a:ahLst/>
            <a:cxnLst/>
            <a:rect l="l" t="t" r="r" b="b"/>
            <a:pathLst>
              <a:path w="401320" h="209550">
                <a:moveTo>
                  <a:pt x="0" y="209184"/>
                </a:moveTo>
                <a:lnTo>
                  <a:pt x="400751" y="0"/>
                </a:lnTo>
              </a:path>
            </a:pathLst>
          </a:custGeom>
          <a:ln w="20320">
            <a:solidFill>
              <a:srgbClr val="C00000"/>
            </a:solidFill>
          </a:ln>
        </p:spPr>
        <p:txBody>
          <a:bodyPr wrap="square" lIns="0" tIns="0" rIns="0" bIns="0" rtlCol="0"/>
          <a:lstStyle/>
          <a:p>
            <a:endParaRPr/>
          </a:p>
        </p:txBody>
      </p:sp>
      <p:sp>
        <p:nvSpPr>
          <p:cNvPr id="33" name="object 33"/>
          <p:cNvSpPr/>
          <p:nvPr/>
        </p:nvSpPr>
        <p:spPr>
          <a:xfrm>
            <a:off x="6141933" y="2674711"/>
            <a:ext cx="88265" cy="79375"/>
          </a:xfrm>
          <a:custGeom>
            <a:avLst/>
            <a:gdLst/>
            <a:ahLst/>
            <a:cxnLst/>
            <a:rect l="l" t="t" r="r" b="b"/>
            <a:pathLst>
              <a:path w="88264" h="79375">
                <a:moveTo>
                  <a:pt x="41147" y="78821"/>
                </a:moveTo>
                <a:lnTo>
                  <a:pt x="88117" y="4145"/>
                </a:lnTo>
                <a:lnTo>
                  <a:pt x="0" y="0"/>
                </a:lnTo>
              </a:path>
            </a:pathLst>
          </a:custGeom>
          <a:ln w="20320">
            <a:solidFill>
              <a:srgbClr val="C00000"/>
            </a:solidFill>
          </a:ln>
        </p:spPr>
        <p:txBody>
          <a:bodyPr wrap="square" lIns="0" tIns="0" rIns="0" bIns="0" rtlCol="0"/>
          <a:lstStyle/>
          <a:p>
            <a:endParaRPr/>
          </a:p>
        </p:txBody>
      </p:sp>
      <p:sp>
        <p:nvSpPr>
          <p:cNvPr id="34" name="object 34"/>
          <p:cNvSpPr/>
          <p:nvPr/>
        </p:nvSpPr>
        <p:spPr>
          <a:xfrm>
            <a:off x="5882639" y="3321893"/>
            <a:ext cx="441325" cy="104775"/>
          </a:xfrm>
          <a:custGeom>
            <a:avLst/>
            <a:gdLst/>
            <a:ahLst/>
            <a:cxnLst/>
            <a:rect l="l" t="t" r="r" b="b"/>
            <a:pathLst>
              <a:path w="441325" h="104775">
                <a:moveTo>
                  <a:pt x="0" y="104607"/>
                </a:moveTo>
                <a:lnTo>
                  <a:pt x="440984" y="0"/>
                </a:lnTo>
              </a:path>
            </a:pathLst>
          </a:custGeom>
          <a:ln w="20320">
            <a:solidFill>
              <a:srgbClr val="C00000"/>
            </a:solidFill>
          </a:ln>
        </p:spPr>
        <p:txBody>
          <a:bodyPr wrap="square" lIns="0" tIns="0" rIns="0" bIns="0" rtlCol="0"/>
          <a:lstStyle/>
          <a:p>
            <a:endParaRPr/>
          </a:p>
        </p:txBody>
      </p:sp>
      <p:sp>
        <p:nvSpPr>
          <p:cNvPr id="35" name="object 35"/>
          <p:cNvSpPr/>
          <p:nvPr/>
        </p:nvSpPr>
        <p:spPr>
          <a:xfrm>
            <a:off x="6239225" y="3296229"/>
            <a:ext cx="84455" cy="86995"/>
          </a:xfrm>
          <a:custGeom>
            <a:avLst/>
            <a:gdLst/>
            <a:ahLst/>
            <a:cxnLst/>
            <a:rect l="l" t="t" r="r" b="b"/>
            <a:pathLst>
              <a:path w="84454" h="86995">
                <a:moveTo>
                  <a:pt x="20543" y="86502"/>
                </a:moveTo>
                <a:lnTo>
                  <a:pt x="84399" y="25664"/>
                </a:lnTo>
                <a:lnTo>
                  <a:pt x="0" y="0"/>
                </a:lnTo>
              </a:path>
            </a:pathLst>
          </a:custGeom>
          <a:ln w="20320">
            <a:solidFill>
              <a:srgbClr val="C00000"/>
            </a:solidFill>
          </a:ln>
        </p:spPr>
        <p:txBody>
          <a:bodyPr wrap="square" lIns="0" tIns="0" rIns="0" bIns="0" rtlCol="0"/>
          <a:lstStyle/>
          <a:p>
            <a:endParaRPr/>
          </a:p>
        </p:txBody>
      </p:sp>
      <p:sp>
        <p:nvSpPr>
          <p:cNvPr id="36" name="object 36"/>
          <p:cNvSpPr/>
          <p:nvPr/>
        </p:nvSpPr>
        <p:spPr>
          <a:xfrm>
            <a:off x="5869929" y="4109097"/>
            <a:ext cx="551180" cy="52705"/>
          </a:xfrm>
          <a:custGeom>
            <a:avLst/>
            <a:gdLst/>
            <a:ahLst/>
            <a:cxnLst/>
            <a:rect l="l" t="t" r="r" b="b"/>
            <a:pathLst>
              <a:path w="551179" h="52704">
                <a:moveTo>
                  <a:pt x="0" y="52709"/>
                </a:moveTo>
                <a:lnTo>
                  <a:pt x="550621" y="0"/>
                </a:lnTo>
              </a:path>
            </a:pathLst>
          </a:custGeom>
          <a:ln w="20320">
            <a:solidFill>
              <a:srgbClr val="C00000"/>
            </a:solidFill>
          </a:ln>
        </p:spPr>
        <p:txBody>
          <a:bodyPr wrap="square" lIns="0" tIns="0" rIns="0" bIns="0" rtlCol="0"/>
          <a:lstStyle/>
          <a:p>
            <a:endParaRPr/>
          </a:p>
        </p:txBody>
      </p:sp>
      <p:sp>
        <p:nvSpPr>
          <p:cNvPr id="37" name="object 37"/>
          <p:cNvSpPr/>
          <p:nvPr/>
        </p:nvSpPr>
        <p:spPr>
          <a:xfrm>
            <a:off x="6340449" y="4072115"/>
            <a:ext cx="80645" cy="88900"/>
          </a:xfrm>
          <a:custGeom>
            <a:avLst/>
            <a:gdLst/>
            <a:ahLst/>
            <a:cxnLst/>
            <a:rect l="l" t="t" r="r" b="b"/>
            <a:pathLst>
              <a:path w="80645" h="88900">
                <a:moveTo>
                  <a:pt x="8473" y="88498"/>
                </a:moveTo>
                <a:lnTo>
                  <a:pt x="80070" y="36981"/>
                </a:lnTo>
                <a:lnTo>
                  <a:pt x="0" y="0"/>
                </a:lnTo>
              </a:path>
            </a:pathLst>
          </a:custGeom>
          <a:ln w="20320">
            <a:solidFill>
              <a:srgbClr val="C00000"/>
            </a:solidFill>
          </a:ln>
        </p:spPr>
        <p:txBody>
          <a:bodyPr wrap="square" lIns="0" tIns="0" rIns="0" bIns="0" rtlCol="0"/>
          <a:lstStyle/>
          <a:p>
            <a:endParaRPr/>
          </a:p>
        </p:txBody>
      </p:sp>
      <p:sp>
        <p:nvSpPr>
          <p:cNvPr id="38" name="object 38"/>
          <p:cNvSpPr/>
          <p:nvPr/>
        </p:nvSpPr>
        <p:spPr>
          <a:xfrm>
            <a:off x="5877549" y="4610100"/>
            <a:ext cx="445770" cy="177800"/>
          </a:xfrm>
          <a:custGeom>
            <a:avLst/>
            <a:gdLst/>
            <a:ahLst/>
            <a:cxnLst/>
            <a:rect l="l" t="t" r="r" b="b"/>
            <a:pathLst>
              <a:path w="445770" h="177800">
                <a:moveTo>
                  <a:pt x="0" y="0"/>
                </a:moveTo>
                <a:lnTo>
                  <a:pt x="445526" y="177225"/>
                </a:lnTo>
              </a:path>
            </a:pathLst>
          </a:custGeom>
          <a:ln w="20320">
            <a:solidFill>
              <a:srgbClr val="C00000"/>
            </a:solidFill>
          </a:ln>
        </p:spPr>
        <p:txBody>
          <a:bodyPr wrap="square" lIns="0" tIns="0" rIns="0" bIns="0" rtlCol="0"/>
          <a:lstStyle/>
          <a:p>
            <a:endParaRPr/>
          </a:p>
        </p:txBody>
      </p:sp>
      <p:sp>
        <p:nvSpPr>
          <p:cNvPr id="39" name="object 39"/>
          <p:cNvSpPr/>
          <p:nvPr/>
        </p:nvSpPr>
        <p:spPr>
          <a:xfrm>
            <a:off x="6235842" y="4717853"/>
            <a:ext cx="87630" cy="83185"/>
          </a:xfrm>
          <a:custGeom>
            <a:avLst/>
            <a:gdLst/>
            <a:ahLst/>
            <a:cxnLst/>
            <a:rect l="l" t="t" r="r" b="b"/>
            <a:pathLst>
              <a:path w="87629" h="83185">
                <a:moveTo>
                  <a:pt x="32857" y="0"/>
                </a:moveTo>
                <a:lnTo>
                  <a:pt x="87233" y="69473"/>
                </a:lnTo>
                <a:lnTo>
                  <a:pt x="0" y="82603"/>
                </a:lnTo>
              </a:path>
            </a:pathLst>
          </a:custGeom>
          <a:ln w="20320">
            <a:solidFill>
              <a:srgbClr val="C00000"/>
            </a:solidFill>
          </a:ln>
        </p:spPr>
        <p:txBody>
          <a:bodyPr wrap="square" lIns="0" tIns="0" rIns="0" bIns="0" rtlCol="0"/>
          <a:lstStyle/>
          <a:p>
            <a:endParaRPr/>
          </a:p>
        </p:txBody>
      </p:sp>
      <p:sp>
        <p:nvSpPr>
          <p:cNvPr id="40" name="object 40"/>
          <p:cNvSpPr/>
          <p:nvPr/>
        </p:nvSpPr>
        <p:spPr>
          <a:xfrm>
            <a:off x="5656569" y="5384804"/>
            <a:ext cx="408940" cy="365125"/>
          </a:xfrm>
          <a:custGeom>
            <a:avLst/>
            <a:gdLst/>
            <a:ahLst/>
            <a:cxnLst/>
            <a:rect l="l" t="t" r="r" b="b"/>
            <a:pathLst>
              <a:path w="408939" h="365125">
                <a:moveTo>
                  <a:pt x="0" y="0"/>
                </a:moveTo>
                <a:lnTo>
                  <a:pt x="408919" y="364723"/>
                </a:lnTo>
              </a:path>
            </a:pathLst>
          </a:custGeom>
          <a:ln w="20320">
            <a:solidFill>
              <a:srgbClr val="C00000"/>
            </a:solidFill>
          </a:ln>
        </p:spPr>
        <p:txBody>
          <a:bodyPr wrap="square" lIns="0" tIns="0" rIns="0" bIns="0" rtlCol="0"/>
          <a:lstStyle/>
          <a:p>
            <a:endParaRPr/>
          </a:p>
        </p:txBody>
      </p:sp>
      <p:sp>
        <p:nvSpPr>
          <p:cNvPr id="41" name="object 41"/>
          <p:cNvSpPr/>
          <p:nvPr/>
        </p:nvSpPr>
        <p:spPr>
          <a:xfrm>
            <a:off x="5979017" y="5665625"/>
            <a:ext cx="86995" cy="84455"/>
          </a:xfrm>
          <a:custGeom>
            <a:avLst/>
            <a:gdLst/>
            <a:ahLst/>
            <a:cxnLst/>
            <a:rect l="l" t="t" r="r" b="b"/>
            <a:pathLst>
              <a:path w="86995" h="84454">
                <a:moveTo>
                  <a:pt x="59192" y="0"/>
                </a:moveTo>
                <a:lnTo>
                  <a:pt x="86471" y="83902"/>
                </a:lnTo>
                <a:lnTo>
                  <a:pt x="0" y="66351"/>
                </a:lnTo>
              </a:path>
            </a:pathLst>
          </a:custGeom>
          <a:ln w="20320">
            <a:solidFill>
              <a:srgbClr val="C00000"/>
            </a:solidFill>
          </a:ln>
        </p:spPr>
        <p:txBody>
          <a:bodyPr wrap="square" lIns="0" tIns="0" rIns="0" bIns="0" rtlCol="0"/>
          <a:lstStyle/>
          <a:p>
            <a:endParaRPr/>
          </a:p>
        </p:txBody>
      </p:sp>
      <p:sp>
        <p:nvSpPr>
          <p:cNvPr id="42" name="object 42"/>
          <p:cNvSpPr/>
          <p:nvPr/>
        </p:nvSpPr>
        <p:spPr>
          <a:xfrm>
            <a:off x="2603504" y="3035289"/>
            <a:ext cx="760095" cy="274955"/>
          </a:xfrm>
          <a:custGeom>
            <a:avLst/>
            <a:gdLst/>
            <a:ahLst/>
            <a:cxnLst/>
            <a:rect l="l" t="t" r="r" b="b"/>
            <a:pathLst>
              <a:path w="760095" h="274954">
                <a:moveTo>
                  <a:pt x="0" y="0"/>
                </a:moveTo>
                <a:lnTo>
                  <a:pt x="759720" y="274746"/>
                </a:lnTo>
              </a:path>
            </a:pathLst>
          </a:custGeom>
          <a:ln w="20320">
            <a:solidFill>
              <a:srgbClr val="C00000"/>
            </a:solidFill>
          </a:ln>
        </p:spPr>
        <p:txBody>
          <a:bodyPr wrap="square" lIns="0" tIns="0" rIns="0" bIns="0" rtlCol="0"/>
          <a:lstStyle/>
          <a:p>
            <a:endParaRPr/>
          </a:p>
        </p:txBody>
      </p:sp>
      <p:sp>
        <p:nvSpPr>
          <p:cNvPr id="43" name="object 43"/>
          <p:cNvSpPr/>
          <p:nvPr/>
        </p:nvSpPr>
        <p:spPr>
          <a:xfrm>
            <a:off x="3276447" y="3242310"/>
            <a:ext cx="86995" cy="83820"/>
          </a:xfrm>
          <a:custGeom>
            <a:avLst/>
            <a:gdLst/>
            <a:ahLst/>
            <a:cxnLst/>
            <a:rect l="l" t="t" r="r" b="b"/>
            <a:pathLst>
              <a:path w="86995" h="83820">
                <a:moveTo>
                  <a:pt x="30236" y="0"/>
                </a:moveTo>
                <a:lnTo>
                  <a:pt x="86776" y="67726"/>
                </a:lnTo>
                <a:lnTo>
                  <a:pt x="0" y="83606"/>
                </a:lnTo>
              </a:path>
            </a:pathLst>
          </a:custGeom>
          <a:ln w="20320">
            <a:solidFill>
              <a:srgbClr val="C00000"/>
            </a:solidFill>
          </a:ln>
        </p:spPr>
        <p:txBody>
          <a:bodyPr wrap="square" lIns="0" tIns="0" rIns="0" bIns="0" rtlCol="0"/>
          <a:lstStyle/>
          <a:p>
            <a:endParaRPr/>
          </a:p>
        </p:txBody>
      </p:sp>
      <p:sp>
        <p:nvSpPr>
          <p:cNvPr id="44" name="object 44"/>
          <p:cNvSpPr/>
          <p:nvPr/>
        </p:nvSpPr>
        <p:spPr>
          <a:xfrm>
            <a:off x="2603504" y="3964935"/>
            <a:ext cx="758825" cy="0"/>
          </a:xfrm>
          <a:custGeom>
            <a:avLst/>
            <a:gdLst/>
            <a:ahLst/>
            <a:cxnLst/>
            <a:rect l="l" t="t" r="r" b="b"/>
            <a:pathLst>
              <a:path w="758825">
                <a:moveTo>
                  <a:pt x="0" y="0"/>
                </a:moveTo>
                <a:lnTo>
                  <a:pt x="758500" y="0"/>
                </a:lnTo>
              </a:path>
            </a:pathLst>
          </a:custGeom>
          <a:ln w="20320">
            <a:solidFill>
              <a:srgbClr val="C00000"/>
            </a:solidFill>
          </a:ln>
        </p:spPr>
        <p:txBody>
          <a:bodyPr wrap="square" lIns="0" tIns="0" rIns="0" bIns="0" rtlCol="0"/>
          <a:lstStyle/>
          <a:p>
            <a:endParaRPr/>
          </a:p>
        </p:txBody>
      </p:sp>
      <p:sp>
        <p:nvSpPr>
          <p:cNvPr id="45" name="object 45"/>
          <p:cNvSpPr/>
          <p:nvPr/>
        </p:nvSpPr>
        <p:spPr>
          <a:xfrm>
            <a:off x="3285804" y="3920490"/>
            <a:ext cx="76200" cy="88900"/>
          </a:xfrm>
          <a:custGeom>
            <a:avLst/>
            <a:gdLst/>
            <a:ahLst/>
            <a:cxnLst/>
            <a:rect l="l" t="t" r="r" b="b"/>
            <a:pathLst>
              <a:path w="76200" h="88900">
                <a:moveTo>
                  <a:pt x="0" y="88904"/>
                </a:moveTo>
                <a:lnTo>
                  <a:pt x="76199" y="44458"/>
                </a:lnTo>
                <a:lnTo>
                  <a:pt x="0" y="0"/>
                </a:lnTo>
              </a:path>
            </a:pathLst>
          </a:custGeom>
          <a:ln w="20320">
            <a:solidFill>
              <a:srgbClr val="C00000"/>
            </a:solidFill>
          </a:ln>
        </p:spPr>
        <p:txBody>
          <a:bodyPr wrap="square" lIns="0" tIns="0" rIns="0" bIns="0" rtlCol="0"/>
          <a:lstStyle/>
          <a:p>
            <a:endParaRPr/>
          </a:p>
        </p:txBody>
      </p:sp>
      <p:sp>
        <p:nvSpPr>
          <p:cNvPr id="46" name="object 46"/>
          <p:cNvSpPr/>
          <p:nvPr/>
        </p:nvSpPr>
        <p:spPr>
          <a:xfrm>
            <a:off x="2687323" y="4760046"/>
            <a:ext cx="648335" cy="172720"/>
          </a:xfrm>
          <a:custGeom>
            <a:avLst/>
            <a:gdLst/>
            <a:ahLst/>
            <a:cxnLst/>
            <a:rect l="l" t="t" r="r" b="b"/>
            <a:pathLst>
              <a:path w="648335" h="172720">
                <a:moveTo>
                  <a:pt x="0" y="172486"/>
                </a:moveTo>
                <a:lnTo>
                  <a:pt x="648285" y="0"/>
                </a:lnTo>
              </a:path>
            </a:pathLst>
          </a:custGeom>
          <a:ln w="20320">
            <a:solidFill>
              <a:srgbClr val="C00000"/>
            </a:solidFill>
          </a:ln>
        </p:spPr>
        <p:txBody>
          <a:bodyPr wrap="square" lIns="0" tIns="0" rIns="0" bIns="0" rtlCol="0"/>
          <a:lstStyle/>
          <a:p>
            <a:endParaRPr/>
          </a:p>
        </p:txBody>
      </p:sp>
      <p:sp>
        <p:nvSpPr>
          <p:cNvPr id="47" name="object 47"/>
          <p:cNvSpPr/>
          <p:nvPr/>
        </p:nvSpPr>
        <p:spPr>
          <a:xfrm>
            <a:off x="3250539" y="4736686"/>
            <a:ext cx="85090" cy="86360"/>
          </a:xfrm>
          <a:custGeom>
            <a:avLst/>
            <a:gdLst/>
            <a:ahLst/>
            <a:cxnLst/>
            <a:rect l="l" t="t" r="r" b="b"/>
            <a:pathLst>
              <a:path w="85089" h="86360">
                <a:moveTo>
                  <a:pt x="22859" y="85917"/>
                </a:moveTo>
                <a:lnTo>
                  <a:pt x="85069" y="23372"/>
                </a:lnTo>
                <a:lnTo>
                  <a:pt x="0" y="0"/>
                </a:lnTo>
              </a:path>
            </a:pathLst>
          </a:custGeom>
          <a:ln w="20320">
            <a:solidFill>
              <a:srgbClr val="C00000"/>
            </a:solidFill>
          </a:ln>
        </p:spPr>
        <p:txBody>
          <a:bodyPr wrap="square" lIns="0" tIns="0" rIns="0" bIns="0" rtlCol="0"/>
          <a:lstStyle/>
          <a:p>
            <a:endParaRPr/>
          </a:p>
        </p:txBody>
      </p:sp>
      <p:sp>
        <p:nvSpPr>
          <p:cNvPr id="48" name="object 48"/>
          <p:cNvSpPr/>
          <p:nvPr/>
        </p:nvSpPr>
        <p:spPr>
          <a:xfrm>
            <a:off x="3628400" y="1606539"/>
            <a:ext cx="1897380" cy="840740"/>
          </a:xfrm>
          <a:custGeom>
            <a:avLst/>
            <a:gdLst/>
            <a:ahLst/>
            <a:cxnLst/>
            <a:rect l="l" t="t" r="r" b="b"/>
            <a:pathLst>
              <a:path w="1897379" h="840739">
                <a:moveTo>
                  <a:pt x="0" y="140147"/>
                </a:moveTo>
                <a:lnTo>
                  <a:pt x="6613" y="97465"/>
                </a:lnTo>
                <a:lnTo>
                  <a:pt x="25089" y="60089"/>
                </a:lnTo>
                <a:lnTo>
                  <a:pt x="53377" y="30067"/>
                </a:lnTo>
                <a:lnTo>
                  <a:pt x="89428" y="9448"/>
                </a:lnTo>
                <a:lnTo>
                  <a:pt x="131192" y="279"/>
                </a:lnTo>
                <a:lnTo>
                  <a:pt x="1757232" y="0"/>
                </a:lnTo>
                <a:lnTo>
                  <a:pt x="1771916" y="760"/>
                </a:lnTo>
                <a:lnTo>
                  <a:pt x="1813045" y="11553"/>
                </a:lnTo>
                <a:lnTo>
                  <a:pt x="1848195" y="33525"/>
                </a:lnTo>
                <a:lnTo>
                  <a:pt x="1875315" y="64628"/>
                </a:lnTo>
                <a:lnTo>
                  <a:pt x="1892353" y="102814"/>
                </a:lnTo>
                <a:lnTo>
                  <a:pt x="1897379" y="700643"/>
                </a:lnTo>
                <a:lnTo>
                  <a:pt x="1896619" y="715324"/>
                </a:lnTo>
                <a:lnTo>
                  <a:pt x="1885816" y="756444"/>
                </a:lnTo>
                <a:lnTo>
                  <a:pt x="1863830" y="791584"/>
                </a:lnTo>
                <a:lnTo>
                  <a:pt x="1832712" y="818691"/>
                </a:lnTo>
                <a:lnTo>
                  <a:pt x="1794516" y="835716"/>
                </a:lnTo>
                <a:lnTo>
                  <a:pt x="140116" y="840729"/>
                </a:lnTo>
                <a:lnTo>
                  <a:pt x="125428" y="839969"/>
                </a:lnTo>
                <a:lnTo>
                  <a:pt x="84292" y="829169"/>
                </a:lnTo>
                <a:lnTo>
                  <a:pt x="49142" y="807189"/>
                </a:lnTo>
                <a:lnTo>
                  <a:pt x="22031" y="776079"/>
                </a:lnTo>
                <a:lnTo>
                  <a:pt x="5008" y="737892"/>
                </a:lnTo>
                <a:lnTo>
                  <a:pt x="0" y="140147"/>
                </a:lnTo>
                <a:close/>
              </a:path>
            </a:pathLst>
          </a:custGeom>
          <a:ln w="12700">
            <a:solidFill>
              <a:srgbClr val="C00000"/>
            </a:solidFill>
          </a:ln>
        </p:spPr>
        <p:txBody>
          <a:bodyPr wrap="square" lIns="0" tIns="0" rIns="0" bIns="0" rtlCol="0"/>
          <a:lstStyle/>
          <a:p>
            <a:endParaRPr/>
          </a:p>
        </p:txBody>
      </p:sp>
      <p:sp>
        <p:nvSpPr>
          <p:cNvPr id="49" name="object 49"/>
          <p:cNvSpPr/>
          <p:nvPr/>
        </p:nvSpPr>
        <p:spPr>
          <a:xfrm>
            <a:off x="4624059" y="2335530"/>
            <a:ext cx="0" cy="551180"/>
          </a:xfrm>
          <a:custGeom>
            <a:avLst/>
            <a:gdLst/>
            <a:ahLst/>
            <a:cxnLst/>
            <a:rect l="l" t="t" r="r" b="b"/>
            <a:pathLst>
              <a:path h="551180">
                <a:moveTo>
                  <a:pt x="0" y="0"/>
                </a:moveTo>
                <a:lnTo>
                  <a:pt x="0" y="550743"/>
                </a:lnTo>
              </a:path>
            </a:pathLst>
          </a:custGeom>
          <a:ln w="63499">
            <a:solidFill>
              <a:srgbClr val="C00000"/>
            </a:solidFill>
          </a:ln>
        </p:spPr>
        <p:txBody>
          <a:bodyPr wrap="square" lIns="0" tIns="0" rIns="0" bIns="0" rtlCol="0"/>
          <a:lstStyle/>
          <a:p>
            <a:endParaRPr/>
          </a:p>
        </p:txBody>
      </p:sp>
      <p:sp>
        <p:nvSpPr>
          <p:cNvPr id="50" name="object 50"/>
          <p:cNvSpPr/>
          <p:nvPr/>
        </p:nvSpPr>
        <p:spPr>
          <a:xfrm>
            <a:off x="4512960" y="2695742"/>
            <a:ext cx="222250" cy="191135"/>
          </a:xfrm>
          <a:custGeom>
            <a:avLst/>
            <a:gdLst/>
            <a:ahLst/>
            <a:cxnLst/>
            <a:rect l="l" t="t" r="r" b="b"/>
            <a:pathLst>
              <a:path w="222250" h="191135">
                <a:moveTo>
                  <a:pt x="222260" y="30"/>
                </a:moveTo>
                <a:lnTo>
                  <a:pt x="111099" y="190530"/>
                </a:lnTo>
                <a:lnTo>
                  <a:pt x="0" y="0"/>
                </a:lnTo>
              </a:path>
            </a:pathLst>
          </a:custGeom>
          <a:ln w="63499">
            <a:solidFill>
              <a:srgbClr val="C00000"/>
            </a:solidFill>
          </a:ln>
        </p:spPr>
        <p:txBody>
          <a:bodyPr wrap="square" lIns="0" tIns="0" rIns="0" bIns="0" rtlCol="0"/>
          <a:lstStyle/>
          <a:p>
            <a:endParaRPr/>
          </a:p>
        </p:txBody>
      </p:sp>
      <p:sp>
        <p:nvSpPr>
          <p:cNvPr id="51" name="object 51"/>
          <p:cNvSpPr txBox="1"/>
          <p:nvPr/>
        </p:nvSpPr>
        <p:spPr>
          <a:xfrm>
            <a:off x="8354701" y="6181502"/>
            <a:ext cx="259079" cy="254000"/>
          </a:xfrm>
          <a:prstGeom prst="rect">
            <a:avLst/>
          </a:prstGeom>
        </p:spPr>
        <p:txBody>
          <a:bodyPr vert="horz" wrap="square" lIns="0" tIns="0" rIns="0" bIns="0" rtlCol="0">
            <a:spAutoFit/>
          </a:bodyPr>
          <a:lstStyle/>
          <a:p>
            <a:pPr marL="12700">
              <a:lnSpc>
                <a:spcPct val="100000"/>
              </a:lnSpc>
            </a:pPr>
            <a:r>
              <a:rPr sz="1800" spc="-5" dirty="0">
                <a:solidFill>
                  <a:srgbClr val="403F42"/>
                </a:solidFill>
                <a:latin typeface="Calibri"/>
                <a:cs typeface="Calibri"/>
              </a:rPr>
              <a:t>10</a:t>
            </a:r>
            <a:endParaRPr sz="1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192</TotalTime>
  <Words>2532</Words>
  <Application>Microsoft Office PowerPoint</Application>
  <PresentationFormat>On-screen Show (4:3)</PresentationFormat>
  <Paragraphs>453</Paragraphs>
  <Slides>45</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vt:lpstr>
      <vt:lpstr>Arial</vt:lpstr>
      <vt:lpstr>Arial</vt:lpstr>
      <vt:lpstr>Calibri</vt:lpstr>
      <vt:lpstr>Calibri Light</vt:lpstr>
      <vt:lpstr>Symbol</vt:lpstr>
      <vt:lpstr>Times New Roman</vt:lpstr>
      <vt:lpstr>Office Theme</vt:lpstr>
      <vt:lpstr>PowerPoint Presentation</vt:lpstr>
      <vt:lpstr>Syllabus</vt:lpstr>
      <vt:lpstr>ENGR406 (506) Intelligent System Control</vt:lpstr>
      <vt:lpstr>PowerPoint Presentation</vt:lpstr>
      <vt:lpstr>Optimal Control</vt:lpstr>
      <vt:lpstr>Optimal controllers</vt:lpstr>
      <vt:lpstr>Key highlights of  optimal controllers</vt:lpstr>
      <vt:lpstr>Cost Function Minimization:</vt:lpstr>
      <vt:lpstr>Types of Optimal Controllers:</vt:lpstr>
      <vt:lpstr>Performance Criteria:</vt:lpstr>
      <vt:lpstr>Applications:</vt:lpstr>
      <vt:lpstr>Stability and Robustness:</vt:lpstr>
      <vt:lpstr>Trade-offs:</vt:lpstr>
      <vt:lpstr>PowerPoint Presentation</vt:lpstr>
      <vt:lpstr>Example: Aircraft Control System </vt:lpstr>
      <vt:lpstr>PIP–LQ control</vt:lpstr>
      <vt:lpstr>Key Components of PIP–LQ Control </vt:lpstr>
      <vt:lpstr>PowerPoint Presentation</vt:lpstr>
      <vt:lpstr>PowerPoint Presentation</vt:lpstr>
      <vt:lpstr>Predictive Control</vt:lpstr>
      <vt:lpstr>PowerPoint Presentation</vt:lpstr>
      <vt:lpstr>Coupled System in Open Loop (No Controller)</vt:lpstr>
      <vt:lpstr>PowerPoint Presentation</vt:lpstr>
      <vt:lpstr>Open Loop Response</vt:lpstr>
      <vt:lpstr>Multiple-Loop Control</vt:lpstr>
      <vt:lpstr>Multivariable Control</vt:lpstr>
      <vt:lpstr>PowerPoint Presentation</vt:lpstr>
      <vt:lpstr>PowerPoint Presentation</vt:lpstr>
      <vt:lpstr>PowerPoint Presentation</vt:lpstr>
      <vt:lpstr>PowerPoint Presentation</vt:lpstr>
      <vt:lpstr>PowerPoint Presentation</vt:lpstr>
      <vt:lpstr>PowerPoint Presentation</vt:lpstr>
      <vt:lpstr>Biomass Gasifier</vt:lpstr>
      <vt:lpstr>Biomass Gasifier (2)</vt:lpstr>
      <vt:lpstr>PowerPoint Presentation</vt:lpstr>
      <vt:lpstr>PowerPoint Presentation</vt:lpstr>
      <vt:lpstr>PowerPoint Presentation</vt:lpstr>
      <vt:lpstr>PowerPoint Presentation</vt:lpstr>
      <vt:lpstr>Nonlinear Control</vt:lpstr>
      <vt:lpstr>PowerPoint Presentation</vt:lpstr>
      <vt:lpstr>Fixed Gain Control</vt:lpstr>
      <vt:lpstr>Adaptive Control (1)</vt:lpstr>
      <vt:lpstr>Adaptive Control (2)</vt:lpstr>
      <vt:lpstr>Conclusions</vt:lpstr>
      <vt:lpstr>Syllabus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Online2PDF.com</dc:creator>
  <cp:lastModifiedBy>Abrar, Muhammad</cp:lastModifiedBy>
  <cp:revision>8</cp:revision>
  <dcterms:created xsi:type="dcterms:W3CDTF">2022-07-22T05:05:02Z</dcterms:created>
  <dcterms:modified xsi:type="dcterms:W3CDTF">2025-11-03T14:14:28Z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2022-07-22T00:00:00Z</vt:filetime>
  </property>
  <property fmtid="{D5CDD505-2E9C-101B-9397-08002B2CF9AE}" pid="3" name="LastSaved">
    <vt:filetime>2022-07-22T00:00:00Z</vt:filetime>
  </property>
</Properties>
</file>