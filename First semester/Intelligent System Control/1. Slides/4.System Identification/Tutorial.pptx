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71" r:id="rId2"/>
    <p:sldId id="326" r:id="rId3"/>
    <p:sldId id="373" r:id="rId4"/>
    <p:sldId id="353" r:id="rId5"/>
    <p:sldId id="354" r:id="rId6"/>
    <p:sldId id="367" r:id="rId7"/>
    <p:sldId id="368" r:id="rId8"/>
    <p:sldId id="374" r:id="rId9"/>
    <p:sldId id="375" r:id="rId10"/>
    <p:sldId id="369" r:id="rId11"/>
    <p:sldId id="372" r:id="rId12"/>
    <p:sldId id="377" r:id="rId13"/>
    <p:sldId id="378" r:id="rId14"/>
    <p:sldId id="376" r:id="rId15"/>
    <p:sldId id="302" r:id="rId16"/>
    <p:sldId id="303" r:id="rId17"/>
    <p:sldId id="290" r:id="rId18"/>
    <p:sldId id="304" r:id="rId19"/>
    <p:sldId id="30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C5F907-A399-4B3F-B590-F089A5009391}" type="datetimeFigureOut">
              <a:rPr lang="en-US" smtClean="0"/>
              <a:t>10/12/2023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B632B5-4E9B-4548-917C-053B146E4BED}" type="slidenum">
              <a:rPr lang="en-US" smtClean="0"/>
              <a:t>‹#›</a:t>
            </a:fld>
            <a:endParaRPr lang="en-US"/>
          </a:p>
        </p:txBody>
      </p:sp>
    </p:spTree>
    <p:extLst>
      <p:ext uri="{BB962C8B-B14F-4D97-AF65-F5344CB8AC3E}">
        <p14:creationId xmlns:p14="http://schemas.microsoft.com/office/powerpoint/2010/main" val="157541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B727D-78A6-33C7-1ABA-959A3C80FE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B5C510-5F90-A04D-B5AC-FA2F5D83E8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0BFDA4-6C29-04CF-0119-FE068CD29FAA}"/>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5" name="Footer Placeholder 4">
            <a:extLst>
              <a:ext uri="{FF2B5EF4-FFF2-40B4-BE49-F238E27FC236}">
                <a16:creationId xmlns:a16="http://schemas.microsoft.com/office/drawing/2014/main" id="{8E73268F-0424-B000-6025-8ED8F60737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0C7E29-9782-E32C-9DFB-E3D985DFA9D6}"/>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1611337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CA447-83B0-07E0-A5D0-E8605FDC25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35C40C-F9AC-A47F-79FE-B9D72938C4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24875A-2CB6-C3D1-837C-5A11D101BDE6}"/>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5" name="Footer Placeholder 4">
            <a:extLst>
              <a:ext uri="{FF2B5EF4-FFF2-40B4-BE49-F238E27FC236}">
                <a16:creationId xmlns:a16="http://schemas.microsoft.com/office/drawing/2014/main" id="{530A1D1B-BC25-90A9-D59F-6F7D65759D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1E48F-9BBD-E86D-4CBD-A098C093ED8F}"/>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1963497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61509-33A0-EA6E-022B-11BD6A7149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14C878-5B11-86F4-14A0-46D023AA41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069EA1-B285-01A4-1A63-5E650861D0F1}"/>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5" name="Footer Placeholder 4">
            <a:extLst>
              <a:ext uri="{FF2B5EF4-FFF2-40B4-BE49-F238E27FC236}">
                <a16:creationId xmlns:a16="http://schemas.microsoft.com/office/drawing/2014/main" id="{5733311D-DC92-FAF7-5624-FEEDA2DB3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78D9E4-5F40-5BE7-7A09-B46DF094B14F}"/>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3002818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8552D-18F9-D064-0A28-669F88B416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4003AE-290A-26DC-F3AA-163DEEE04A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107AC5-4A18-9CAF-0EE0-53CA465D0F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F068AF-10DE-FDF9-7B07-FA4DD9E50761}"/>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6" name="Footer Placeholder 5">
            <a:extLst>
              <a:ext uri="{FF2B5EF4-FFF2-40B4-BE49-F238E27FC236}">
                <a16:creationId xmlns:a16="http://schemas.microsoft.com/office/drawing/2014/main" id="{BB13520A-DD6E-631A-0899-E189CCBE6E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201252-85F6-B290-C61F-D19709C005D5}"/>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4119362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6E226-E545-BD31-13C1-13DBAA6BC3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BB50E8-9952-14BE-F679-7CCF93583A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DD46BA-B7BD-8D4A-547B-5B199B5FEA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D378E5-F262-7DE7-84D2-E3B18DC78B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B4DA05-4D7C-F389-C636-5C858A91F8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FDDCB8-BCAA-E829-F2EF-9B3B25130819}"/>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8" name="Footer Placeholder 7">
            <a:extLst>
              <a:ext uri="{FF2B5EF4-FFF2-40B4-BE49-F238E27FC236}">
                <a16:creationId xmlns:a16="http://schemas.microsoft.com/office/drawing/2014/main" id="{BB0114BF-F2A1-EE46-DF2B-918A5C31FD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A81873-F629-5A95-67F5-C89BCC74D77A}"/>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3641314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373BE-71ED-2812-635F-3E8E7FD724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067111-0C66-05FD-5A88-9F5F7314AF3B}"/>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4" name="Footer Placeholder 3">
            <a:extLst>
              <a:ext uri="{FF2B5EF4-FFF2-40B4-BE49-F238E27FC236}">
                <a16:creationId xmlns:a16="http://schemas.microsoft.com/office/drawing/2014/main" id="{9FDC0CC2-A79E-EF23-D103-F94CE44595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35FC35-F5B6-1224-5C88-EC09A14B275B}"/>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2677979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A2A23A-2E39-8D43-0110-2B93542C9507}"/>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3" name="Footer Placeholder 2">
            <a:extLst>
              <a:ext uri="{FF2B5EF4-FFF2-40B4-BE49-F238E27FC236}">
                <a16:creationId xmlns:a16="http://schemas.microsoft.com/office/drawing/2014/main" id="{E11C9EA4-79B9-9107-CD7E-854DB8B8BE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06893E-04D3-7930-9E90-34B287F28853}"/>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3375781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1F050-8EFF-BE53-8F34-AACAB7B7B9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0172E3-D476-26AC-DD9B-594DAB100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17F428-C781-1D8E-6058-0F71202869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EB591B-F533-F4B7-54B2-517E893B3267}"/>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6" name="Footer Placeholder 5">
            <a:extLst>
              <a:ext uri="{FF2B5EF4-FFF2-40B4-BE49-F238E27FC236}">
                <a16:creationId xmlns:a16="http://schemas.microsoft.com/office/drawing/2014/main" id="{7F35F48C-F72C-8361-1F33-DD057F78E3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082D22-2C06-04BA-24E8-5CA488E35AB2}"/>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2098265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B4FB-B11B-1701-7D83-783568A415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1614A6-86C9-5DCF-0FCF-55CC859540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CF63D5-722A-B4A3-DBDD-E091837DEC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0721D4-C3E3-22F5-B3DA-FB012471C27C}"/>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6" name="Footer Placeholder 5">
            <a:extLst>
              <a:ext uri="{FF2B5EF4-FFF2-40B4-BE49-F238E27FC236}">
                <a16:creationId xmlns:a16="http://schemas.microsoft.com/office/drawing/2014/main" id="{C9A2C236-9406-96A2-6E45-0768C171C6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24A767-B0D9-2AE3-B458-88FB05554C84}"/>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3586541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B4C1-231E-67BA-EE47-838FF798C8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33741A0-885F-E6D2-733F-55D9D4B6A9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E1A7CB-8588-C6C7-6569-BEA3728FBBB6}"/>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5" name="Footer Placeholder 4">
            <a:extLst>
              <a:ext uri="{FF2B5EF4-FFF2-40B4-BE49-F238E27FC236}">
                <a16:creationId xmlns:a16="http://schemas.microsoft.com/office/drawing/2014/main" id="{C8A423DF-547D-C3EE-9560-0116B17169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05FDC0-D193-7B3C-7550-CC3B9D09E9D5}"/>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2523452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23137F-DB74-353D-6600-494B3F2D7C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7B6B7C-1327-0D4D-C49F-9153BAC545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8A0A9B-3891-DC84-4952-4AD42E800E7A}"/>
              </a:ext>
            </a:extLst>
          </p:cNvPr>
          <p:cNvSpPr>
            <a:spLocks noGrp="1"/>
          </p:cNvSpPr>
          <p:nvPr>
            <p:ph type="dt" sz="half" idx="10"/>
          </p:nvPr>
        </p:nvSpPr>
        <p:spPr/>
        <p:txBody>
          <a:bodyPr/>
          <a:lstStyle/>
          <a:p>
            <a:fld id="{BCEE841F-8E3B-4309-A7B9-FF0CD38C6ABB}" type="datetimeFigureOut">
              <a:rPr lang="en-US" smtClean="0"/>
              <a:t>10/12/2023</a:t>
            </a:fld>
            <a:endParaRPr lang="en-US"/>
          </a:p>
        </p:txBody>
      </p:sp>
      <p:sp>
        <p:nvSpPr>
          <p:cNvPr id="5" name="Footer Placeholder 4">
            <a:extLst>
              <a:ext uri="{FF2B5EF4-FFF2-40B4-BE49-F238E27FC236}">
                <a16:creationId xmlns:a16="http://schemas.microsoft.com/office/drawing/2014/main" id="{94FFFD81-B372-5B86-4F08-7E07DAE16F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BF94C1-D0FB-61AF-5839-5D160ECF500F}"/>
              </a:ext>
            </a:extLst>
          </p:cNvPr>
          <p:cNvSpPr>
            <a:spLocks noGrp="1"/>
          </p:cNvSpPr>
          <p:nvPr>
            <p:ph type="sldNum" sz="quarter" idx="12"/>
          </p:nvPr>
        </p:nvSpPr>
        <p:spPr/>
        <p:txBody>
          <a:bodyPr/>
          <a:lstStyle/>
          <a:p>
            <a:fld id="{3D9A5148-AB05-4358-A21B-B43217DF7AAC}" type="slidenum">
              <a:rPr lang="en-US" smtClean="0"/>
              <a:t>‹#›</a:t>
            </a:fld>
            <a:endParaRPr lang="en-US"/>
          </a:p>
        </p:txBody>
      </p:sp>
    </p:spTree>
    <p:extLst>
      <p:ext uri="{BB962C8B-B14F-4D97-AF65-F5344CB8AC3E}">
        <p14:creationId xmlns:p14="http://schemas.microsoft.com/office/powerpoint/2010/main" val="1098606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4967" y="96004"/>
            <a:ext cx="11953240" cy="6666230"/>
          </a:xfrm>
          <a:custGeom>
            <a:avLst/>
            <a:gdLst/>
            <a:ahLst/>
            <a:cxnLst/>
            <a:rect l="l" t="t" r="r" b="b"/>
            <a:pathLst>
              <a:path w="8964930" h="6666230">
                <a:moveTo>
                  <a:pt x="0" y="6665792"/>
                </a:moveTo>
                <a:lnTo>
                  <a:pt x="8964716" y="6665792"/>
                </a:lnTo>
                <a:lnTo>
                  <a:pt x="8964716" y="0"/>
                </a:lnTo>
                <a:lnTo>
                  <a:pt x="0" y="0"/>
                </a:lnTo>
                <a:lnTo>
                  <a:pt x="0" y="6665792"/>
                </a:lnTo>
                <a:close/>
              </a:path>
            </a:pathLst>
          </a:custGeom>
          <a:ln w="192023">
            <a:solidFill>
              <a:srgbClr val="E9ECED"/>
            </a:solidFill>
          </a:ln>
        </p:spPr>
        <p:txBody>
          <a:bodyPr wrap="square" lIns="0" tIns="0" rIns="0" bIns="0" rtlCol="0"/>
          <a:lstStyle/>
          <a:p>
            <a:endParaRPr sz="1800"/>
          </a:p>
        </p:txBody>
      </p:sp>
      <p:sp>
        <p:nvSpPr>
          <p:cNvPr id="17" name="bk object 17"/>
          <p:cNvSpPr/>
          <p:nvPr/>
        </p:nvSpPr>
        <p:spPr>
          <a:xfrm>
            <a:off x="842263" y="1858518"/>
            <a:ext cx="2111587" cy="0"/>
          </a:xfrm>
          <a:custGeom>
            <a:avLst/>
            <a:gdLst/>
            <a:ahLst/>
            <a:cxnLst/>
            <a:rect l="l" t="t" r="r" b="b"/>
            <a:pathLst>
              <a:path w="1583689">
                <a:moveTo>
                  <a:pt x="0" y="0"/>
                </a:moveTo>
                <a:lnTo>
                  <a:pt x="1583603" y="0"/>
                </a:lnTo>
              </a:path>
            </a:pathLst>
          </a:custGeom>
          <a:ln w="16763">
            <a:solidFill>
              <a:srgbClr val="A5ACB0"/>
            </a:solidFill>
          </a:ln>
        </p:spPr>
        <p:txBody>
          <a:bodyPr wrap="square" lIns="0" tIns="0" rIns="0" bIns="0" rtlCol="0"/>
          <a:lstStyle/>
          <a:p>
            <a:endParaRPr sz="1800"/>
          </a:p>
        </p:txBody>
      </p:sp>
      <p:sp>
        <p:nvSpPr>
          <p:cNvPr id="2" name="Holder 2"/>
          <p:cNvSpPr>
            <a:spLocks noGrp="1"/>
          </p:cNvSpPr>
          <p:nvPr>
            <p:ph type="title"/>
          </p:nvPr>
        </p:nvSpPr>
        <p:spPr/>
        <p:txBody>
          <a:bodyPr lIns="0" tIns="0" rIns="0" bIns="0"/>
          <a:lstStyle>
            <a:lvl1pPr>
              <a:defRPr sz="3400" b="0" i="0">
                <a:solidFill>
                  <a:srgbClr val="B5121B"/>
                </a:solidFill>
                <a:latin typeface="Calibri"/>
                <a:cs typeface="Calibri"/>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79"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10/12/2023</a:t>
            </a:fld>
            <a:endParaRPr lang="en-US"/>
          </a:p>
        </p:txBody>
      </p:sp>
      <p:sp>
        <p:nvSpPr>
          <p:cNvPr id="7" name="Holder 7"/>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0970"/>
            <a:fld id="{81D60167-4931-47E6-BA6A-407CBD079E47}" type="slidenum">
              <a:rPr lang="en-US" spc="-10" smtClean="0"/>
              <a:pPr marL="140970"/>
              <a:t>‹#›</a:t>
            </a:fld>
            <a:endParaRPr lang="en-US" spc="-10" dirty="0"/>
          </a:p>
        </p:txBody>
      </p:sp>
    </p:spTree>
    <p:extLst>
      <p:ext uri="{BB962C8B-B14F-4D97-AF65-F5344CB8AC3E}">
        <p14:creationId xmlns:p14="http://schemas.microsoft.com/office/powerpoint/2010/main" val="942657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EB5471-8D9E-1600-84D1-98742E705F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2604DE-A1B1-A42A-3600-76AFD9F9DE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14C79B-C95E-3D58-4B8A-63FE5633E7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EE841F-8E3B-4309-A7B9-FF0CD38C6ABB}" type="datetimeFigureOut">
              <a:rPr lang="en-US" smtClean="0"/>
              <a:t>10/12/2023</a:t>
            </a:fld>
            <a:endParaRPr lang="en-US"/>
          </a:p>
        </p:txBody>
      </p:sp>
      <p:sp>
        <p:nvSpPr>
          <p:cNvPr id="5" name="Footer Placeholder 4">
            <a:extLst>
              <a:ext uri="{FF2B5EF4-FFF2-40B4-BE49-F238E27FC236}">
                <a16:creationId xmlns:a16="http://schemas.microsoft.com/office/drawing/2014/main" id="{794AEB04-2AEA-F813-A42B-47980B301B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E62055-D073-318B-F35A-40F0A4F95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9A5148-AB05-4358-A21B-B43217DF7AAC}" type="slidenum">
              <a:rPr lang="en-US" smtClean="0"/>
              <a:t>‹#›</a:t>
            </a:fld>
            <a:endParaRPr lang="en-US"/>
          </a:p>
        </p:txBody>
      </p:sp>
    </p:spTree>
    <p:extLst>
      <p:ext uri="{BB962C8B-B14F-4D97-AF65-F5344CB8AC3E}">
        <p14:creationId xmlns:p14="http://schemas.microsoft.com/office/powerpoint/2010/main" val="4188597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48234" y="3780800"/>
            <a:ext cx="1592580" cy="0"/>
          </a:xfrm>
          <a:custGeom>
            <a:avLst/>
            <a:gdLst/>
            <a:ahLst/>
            <a:cxnLst/>
            <a:rect l="l" t="t" r="r" b="b"/>
            <a:pathLst>
              <a:path w="1592580">
                <a:moveTo>
                  <a:pt x="0" y="0"/>
                </a:moveTo>
                <a:lnTo>
                  <a:pt x="1592317" y="0"/>
                </a:lnTo>
              </a:path>
            </a:pathLst>
          </a:custGeom>
          <a:ln w="17779">
            <a:solidFill>
              <a:srgbClr val="A5ACB0"/>
            </a:solidFill>
          </a:ln>
        </p:spPr>
        <p:txBody>
          <a:bodyPr wrap="square" lIns="0" tIns="0" rIns="0" bIns="0" rtlCol="0"/>
          <a:lstStyle/>
          <a:p>
            <a:endParaRPr/>
          </a:p>
        </p:txBody>
      </p:sp>
      <p:sp>
        <p:nvSpPr>
          <p:cNvPr id="3" name="object 3"/>
          <p:cNvSpPr/>
          <p:nvPr/>
        </p:nvSpPr>
        <p:spPr>
          <a:xfrm>
            <a:off x="7330440" y="764243"/>
            <a:ext cx="2568823" cy="808129"/>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2514600" y="2411793"/>
            <a:ext cx="5943600" cy="1330814"/>
          </a:xfrm>
          <a:prstGeom prst="rect">
            <a:avLst/>
          </a:prstGeom>
        </p:spPr>
        <p:txBody>
          <a:bodyPr vert="horz" wrap="square" lIns="0" tIns="0" rIns="0" bIns="0" rtlCol="0">
            <a:spAutoFit/>
          </a:bodyPr>
          <a:lstStyle/>
          <a:p>
            <a:pPr marL="12700">
              <a:lnSpc>
                <a:spcPts val="5350"/>
              </a:lnSpc>
            </a:pPr>
            <a:r>
              <a:rPr lang="en-NZ" sz="3600" b="1" dirty="0">
                <a:solidFill>
                  <a:srgbClr val="B5121B"/>
                </a:solidFill>
                <a:latin typeface="Calibri"/>
                <a:cs typeface="Calibri"/>
              </a:rPr>
              <a:t>CNE</a:t>
            </a:r>
            <a:r>
              <a:rPr lang="en-NZ" sz="3600" b="1" spc="-35" dirty="0">
                <a:solidFill>
                  <a:srgbClr val="B5121B"/>
                </a:solidFill>
                <a:latin typeface="Calibri"/>
                <a:cs typeface="Calibri"/>
              </a:rPr>
              <a:t>N</a:t>
            </a:r>
            <a:r>
              <a:rPr lang="en-NZ" sz="3600" b="1" spc="-30" dirty="0">
                <a:solidFill>
                  <a:srgbClr val="B5121B"/>
                </a:solidFill>
                <a:latin typeface="Calibri"/>
                <a:cs typeface="Calibri"/>
              </a:rPr>
              <a:t>GR</a:t>
            </a:r>
            <a:r>
              <a:rPr lang="en-NZ" sz="3600" b="1" spc="-25" dirty="0">
                <a:solidFill>
                  <a:srgbClr val="B5121B"/>
                </a:solidFill>
                <a:latin typeface="Calibri"/>
                <a:cs typeface="Calibri"/>
              </a:rPr>
              <a:t>506</a:t>
            </a:r>
          </a:p>
          <a:p>
            <a:pPr marL="12700">
              <a:lnSpc>
                <a:spcPts val="5350"/>
              </a:lnSpc>
            </a:pPr>
            <a:r>
              <a:rPr lang="en-NZ" sz="3600" b="1" spc="-10" dirty="0">
                <a:latin typeface="Calibri"/>
                <a:cs typeface="Calibri"/>
              </a:rPr>
              <a:t>I</a:t>
            </a:r>
            <a:r>
              <a:rPr lang="en-NZ" sz="3600" b="1" spc="-50" dirty="0">
                <a:latin typeface="Calibri"/>
                <a:cs typeface="Calibri"/>
              </a:rPr>
              <a:t>n</a:t>
            </a:r>
            <a:r>
              <a:rPr lang="en-NZ" sz="3600" b="1" spc="-55" dirty="0">
                <a:latin typeface="Calibri"/>
                <a:cs typeface="Calibri"/>
              </a:rPr>
              <a:t>t</a:t>
            </a:r>
            <a:r>
              <a:rPr lang="en-NZ" sz="3600" b="1" spc="5" dirty="0">
                <a:latin typeface="Calibri"/>
                <a:cs typeface="Calibri"/>
              </a:rPr>
              <a:t>e</a:t>
            </a:r>
            <a:r>
              <a:rPr lang="en-NZ" sz="3600" b="1" dirty="0">
                <a:latin typeface="Calibri"/>
                <a:cs typeface="Calibri"/>
              </a:rPr>
              <a:t>l</a:t>
            </a:r>
            <a:r>
              <a:rPr lang="en-NZ" sz="3600" b="1" spc="-5" dirty="0">
                <a:latin typeface="Calibri"/>
                <a:cs typeface="Calibri"/>
              </a:rPr>
              <a:t>li</a:t>
            </a:r>
            <a:r>
              <a:rPr lang="en-NZ" sz="3600" b="1" spc="-45" dirty="0">
                <a:latin typeface="Calibri"/>
                <a:cs typeface="Calibri"/>
              </a:rPr>
              <a:t>g</a:t>
            </a:r>
            <a:r>
              <a:rPr lang="en-NZ" sz="3600" b="1" spc="-15" dirty="0">
                <a:latin typeface="Calibri"/>
                <a:cs typeface="Calibri"/>
              </a:rPr>
              <a:t>e</a:t>
            </a:r>
            <a:r>
              <a:rPr lang="en-NZ" sz="3600" b="1" spc="-70" dirty="0">
                <a:latin typeface="Calibri"/>
                <a:cs typeface="Calibri"/>
              </a:rPr>
              <a:t>n</a:t>
            </a:r>
            <a:r>
              <a:rPr lang="en-NZ" sz="3600" b="1" spc="-15" dirty="0">
                <a:latin typeface="Calibri"/>
                <a:cs typeface="Calibri"/>
              </a:rPr>
              <a:t>t</a:t>
            </a:r>
            <a:r>
              <a:rPr lang="en-NZ" sz="3600" b="1" spc="-110" dirty="0">
                <a:latin typeface="Times New Roman"/>
                <a:cs typeface="Times New Roman"/>
              </a:rPr>
              <a:t> </a:t>
            </a:r>
            <a:r>
              <a:rPr lang="en-NZ" sz="3600" b="1" spc="-45" dirty="0">
                <a:latin typeface="Calibri"/>
                <a:cs typeface="Calibri"/>
              </a:rPr>
              <a:t>S</a:t>
            </a:r>
            <a:r>
              <a:rPr lang="en-NZ" sz="3600" b="1" spc="-60" dirty="0">
                <a:latin typeface="Calibri"/>
                <a:cs typeface="Calibri"/>
              </a:rPr>
              <a:t>y</a:t>
            </a:r>
            <a:r>
              <a:rPr lang="en-NZ" sz="3600" b="1" spc="-50" dirty="0">
                <a:latin typeface="Calibri"/>
                <a:cs typeface="Calibri"/>
              </a:rPr>
              <a:t>s</a:t>
            </a:r>
            <a:r>
              <a:rPr lang="en-NZ" sz="3600" b="1" spc="-55" dirty="0">
                <a:latin typeface="Calibri"/>
                <a:cs typeface="Calibri"/>
              </a:rPr>
              <a:t>t</a:t>
            </a:r>
            <a:r>
              <a:rPr lang="en-NZ" sz="3600" b="1" spc="-15" dirty="0">
                <a:latin typeface="Calibri"/>
                <a:cs typeface="Calibri"/>
              </a:rPr>
              <a:t>e</a:t>
            </a:r>
            <a:r>
              <a:rPr lang="en-NZ" sz="3600" b="1" spc="-30" dirty="0">
                <a:latin typeface="Calibri"/>
                <a:cs typeface="Calibri"/>
              </a:rPr>
              <a:t>m</a:t>
            </a:r>
            <a:r>
              <a:rPr lang="en-NZ" sz="3600" b="1" spc="-90" dirty="0">
                <a:latin typeface="Times New Roman"/>
                <a:cs typeface="Times New Roman"/>
              </a:rPr>
              <a:t> </a:t>
            </a:r>
            <a:r>
              <a:rPr lang="en-NZ" sz="3600" b="1" spc="5" dirty="0">
                <a:latin typeface="Calibri"/>
                <a:cs typeface="Calibri"/>
              </a:rPr>
              <a:t>Co</a:t>
            </a:r>
            <a:r>
              <a:rPr lang="en-NZ" sz="3600" b="1" spc="-50" dirty="0">
                <a:latin typeface="Calibri"/>
                <a:cs typeface="Calibri"/>
              </a:rPr>
              <a:t>n</a:t>
            </a:r>
            <a:r>
              <a:rPr lang="en-NZ" sz="3600" b="1" spc="-15" dirty="0">
                <a:latin typeface="Calibri"/>
                <a:cs typeface="Calibri"/>
              </a:rPr>
              <a:t>t</a:t>
            </a:r>
            <a:r>
              <a:rPr lang="en-NZ" sz="3600" b="1" spc="-85" dirty="0">
                <a:latin typeface="Calibri"/>
                <a:cs typeface="Calibri"/>
              </a:rPr>
              <a:t>r</a:t>
            </a:r>
            <a:r>
              <a:rPr lang="en-NZ" sz="3600" b="1" spc="5" dirty="0">
                <a:latin typeface="Calibri"/>
                <a:cs typeface="Calibri"/>
              </a:rPr>
              <a:t>ol</a:t>
            </a:r>
            <a:endParaRPr lang="en-NZ" sz="3600" b="1"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157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3" name="object 3"/>
          <p:cNvSpPr/>
          <p:nvPr/>
        </p:nvSpPr>
        <p:spPr>
          <a:xfrm>
            <a:off x="7795260" y="763837"/>
            <a:ext cx="2103493" cy="661194"/>
          </a:xfrm>
          <a:prstGeom prst="rect">
            <a:avLst/>
          </a:prstGeom>
          <a:blipFill>
            <a:blip r:embed="rId3"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2362200" y="555695"/>
            <a:ext cx="10515600" cy="944425"/>
          </a:xfrm>
          <a:prstGeom prst="rect">
            <a:avLst/>
          </a:prstGeom>
        </p:spPr>
        <p:txBody>
          <a:bodyPr vert="horz" wrap="square" lIns="0" tIns="264731" rIns="0" bIns="0" rtlCol="0" anchor="ctr">
            <a:spAutoFit/>
          </a:bodyPr>
          <a:lstStyle/>
          <a:p>
            <a:pPr marL="165100">
              <a:lnSpc>
                <a:spcPct val="100000"/>
              </a:lnSpc>
            </a:pPr>
            <a:r>
              <a:rPr spc="-5" dirty="0">
                <a:latin typeface="Calibri"/>
                <a:cs typeface="Calibri"/>
              </a:rPr>
              <a:t>E</a:t>
            </a:r>
            <a:r>
              <a:rPr spc="-75" dirty="0">
                <a:latin typeface="Calibri"/>
                <a:cs typeface="Calibri"/>
              </a:rPr>
              <a:t>x</a:t>
            </a:r>
            <a:r>
              <a:rPr spc="-15" dirty="0">
                <a:latin typeface="Calibri"/>
                <a:cs typeface="Calibri"/>
              </a:rPr>
              <a:t>e</a:t>
            </a:r>
            <a:r>
              <a:rPr spc="-85" dirty="0">
                <a:latin typeface="Calibri"/>
                <a:cs typeface="Calibri"/>
              </a:rPr>
              <a:t>r</a:t>
            </a:r>
            <a:r>
              <a:rPr dirty="0">
                <a:latin typeface="Calibri"/>
                <a:cs typeface="Calibri"/>
              </a:rPr>
              <a:t>ci</a:t>
            </a:r>
            <a:r>
              <a:rPr spc="-15" dirty="0">
                <a:latin typeface="Calibri"/>
                <a:cs typeface="Calibri"/>
              </a:rPr>
              <a:t>s</a:t>
            </a:r>
            <a:r>
              <a:rPr spc="-20" dirty="0">
                <a:latin typeface="Calibri"/>
                <a:cs typeface="Calibri"/>
              </a:rPr>
              <a:t>e</a:t>
            </a:r>
            <a:r>
              <a:rPr spc="-105" dirty="0">
                <a:latin typeface="Times New Roman"/>
                <a:cs typeface="Times New Roman"/>
              </a:rPr>
              <a:t> </a:t>
            </a:r>
            <a:endParaRPr dirty="0">
              <a:latin typeface="Calibri"/>
              <a:cs typeface="Calibri"/>
            </a:endParaRPr>
          </a:p>
        </p:txBody>
      </p:sp>
      <p:sp>
        <p:nvSpPr>
          <p:cNvPr id="5" name="object 5"/>
          <p:cNvSpPr txBox="1"/>
          <p:nvPr/>
        </p:nvSpPr>
        <p:spPr>
          <a:xfrm>
            <a:off x="2227819" y="2248020"/>
            <a:ext cx="7393305" cy="2264723"/>
          </a:xfrm>
          <a:prstGeom prst="rect">
            <a:avLst/>
          </a:prstGeom>
        </p:spPr>
        <p:txBody>
          <a:bodyPr vert="horz" wrap="square" lIns="0" tIns="0" rIns="0" bIns="0" rtlCol="0">
            <a:spAutoFit/>
          </a:bodyPr>
          <a:lstStyle/>
          <a:p>
            <a:pPr marL="469900" marR="347345" indent="-457200">
              <a:lnSpc>
                <a:spcPts val="2820"/>
              </a:lnSpc>
              <a:buClr>
                <a:srgbClr val="ADB3B8"/>
              </a:buClr>
              <a:buFont typeface="Arial"/>
              <a:buChar char="•"/>
              <a:tabLst>
                <a:tab pos="469900" algn="l"/>
              </a:tabLst>
            </a:pPr>
            <a:r>
              <a:rPr sz="2600" spc="-100" dirty="0">
                <a:latin typeface="Calibri"/>
                <a:cs typeface="Calibri"/>
              </a:rPr>
              <a:t>W</a:t>
            </a:r>
            <a:r>
              <a:rPr sz="2600" spc="-20" dirty="0">
                <a:latin typeface="Calibri"/>
                <a:cs typeface="Calibri"/>
              </a:rPr>
              <a:t>r</a:t>
            </a:r>
            <a:r>
              <a:rPr sz="2600" dirty="0">
                <a:latin typeface="Calibri"/>
                <a:cs typeface="Calibri"/>
              </a:rPr>
              <a:t>i</a:t>
            </a:r>
            <a:r>
              <a:rPr sz="2600" spc="-25" dirty="0">
                <a:latin typeface="Calibri"/>
                <a:cs typeface="Calibri"/>
              </a:rPr>
              <a:t>t</a:t>
            </a:r>
            <a:r>
              <a:rPr sz="2600" spc="-15" dirty="0">
                <a:latin typeface="Calibri"/>
                <a:cs typeface="Calibri"/>
              </a:rPr>
              <a:t>e</a:t>
            </a:r>
            <a:r>
              <a:rPr sz="2600" spc="-65" dirty="0">
                <a:latin typeface="Times New Roman"/>
                <a:cs typeface="Times New Roman"/>
              </a:rPr>
              <a:t> </a:t>
            </a:r>
            <a:r>
              <a:rPr sz="2600" spc="-10" dirty="0">
                <a:latin typeface="Calibri"/>
                <a:cs typeface="Calibri"/>
              </a:rPr>
              <a:t>d</a:t>
            </a:r>
            <a:r>
              <a:rPr sz="2600" spc="-15" dirty="0">
                <a:latin typeface="Calibri"/>
                <a:cs typeface="Calibri"/>
              </a:rPr>
              <a:t>o</a:t>
            </a:r>
            <a:r>
              <a:rPr sz="2600" spc="-20" dirty="0">
                <a:latin typeface="Calibri"/>
                <a:cs typeface="Calibri"/>
              </a:rPr>
              <a:t>w</a:t>
            </a:r>
            <a:r>
              <a:rPr sz="2600" dirty="0">
                <a:latin typeface="Calibri"/>
                <a:cs typeface="Calibri"/>
              </a:rPr>
              <a:t>n</a:t>
            </a:r>
            <a:r>
              <a:rPr sz="2600" spc="-6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85" dirty="0">
                <a:latin typeface="Times New Roman"/>
                <a:cs typeface="Times New Roman"/>
              </a:rPr>
              <a:t> </a:t>
            </a:r>
            <a:r>
              <a:rPr sz="2600" spc="-170" dirty="0">
                <a:latin typeface="Calibri"/>
                <a:cs typeface="Calibri"/>
              </a:rPr>
              <a:t>T</a:t>
            </a:r>
            <a:r>
              <a:rPr sz="2600" spc="-80" dirty="0">
                <a:latin typeface="Calibri"/>
                <a:cs typeface="Calibri"/>
              </a:rPr>
              <a:t>r</a:t>
            </a:r>
            <a:r>
              <a:rPr sz="2600" spc="-10" dirty="0">
                <a:latin typeface="Calibri"/>
                <a:cs typeface="Calibri"/>
              </a:rPr>
              <a:t>an</a:t>
            </a:r>
            <a:r>
              <a:rPr sz="2600" spc="-20" dirty="0">
                <a:latin typeface="Calibri"/>
                <a:cs typeface="Calibri"/>
              </a:rPr>
              <a:t>s</a:t>
            </a:r>
            <a:r>
              <a:rPr sz="2600" spc="-55" dirty="0">
                <a:latin typeface="Calibri"/>
                <a:cs typeface="Calibri"/>
              </a:rPr>
              <a:t>f</a:t>
            </a:r>
            <a:r>
              <a:rPr sz="2600" spc="-10" dirty="0">
                <a:latin typeface="Calibri"/>
                <a:cs typeface="Calibri"/>
              </a:rPr>
              <a:t>er</a:t>
            </a:r>
            <a:r>
              <a:rPr sz="2600" spc="-60" dirty="0">
                <a:latin typeface="Times New Roman"/>
                <a:cs typeface="Times New Roman"/>
              </a:rPr>
              <a:t> </a:t>
            </a:r>
            <a:r>
              <a:rPr sz="2600" spc="5" dirty="0">
                <a:latin typeface="Calibri"/>
                <a:cs typeface="Calibri"/>
              </a:rPr>
              <a:t>F</a:t>
            </a:r>
            <a:r>
              <a:rPr sz="2600" spc="-10" dirty="0">
                <a:latin typeface="Calibri"/>
                <a:cs typeface="Calibri"/>
              </a:rPr>
              <a:t>un</a:t>
            </a:r>
            <a:r>
              <a:rPr sz="2600" dirty="0">
                <a:latin typeface="Calibri"/>
                <a:cs typeface="Calibri"/>
              </a:rPr>
              <a:t>c</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80" dirty="0">
                <a:latin typeface="Times New Roman"/>
                <a:cs typeface="Times New Roman"/>
              </a:rPr>
              <a:t> </a:t>
            </a:r>
            <a:r>
              <a:rPr sz="2600" spc="-55" dirty="0">
                <a:latin typeface="Calibri"/>
                <a:cs typeface="Calibri"/>
              </a:rPr>
              <a:t>f</a:t>
            </a:r>
            <a:r>
              <a:rPr sz="2600" spc="5" dirty="0">
                <a:latin typeface="Calibri"/>
                <a:cs typeface="Calibri"/>
              </a:rPr>
              <a:t>o</a:t>
            </a:r>
            <a:r>
              <a:rPr sz="2600" spc="-20" dirty="0">
                <a:latin typeface="Calibri"/>
                <a:cs typeface="Calibri"/>
              </a:rPr>
              <a:t>r</a:t>
            </a:r>
            <a:r>
              <a:rPr sz="2600" spc="-25" dirty="0">
                <a:latin typeface="Calibri"/>
                <a:cs typeface="Calibri"/>
              </a:rPr>
              <a:t>m</a:t>
            </a:r>
            <a:r>
              <a:rPr sz="2600" spc="-70" dirty="0">
                <a:latin typeface="Times New Roman"/>
                <a:cs typeface="Times New Roman"/>
              </a:rPr>
              <a:t> </a:t>
            </a:r>
            <a:r>
              <a:rPr sz="2600" spc="5" dirty="0">
                <a:latin typeface="Calibri"/>
                <a:cs typeface="Calibri"/>
              </a:rPr>
              <a:t>o</a:t>
            </a:r>
            <a:r>
              <a:rPr sz="2600" dirty="0">
                <a:latin typeface="Calibri"/>
                <a:cs typeface="Calibri"/>
              </a:rPr>
              <a:t>f</a:t>
            </a:r>
            <a:r>
              <a:rPr sz="2600" spc="-65" dirty="0">
                <a:latin typeface="Times New Roman"/>
                <a:cs typeface="Times New Roman"/>
              </a:rPr>
              <a:t> </a:t>
            </a:r>
            <a:r>
              <a:rPr sz="2600" spc="-5" dirty="0">
                <a:latin typeface="Calibri"/>
                <a:cs typeface="Calibri"/>
              </a:rPr>
              <a:t>t</a:t>
            </a:r>
            <a:r>
              <a:rPr sz="2600" spc="-25" dirty="0">
                <a:latin typeface="Calibri"/>
                <a:cs typeface="Calibri"/>
              </a:rPr>
              <a:t>he</a:t>
            </a:r>
            <a:r>
              <a:rPr sz="2600" spc="-20" dirty="0">
                <a:latin typeface="Times New Roman"/>
                <a:cs typeface="Times New Roman"/>
              </a:rPr>
              <a:t> </a:t>
            </a:r>
            <a:r>
              <a:rPr sz="2600" spc="-55" dirty="0">
                <a:latin typeface="Calibri"/>
                <a:cs typeface="Calibri"/>
              </a:rPr>
              <a:t>f</a:t>
            </a:r>
            <a:r>
              <a:rPr sz="2600" spc="5" dirty="0">
                <a:latin typeface="Calibri"/>
                <a:cs typeface="Calibri"/>
              </a:rPr>
              <a:t>o</a:t>
            </a:r>
            <a:r>
              <a:rPr sz="2600" dirty="0">
                <a:latin typeface="Calibri"/>
                <a:cs typeface="Calibri"/>
              </a:rPr>
              <a:t>ll</a:t>
            </a:r>
            <a:r>
              <a:rPr sz="2600" spc="-15" dirty="0">
                <a:latin typeface="Calibri"/>
                <a:cs typeface="Calibri"/>
              </a:rPr>
              <a:t>o</a:t>
            </a:r>
            <a:r>
              <a:rPr sz="2600" spc="-20" dirty="0">
                <a:latin typeface="Calibri"/>
                <a:cs typeface="Calibri"/>
              </a:rPr>
              <a:t>w</a:t>
            </a:r>
            <a:r>
              <a:rPr sz="2600" dirty="0">
                <a:latin typeface="Calibri"/>
                <a:cs typeface="Calibri"/>
              </a:rPr>
              <a:t>i</a:t>
            </a:r>
            <a:r>
              <a:rPr sz="2600" spc="-10" dirty="0">
                <a:latin typeface="Calibri"/>
                <a:cs typeface="Calibri"/>
              </a:rPr>
              <a:t>n</a:t>
            </a:r>
            <a:r>
              <a:rPr sz="2600" spc="-15" dirty="0">
                <a:latin typeface="Calibri"/>
                <a:cs typeface="Calibri"/>
              </a:rPr>
              <a:t>g</a:t>
            </a:r>
            <a:r>
              <a:rPr sz="2600" spc="-55" dirty="0">
                <a:latin typeface="Times New Roman"/>
                <a:cs typeface="Times New Roman"/>
              </a:rPr>
              <a:t> </a:t>
            </a:r>
            <a:r>
              <a:rPr sz="2600" dirty="0">
                <a:latin typeface="Calibri"/>
                <a:cs typeface="Calibri"/>
              </a:rPr>
              <a:t>m</a:t>
            </a:r>
            <a:r>
              <a:rPr sz="2600" spc="5" dirty="0">
                <a:latin typeface="Calibri"/>
                <a:cs typeface="Calibri"/>
              </a:rPr>
              <a:t>o</a:t>
            </a:r>
            <a:r>
              <a:rPr sz="2600" spc="-10" dirty="0">
                <a:latin typeface="Calibri"/>
                <a:cs typeface="Calibri"/>
              </a:rPr>
              <a:t>de</a:t>
            </a:r>
            <a:r>
              <a:rPr sz="2600" dirty="0">
                <a:latin typeface="Calibri"/>
                <a:cs typeface="Calibri"/>
              </a:rPr>
              <a:t>l</a:t>
            </a:r>
            <a:r>
              <a:rPr sz="2600" spc="-10" dirty="0">
                <a:latin typeface="Calibri"/>
                <a:cs typeface="Calibri"/>
              </a:rPr>
              <a:t>,</a:t>
            </a:r>
            <a:r>
              <a:rPr sz="2600" spc="-100" dirty="0">
                <a:latin typeface="Times New Roman"/>
                <a:cs typeface="Times New Roman"/>
              </a:rPr>
              <a:t> </a:t>
            </a:r>
            <a:r>
              <a:rPr sz="2600" spc="-20" dirty="0">
                <a:latin typeface="Calibri"/>
                <a:cs typeface="Calibri"/>
              </a:rPr>
              <a:t>w</a:t>
            </a:r>
            <a:r>
              <a:rPr sz="2600" spc="-10" dirty="0">
                <a:latin typeface="Calibri"/>
                <a:cs typeface="Calibri"/>
              </a:rPr>
              <a:t>h</a:t>
            </a:r>
            <a:r>
              <a:rPr sz="2600" dirty="0">
                <a:latin typeface="Calibri"/>
                <a:cs typeface="Calibri"/>
              </a:rPr>
              <a:t>i</a:t>
            </a:r>
            <a:r>
              <a:rPr sz="2600" spc="-15" dirty="0">
                <a:latin typeface="Calibri"/>
                <a:cs typeface="Calibri"/>
              </a:rPr>
              <a:t>c</a:t>
            </a:r>
            <a:r>
              <a:rPr sz="2600" dirty="0">
                <a:latin typeface="Calibri"/>
                <a:cs typeface="Calibri"/>
              </a:rPr>
              <a:t>h</a:t>
            </a:r>
            <a:r>
              <a:rPr sz="2600" spc="-60" dirty="0">
                <a:latin typeface="Times New Roman"/>
                <a:cs typeface="Times New Roman"/>
              </a:rPr>
              <a:t> </a:t>
            </a:r>
            <a:r>
              <a:rPr sz="2600" spc="-10" dirty="0">
                <a:latin typeface="Calibri"/>
                <a:cs typeface="Calibri"/>
              </a:rPr>
              <a:t>ha</a:t>
            </a:r>
            <a:r>
              <a:rPr sz="2600" dirty="0">
                <a:latin typeface="Calibri"/>
                <a:cs typeface="Calibri"/>
              </a:rPr>
              <a:t>s</a:t>
            </a:r>
            <a:r>
              <a:rPr sz="2600" spc="-50" dirty="0">
                <a:latin typeface="Times New Roman"/>
                <a:cs typeface="Times New Roman"/>
              </a:rPr>
              <a:t> </a:t>
            </a:r>
            <a:r>
              <a:rPr sz="2600" dirty="0">
                <a:latin typeface="Calibri"/>
                <a:cs typeface="Calibri"/>
              </a:rPr>
              <a:t>a</a:t>
            </a:r>
            <a:r>
              <a:rPr sz="2600" spc="-55" dirty="0">
                <a:latin typeface="Times New Roman"/>
                <a:cs typeface="Times New Roman"/>
              </a:rPr>
              <a:t> </a:t>
            </a:r>
            <a:r>
              <a:rPr sz="2600" dirty="0">
                <a:latin typeface="Calibri"/>
                <a:cs typeface="Calibri"/>
              </a:rPr>
              <a:t>s</a:t>
            </a:r>
            <a:r>
              <a:rPr sz="2600" spc="-10" dirty="0">
                <a:latin typeface="Calibri"/>
                <a:cs typeface="Calibri"/>
              </a:rPr>
              <a:t>a</a:t>
            </a:r>
            <a:r>
              <a:rPr sz="2600" dirty="0">
                <a:latin typeface="Calibri"/>
                <a:cs typeface="Calibri"/>
              </a:rPr>
              <a:t>m</a:t>
            </a:r>
            <a:r>
              <a:rPr sz="2600" spc="-10" dirty="0">
                <a:latin typeface="Calibri"/>
                <a:cs typeface="Calibri"/>
              </a:rPr>
              <a:t>p</a:t>
            </a:r>
            <a:r>
              <a:rPr sz="2600" dirty="0">
                <a:latin typeface="Calibri"/>
                <a:cs typeface="Calibri"/>
              </a:rPr>
              <a:t>li</a:t>
            </a:r>
            <a:r>
              <a:rPr sz="2600" spc="-10" dirty="0">
                <a:latin typeface="Calibri"/>
                <a:cs typeface="Calibri"/>
              </a:rPr>
              <a:t>n</a:t>
            </a:r>
            <a:r>
              <a:rPr sz="2600" spc="-15" dirty="0">
                <a:latin typeface="Calibri"/>
                <a:cs typeface="Calibri"/>
              </a:rPr>
              <a:t>g</a:t>
            </a:r>
            <a:r>
              <a:rPr sz="2600" spc="-75" dirty="0">
                <a:latin typeface="Times New Roman"/>
                <a:cs typeface="Times New Roman"/>
              </a:rPr>
              <a:t> </a:t>
            </a:r>
            <a:r>
              <a:rPr sz="2600" spc="-80" dirty="0">
                <a:latin typeface="Calibri"/>
                <a:cs typeface="Calibri"/>
              </a:rPr>
              <a:t>r</a:t>
            </a:r>
            <a:r>
              <a:rPr sz="2600" spc="-30" dirty="0">
                <a:latin typeface="Calibri"/>
                <a:cs typeface="Calibri"/>
              </a:rPr>
              <a:t>a</a:t>
            </a:r>
            <a:r>
              <a:rPr sz="2600" spc="-25" dirty="0">
                <a:latin typeface="Calibri"/>
                <a:cs typeface="Calibri"/>
              </a:rPr>
              <a:t>t</a:t>
            </a:r>
            <a:r>
              <a:rPr sz="2600" spc="-15" dirty="0">
                <a:latin typeface="Calibri"/>
                <a:cs typeface="Calibri"/>
              </a:rPr>
              <a:t>e</a:t>
            </a:r>
            <a:r>
              <a:rPr sz="2600" spc="-45" dirty="0">
                <a:latin typeface="Times New Roman"/>
                <a:cs typeface="Times New Roman"/>
              </a:rPr>
              <a:t> </a:t>
            </a:r>
            <a:r>
              <a:rPr sz="2600" spc="5" dirty="0">
                <a:latin typeface="Calibri"/>
                <a:cs typeface="Calibri"/>
              </a:rPr>
              <a:t>o</a:t>
            </a:r>
            <a:r>
              <a:rPr sz="2600" dirty="0">
                <a:latin typeface="Calibri"/>
                <a:cs typeface="Calibri"/>
              </a:rPr>
              <a:t>f</a:t>
            </a:r>
            <a:r>
              <a:rPr sz="2600" spc="-85" dirty="0">
                <a:latin typeface="Times New Roman"/>
                <a:cs typeface="Times New Roman"/>
              </a:rPr>
              <a:t> </a:t>
            </a:r>
            <a:r>
              <a:rPr sz="2600" spc="-15" dirty="0">
                <a:latin typeface="Calibri"/>
                <a:cs typeface="Calibri"/>
              </a:rPr>
              <a:t>5</a:t>
            </a:r>
            <a:r>
              <a:rPr sz="2600" spc="-70" dirty="0">
                <a:latin typeface="Times New Roman"/>
                <a:cs typeface="Times New Roman"/>
              </a:rPr>
              <a:t> </a:t>
            </a:r>
            <a:r>
              <a:rPr sz="2600" dirty="0">
                <a:latin typeface="Calibri"/>
                <a:cs typeface="Calibri"/>
              </a:rPr>
              <a:t>s</a:t>
            </a:r>
          </a:p>
          <a:p>
            <a:pPr marL="469900" marR="5080" indent="-457200">
              <a:lnSpc>
                <a:spcPts val="2800"/>
              </a:lnSpc>
              <a:spcBef>
                <a:spcPts val="995"/>
              </a:spcBef>
              <a:buClr>
                <a:srgbClr val="ADB3B8"/>
              </a:buClr>
              <a:buFont typeface="Arial"/>
              <a:buChar char="•"/>
              <a:tabLst>
                <a:tab pos="469900" algn="l"/>
              </a:tabLst>
            </a:pPr>
            <a:r>
              <a:rPr sz="2600" spc="-20" dirty="0">
                <a:latin typeface="Calibri"/>
                <a:cs typeface="Calibri"/>
              </a:rPr>
              <a:t>W</a:t>
            </a:r>
            <a:r>
              <a:rPr sz="2600" spc="-10" dirty="0">
                <a:latin typeface="Calibri"/>
                <a:cs typeface="Calibri"/>
              </a:rPr>
              <a:t>h</a:t>
            </a:r>
            <a:r>
              <a:rPr sz="2600" spc="-30" dirty="0">
                <a:latin typeface="Calibri"/>
                <a:cs typeface="Calibri"/>
              </a:rPr>
              <a:t>a</a:t>
            </a:r>
            <a:r>
              <a:rPr sz="2600" spc="-10" dirty="0">
                <a:latin typeface="Calibri"/>
                <a:cs typeface="Calibri"/>
              </a:rPr>
              <a:t>t</a:t>
            </a:r>
            <a:r>
              <a:rPr sz="2600" spc="-65" dirty="0">
                <a:latin typeface="Times New Roman"/>
                <a:cs typeface="Times New Roman"/>
              </a:rPr>
              <a:t> </a:t>
            </a:r>
            <a:r>
              <a:rPr sz="2600" dirty="0">
                <a:latin typeface="Calibri"/>
                <a:cs typeface="Calibri"/>
              </a:rPr>
              <a:t>is</a:t>
            </a:r>
            <a:r>
              <a:rPr sz="2600" spc="-7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5" dirty="0">
                <a:latin typeface="Calibri"/>
                <a:cs typeface="Calibri"/>
              </a:rPr>
              <a:t>o</a:t>
            </a:r>
            <a:r>
              <a:rPr sz="2600" spc="-60" dirty="0">
                <a:latin typeface="Calibri"/>
                <a:cs typeface="Calibri"/>
              </a:rPr>
              <a:t>r</a:t>
            </a:r>
            <a:r>
              <a:rPr sz="2600" spc="-25" dirty="0">
                <a:latin typeface="Calibri"/>
                <a:cs typeface="Calibri"/>
              </a:rPr>
              <a:t>d</a:t>
            </a:r>
            <a:r>
              <a:rPr sz="2600" spc="-10" dirty="0">
                <a:latin typeface="Calibri"/>
                <a:cs typeface="Calibri"/>
              </a:rPr>
              <a:t>er</a:t>
            </a:r>
            <a:r>
              <a:rPr sz="2600" spc="-60" dirty="0">
                <a:latin typeface="Times New Roman"/>
                <a:cs typeface="Times New Roman"/>
              </a:rPr>
              <a:t> </a:t>
            </a:r>
            <a:r>
              <a:rPr sz="2600" spc="5" dirty="0">
                <a:latin typeface="Calibri"/>
                <a:cs typeface="Calibri"/>
              </a:rPr>
              <a:t>o</a:t>
            </a:r>
            <a:r>
              <a:rPr sz="2600" dirty="0">
                <a:latin typeface="Calibri"/>
                <a:cs typeface="Calibri"/>
              </a:rPr>
              <a:t>f</a:t>
            </a:r>
            <a:r>
              <a:rPr sz="2600" spc="-8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25" dirty="0">
                <a:latin typeface="Calibri"/>
                <a:cs typeface="Calibri"/>
              </a:rPr>
              <a:t>m</a:t>
            </a:r>
            <a:r>
              <a:rPr sz="2600" spc="5" dirty="0">
                <a:latin typeface="Calibri"/>
                <a:cs typeface="Calibri"/>
              </a:rPr>
              <a:t>o</a:t>
            </a:r>
            <a:r>
              <a:rPr sz="2600" spc="-25" dirty="0">
                <a:latin typeface="Calibri"/>
                <a:cs typeface="Calibri"/>
              </a:rPr>
              <a:t>d</a:t>
            </a:r>
            <a:r>
              <a:rPr sz="2600" spc="-10" dirty="0">
                <a:latin typeface="Calibri"/>
                <a:cs typeface="Calibri"/>
              </a:rPr>
              <a:t>e</a:t>
            </a:r>
            <a:r>
              <a:rPr sz="2600" dirty="0">
                <a:latin typeface="Calibri"/>
                <a:cs typeface="Calibri"/>
              </a:rPr>
              <a:t>l?</a:t>
            </a:r>
            <a:r>
              <a:rPr sz="2600" spc="-100" dirty="0">
                <a:latin typeface="Times New Roman"/>
                <a:cs typeface="Times New Roman"/>
              </a:rPr>
              <a:t> </a:t>
            </a:r>
            <a:r>
              <a:rPr sz="2600" spc="-5" dirty="0">
                <a:latin typeface="Calibri"/>
                <a:cs typeface="Calibri"/>
              </a:rPr>
              <a:t>An</a:t>
            </a:r>
            <a:r>
              <a:rPr sz="2600" dirty="0">
                <a:latin typeface="Calibri"/>
                <a:cs typeface="Calibri"/>
              </a:rPr>
              <a:t>d</a:t>
            </a:r>
            <a:r>
              <a:rPr sz="2600" spc="-6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5" dirty="0">
                <a:latin typeface="Calibri"/>
                <a:cs typeface="Calibri"/>
              </a:rPr>
              <a:t>t</a:t>
            </a:r>
            <a:r>
              <a:rPr sz="2600" dirty="0">
                <a:latin typeface="Calibri"/>
                <a:cs typeface="Calibri"/>
              </a:rPr>
              <a:t>i</a:t>
            </a:r>
            <a:r>
              <a:rPr sz="2600" spc="-20" dirty="0">
                <a:latin typeface="Calibri"/>
                <a:cs typeface="Calibri"/>
              </a:rPr>
              <a:t>me</a:t>
            </a:r>
            <a:r>
              <a:rPr sz="2600" spc="-85" dirty="0">
                <a:latin typeface="Times New Roman"/>
                <a:cs typeface="Times New Roman"/>
              </a:rPr>
              <a:t> </a:t>
            </a:r>
            <a:r>
              <a:rPr sz="2600" spc="-25" dirty="0">
                <a:latin typeface="Calibri"/>
                <a:cs typeface="Calibri"/>
              </a:rPr>
              <a:t>d</a:t>
            </a:r>
            <a:r>
              <a:rPr sz="2600" spc="-10" dirty="0">
                <a:latin typeface="Calibri"/>
                <a:cs typeface="Calibri"/>
              </a:rPr>
              <a:t>e</a:t>
            </a:r>
            <a:r>
              <a:rPr sz="2600" dirty="0">
                <a:latin typeface="Calibri"/>
                <a:cs typeface="Calibri"/>
              </a:rPr>
              <a:t>l</a:t>
            </a:r>
            <a:r>
              <a:rPr sz="2600" spc="-50" dirty="0">
                <a:latin typeface="Calibri"/>
                <a:cs typeface="Calibri"/>
              </a:rPr>
              <a:t>a</a:t>
            </a:r>
            <a:r>
              <a:rPr sz="2600" spc="-15" dirty="0">
                <a:latin typeface="Calibri"/>
                <a:cs typeface="Calibri"/>
              </a:rPr>
              <a:t>y</a:t>
            </a:r>
            <a:r>
              <a:rPr sz="2600" spc="-10" dirty="0">
                <a:latin typeface="Times New Roman"/>
                <a:cs typeface="Times New Roman"/>
              </a:rPr>
              <a:t> </a:t>
            </a:r>
            <a:r>
              <a:rPr sz="2600" dirty="0">
                <a:latin typeface="Calibri"/>
                <a:cs typeface="Calibri"/>
              </a:rPr>
              <a:t>in</a:t>
            </a:r>
            <a:r>
              <a:rPr sz="2600" spc="-60" dirty="0">
                <a:latin typeface="Times New Roman"/>
                <a:cs typeface="Times New Roman"/>
              </a:rPr>
              <a:t> </a:t>
            </a:r>
            <a:r>
              <a:rPr sz="2600" dirty="0">
                <a:latin typeface="Calibri"/>
                <a:cs typeface="Calibri"/>
              </a:rPr>
              <a:t>s</a:t>
            </a:r>
            <a:r>
              <a:rPr sz="2600" spc="-10" dirty="0">
                <a:latin typeface="Calibri"/>
                <a:cs typeface="Calibri"/>
              </a:rPr>
              <a:t>e</a:t>
            </a:r>
            <a:r>
              <a:rPr sz="2600" spc="-35" dirty="0">
                <a:latin typeface="Calibri"/>
                <a:cs typeface="Calibri"/>
              </a:rPr>
              <a:t>c</a:t>
            </a:r>
            <a:r>
              <a:rPr sz="2600" spc="5" dirty="0">
                <a:latin typeface="Calibri"/>
                <a:cs typeface="Calibri"/>
              </a:rPr>
              <a:t>o</a:t>
            </a:r>
            <a:r>
              <a:rPr sz="2600" spc="-10" dirty="0">
                <a:latin typeface="Calibri"/>
                <a:cs typeface="Calibri"/>
              </a:rPr>
              <a:t>nd</a:t>
            </a:r>
            <a:r>
              <a:rPr sz="2600" dirty="0">
                <a:latin typeface="Calibri"/>
                <a:cs typeface="Calibri"/>
              </a:rPr>
              <a:t>s?</a:t>
            </a:r>
          </a:p>
          <a:p>
            <a:pPr>
              <a:spcBef>
                <a:spcPts val="31"/>
              </a:spcBef>
            </a:pPr>
            <a:endParaRPr sz="2300" dirty="0">
              <a:latin typeface="Times New Roman"/>
              <a:cs typeface="Times New Roman"/>
            </a:endParaRPr>
          </a:p>
          <a:p>
            <a:pPr marL="1570355">
              <a:lnSpc>
                <a:spcPts val="2740"/>
              </a:lnSpc>
            </a:pPr>
            <a:r>
              <a:rPr sz="3450" i="1" spc="22" baseline="14492" dirty="0">
                <a:latin typeface="Times New Roman"/>
                <a:cs typeface="Times New Roman"/>
              </a:rPr>
              <a:t>y</a:t>
            </a:r>
            <a:r>
              <a:rPr sz="1750" i="1" spc="-10" dirty="0">
                <a:latin typeface="Times New Roman"/>
                <a:cs typeface="Times New Roman"/>
              </a:rPr>
              <a:t>k</a:t>
            </a:r>
            <a:r>
              <a:rPr sz="1750" i="1" dirty="0">
                <a:latin typeface="Times New Roman"/>
                <a:cs typeface="Times New Roman"/>
              </a:rPr>
              <a:t> </a:t>
            </a:r>
            <a:r>
              <a:rPr sz="1750" i="1" spc="30" dirty="0">
                <a:latin typeface="Times New Roman"/>
                <a:cs typeface="Times New Roman"/>
              </a:rPr>
              <a:t> </a:t>
            </a:r>
            <a:r>
              <a:rPr sz="3450" spc="15" baseline="14492" dirty="0">
                <a:latin typeface="Symbol"/>
                <a:cs typeface="Symbol"/>
              </a:rPr>
              <a:t></a:t>
            </a:r>
            <a:r>
              <a:rPr sz="3450" spc="-52" baseline="14492" dirty="0">
                <a:latin typeface="Times New Roman"/>
                <a:cs typeface="Times New Roman"/>
              </a:rPr>
              <a:t> </a:t>
            </a:r>
            <a:r>
              <a:rPr sz="3450" spc="112" baseline="14492" dirty="0">
                <a:latin typeface="Symbol"/>
                <a:cs typeface="Symbol"/>
              </a:rPr>
              <a:t></a:t>
            </a:r>
            <a:r>
              <a:rPr sz="3450" i="1" spc="-300" baseline="14492" dirty="0">
                <a:latin typeface="Times New Roman"/>
                <a:cs typeface="Times New Roman"/>
              </a:rPr>
              <a:t>a</a:t>
            </a:r>
            <a:r>
              <a:rPr sz="1750" spc="-10" dirty="0">
                <a:latin typeface="Times New Roman"/>
                <a:cs typeface="Times New Roman"/>
              </a:rPr>
              <a:t>1</a:t>
            </a:r>
            <a:r>
              <a:rPr sz="1750" spc="-260" dirty="0">
                <a:latin typeface="Times New Roman"/>
                <a:cs typeface="Times New Roman"/>
              </a:rPr>
              <a:t> </a:t>
            </a:r>
            <a:r>
              <a:rPr sz="3450" i="1" spc="22" baseline="14492" dirty="0">
                <a:latin typeface="Times New Roman"/>
                <a:cs typeface="Times New Roman"/>
              </a:rPr>
              <a:t>y</a:t>
            </a:r>
            <a:r>
              <a:rPr sz="1750" i="1" spc="-10" dirty="0">
                <a:latin typeface="Times New Roman"/>
                <a:cs typeface="Times New Roman"/>
              </a:rPr>
              <a:t>k</a:t>
            </a:r>
            <a:r>
              <a:rPr sz="1750" i="1" spc="-250" dirty="0">
                <a:latin typeface="Times New Roman"/>
                <a:cs typeface="Times New Roman"/>
              </a:rPr>
              <a:t> </a:t>
            </a:r>
            <a:r>
              <a:rPr sz="1750" spc="-145" dirty="0">
                <a:latin typeface="Symbol"/>
                <a:cs typeface="Symbol"/>
              </a:rPr>
              <a:t></a:t>
            </a:r>
            <a:r>
              <a:rPr sz="1750" spc="-10" dirty="0">
                <a:latin typeface="Times New Roman"/>
                <a:cs typeface="Times New Roman"/>
              </a:rPr>
              <a:t>1</a:t>
            </a:r>
            <a:r>
              <a:rPr sz="1750" spc="35" dirty="0">
                <a:latin typeface="Times New Roman"/>
                <a:cs typeface="Times New Roman"/>
              </a:rPr>
              <a:t> </a:t>
            </a:r>
            <a:r>
              <a:rPr sz="3450" spc="15" baseline="14492" dirty="0">
                <a:latin typeface="Symbol"/>
                <a:cs typeface="Symbol"/>
              </a:rPr>
              <a:t></a:t>
            </a:r>
            <a:r>
              <a:rPr sz="3450" spc="-270" baseline="14492" dirty="0">
                <a:latin typeface="Times New Roman"/>
                <a:cs typeface="Times New Roman"/>
              </a:rPr>
              <a:t> </a:t>
            </a:r>
            <a:r>
              <a:rPr sz="3450" i="1" spc="-7" baseline="14492" dirty="0">
                <a:latin typeface="Times New Roman"/>
                <a:cs typeface="Times New Roman"/>
              </a:rPr>
              <a:t>a</a:t>
            </a:r>
            <a:r>
              <a:rPr sz="1750" spc="-10" dirty="0">
                <a:latin typeface="Times New Roman"/>
                <a:cs typeface="Times New Roman"/>
              </a:rPr>
              <a:t>2</a:t>
            </a:r>
            <a:r>
              <a:rPr sz="1750" spc="-125" dirty="0">
                <a:latin typeface="Times New Roman"/>
                <a:cs typeface="Times New Roman"/>
              </a:rPr>
              <a:t> </a:t>
            </a:r>
            <a:r>
              <a:rPr sz="3450" i="1" spc="22" baseline="14492" dirty="0">
                <a:latin typeface="Times New Roman"/>
                <a:cs typeface="Times New Roman"/>
              </a:rPr>
              <a:t>y</a:t>
            </a:r>
            <a:r>
              <a:rPr sz="1750" i="1" spc="-10" dirty="0">
                <a:latin typeface="Times New Roman"/>
                <a:cs typeface="Times New Roman"/>
              </a:rPr>
              <a:t>k</a:t>
            </a:r>
            <a:r>
              <a:rPr sz="1750" i="1" spc="-250" dirty="0">
                <a:latin typeface="Times New Roman"/>
                <a:cs typeface="Times New Roman"/>
              </a:rPr>
              <a:t> </a:t>
            </a:r>
            <a:r>
              <a:rPr sz="1750" spc="50" dirty="0">
                <a:latin typeface="Symbol"/>
                <a:cs typeface="Symbol"/>
              </a:rPr>
              <a:t></a:t>
            </a:r>
            <a:r>
              <a:rPr sz="1750" spc="-10" dirty="0">
                <a:latin typeface="Times New Roman"/>
                <a:cs typeface="Times New Roman"/>
              </a:rPr>
              <a:t>2</a:t>
            </a:r>
            <a:r>
              <a:rPr sz="1750" spc="165" dirty="0">
                <a:latin typeface="Times New Roman"/>
                <a:cs typeface="Times New Roman"/>
              </a:rPr>
              <a:t> </a:t>
            </a:r>
            <a:r>
              <a:rPr sz="3450" spc="15" baseline="14492" dirty="0">
                <a:latin typeface="Symbol"/>
                <a:cs typeface="Symbol"/>
              </a:rPr>
              <a:t></a:t>
            </a:r>
            <a:r>
              <a:rPr sz="3450" spc="-322" baseline="14492" dirty="0">
                <a:latin typeface="Times New Roman"/>
                <a:cs typeface="Times New Roman"/>
              </a:rPr>
              <a:t> </a:t>
            </a:r>
            <a:r>
              <a:rPr sz="3450" i="1" spc="-254" baseline="14492" dirty="0">
                <a:latin typeface="Times New Roman"/>
                <a:cs typeface="Times New Roman"/>
              </a:rPr>
              <a:t>b</a:t>
            </a:r>
            <a:r>
              <a:rPr sz="1750" spc="-15" dirty="0">
                <a:latin typeface="Times New Roman"/>
                <a:cs typeface="Times New Roman"/>
              </a:rPr>
              <a:t>5</a:t>
            </a:r>
            <a:r>
              <a:rPr sz="3450" i="1" spc="37" baseline="14492" dirty="0">
                <a:latin typeface="Times New Roman"/>
                <a:cs typeface="Times New Roman"/>
              </a:rPr>
              <a:t>u</a:t>
            </a:r>
            <a:r>
              <a:rPr sz="1750" i="1" spc="-10" dirty="0">
                <a:latin typeface="Times New Roman"/>
                <a:cs typeface="Times New Roman"/>
              </a:rPr>
              <a:t>k</a:t>
            </a:r>
            <a:r>
              <a:rPr sz="1750" i="1" spc="-250" dirty="0">
                <a:latin typeface="Times New Roman"/>
                <a:cs typeface="Times New Roman"/>
              </a:rPr>
              <a:t> </a:t>
            </a:r>
            <a:r>
              <a:rPr sz="1750" spc="-5" dirty="0">
                <a:latin typeface="Symbol"/>
                <a:cs typeface="Symbol"/>
              </a:rPr>
              <a:t></a:t>
            </a:r>
            <a:r>
              <a:rPr sz="1750" spc="-10" dirty="0">
                <a:latin typeface="Times New Roman"/>
                <a:cs typeface="Times New Roman"/>
              </a:rPr>
              <a:t>5</a:t>
            </a:r>
            <a:r>
              <a:rPr sz="1750" spc="140" dirty="0">
                <a:latin typeface="Times New Roman"/>
                <a:cs typeface="Times New Roman"/>
              </a:rPr>
              <a:t> </a:t>
            </a:r>
            <a:r>
              <a:rPr sz="3450" spc="15" baseline="14492" dirty="0">
                <a:latin typeface="Symbol"/>
                <a:cs typeface="Symbol"/>
              </a:rPr>
              <a:t></a:t>
            </a:r>
            <a:r>
              <a:rPr sz="3450" spc="-322" baseline="14492" dirty="0">
                <a:latin typeface="Times New Roman"/>
                <a:cs typeface="Times New Roman"/>
              </a:rPr>
              <a:t> </a:t>
            </a:r>
            <a:r>
              <a:rPr sz="3450" i="1" spc="-217" baseline="14492" dirty="0">
                <a:latin typeface="Times New Roman"/>
                <a:cs typeface="Times New Roman"/>
              </a:rPr>
              <a:t>b</a:t>
            </a:r>
            <a:r>
              <a:rPr sz="1750" spc="5" dirty="0">
                <a:latin typeface="Times New Roman"/>
                <a:cs typeface="Times New Roman"/>
              </a:rPr>
              <a:t>6</a:t>
            </a:r>
            <a:r>
              <a:rPr sz="3450" i="1" spc="37" baseline="14492" dirty="0">
                <a:latin typeface="Times New Roman"/>
                <a:cs typeface="Times New Roman"/>
              </a:rPr>
              <a:t>u</a:t>
            </a:r>
            <a:r>
              <a:rPr sz="1750" i="1" spc="-10" dirty="0">
                <a:latin typeface="Times New Roman"/>
                <a:cs typeface="Times New Roman"/>
              </a:rPr>
              <a:t>k</a:t>
            </a:r>
            <a:r>
              <a:rPr sz="1750" i="1" spc="-250" dirty="0">
                <a:latin typeface="Times New Roman"/>
                <a:cs typeface="Times New Roman"/>
              </a:rPr>
              <a:t> </a:t>
            </a:r>
            <a:r>
              <a:rPr sz="1750" spc="20" dirty="0">
                <a:latin typeface="Symbol"/>
                <a:cs typeface="Symbol"/>
              </a:rPr>
              <a:t></a:t>
            </a:r>
            <a:r>
              <a:rPr sz="1750" spc="-10" dirty="0">
                <a:latin typeface="Times New Roman"/>
                <a:cs typeface="Times New Roman"/>
              </a:rPr>
              <a:t>6</a:t>
            </a:r>
            <a:endParaRPr sz="175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D00F3A08-656D-739F-7DA5-0A53B4ECAF29}"/>
              </a:ext>
            </a:extLst>
          </p:cNvPr>
          <p:cNvSpPr/>
          <p:nvPr/>
        </p:nvSpPr>
        <p:spPr>
          <a:xfrm>
            <a:off x="1892179" y="2178094"/>
            <a:ext cx="1583055" cy="0"/>
          </a:xfrm>
          <a:custGeom>
            <a:avLst/>
            <a:gdLst/>
            <a:ahLst/>
            <a:cxnLst/>
            <a:rect l="l" t="t" r="r" b="b"/>
            <a:pathLst>
              <a:path w="1583055">
                <a:moveTo>
                  <a:pt x="0" y="0"/>
                </a:moveTo>
                <a:lnTo>
                  <a:pt x="1582841" y="0"/>
                </a:lnTo>
              </a:path>
            </a:pathLst>
          </a:custGeom>
          <a:ln w="16763">
            <a:solidFill>
              <a:srgbClr val="A5ACB0"/>
            </a:solidFill>
          </a:ln>
        </p:spPr>
        <p:txBody>
          <a:bodyPr wrap="square" lIns="0" tIns="0" rIns="0" bIns="0" rtlCol="0"/>
          <a:lstStyle/>
          <a:p>
            <a:endParaRPr/>
          </a:p>
        </p:txBody>
      </p:sp>
      <p:sp>
        <p:nvSpPr>
          <p:cNvPr id="6" name="object 4">
            <a:extLst>
              <a:ext uri="{FF2B5EF4-FFF2-40B4-BE49-F238E27FC236}">
                <a16:creationId xmlns:a16="http://schemas.microsoft.com/office/drawing/2014/main" id="{17DF59C3-6393-1FB7-211C-BAA26FD323DB}"/>
              </a:ext>
            </a:extLst>
          </p:cNvPr>
          <p:cNvSpPr/>
          <p:nvPr/>
        </p:nvSpPr>
        <p:spPr>
          <a:xfrm>
            <a:off x="7530216" y="1081889"/>
            <a:ext cx="2103003" cy="661194"/>
          </a:xfrm>
          <a:prstGeom prst="rect">
            <a:avLst/>
          </a:prstGeom>
          <a:blipFill>
            <a:blip r:embed="rId2" cstate="print"/>
            <a:stretch>
              <a:fillRect/>
            </a:stretch>
          </a:blipFill>
        </p:spPr>
        <p:txBody>
          <a:bodyPr wrap="square" lIns="0" tIns="0" rIns="0" bIns="0" rtlCol="0"/>
          <a:lstStyle/>
          <a:p>
            <a:endParaRPr/>
          </a:p>
        </p:txBody>
      </p:sp>
      <p:sp>
        <p:nvSpPr>
          <p:cNvPr id="7" name="object 5">
            <a:extLst>
              <a:ext uri="{FF2B5EF4-FFF2-40B4-BE49-F238E27FC236}">
                <a16:creationId xmlns:a16="http://schemas.microsoft.com/office/drawing/2014/main" id="{CFDC4CC6-BFFB-A545-C60E-712D6CCFBDF5}"/>
              </a:ext>
            </a:extLst>
          </p:cNvPr>
          <p:cNvSpPr txBox="1">
            <a:spLocks noGrp="1"/>
          </p:cNvSpPr>
          <p:nvPr>
            <p:ph type="title"/>
          </p:nvPr>
        </p:nvSpPr>
        <p:spPr>
          <a:xfrm>
            <a:off x="1946524" y="1046658"/>
            <a:ext cx="6187715" cy="915035"/>
          </a:xfrm>
          <a:prstGeom prst="rect">
            <a:avLst/>
          </a:prstGeom>
        </p:spPr>
        <p:txBody>
          <a:bodyPr vert="horz" wrap="square" lIns="0" tIns="228981" rIns="0" bIns="0" rtlCol="0">
            <a:spAutoFit/>
          </a:bodyPr>
          <a:lstStyle/>
          <a:p>
            <a:pPr marL="12700">
              <a:lnSpc>
                <a:spcPct val="100000"/>
              </a:lnSpc>
            </a:pPr>
            <a:r>
              <a:rPr spc="-25" dirty="0">
                <a:latin typeface="Calibri"/>
                <a:cs typeface="Calibri"/>
              </a:rPr>
              <a:t>So</a:t>
            </a:r>
            <a:r>
              <a:rPr dirty="0">
                <a:latin typeface="Calibri"/>
                <a:cs typeface="Calibri"/>
              </a:rPr>
              <a:t>l</a:t>
            </a:r>
            <a:r>
              <a:rPr spc="-15" dirty="0">
                <a:latin typeface="Calibri"/>
                <a:cs typeface="Calibri"/>
              </a:rPr>
              <a:t>ut</a:t>
            </a:r>
            <a:r>
              <a:rPr dirty="0">
                <a:latin typeface="Calibri"/>
                <a:cs typeface="Calibri"/>
              </a:rPr>
              <a:t>i</a:t>
            </a:r>
            <a:r>
              <a:rPr spc="-25" dirty="0">
                <a:latin typeface="Calibri"/>
                <a:cs typeface="Calibri"/>
              </a:rPr>
              <a:t>o</a:t>
            </a:r>
            <a:r>
              <a:rPr spc="-20" dirty="0">
                <a:latin typeface="Calibri"/>
                <a:cs typeface="Calibri"/>
              </a:rPr>
              <a:t>n</a:t>
            </a:r>
          </a:p>
        </p:txBody>
      </p:sp>
      <p:sp>
        <p:nvSpPr>
          <p:cNvPr id="8" name="object 6">
            <a:extLst>
              <a:ext uri="{FF2B5EF4-FFF2-40B4-BE49-F238E27FC236}">
                <a16:creationId xmlns:a16="http://schemas.microsoft.com/office/drawing/2014/main" id="{C2EB0930-8D48-1D30-D746-530C46068BCB}"/>
              </a:ext>
            </a:extLst>
          </p:cNvPr>
          <p:cNvSpPr txBox="1"/>
          <p:nvPr/>
        </p:nvSpPr>
        <p:spPr>
          <a:xfrm>
            <a:off x="1962775" y="2566169"/>
            <a:ext cx="3617595" cy="376555"/>
          </a:xfrm>
          <a:prstGeom prst="rect">
            <a:avLst/>
          </a:prstGeom>
        </p:spPr>
        <p:txBody>
          <a:bodyPr vert="horz" wrap="square" lIns="0" tIns="0" rIns="0" bIns="0" rtlCol="0">
            <a:spAutoFit/>
          </a:bodyPr>
          <a:lstStyle/>
          <a:p>
            <a:pPr marL="469900" indent="-457200">
              <a:lnSpc>
                <a:spcPct val="100000"/>
              </a:lnSpc>
              <a:buClr>
                <a:srgbClr val="ADB3B8"/>
              </a:buClr>
              <a:buFont typeface="Arial"/>
              <a:buChar char="•"/>
              <a:tabLst>
                <a:tab pos="469900" algn="l"/>
              </a:tabLst>
            </a:pPr>
            <a:r>
              <a:rPr sz="2600" spc="-155" dirty="0">
                <a:latin typeface="Calibri"/>
                <a:cs typeface="Calibri"/>
              </a:rPr>
              <a:t>T</a:t>
            </a:r>
            <a:r>
              <a:rPr sz="2600" spc="-45" dirty="0">
                <a:latin typeface="Calibri"/>
                <a:cs typeface="Calibri"/>
              </a:rPr>
              <a:t>r</a:t>
            </a:r>
            <a:r>
              <a:rPr sz="2600" dirty="0">
                <a:latin typeface="Calibri"/>
                <a:cs typeface="Calibri"/>
              </a:rPr>
              <a:t>an</a:t>
            </a:r>
            <a:r>
              <a:rPr sz="2600" spc="-25" dirty="0">
                <a:latin typeface="Calibri"/>
                <a:cs typeface="Calibri"/>
              </a:rPr>
              <a:t>s</a:t>
            </a:r>
            <a:r>
              <a:rPr sz="2600" spc="-65" dirty="0">
                <a:latin typeface="Calibri"/>
                <a:cs typeface="Calibri"/>
              </a:rPr>
              <a:t>f</a:t>
            </a:r>
            <a:r>
              <a:rPr sz="2600" spc="-15" dirty="0">
                <a:latin typeface="Calibri"/>
                <a:cs typeface="Calibri"/>
              </a:rPr>
              <a:t>e</a:t>
            </a:r>
            <a:r>
              <a:rPr sz="2600" dirty="0">
                <a:latin typeface="Calibri"/>
                <a:cs typeface="Calibri"/>
              </a:rPr>
              <a:t>r</a:t>
            </a:r>
            <a:r>
              <a:rPr sz="2600" spc="-95" dirty="0">
                <a:latin typeface="Times New Roman"/>
                <a:cs typeface="Times New Roman"/>
              </a:rPr>
              <a:t> </a:t>
            </a:r>
            <a:r>
              <a:rPr sz="2600" dirty="0">
                <a:latin typeface="Calibri"/>
                <a:cs typeface="Calibri"/>
              </a:rPr>
              <a:t>F</a:t>
            </a:r>
            <a:r>
              <a:rPr sz="2600" spc="-5" dirty="0">
                <a:latin typeface="Calibri"/>
                <a:cs typeface="Calibri"/>
              </a:rPr>
              <a:t>un</a:t>
            </a:r>
            <a:r>
              <a:rPr sz="2600" dirty="0">
                <a:latin typeface="Calibri"/>
                <a:cs typeface="Calibri"/>
              </a:rPr>
              <a:t>cti</a:t>
            </a:r>
            <a:r>
              <a:rPr sz="2600" spc="-10" dirty="0">
                <a:latin typeface="Calibri"/>
                <a:cs typeface="Calibri"/>
              </a:rPr>
              <a:t>o</a:t>
            </a:r>
            <a:r>
              <a:rPr sz="2600" dirty="0">
                <a:latin typeface="Calibri"/>
                <a:cs typeface="Calibri"/>
              </a:rPr>
              <a:t>n</a:t>
            </a:r>
            <a:r>
              <a:rPr sz="2600" spc="-75" dirty="0">
                <a:latin typeface="Times New Roman"/>
                <a:cs typeface="Times New Roman"/>
              </a:rPr>
              <a:t> </a:t>
            </a:r>
            <a:r>
              <a:rPr sz="2600" spc="-65" dirty="0">
                <a:latin typeface="Calibri"/>
                <a:cs typeface="Calibri"/>
              </a:rPr>
              <a:t>f</a:t>
            </a:r>
            <a:r>
              <a:rPr sz="2600" spc="-10" dirty="0">
                <a:latin typeface="Calibri"/>
                <a:cs typeface="Calibri"/>
              </a:rPr>
              <a:t>o</a:t>
            </a:r>
            <a:r>
              <a:rPr sz="2600" dirty="0">
                <a:latin typeface="Calibri"/>
                <a:cs typeface="Calibri"/>
              </a:rPr>
              <a:t>r</a:t>
            </a:r>
            <a:r>
              <a:rPr sz="2600" spc="-5" dirty="0">
                <a:latin typeface="Calibri"/>
                <a:cs typeface="Calibri"/>
              </a:rPr>
              <a:t>m</a:t>
            </a:r>
            <a:r>
              <a:rPr sz="2600" spc="-10" dirty="0">
                <a:latin typeface="Calibri"/>
                <a:cs typeface="Calibri"/>
              </a:rPr>
              <a:t>:</a:t>
            </a:r>
            <a:endParaRPr sz="2600">
              <a:latin typeface="Calibri"/>
              <a:cs typeface="Calibri"/>
            </a:endParaRPr>
          </a:p>
        </p:txBody>
      </p:sp>
      <p:sp>
        <p:nvSpPr>
          <p:cNvPr id="9" name="object 7">
            <a:extLst>
              <a:ext uri="{FF2B5EF4-FFF2-40B4-BE49-F238E27FC236}">
                <a16:creationId xmlns:a16="http://schemas.microsoft.com/office/drawing/2014/main" id="{7E661A0C-8FDE-32A3-69D1-954B62F8D0D9}"/>
              </a:ext>
            </a:extLst>
          </p:cNvPr>
          <p:cNvSpPr txBox="1"/>
          <p:nvPr/>
        </p:nvSpPr>
        <p:spPr>
          <a:xfrm>
            <a:off x="1962775" y="4017018"/>
            <a:ext cx="7525384" cy="1216025"/>
          </a:xfrm>
          <a:prstGeom prst="rect">
            <a:avLst/>
          </a:prstGeom>
        </p:spPr>
        <p:txBody>
          <a:bodyPr vert="horz" wrap="square" lIns="0" tIns="0" rIns="0" bIns="0" rtlCol="0">
            <a:spAutoFit/>
          </a:bodyPr>
          <a:lstStyle/>
          <a:p>
            <a:pPr marL="469900" indent="-457200">
              <a:lnSpc>
                <a:spcPct val="100000"/>
              </a:lnSpc>
              <a:buClr>
                <a:srgbClr val="ADB3B8"/>
              </a:buClr>
              <a:buFont typeface="Arial"/>
              <a:buChar char="•"/>
              <a:tabLst>
                <a:tab pos="469900" algn="l"/>
              </a:tabLst>
            </a:pPr>
            <a:r>
              <a:rPr sz="2600" spc="-35" dirty="0">
                <a:latin typeface="Calibri"/>
                <a:cs typeface="Calibri"/>
              </a:rPr>
              <a:t>S</a:t>
            </a:r>
            <a:r>
              <a:rPr sz="2600" spc="-30" dirty="0">
                <a:latin typeface="Calibri"/>
                <a:cs typeface="Calibri"/>
              </a:rPr>
              <a:t>y</a:t>
            </a:r>
            <a:r>
              <a:rPr sz="2600" spc="-25" dirty="0">
                <a:latin typeface="Calibri"/>
                <a:cs typeface="Calibri"/>
              </a:rPr>
              <a:t>st</a:t>
            </a:r>
            <a:r>
              <a:rPr sz="2600" dirty="0">
                <a:latin typeface="Calibri"/>
                <a:cs typeface="Calibri"/>
              </a:rPr>
              <a:t>em</a:t>
            </a:r>
            <a:r>
              <a:rPr sz="2600" spc="-95" dirty="0">
                <a:latin typeface="Times New Roman"/>
                <a:cs typeface="Times New Roman"/>
              </a:rPr>
              <a:t> </a:t>
            </a:r>
            <a:r>
              <a:rPr sz="2600" dirty="0">
                <a:latin typeface="Calibri"/>
                <a:cs typeface="Calibri"/>
              </a:rPr>
              <a:t>is</a:t>
            </a:r>
            <a:r>
              <a:rPr sz="2600" spc="-75" dirty="0">
                <a:latin typeface="Times New Roman"/>
                <a:cs typeface="Times New Roman"/>
              </a:rPr>
              <a:t> </a:t>
            </a:r>
            <a:r>
              <a:rPr sz="2600" dirty="0">
                <a:latin typeface="Calibri"/>
                <a:cs typeface="Calibri"/>
              </a:rPr>
              <a:t>2nd</a:t>
            </a:r>
            <a:r>
              <a:rPr sz="2600" spc="-80" dirty="0">
                <a:latin typeface="Times New Roman"/>
                <a:cs typeface="Times New Roman"/>
              </a:rPr>
              <a:t> </a:t>
            </a:r>
            <a:r>
              <a:rPr sz="2600" spc="-5" dirty="0">
                <a:latin typeface="Calibri"/>
                <a:cs typeface="Calibri"/>
              </a:rPr>
              <a:t>o</a:t>
            </a:r>
            <a:r>
              <a:rPr sz="2600" spc="-35" dirty="0">
                <a:latin typeface="Calibri"/>
                <a:cs typeface="Calibri"/>
              </a:rPr>
              <a:t>r</a:t>
            </a:r>
            <a:r>
              <a:rPr sz="2600" spc="-5" dirty="0">
                <a:latin typeface="Calibri"/>
                <a:cs typeface="Calibri"/>
              </a:rPr>
              <a:t>de</a:t>
            </a:r>
            <a:r>
              <a:rPr sz="2600" dirty="0">
                <a:latin typeface="Calibri"/>
                <a:cs typeface="Calibri"/>
              </a:rPr>
              <a:t>r</a:t>
            </a:r>
            <a:r>
              <a:rPr sz="2600" spc="-70" dirty="0">
                <a:latin typeface="Times New Roman"/>
                <a:cs typeface="Times New Roman"/>
              </a:rPr>
              <a:t> </a:t>
            </a:r>
            <a:r>
              <a:rPr sz="2600" dirty="0">
                <a:latin typeface="Calibri"/>
                <a:cs typeface="Calibri"/>
              </a:rPr>
              <a:t>(</a:t>
            </a:r>
            <a:r>
              <a:rPr sz="2600" spc="-5" dirty="0">
                <a:latin typeface="Calibri"/>
                <a:cs typeface="Calibri"/>
              </a:rPr>
              <a:t>denom</a:t>
            </a:r>
            <a:r>
              <a:rPr sz="2600" dirty="0">
                <a:latin typeface="Calibri"/>
                <a:cs typeface="Calibri"/>
              </a:rPr>
              <a:t>i</a:t>
            </a:r>
            <a:r>
              <a:rPr sz="2600" spc="-5" dirty="0">
                <a:latin typeface="Calibri"/>
                <a:cs typeface="Calibri"/>
              </a:rPr>
              <a:t>n</a:t>
            </a:r>
            <a:r>
              <a:rPr sz="2600" spc="-25" dirty="0">
                <a:latin typeface="Calibri"/>
                <a:cs typeface="Calibri"/>
              </a:rPr>
              <a:t>at</a:t>
            </a:r>
            <a:r>
              <a:rPr sz="2600" spc="-10" dirty="0">
                <a:latin typeface="Calibri"/>
                <a:cs typeface="Calibri"/>
              </a:rPr>
              <a:t>o</a:t>
            </a:r>
            <a:r>
              <a:rPr sz="2600" dirty="0">
                <a:latin typeface="Calibri"/>
                <a:cs typeface="Calibri"/>
              </a:rPr>
              <a:t>r</a:t>
            </a:r>
            <a:r>
              <a:rPr sz="2600" spc="-75" dirty="0">
                <a:latin typeface="Times New Roman"/>
                <a:cs typeface="Times New Roman"/>
              </a:rPr>
              <a:t> </a:t>
            </a:r>
            <a:r>
              <a:rPr sz="2600" spc="-5" dirty="0">
                <a:latin typeface="Calibri"/>
                <a:cs typeface="Calibri"/>
              </a:rPr>
              <a:t>p</a:t>
            </a:r>
            <a:r>
              <a:rPr sz="2600" spc="-10" dirty="0">
                <a:latin typeface="Calibri"/>
                <a:cs typeface="Calibri"/>
              </a:rPr>
              <a:t>o</a:t>
            </a:r>
            <a:r>
              <a:rPr sz="2600" dirty="0">
                <a:latin typeface="Calibri"/>
                <a:cs typeface="Calibri"/>
              </a:rPr>
              <a:t>l</a:t>
            </a:r>
            <a:r>
              <a:rPr sz="2600" spc="-5" dirty="0">
                <a:latin typeface="Calibri"/>
                <a:cs typeface="Calibri"/>
              </a:rPr>
              <a:t>yn</a:t>
            </a:r>
            <a:r>
              <a:rPr sz="2600" spc="-10" dirty="0">
                <a:latin typeface="Calibri"/>
                <a:cs typeface="Calibri"/>
              </a:rPr>
              <a:t>o</a:t>
            </a:r>
            <a:r>
              <a:rPr sz="2600" spc="-5" dirty="0">
                <a:latin typeface="Calibri"/>
                <a:cs typeface="Calibri"/>
              </a:rPr>
              <a:t>m</a:t>
            </a:r>
            <a:r>
              <a:rPr sz="2600" dirty="0">
                <a:latin typeface="Calibri"/>
                <a:cs typeface="Calibri"/>
              </a:rPr>
              <a:t>ial</a:t>
            </a:r>
            <a:r>
              <a:rPr sz="2600" spc="-60" dirty="0">
                <a:latin typeface="Times New Roman"/>
                <a:cs typeface="Times New Roman"/>
              </a:rPr>
              <a:t> </a:t>
            </a:r>
            <a:r>
              <a:rPr sz="2600" spc="-10" dirty="0">
                <a:latin typeface="Calibri"/>
                <a:cs typeface="Calibri"/>
              </a:rPr>
              <a:t>o</a:t>
            </a:r>
            <a:r>
              <a:rPr sz="2600" spc="-35" dirty="0">
                <a:latin typeface="Calibri"/>
                <a:cs typeface="Calibri"/>
              </a:rPr>
              <a:t>r</a:t>
            </a:r>
            <a:r>
              <a:rPr sz="2600" spc="-5" dirty="0">
                <a:latin typeface="Calibri"/>
                <a:cs typeface="Calibri"/>
              </a:rPr>
              <a:t>de</a:t>
            </a:r>
            <a:r>
              <a:rPr sz="2600" spc="5" dirty="0">
                <a:latin typeface="Calibri"/>
                <a:cs typeface="Calibri"/>
              </a:rPr>
              <a:t>r</a:t>
            </a:r>
            <a:r>
              <a:rPr sz="2600" dirty="0">
                <a:latin typeface="Calibri"/>
                <a:cs typeface="Calibri"/>
              </a:rPr>
              <a:t>)</a:t>
            </a:r>
            <a:endParaRPr sz="2600">
              <a:latin typeface="Calibri"/>
              <a:cs typeface="Calibri"/>
            </a:endParaRPr>
          </a:p>
          <a:p>
            <a:pPr marL="469900" marR="871219" indent="-457200">
              <a:lnSpc>
                <a:spcPts val="2810"/>
              </a:lnSpc>
              <a:spcBef>
                <a:spcPts val="1035"/>
              </a:spcBef>
              <a:buClr>
                <a:srgbClr val="ADB3B8"/>
              </a:buClr>
              <a:buFont typeface="Arial"/>
              <a:buChar char="•"/>
              <a:tabLst>
                <a:tab pos="469900" algn="l"/>
              </a:tabLst>
            </a:pPr>
            <a:r>
              <a:rPr sz="2600" dirty="0">
                <a:latin typeface="Calibri"/>
                <a:cs typeface="Calibri"/>
              </a:rPr>
              <a:t>Ti</a:t>
            </a:r>
            <a:r>
              <a:rPr sz="2600" spc="-5" dirty="0">
                <a:latin typeface="Calibri"/>
                <a:cs typeface="Calibri"/>
              </a:rPr>
              <a:t>m</a:t>
            </a:r>
            <a:r>
              <a:rPr sz="2600" dirty="0">
                <a:latin typeface="Calibri"/>
                <a:cs typeface="Calibri"/>
              </a:rPr>
              <a:t>e</a:t>
            </a:r>
            <a:r>
              <a:rPr sz="2600" spc="-85" dirty="0">
                <a:latin typeface="Times New Roman"/>
                <a:cs typeface="Times New Roman"/>
              </a:rPr>
              <a:t> </a:t>
            </a:r>
            <a:r>
              <a:rPr sz="2600" spc="-5" dirty="0">
                <a:latin typeface="Calibri"/>
                <a:cs typeface="Calibri"/>
              </a:rPr>
              <a:t>de</a:t>
            </a:r>
            <a:r>
              <a:rPr sz="2600" dirty="0">
                <a:latin typeface="Calibri"/>
                <a:cs typeface="Calibri"/>
              </a:rPr>
              <a:t>l</a:t>
            </a:r>
            <a:r>
              <a:rPr sz="2600" spc="-50" dirty="0">
                <a:latin typeface="Calibri"/>
                <a:cs typeface="Calibri"/>
              </a:rPr>
              <a:t>a</a:t>
            </a:r>
            <a:r>
              <a:rPr sz="2600" dirty="0">
                <a:latin typeface="Calibri"/>
                <a:cs typeface="Calibri"/>
              </a:rPr>
              <a:t>y</a:t>
            </a:r>
            <a:r>
              <a:rPr sz="2600" spc="-80" dirty="0">
                <a:latin typeface="Times New Roman"/>
                <a:cs typeface="Times New Roman"/>
              </a:rPr>
              <a:t> </a:t>
            </a:r>
            <a:r>
              <a:rPr sz="2600" dirty="0">
                <a:latin typeface="Calibri"/>
                <a:cs typeface="Calibri"/>
              </a:rPr>
              <a:t>is</a:t>
            </a:r>
            <a:r>
              <a:rPr sz="2600" spc="-65" dirty="0">
                <a:latin typeface="Times New Roman"/>
                <a:cs typeface="Times New Roman"/>
              </a:rPr>
              <a:t> </a:t>
            </a:r>
            <a:r>
              <a:rPr sz="2600" dirty="0">
                <a:latin typeface="Calibri"/>
                <a:cs typeface="Calibri"/>
              </a:rPr>
              <a:t>5</a:t>
            </a:r>
            <a:r>
              <a:rPr sz="2600" spc="-75" dirty="0">
                <a:latin typeface="Times New Roman"/>
                <a:cs typeface="Times New Roman"/>
              </a:rPr>
              <a:t> </a:t>
            </a:r>
            <a:r>
              <a:rPr sz="2600" dirty="0">
                <a:latin typeface="Calibri"/>
                <a:cs typeface="Calibri"/>
              </a:rPr>
              <a:t>sa</a:t>
            </a:r>
            <a:r>
              <a:rPr sz="2600" spc="-5" dirty="0">
                <a:latin typeface="Calibri"/>
                <a:cs typeface="Calibri"/>
              </a:rPr>
              <a:t>mp</a:t>
            </a:r>
            <a:r>
              <a:rPr sz="2600" dirty="0">
                <a:latin typeface="Calibri"/>
                <a:cs typeface="Calibri"/>
              </a:rPr>
              <a:t>les</a:t>
            </a:r>
            <a:r>
              <a:rPr sz="2600" spc="-85" dirty="0">
                <a:latin typeface="Times New Roman"/>
                <a:cs typeface="Times New Roman"/>
              </a:rPr>
              <a:t> </a:t>
            </a:r>
            <a:r>
              <a:rPr sz="2600" spc="-5" dirty="0">
                <a:latin typeface="Calibri"/>
                <a:cs typeface="Calibri"/>
              </a:rPr>
              <a:t>o</a:t>
            </a:r>
            <a:r>
              <a:rPr sz="2600" dirty="0">
                <a:latin typeface="Calibri"/>
                <a:cs typeface="Calibri"/>
              </a:rPr>
              <a:t>r</a:t>
            </a:r>
            <a:r>
              <a:rPr sz="2600" spc="-60" dirty="0">
                <a:latin typeface="Times New Roman"/>
                <a:cs typeface="Times New Roman"/>
              </a:rPr>
              <a:t> </a:t>
            </a:r>
            <a:r>
              <a:rPr sz="2600" dirty="0">
                <a:latin typeface="Calibri"/>
                <a:cs typeface="Calibri"/>
              </a:rPr>
              <a:t>(</a:t>
            </a:r>
            <a:r>
              <a:rPr sz="2600" spc="-5" dirty="0">
                <a:latin typeface="Calibri"/>
                <a:cs typeface="Calibri"/>
              </a:rPr>
              <a:t>u</a:t>
            </a:r>
            <a:r>
              <a:rPr sz="2600" dirty="0">
                <a:latin typeface="Calibri"/>
                <a:cs typeface="Calibri"/>
              </a:rPr>
              <a:t>si</a:t>
            </a:r>
            <a:r>
              <a:rPr sz="2600" spc="-5" dirty="0">
                <a:latin typeface="Calibri"/>
                <a:cs typeface="Calibri"/>
              </a:rPr>
              <a:t>n</a:t>
            </a:r>
            <a:r>
              <a:rPr sz="2600" dirty="0">
                <a:latin typeface="Calibri"/>
                <a:cs typeface="Calibri"/>
              </a:rPr>
              <a:t>g</a:t>
            </a:r>
            <a:r>
              <a:rPr sz="2600" spc="-90" dirty="0">
                <a:latin typeface="Times New Roman"/>
                <a:cs typeface="Times New Roman"/>
              </a:rPr>
              <a:t> </a:t>
            </a:r>
            <a:r>
              <a:rPr sz="2600" dirty="0">
                <a:latin typeface="Calibri"/>
                <a:cs typeface="Calibri"/>
              </a:rPr>
              <a:t>t</a:t>
            </a:r>
            <a:r>
              <a:rPr sz="2600" spc="-5" dirty="0">
                <a:latin typeface="Calibri"/>
                <a:cs typeface="Calibri"/>
              </a:rPr>
              <a:t>h</a:t>
            </a:r>
            <a:r>
              <a:rPr sz="2600" dirty="0">
                <a:latin typeface="Calibri"/>
                <a:cs typeface="Calibri"/>
              </a:rPr>
              <a:t>e</a:t>
            </a:r>
            <a:r>
              <a:rPr sz="2600" spc="-75" dirty="0">
                <a:latin typeface="Times New Roman"/>
                <a:cs typeface="Times New Roman"/>
              </a:rPr>
              <a:t> </a:t>
            </a:r>
            <a:r>
              <a:rPr sz="2600" dirty="0">
                <a:latin typeface="Calibri"/>
                <a:cs typeface="Calibri"/>
              </a:rPr>
              <a:t>5</a:t>
            </a:r>
            <a:r>
              <a:rPr sz="2600" spc="-75" dirty="0">
                <a:latin typeface="Times New Roman"/>
                <a:cs typeface="Times New Roman"/>
              </a:rPr>
              <a:t> </a:t>
            </a:r>
            <a:r>
              <a:rPr sz="2600" dirty="0">
                <a:latin typeface="Calibri"/>
                <a:cs typeface="Calibri"/>
              </a:rPr>
              <a:t>se</a:t>
            </a:r>
            <a:r>
              <a:rPr sz="2600" spc="-25" dirty="0">
                <a:latin typeface="Calibri"/>
                <a:cs typeface="Calibri"/>
              </a:rPr>
              <a:t>c</a:t>
            </a:r>
            <a:r>
              <a:rPr sz="2600" spc="-5" dirty="0">
                <a:latin typeface="Calibri"/>
                <a:cs typeface="Calibri"/>
              </a:rPr>
              <a:t>ond</a:t>
            </a:r>
            <a:r>
              <a:rPr sz="2600" spc="-5" dirty="0">
                <a:latin typeface="Times New Roman"/>
                <a:cs typeface="Times New Roman"/>
              </a:rPr>
              <a:t> </a:t>
            </a:r>
            <a:r>
              <a:rPr sz="2600" dirty="0">
                <a:latin typeface="Calibri"/>
                <a:cs typeface="Calibri"/>
              </a:rPr>
              <a:t>sa</a:t>
            </a:r>
            <a:r>
              <a:rPr sz="2600" spc="-5" dirty="0">
                <a:latin typeface="Calibri"/>
                <a:cs typeface="Calibri"/>
              </a:rPr>
              <a:t>mp</a:t>
            </a:r>
            <a:r>
              <a:rPr sz="2600" dirty="0">
                <a:latin typeface="Calibri"/>
                <a:cs typeface="Calibri"/>
              </a:rPr>
              <a:t>li</a:t>
            </a:r>
            <a:r>
              <a:rPr sz="2600" spc="-5" dirty="0">
                <a:latin typeface="Calibri"/>
                <a:cs typeface="Calibri"/>
              </a:rPr>
              <a:t>n</a:t>
            </a:r>
            <a:r>
              <a:rPr sz="2600" dirty="0">
                <a:latin typeface="Calibri"/>
                <a:cs typeface="Calibri"/>
              </a:rPr>
              <a:t>g</a:t>
            </a:r>
            <a:r>
              <a:rPr sz="2600" spc="-80" dirty="0">
                <a:latin typeface="Times New Roman"/>
                <a:cs typeface="Times New Roman"/>
              </a:rPr>
              <a:t> </a:t>
            </a:r>
            <a:r>
              <a:rPr sz="2600" spc="-5" dirty="0">
                <a:latin typeface="Calibri"/>
                <a:cs typeface="Calibri"/>
              </a:rPr>
              <a:t>pe</a:t>
            </a:r>
            <a:r>
              <a:rPr sz="2600" spc="5" dirty="0">
                <a:latin typeface="Calibri"/>
                <a:cs typeface="Calibri"/>
              </a:rPr>
              <a:t>r</a:t>
            </a:r>
            <a:r>
              <a:rPr sz="2600" dirty="0">
                <a:latin typeface="Calibri"/>
                <a:cs typeface="Calibri"/>
              </a:rPr>
              <a:t>i</a:t>
            </a:r>
            <a:r>
              <a:rPr sz="2600" spc="-5" dirty="0">
                <a:latin typeface="Calibri"/>
                <a:cs typeface="Calibri"/>
              </a:rPr>
              <a:t>od</a:t>
            </a:r>
            <a:r>
              <a:rPr sz="2600" dirty="0">
                <a:latin typeface="Calibri"/>
                <a:cs typeface="Calibri"/>
              </a:rPr>
              <a:t>)</a:t>
            </a:r>
            <a:r>
              <a:rPr sz="2600" spc="-85" dirty="0">
                <a:latin typeface="Times New Roman"/>
                <a:cs typeface="Times New Roman"/>
              </a:rPr>
              <a:t> </a:t>
            </a:r>
            <a:r>
              <a:rPr sz="2600" dirty="0">
                <a:latin typeface="Calibri"/>
                <a:cs typeface="Calibri"/>
              </a:rPr>
              <a:t>25</a:t>
            </a:r>
            <a:r>
              <a:rPr sz="2600" spc="-75" dirty="0">
                <a:latin typeface="Times New Roman"/>
                <a:cs typeface="Times New Roman"/>
              </a:rPr>
              <a:t> </a:t>
            </a:r>
            <a:r>
              <a:rPr sz="2600" dirty="0">
                <a:latin typeface="Calibri"/>
                <a:cs typeface="Calibri"/>
              </a:rPr>
              <a:t>se</a:t>
            </a:r>
            <a:r>
              <a:rPr sz="2600" spc="-25" dirty="0">
                <a:latin typeface="Calibri"/>
                <a:cs typeface="Calibri"/>
              </a:rPr>
              <a:t>c</a:t>
            </a:r>
            <a:r>
              <a:rPr sz="2600" spc="-10" dirty="0">
                <a:latin typeface="Calibri"/>
                <a:cs typeface="Calibri"/>
              </a:rPr>
              <a:t>o</a:t>
            </a:r>
            <a:r>
              <a:rPr sz="2600" spc="-5" dirty="0">
                <a:latin typeface="Calibri"/>
                <a:cs typeface="Calibri"/>
              </a:rPr>
              <a:t>nds</a:t>
            </a:r>
            <a:endParaRPr sz="2600">
              <a:latin typeface="Calibri"/>
              <a:cs typeface="Calibri"/>
            </a:endParaRPr>
          </a:p>
        </p:txBody>
      </p:sp>
      <p:sp>
        <p:nvSpPr>
          <p:cNvPr id="10" name="object 8">
            <a:extLst>
              <a:ext uri="{FF2B5EF4-FFF2-40B4-BE49-F238E27FC236}">
                <a16:creationId xmlns:a16="http://schemas.microsoft.com/office/drawing/2014/main" id="{E0FD30F2-850C-6E0F-6551-60BB4309F278}"/>
              </a:ext>
            </a:extLst>
          </p:cNvPr>
          <p:cNvSpPr/>
          <p:nvPr/>
        </p:nvSpPr>
        <p:spPr>
          <a:xfrm>
            <a:off x="5972047" y="3303578"/>
            <a:ext cx="1957705" cy="0"/>
          </a:xfrm>
          <a:custGeom>
            <a:avLst/>
            <a:gdLst/>
            <a:ahLst/>
            <a:cxnLst/>
            <a:rect l="l" t="t" r="r" b="b"/>
            <a:pathLst>
              <a:path w="1957704">
                <a:moveTo>
                  <a:pt x="0" y="0"/>
                </a:moveTo>
                <a:lnTo>
                  <a:pt x="1957139" y="0"/>
                </a:lnTo>
              </a:path>
            </a:pathLst>
          </a:custGeom>
          <a:ln w="12352">
            <a:solidFill>
              <a:srgbClr val="000000"/>
            </a:solidFill>
          </a:ln>
        </p:spPr>
        <p:txBody>
          <a:bodyPr wrap="square" lIns="0" tIns="0" rIns="0" bIns="0" rtlCol="0"/>
          <a:lstStyle/>
          <a:p>
            <a:endParaRPr/>
          </a:p>
        </p:txBody>
      </p:sp>
      <p:sp>
        <p:nvSpPr>
          <p:cNvPr id="11" name="object 9">
            <a:extLst>
              <a:ext uri="{FF2B5EF4-FFF2-40B4-BE49-F238E27FC236}">
                <a16:creationId xmlns:a16="http://schemas.microsoft.com/office/drawing/2014/main" id="{B3FC63C4-7C54-B82C-E752-0BD867F4F83E}"/>
              </a:ext>
            </a:extLst>
          </p:cNvPr>
          <p:cNvSpPr txBox="1"/>
          <p:nvPr/>
        </p:nvSpPr>
        <p:spPr>
          <a:xfrm>
            <a:off x="6546193" y="2858258"/>
            <a:ext cx="257810" cy="251460"/>
          </a:xfrm>
          <a:prstGeom prst="rect">
            <a:avLst/>
          </a:prstGeom>
        </p:spPr>
        <p:txBody>
          <a:bodyPr vert="horz" wrap="square" lIns="0" tIns="0" rIns="0" bIns="0" rtlCol="0">
            <a:spAutoFit/>
          </a:bodyPr>
          <a:lstStyle/>
          <a:p>
            <a:pPr marL="12700">
              <a:lnSpc>
                <a:spcPct val="100000"/>
              </a:lnSpc>
            </a:pPr>
            <a:r>
              <a:rPr sz="1750" spc="-20" dirty="0">
                <a:latin typeface="Symbol"/>
                <a:cs typeface="Symbol"/>
              </a:rPr>
              <a:t></a:t>
            </a:r>
            <a:r>
              <a:rPr sz="1750" spc="-10" dirty="0">
                <a:latin typeface="Times New Roman"/>
                <a:cs typeface="Times New Roman"/>
              </a:rPr>
              <a:t>5</a:t>
            </a:r>
            <a:endParaRPr sz="1750">
              <a:latin typeface="Times New Roman"/>
              <a:cs typeface="Times New Roman"/>
            </a:endParaRPr>
          </a:p>
        </p:txBody>
      </p:sp>
      <p:sp>
        <p:nvSpPr>
          <p:cNvPr id="12" name="object 10">
            <a:extLst>
              <a:ext uri="{FF2B5EF4-FFF2-40B4-BE49-F238E27FC236}">
                <a16:creationId xmlns:a16="http://schemas.microsoft.com/office/drawing/2014/main" id="{997D3BDB-8417-27E3-8D53-17090F7105E6}"/>
              </a:ext>
            </a:extLst>
          </p:cNvPr>
          <p:cNvSpPr txBox="1"/>
          <p:nvPr/>
        </p:nvSpPr>
        <p:spPr>
          <a:xfrm>
            <a:off x="7462257" y="2858258"/>
            <a:ext cx="257810" cy="251460"/>
          </a:xfrm>
          <a:prstGeom prst="rect">
            <a:avLst/>
          </a:prstGeom>
        </p:spPr>
        <p:txBody>
          <a:bodyPr vert="horz" wrap="square" lIns="0" tIns="0" rIns="0" bIns="0" rtlCol="0">
            <a:spAutoFit/>
          </a:bodyPr>
          <a:lstStyle/>
          <a:p>
            <a:pPr marL="12700">
              <a:lnSpc>
                <a:spcPct val="100000"/>
              </a:lnSpc>
            </a:pPr>
            <a:r>
              <a:rPr sz="1750" spc="-20" dirty="0">
                <a:latin typeface="Symbol"/>
                <a:cs typeface="Symbol"/>
              </a:rPr>
              <a:t></a:t>
            </a:r>
            <a:r>
              <a:rPr sz="1750" spc="-10" dirty="0">
                <a:latin typeface="Times New Roman"/>
                <a:cs typeface="Times New Roman"/>
              </a:rPr>
              <a:t>6</a:t>
            </a:r>
            <a:endParaRPr sz="1750">
              <a:latin typeface="Times New Roman"/>
              <a:cs typeface="Times New Roman"/>
            </a:endParaRPr>
          </a:p>
        </p:txBody>
      </p:sp>
      <p:sp>
        <p:nvSpPr>
          <p:cNvPr id="13" name="object 11">
            <a:extLst>
              <a:ext uri="{FF2B5EF4-FFF2-40B4-BE49-F238E27FC236}">
                <a16:creationId xmlns:a16="http://schemas.microsoft.com/office/drawing/2014/main" id="{17B92E6B-1213-3607-298E-622ABD781481}"/>
              </a:ext>
            </a:extLst>
          </p:cNvPr>
          <p:cNvSpPr txBox="1"/>
          <p:nvPr/>
        </p:nvSpPr>
        <p:spPr>
          <a:xfrm>
            <a:off x="6150608" y="2930228"/>
            <a:ext cx="1316990" cy="389890"/>
          </a:xfrm>
          <a:prstGeom prst="rect">
            <a:avLst/>
          </a:prstGeom>
        </p:spPr>
        <p:txBody>
          <a:bodyPr vert="horz" wrap="square" lIns="0" tIns="0" rIns="0" bIns="0" rtlCol="0">
            <a:spAutoFit/>
          </a:bodyPr>
          <a:lstStyle/>
          <a:p>
            <a:pPr marL="12700">
              <a:lnSpc>
                <a:spcPct val="100000"/>
              </a:lnSpc>
              <a:tabLst>
                <a:tab pos="714375" algn="l"/>
              </a:tabLst>
            </a:pPr>
            <a:r>
              <a:rPr sz="2300" i="1" spc="-170" dirty="0">
                <a:latin typeface="Times New Roman"/>
                <a:cs typeface="Times New Roman"/>
              </a:rPr>
              <a:t>b</a:t>
            </a:r>
            <a:r>
              <a:rPr sz="2625" spc="-15" baseline="-19047" dirty="0">
                <a:latin typeface="Times New Roman"/>
                <a:cs typeface="Times New Roman"/>
              </a:rPr>
              <a:t>5</a:t>
            </a:r>
            <a:r>
              <a:rPr sz="2625" spc="-382" baseline="-19047" dirty="0">
                <a:latin typeface="Times New Roman"/>
                <a:cs typeface="Times New Roman"/>
              </a:rPr>
              <a:t> </a:t>
            </a:r>
            <a:r>
              <a:rPr sz="2300" i="1" spc="5" dirty="0">
                <a:latin typeface="Times New Roman"/>
                <a:cs typeface="Times New Roman"/>
              </a:rPr>
              <a:t>z</a:t>
            </a:r>
            <a:r>
              <a:rPr sz="2300" i="1" dirty="0">
                <a:latin typeface="Times New Roman"/>
                <a:cs typeface="Times New Roman"/>
              </a:rPr>
              <a:t>	</a:t>
            </a:r>
            <a:r>
              <a:rPr sz="2300" spc="10" dirty="0">
                <a:latin typeface="Symbol"/>
                <a:cs typeface="Symbol"/>
              </a:rPr>
              <a:t></a:t>
            </a:r>
            <a:r>
              <a:rPr sz="2300" spc="-215" dirty="0">
                <a:latin typeface="Times New Roman"/>
                <a:cs typeface="Times New Roman"/>
              </a:rPr>
              <a:t> </a:t>
            </a:r>
            <a:r>
              <a:rPr sz="2300" i="1" spc="-145" dirty="0">
                <a:latin typeface="Times New Roman"/>
                <a:cs typeface="Times New Roman"/>
              </a:rPr>
              <a:t>b</a:t>
            </a:r>
            <a:r>
              <a:rPr sz="2625" spc="-15" baseline="-19047" dirty="0">
                <a:latin typeface="Times New Roman"/>
                <a:cs typeface="Times New Roman"/>
              </a:rPr>
              <a:t>6</a:t>
            </a:r>
            <a:r>
              <a:rPr sz="2625" spc="-345" baseline="-19047" dirty="0">
                <a:latin typeface="Times New Roman"/>
                <a:cs typeface="Times New Roman"/>
              </a:rPr>
              <a:t> </a:t>
            </a:r>
            <a:r>
              <a:rPr sz="2300" i="1" spc="5" dirty="0">
                <a:latin typeface="Times New Roman"/>
                <a:cs typeface="Times New Roman"/>
              </a:rPr>
              <a:t>z</a:t>
            </a:r>
            <a:endParaRPr sz="2300">
              <a:latin typeface="Times New Roman"/>
              <a:cs typeface="Times New Roman"/>
            </a:endParaRPr>
          </a:p>
        </p:txBody>
      </p:sp>
      <p:sp>
        <p:nvSpPr>
          <p:cNvPr id="14" name="object 12">
            <a:extLst>
              <a:ext uri="{FF2B5EF4-FFF2-40B4-BE49-F238E27FC236}">
                <a16:creationId xmlns:a16="http://schemas.microsoft.com/office/drawing/2014/main" id="{6540EB3E-8F94-E351-361B-EBF406DE110B}"/>
              </a:ext>
            </a:extLst>
          </p:cNvPr>
          <p:cNvSpPr txBox="1"/>
          <p:nvPr/>
        </p:nvSpPr>
        <p:spPr>
          <a:xfrm>
            <a:off x="6713524" y="3315292"/>
            <a:ext cx="257810" cy="251460"/>
          </a:xfrm>
          <a:prstGeom prst="rect">
            <a:avLst/>
          </a:prstGeom>
        </p:spPr>
        <p:txBody>
          <a:bodyPr vert="horz" wrap="square" lIns="0" tIns="0" rIns="0" bIns="0" rtlCol="0">
            <a:spAutoFit/>
          </a:bodyPr>
          <a:lstStyle/>
          <a:p>
            <a:pPr marL="12700">
              <a:lnSpc>
                <a:spcPct val="100000"/>
              </a:lnSpc>
            </a:pPr>
            <a:r>
              <a:rPr sz="1750" spc="-20" dirty="0">
                <a:latin typeface="Symbol"/>
                <a:cs typeface="Symbol"/>
              </a:rPr>
              <a:t></a:t>
            </a:r>
            <a:r>
              <a:rPr sz="1750" spc="-10" dirty="0">
                <a:latin typeface="Times New Roman"/>
                <a:cs typeface="Times New Roman"/>
              </a:rPr>
              <a:t>1</a:t>
            </a:r>
            <a:endParaRPr sz="1750">
              <a:latin typeface="Times New Roman"/>
              <a:cs typeface="Times New Roman"/>
            </a:endParaRPr>
          </a:p>
        </p:txBody>
      </p:sp>
      <p:sp>
        <p:nvSpPr>
          <p:cNvPr id="15" name="object 13">
            <a:extLst>
              <a:ext uri="{FF2B5EF4-FFF2-40B4-BE49-F238E27FC236}">
                <a16:creationId xmlns:a16="http://schemas.microsoft.com/office/drawing/2014/main" id="{156266DE-AD9F-224A-A9D9-0C7586B93F79}"/>
              </a:ext>
            </a:extLst>
          </p:cNvPr>
          <p:cNvSpPr txBox="1"/>
          <p:nvPr/>
        </p:nvSpPr>
        <p:spPr>
          <a:xfrm>
            <a:off x="7642690" y="3315292"/>
            <a:ext cx="257810" cy="251460"/>
          </a:xfrm>
          <a:prstGeom prst="rect">
            <a:avLst/>
          </a:prstGeom>
        </p:spPr>
        <p:txBody>
          <a:bodyPr vert="horz" wrap="square" lIns="0" tIns="0" rIns="0" bIns="0" rtlCol="0">
            <a:spAutoFit/>
          </a:bodyPr>
          <a:lstStyle/>
          <a:p>
            <a:pPr marL="12700">
              <a:lnSpc>
                <a:spcPct val="100000"/>
              </a:lnSpc>
            </a:pPr>
            <a:r>
              <a:rPr sz="1750" spc="-20" dirty="0">
                <a:latin typeface="Symbol"/>
                <a:cs typeface="Symbol"/>
              </a:rPr>
              <a:t></a:t>
            </a:r>
            <a:r>
              <a:rPr sz="1750" spc="-10" dirty="0">
                <a:latin typeface="Times New Roman"/>
                <a:cs typeface="Times New Roman"/>
              </a:rPr>
              <a:t>2</a:t>
            </a:r>
            <a:endParaRPr sz="1750">
              <a:latin typeface="Times New Roman"/>
              <a:cs typeface="Times New Roman"/>
            </a:endParaRPr>
          </a:p>
        </p:txBody>
      </p:sp>
      <p:sp>
        <p:nvSpPr>
          <p:cNvPr id="16" name="object 14">
            <a:extLst>
              <a:ext uri="{FF2B5EF4-FFF2-40B4-BE49-F238E27FC236}">
                <a16:creationId xmlns:a16="http://schemas.microsoft.com/office/drawing/2014/main" id="{0361D7CF-B503-7F81-99C2-0CBE5CB61AC1}"/>
              </a:ext>
            </a:extLst>
          </p:cNvPr>
          <p:cNvSpPr txBox="1"/>
          <p:nvPr/>
        </p:nvSpPr>
        <p:spPr>
          <a:xfrm>
            <a:off x="5947022" y="3387261"/>
            <a:ext cx="1701164" cy="389890"/>
          </a:xfrm>
          <a:prstGeom prst="rect">
            <a:avLst/>
          </a:prstGeom>
        </p:spPr>
        <p:txBody>
          <a:bodyPr vert="horz" wrap="square" lIns="0" tIns="0" rIns="0" bIns="0" rtlCol="0">
            <a:spAutoFit/>
          </a:bodyPr>
          <a:lstStyle/>
          <a:p>
            <a:pPr marL="12700">
              <a:lnSpc>
                <a:spcPct val="100000"/>
              </a:lnSpc>
              <a:tabLst>
                <a:tab pos="1071245" algn="l"/>
              </a:tabLst>
            </a:pPr>
            <a:r>
              <a:rPr sz="2300" spc="190" dirty="0">
                <a:latin typeface="Times New Roman"/>
                <a:cs typeface="Times New Roman"/>
              </a:rPr>
              <a:t>1</a:t>
            </a:r>
            <a:r>
              <a:rPr sz="2300" spc="10" dirty="0">
                <a:latin typeface="Symbol"/>
                <a:cs typeface="Symbol"/>
              </a:rPr>
              <a:t></a:t>
            </a:r>
            <a:r>
              <a:rPr sz="2300" spc="-145" dirty="0">
                <a:latin typeface="Times New Roman"/>
                <a:cs typeface="Times New Roman"/>
              </a:rPr>
              <a:t> </a:t>
            </a:r>
            <a:r>
              <a:rPr sz="2300" i="1" spc="-200" dirty="0">
                <a:latin typeface="Times New Roman"/>
                <a:cs typeface="Times New Roman"/>
              </a:rPr>
              <a:t>a</a:t>
            </a:r>
            <a:r>
              <a:rPr sz="2625" spc="82" baseline="-19047" dirty="0">
                <a:latin typeface="Times New Roman"/>
                <a:cs typeface="Times New Roman"/>
              </a:rPr>
              <a:t>1</a:t>
            </a:r>
            <a:r>
              <a:rPr sz="2300" i="1" spc="5" dirty="0">
                <a:latin typeface="Times New Roman"/>
                <a:cs typeface="Times New Roman"/>
              </a:rPr>
              <a:t>z</a:t>
            </a:r>
            <a:r>
              <a:rPr sz="2300" i="1" dirty="0">
                <a:latin typeface="Times New Roman"/>
                <a:cs typeface="Times New Roman"/>
              </a:rPr>
              <a:t>	</a:t>
            </a:r>
            <a:r>
              <a:rPr sz="2300" spc="10" dirty="0">
                <a:latin typeface="Symbol"/>
                <a:cs typeface="Symbol"/>
              </a:rPr>
              <a:t></a:t>
            </a:r>
            <a:r>
              <a:rPr sz="2300" spc="-145" dirty="0">
                <a:latin typeface="Times New Roman"/>
                <a:cs typeface="Times New Roman"/>
              </a:rPr>
              <a:t> </a:t>
            </a:r>
            <a:r>
              <a:rPr sz="2300" i="1" spc="-5" dirty="0">
                <a:latin typeface="Times New Roman"/>
                <a:cs typeface="Times New Roman"/>
              </a:rPr>
              <a:t>a</a:t>
            </a:r>
            <a:r>
              <a:rPr sz="2625" spc="-15" baseline="-19047" dirty="0">
                <a:latin typeface="Times New Roman"/>
                <a:cs typeface="Times New Roman"/>
              </a:rPr>
              <a:t>2</a:t>
            </a:r>
            <a:r>
              <a:rPr sz="2625" spc="-352" baseline="-19047" dirty="0">
                <a:latin typeface="Times New Roman"/>
                <a:cs typeface="Times New Roman"/>
              </a:rPr>
              <a:t> </a:t>
            </a:r>
            <a:r>
              <a:rPr sz="2300" i="1" spc="5" dirty="0">
                <a:latin typeface="Times New Roman"/>
                <a:cs typeface="Times New Roman"/>
              </a:rPr>
              <a:t>z</a:t>
            </a:r>
            <a:endParaRPr sz="2300">
              <a:latin typeface="Times New Roman"/>
              <a:cs typeface="Times New Roman"/>
            </a:endParaRPr>
          </a:p>
        </p:txBody>
      </p:sp>
      <p:sp>
        <p:nvSpPr>
          <p:cNvPr id="17" name="object 15">
            <a:extLst>
              <a:ext uri="{FF2B5EF4-FFF2-40B4-BE49-F238E27FC236}">
                <a16:creationId xmlns:a16="http://schemas.microsoft.com/office/drawing/2014/main" id="{DFB183E2-7FF0-E07C-B92B-C7A64E57AA80}"/>
              </a:ext>
            </a:extLst>
          </p:cNvPr>
          <p:cNvSpPr txBox="1"/>
          <p:nvPr/>
        </p:nvSpPr>
        <p:spPr>
          <a:xfrm>
            <a:off x="5509789" y="3263266"/>
            <a:ext cx="124460" cy="248285"/>
          </a:xfrm>
          <a:prstGeom prst="rect">
            <a:avLst/>
          </a:prstGeom>
        </p:spPr>
        <p:txBody>
          <a:bodyPr vert="horz" wrap="square" lIns="0" tIns="0" rIns="0" bIns="0" rtlCol="0">
            <a:spAutoFit/>
          </a:bodyPr>
          <a:lstStyle/>
          <a:p>
            <a:pPr marL="12700">
              <a:lnSpc>
                <a:spcPct val="100000"/>
              </a:lnSpc>
            </a:pPr>
            <a:r>
              <a:rPr sz="1750" i="1" spc="-10" dirty="0">
                <a:latin typeface="Times New Roman"/>
                <a:cs typeface="Times New Roman"/>
              </a:rPr>
              <a:t>k</a:t>
            </a:r>
            <a:endParaRPr sz="1750">
              <a:latin typeface="Times New Roman"/>
              <a:cs typeface="Times New Roman"/>
            </a:endParaRPr>
          </a:p>
        </p:txBody>
      </p:sp>
      <p:sp>
        <p:nvSpPr>
          <p:cNvPr id="18" name="object 16">
            <a:extLst>
              <a:ext uri="{FF2B5EF4-FFF2-40B4-BE49-F238E27FC236}">
                <a16:creationId xmlns:a16="http://schemas.microsoft.com/office/drawing/2014/main" id="{58023BE8-D5D0-ADDE-A557-97FF68C699F3}"/>
              </a:ext>
            </a:extLst>
          </p:cNvPr>
          <p:cNvSpPr txBox="1"/>
          <p:nvPr/>
        </p:nvSpPr>
        <p:spPr>
          <a:xfrm>
            <a:off x="8109297" y="3263266"/>
            <a:ext cx="124460" cy="248285"/>
          </a:xfrm>
          <a:prstGeom prst="rect">
            <a:avLst/>
          </a:prstGeom>
        </p:spPr>
        <p:txBody>
          <a:bodyPr vert="horz" wrap="square" lIns="0" tIns="0" rIns="0" bIns="0" rtlCol="0">
            <a:spAutoFit/>
          </a:bodyPr>
          <a:lstStyle/>
          <a:p>
            <a:pPr marL="12700">
              <a:lnSpc>
                <a:spcPct val="100000"/>
              </a:lnSpc>
            </a:pPr>
            <a:r>
              <a:rPr sz="1750" i="1" spc="-10" dirty="0">
                <a:latin typeface="Times New Roman"/>
                <a:cs typeface="Times New Roman"/>
              </a:rPr>
              <a:t>k</a:t>
            </a:r>
            <a:endParaRPr sz="1750">
              <a:latin typeface="Times New Roman"/>
              <a:cs typeface="Times New Roman"/>
            </a:endParaRPr>
          </a:p>
        </p:txBody>
      </p:sp>
      <p:sp>
        <p:nvSpPr>
          <p:cNvPr id="19" name="object 17">
            <a:extLst>
              <a:ext uri="{FF2B5EF4-FFF2-40B4-BE49-F238E27FC236}">
                <a16:creationId xmlns:a16="http://schemas.microsoft.com/office/drawing/2014/main" id="{28F967C4-808F-D11F-C185-124EB80D00E3}"/>
              </a:ext>
            </a:extLst>
          </p:cNvPr>
          <p:cNvSpPr txBox="1"/>
          <p:nvPr/>
        </p:nvSpPr>
        <p:spPr>
          <a:xfrm>
            <a:off x="5377164" y="3121680"/>
            <a:ext cx="534670" cy="327025"/>
          </a:xfrm>
          <a:prstGeom prst="rect">
            <a:avLst/>
          </a:prstGeom>
        </p:spPr>
        <p:txBody>
          <a:bodyPr vert="horz" wrap="square" lIns="0" tIns="0" rIns="0" bIns="0" rtlCol="0">
            <a:spAutoFit/>
          </a:bodyPr>
          <a:lstStyle/>
          <a:p>
            <a:pPr marL="12700">
              <a:lnSpc>
                <a:spcPct val="100000"/>
              </a:lnSpc>
              <a:tabLst>
                <a:tab pos="358775" algn="l"/>
              </a:tabLst>
            </a:pPr>
            <a:r>
              <a:rPr sz="2300" i="1" spc="10" dirty="0">
                <a:latin typeface="Times New Roman"/>
                <a:cs typeface="Times New Roman"/>
              </a:rPr>
              <a:t>y	</a:t>
            </a:r>
            <a:r>
              <a:rPr sz="2300" spc="10" dirty="0">
                <a:latin typeface="Symbol"/>
                <a:cs typeface="Symbol"/>
              </a:rPr>
              <a:t></a:t>
            </a:r>
            <a:endParaRPr sz="2300" dirty="0">
              <a:latin typeface="Symbol"/>
              <a:cs typeface="Symbol"/>
            </a:endParaRPr>
          </a:p>
        </p:txBody>
      </p:sp>
      <p:sp>
        <p:nvSpPr>
          <p:cNvPr id="20" name="object 18">
            <a:extLst>
              <a:ext uri="{FF2B5EF4-FFF2-40B4-BE49-F238E27FC236}">
                <a16:creationId xmlns:a16="http://schemas.microsoft.com/office/drawing/2014/main" id="{440DC9C9-9CC8-40B8-3241-6F73AFE4D24D}"/>
              </a:ext>
            </a:extLst>
          </p:cNvPr>
          <p:cNvSpPr txBox="1"/>
          <p:nvPr/>
        </p:nvSpPr>
        <p:spPr>
          <a:xfrm>
            <a:off x="7958090" y="3126427"/>
            <a:ext cx="173990" cy="321945"/>
          </a:xfrm>
          <a:prstGeom prst="rect">
            <a:avLst/>
          </a:prstGeom>
        </p:spPr>
        <p:txBody>
          <a:bodyPr vert="horz" wrap="square" lIns="0" tIns="0" rIns="0" bIns="0" rtlCol="0">
            <a:spAutoFit/>
          </a:bodyPr>
          <a:lstStyle/>
          <a:p>
            <a:pPr marL="12700">
              <a:lnSpc>
                <a:spcPct val="100000"/>
              </a:lnSpc>
            </a:pPr>
            <a:r>
              <a:rPr sz="2300" i="1" spc="10" dirty="0">
                <a:latin typeface="Times New Roman"/>
                <a:cs typeface="Times New Roman"/>
              </a:rPr>
              <a:t>u</a:t>
            </a:r>
            <a:endParaRPr sz="2300">
              <a:latin typeface="Times New Roman"/>
              <a:cs typeface="Times New Roman"/>
            </a:endParaRPr>
          </a:p>
        </p:txBody>
      </p:sp>
    </p:spTree>
    <p:extLst>
      <p:ext uri="{BB962C8B-B14F-4D97-AF65-F5344CB8AC3E}">
        <p14:creationId xmlns:p14="http://schemas.microsoft.com/office/powerpoint/2010/main" val="3727275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17725" y="96004"/>
            <a:ext cx="8964930" cy="6666230"/>
          </a:xfrm>
          <a:custGeom>
            <a:avLst/>
            <a:gdLst/>
            <a:ahLst/>
            <a:cxnLst/>
            <a:rect l="l" t="t" r="r" b="b"/>
            <a:pathLst>
              <a:path w="8964930" h="6666230">
                <a:moveTo>
                  <a:pt x="0" y="6665792"/>
                </a:moveTo>
                <a:lnTo>
                  <a:pt x="8964716" y="6665792"/>
                </a:lnTo>
                <a:lnTo>
                  <a:pt x="8964716" y="0"/>
                </a:lnTo>
                <a:lnTo>
                  <a:pt x="0" y="0"/>
                </a:lnTo>
                <a:lnTo>
                  <a:pt x="0" y="6665792"/>
                </a:lnTo>
                <a:close/>
              </a:path>
            </a:pathLst>
          </a:custGeom>
          <a:ln w="192023">
            <a:solidFill>
              <a:srgbClr val="E9ECED"/>
            </a:solidFill>
          </a:ln>
        </p:spPr>
        <p:txBody>
          <a:bodyPr wrap="square" lIns="0" tIns="0" rIns="0" bIns="0" rtlCol="0"/>
          <a:lstStyle/>
          <a:p>
            <a:endParaRPr/>
          </a:p>
        </p:txBody>
      </p:sp>
      <p:sp>
        <p:nvSpPr>
          <p:cNvPr id="3" name="object 3"/>
          <p:cNvSpPr/>
          <p:nvPr/>
        </p:nvSpPr>
        <p:spPr>
          <a:xfrm>
            <a:off x="2155697" y="1858518"/>
            <a:ext cx="1583690" cy="0"/>
          </a:xfrm>
          <a:custGeom>
            <a:avLst/>
            <a:gdLst/>
            <a:ahLst/>
            <a:cxnLst/>
            <a:rect l="l" t="t" r="r" b="b"/>
            <a:pathLst>
              <a:path w="1583689">
                <a:moveTo>
                  <a:pt x="0" y="0"/>
                </a:moveTo>
                <a:lnTo>
                  <a:pt x="1583603" y="0"/>
                </a:lnTo>
              </a:path>
            </a:pathLst>
          </a:custGeom>
          <a:ln w="16763">
            <a:solidFill>
              <a:srgbClr val="A5ACB0"/>
            </a:solidFill>
          </a:ln>
        </p:spPr>
        <p:txBody>
          <a:bodyPr wrap="square" lIns="0" tIns="0" rIns="0" bIns="0" rtlCol="0"/>
          <a:lstStyle/>
          <a:p>
            <a:endParaRPr/>
          </a:p>
        </p:txBody>
      </p:sp>
      <p:sp>
        <p:nvSpPr>
          <p:cNvPr id="4" name="object 4"/>
          <p:cNvSpPr/>
          <p:nvPr/>
        </p:nvSpPr>
        <p:spPr>
          <a:xfrm>
            <a:off x="7796022" y="763837"/>
            <a:ext cx="2101463" cy="661956"/>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2211567" y="957016"/>
            <a:ext cx="1437640" cy="523220"/>
          </a:xfrm>
          <a:prstGeom prst="rect">
            <a:avLst/>
          </a:prstGeom>
        </p:spPr>
        <p:txBody>
          <a:bodyPr vert="horz" wrap="square" lIns="0" tIns="0" rIns="0" bIns="0" rtlCol="0">
            <a:spAutoFit/>
          </a:bodyPr>
          <a:lstStyle/>
          <a:p>
            <a:pPr marL="12700"/>
            <a:r>
              <a:rPr sz="3400" spc="-5" dirty="0">
                <a:solidFill>
                  <a:srgbClr val="B5121B"/>
                </a:solidFill>
                <a:latin typeface="Calibri"/>
                <a:cs typeface="Calibri"/>
              </a:rPr>
              <a:t>E</a:t>
            </a:r>
            <a:r>
              <a:rPr sz="3400" spc="-90" dirty="0">
                <a:solidFill>
                  <a:srgbClr val="B5121B"/>
                </a:solidFill>
                <a:latin typeface="Calibri"/>
                <a:cs typeface="Calibri"/>
              </a:rPr>
              <a:t>x</a:t>
            </a:r>
            <a:r>
              <a:rPr sz="3400" spc="-25" dirty="0">
                <a:solidFill>
                  <a:srgbClr val="B5121B"/>
                </a:solidFill>
                <a:latin typeface="Calibri"/>
                <a:cs typeface="Calibri"/>
              </a:rPr>
              <a:t>e</a:t>
            </a:r>
            <a:r>
              <a:rPr sz="3400" spc="-65" dirty="0">
                <a:solidFill>
                  <a:srgbClr val="B5121B"/>
                </a:solidFill>
                <a:latin typeface="Calibri"/>
                <a:cs typeface="Calibri"/>
              </a:rPr>
              <a:t>r</a:t>
            </a:r>
            <a:r>
              <a:rPr sz="3400" dirty="0">
                <a:solidFill>
                  <a:srgbClr val="B5121B"/>
                </a:solidFill>
                <a:latin typeface="Calibri"/>
                <a:cs typeface="Calibri"/>
              </a:rPr>
              <a:t>ci</a:t>
            </a:r>
            <a:r>
              <a:rPr sz="3400" spc="-10" dirty="0">
                <a:solidFill>
                  <a:srgbClr val="B5121B"/>
                </a:solidFill>
                <a:latin typeface="Calibri"/>
                <a:cs typeface="Calibri"/>
              </a:rPr>
              <a:t>s</a:t>
            </a:r>
            <a:r>
              <a:rPr sz="3400" spc="-20" dirty="0">
                <a:solidFill>
                  <a:srgbClr val="B5121B"/>
                </a:solidFill>
                <a:latin typeface="Calibri"/>
                <a:cs typeface="Calibri"/>
              </a:rPr>
              <a:t>e</a:t>
            </a:r>
            <a:endParaRPr sz="3400">
              <a:latin typeface="Calibri"/>
              <a:cs typeface="Calibri"/>
            </a:endParaRPr>
          </a:p>
        </p:txBody>
      </p:sp>
      <p:sp>
        <p:nvSpPr>
          <p:cNvPr id="6" name="object 6"/>
          <p:cNvSpPr txBox="1"/>
          <p:nvPr/>
        </p:nvSpPr>
        <p:spPr>
          <a:xfrm>
            <a:off x="2058201" y="2132263"/>
            <a:ext cx="7816850" cy="3482340"/>
          </a:xfrm>
          <a:prstGeom prst="rect">
            <a:avLst/>
          </a:prstGeom>
        </p:spPr>
        <p:txBody>
          <a:bodyPr vert="horz" wrap="square" lIns="0" tIns="0" rIns="0" bIns="0" rtlCol="0">
            <a:spAutoFit/>
          </a:bodyPr>
          <a:lstStyle/>
          <a:p>
            <a:pPr marL="241300" marR="116839" indent="-228600">
              <a:lnSpc>
                <a:spcPts val="2810"/>
              </a:lnSpc>
              <a:buClr>
                <a:srgbClr val="ADB3B8"/>
              </a:buClr>
              <a:buFont typeface="Arial"/>
              <a:buChar char="•"/>
              <a:tabLst>
                <a:tab pos="241300" algn="l"/>
              </a:tabLst>
            </a:pPr>
            <a:r>
              <a:rPr sz="2600" spc="-15" dirty="0">
                <a:latin typeface="Calibri"/>
                <a:cs typeface="Calibri"/>
              </a:rPr>
              <a:t>C</a:t>
            </a:r>
            <a:r>
              <a:rPr sz="2600" spc="-20" dirty="0">
                <a:latin typeface="Calibri"/>
                <a:cs typeface="Calibri"/>
              </a:rPr>
              <a:t>o</a:t>
            </a:r>
            <a:r>
              <a:rPr sz="2600" spc="-40" dirty="0">
                <a:latin typeface="Calibri"/>
                <a:cs typeface="Calibri"/>
              </a:rPr>
              <a:t>n</a:t>
            </a:r>
            <a:r>
              <a:rPr sz="2600" spc="-15" dirty="0">
                <a:latin typeface="Calibri"/>
                <a:cs typeface="Calibri"/>
              </a:rPr>
              <a:t>t</a:t>
            </a:r>
            <a:r>
              <a:rPr sz="2600" spc="-55" dirty="0">
                <a:latin typeface="Calibri"/>
                <a:cs typeface="Calibri"/>
              </a:rPr>
              <a:t>r</a:t>
            </a:r>
            <a:r>
              <a:rPr sz="2600" spc="-20" dirty="0">
                <a:latin typeface="Calibri"/>
                <a:cs typeface="Calibri"/>
              </a:rPr>
              <a:t>o</a:t>
            </a:r>
            <a:r>
              <a:rPr sz="2600" dirty="0">
                <a:latin typeface="Calibri"/>
                <a:cs typeface="Calibri"/>
              </a:rPr>
              <a:t>l</a:t>
            </a:r>
            <a:r>
              <a:rPr sz="2600" spc="-35" dirty="0">
                <a:latin typeface="Times New Roman"/>
                <a:cs typeface="Times New Roman"/>
              </a:rPr>
              <a:t> </a:t>
            </a:r>
            <a:r>
              <a:rPr sz="2600" spc="-25" dirty="0">
                <a:latin typeface="Calibri"/>
                <a:cs typeface="Calibri"/>
              </a:rPr>
              <a:t>m</a:t>
            </a:r>
            <a:r>
              <a:rPr sz="2600" spc="-20" dirty="0">
                <a:latin typeface="Calibri"/>
                <a:cs typeface="Calibri"/>
              </a:rPr>
              <a:t>o</a:t>
            </a:r>
            <a:r>
              <a:rPr sz="2600" spc="-15" dirty="0">
                <a:latin typeface="Calibri"/>
                <a:cs typeface="Calibri"/>
              </a:rPr>
              <a:t>d</a:t>
            </a:r>
            <a:r>
              <a:rPr sz="2600" spc="-20" dirty="0">
                <a:latin typeface="Calibri"/>
                <a:cs typeface="Calibri"/>
              </a:rPr>
              <a:t>e</a:t>
            </a:r>
            <a:r>
              <a:rPr sz="2600" spc="-10" dirty="0">
                <a:latin typeface="Calibri"/>
                <a:cs typeface="Calibri"/>
              </a:rPr>
              <a:t>l</a:t>
            </a:r>
            <a:r>
              <a:rPr sz="2600" spc="-70" dirty="0">
                <a:latin typeface="Times New Roman"/>
                <a:cs typeface="Times New Roman"/>
              </a:rPr>
              <a:t> </a:t>
            </a:r>
            <a:r>
              <a:rPr sz="2600" spc="-65" dirty="0">
                <a:latin typeface="Calibri"/>
                <a:cs typeface="Calibri"/>
              </a:rPr>
              <a:t>f</a:t>
            </a:r>
            <a:r>
              <a:rPr sz="2600" spc="-20" dirty="0">
                <a:latin typeface="Calibri"/>
                <a:cs typeface="Calibri"/>
              </a:rPr>
              <a:t>o</a:t>
            </a:r>
            <a:r>
              <a:rPr sz="2600" spc="-10" dirty="0">
                <a:latin typeface="Calibri"/>
                <a:cs typeface="Calibri"/>
              </a:rPr>
              <a:t>r</a:t>
            </a:r>
            <a:r>
              <a:rPr sz="2600" spc="-55" dirty="0">
                <a:latin typeface="Times New Roman"/>
                <a:cs typeface="Times New Roman"/>
              </a:rPr>
              <a:t> </a:t>
            </a:r>
            <a:r>
              <a:rPr sz="2600" b="1" spc="-45" dirty="0">
                <a:solidFill>
                  <a:srgbClr val="C00000"/>
                </a:solidFill>
                <a:latin typeface="Calibri"/>
                <a:cs typeface="Calibri"/>
              </a:rPr>
              <a:t>t</a:t>
            </a:r>
            <a:r>
              <a:rPr sz="2600" b="1" dirty="0">
                <a:solidFill>
                  <a:srgbClr val="C00000"/>
                </a:solidFill>
                <a:latin typeface="Calibri"/>
                <a:cs typeface="Calibri"/>
              </a:rPr>
              <a:t>e</a:t>
            </a:r>
            <a:r>
              <a:rPr sz="2600" b="1" spc="-25" dirty="0">
                <a:solidFill>
                  <a:srgbClr val="C00000"/>
                </a:solidFill>
                <a:latin typeface="Calibri"/>
                <a:cs typeface="Calibri"/>
              </a:rPr>
              <a:t>mp</a:t>
            </a:r>
            <a:r>
              <a:rPr sz="2600" b="1" spc="-15" dirty="0">
                <a:solidFill>
                  <a:srgbClr val="C00000"/>
                </a:solidFill>
                <a:latin typeface="Calibri"/>
                <a:cs typeface="Calibri"/>
              </a:rPr>
              <a:t>e</a:t>
            </a:r>
            <a:r>
              <a:rPr sz="2600" b="1" spc="-60" dirty="0">
                <a:solidFill>
                  <a:srgbClr val="C00000"/>
                </a:solidFill>
                <a:latin typeface="Calibri"/>
                <a:cs typeface="Calibri"/>
              </a:rPr>
              <a:t>r</a:t>
            </a:r>
            <a:r>
              <a:rPr sz="2600" b="1" spc="-40" dirty="0">
                <a:solidFill>
                  <a:srgbClr val="C00000"/>
                </a:solidFill>
                <a:latin typeface="Calibri"/>
                <a:cs typeface="Calibri"/>
              </a:rPr>
              <a:t>a</a:t>
            </a:r>
            <a:r>
              <a:rPr sz="2600" b="1" spc="-5" dirty="0">
                <a:solidFill>
                  <a:srgbClr val="C00000"/>
                </a:solidFill>
                <a:latin typeface="Calibri"/>
                <a:cs typeface="Calibri"/>
              </a:rPr>
              <a:t>t</a:t>
            </a:r>
            <a:r>
              <a:rPr sz="2600" b="1" spc="-20" dirty="0">
                <a:solidFill>
                  <a:srgbClr val="C00000"/>
                </a:solidFill>
                <a:latin typeface="Calibri"/>
                <a:cs typeface="Calibri"/>
              </a:rPr>
              <a:t>u</a:t>
            </a:r>
            <a:r>
              <a:rPr sz="2600" b="1" spc="-35" dirty="0">
                <a:solidFill>
                  <a:srgbClr val="C00000"/>
                </a:solidFill>
                <a:latin typeface="Calibri"/>
                <a:cs typeface="Calibri"/>
              </a:rPr>
              <a:t>r</a:t>
            </a:r>
            <a:r>
              <a:rPr sz="2600" b="1" dirty="0">
                <a:solidFill>
                  <a:srgbClr val="C00000"/>
                </a:solidFill>
                <a:latin typeface="Calibri"/>
                <a:cs typeface="Calibri"/>
              </a:rPr>
              <a:t>e</a:t>
            </a:r>
            <a:r>
              <a:rPr sz="2600" b="1" spc="-35" dirty="0">
                <a:solidFill>
                  <a:srgbClr val="C00000"/>
                </a:solidFill>
                <a:latin typeface="Times New Roman"/>
                <a:cs typeface="Times New Roman"/>
              </a:rPr>
              <a:t> </a:t>
            </a:r>
            <a:r>
              <a:rPr sz="2600" b="1" spc="-15" dirty="0">
                <a:solidFill>
                  <a:srgbClr val="C00000"/>
                </a:solidFill>
                <a:latin typeface="Calibri"/>
                <a:cs typeface="Calibri"/>
              </a:rPr>
              <a:t>in</a:t>
            </a:r>
            <a:r>
              <a:rPr sz="2600" b="1" spc="-60" dirty="0">
                <a:solidFill>
                  <a:srgbClr val="C00000"/>
                </a:solidFill>
                <a:latin typeface="Times New Roman"/>
                <a:cs typeface="Times New Roman"/>
              </a:rPr>
              <a:t> </a:t>
            </a:r>
            <a:r>
              <a:rPr sz="2600" b="1" spc="-15" dirty="0">
                <a:solidFill>
                  <a:srgbClr val="C00000"/>
                </a:solidFill>
                <a:latin typeface="Calibri"/>
                <a:cs typeface="Calibri"/>
              </a:rPr>
              <a:t>a</a:t>
            </a:r>
            <a:r>
              <a:rPr sz="2600" b="1" spc="-55" dirty="0">
                <a:solidFill>
                  <a:srgbClr val="C00000"/>
                </a:solidFill>
                <a:latin typeface="Times New Roman"/>
                <a:cs typeface="Times New Roman"/>
              </a:rPr>
              <a:t> </a:t>
            </a:r>
            <a:r>
              <a:rPr sz="2600" b="1" spc="-20" dirty="0">
                <a:solidFill>
                  <a:srgbClr val="C00000"/>
                </a:solidFill>
                <a:latin typeface="Calibri"/>
                <a:cs typeface="Calibri"/>
              </a:rPr>
              <a:t>g</a:t>
            </a:r>
            <a:r>
              <a:rPr sz="2600" b="1" spc="-40" dirty="0">
                <a:solidFill>
                  <a:srgbClr val="C00000"/>
                </a:solidFill>
                <a:latin typeface="Calibri"/>
                <a:cs typeface="Calibri"/>
              </a:rPr>
              <a:t>r</a:t>
            </a:r>
            <a:r>
              <a:rPr sz="2600" b="1" dirty="0">
                <a:solidFill>
                  <a:srgbClr val="C00000"/>
                </a:solidFill>
                <a:latin typeface="Calibri"/>
                <a:cs typeface="Calibri"/>
              </a:rPr>
              <a:t>ee</a:t>
            </a:r>
            <a:r>
              <a:rPr sz="2600" b="1" spc="-20" dirty="0">
                <a:solidFill>
                  <a:srgbClr val="C00000"/>
                </a:solidFill>
                <a:latin typeface="Calibri"/>
                <a:cs typeface="Calibri"/>
              </a:rPr>
              <a:t>n</a:t>
            </a:r>
            <a:r>
              <a:rPr sz="2600" b="1" spc="-15" dirty="0">
                <a:solidFill>
                  <a:srgbClr val="C00000"/>
                </a:solidFill>
                <a:latin typeface="Calibri"/>
                <a:cs typeface="Calibri"/>
              </a:rPr>
              <a:t>h</a:t>
            </a:r>
            <a:r>
              <a:rPr sz="2600" b="1" spc="-10" dirty="0">
                <a:solidFill>
                  <a:srgbClr val="C00000"/>
                </a:solidFill>
                <a:latin typeface="Calibri"/>
                <a:cs typeface="Calibri"/>
              </a:rPr>
              <a:t>o</a:t>
            </a:r>
            <a:r>
              <a:rPr sz="2600" b="1" spc="-20" dirty="0">
                <a:solidFill>
                  <a:srgbClr val="C00000"/>
                </a:solidFill>
                <a:latin typeface="Calibri"/>
                <a:cs typeface="Calibri"/>
              </a:rPr>
              <a:t>u</a:t>
            </a:r>
            <a:r>
              <a:rPr sz="2600" b="1" spc="-10" dirty="0">
                <a:solidFill>
                  <a:srgbClr val="C00000"/>
                </a:solidFill>
                <a:latin typeface="Calibri"/>
                <a:cs typeface="Calibri"/>
              </a:rPr>
              <a:t>se</a:t>
            </a:r>
            <a:r>
              <a:rPr sz="2600" spc="-10" dirty="0">
                <a:latin typeface="Calibri"/>
                <a:cs typeface="Calibri"/>
              </a:rPr>
              <a:t>,</a:t>
            </a:r>
            <a:r>
              <a:rPr sz="2600" spc="-35" dirty="0">
                <a:latin typeface="Times New Roman"/>
                <a:cs typeface="Times New Roman"/>
              </a:rPr>
              <a:t> </a:t>
            </a:r>
            <a:r>
              <a:rPr sz="2600" spc="-20" dirty="0">
                <a:latin typeface="Calibri"/>
                <a:cs typeface="Calibri"/>
              </a:rPr>
              <a:t>whe</a:t>
            </a:r>
            <a:r>
              <a:rPr sz="2600" spc="-50" dirty="0">
                <a:latin typeface="Calibri"/>
                <a:cs typeface="Calibri"/>
              </a:rPr>
              <a:t>r</a:t>
            </a:r>
            <a:r>
              <a:rPr sz="2600" spc="-15" dirty="0">
                <a:latin typeface="Calibri"/>
                <a:cs typeface="Calibri"/>
              </a:rPr>
              <a:t>e</a:t>
            </a:r>
            <a:r>
              <a:rPr sz="2600" spc="-10" dirty="0">
                <a:latin typeface="Times New Roman"/>
                <a:cs typeface="Times New Roman"/>
              </a:rPr>
              <a:t> </a:t>
            </a:r>
            <a:r>
              <a:rPr sz="2600" spc="-15" dirty="0">
                <a:latin typeface="Calibri"/>
                <a:cs typeface="Calibri"/>
              </a:rPr>
              <a:t>the</a:t>
            </a:r>
            <a:r>
              <a:rPr sz="2600" spc="-70" dirty="0">
                <a:latin typeface="Times New Roman"/>
                <a:cs typeface="Times New Roman"/>
              </a:rPr>
              <a:t> </a:t>
            </a:r>
            <a:r>
              <a:rPr sz="2600" spc="-5" dirty="0">
                <a:latin typeface="Calibri"/>
                <a:cs typeface="Calibri"/>
              </a:rPr>
              <a:t>i</a:t>
            </a:r>
            <a:r>
              <a:rPr sz="2600" spc="-15" dirty="0">
                <a:latin typeface="Calibri"/>
                <a:cs typeface="Calibri"/>
              </a:rPr>
              <a:t>nput</a:t>
            </a:r>
            <a:r>
              <a:rPr sz="2600" spc="-70" dirty="0">
                <a:latin typeface="Times New Roman"/>
                <a:cs typeface="Times New Roman"/>
              </a:rPr>
              <a:t> </a:t>
            </a:r>
            <a:r>
              <a:rPr sz="2600" spc="-5" dirty="0">
                <a:latin typeface="Calibri"/>
                <a:cs typeface="Calibri"/>
              </a:rPr>
              <a:t>i</a:t>
            </a:r>
            <a:r>
              <a:rPr sz="2600" spc="-15" dirty="0">
                <a:latin typeface="Calibri"/>
                <a:cs typeface="Calibri"/>
              </a:rPr>
              <a:t>s</a:t>
            </a:r>
            <a:r>
              <a:rPr sz="2600" spc="-60" dirty="0">
                <a:latin typeface="Times New Roman"/>
                <a:cs typeface="Times New Roman"/>
              </a:rPr>
              <a:t> </a:t>
            </a:r>
            <a:r>
              <a:rPr sz="2600" spc="-15" dirty="0">
                <a:latin typeface="Calibri"/>
                <a:cs typeface="Calibri"/>
              </a:rPr>
              <a:t>the</a:t>
            </a:r>
            <a:r>
              <a:rPr sz="2600" spc="-65" dirty="0">
                <a:latin typeface="Times New Roman"/>
                <a:cs typeface="Times New Roman"/>
              </a:rPr>
              <a:t> </a:t>
            </a:r>
            <a:r>
              <a:rPr sz="2600" spc="-15" dirty="0">
                <a:latin typeface="Calibri"/>
                <a:cs typeface="Calibri"/>
              </a:rPr>
              <a:t>p</a:t>
            </a:r>
            <a:r>
              <a:rPr sz="2600" spc="-5" dirty="0">
                <a:latin typeface="Calibri"/>
                <a:cs typeface="Calibri"/>
              </a:rPr>
              <a:t>osi</a:t>
            </a:r>
            <a:r>
              <a:rPr sz="2600" spc="-15" dirty="0">
                <a:latin typeface="Calibri"/>
                <a:cs typeface="Calibri"/>
              </a:rPr>
              <a:t>t</a:t>
            </a:r>
            <a:r>
              <a:rPr sz="2600" spc="-5" dirty="0">
                <a:latin typeface="Calibri"/>
                <a:cs typeface="Calibri"/>
              </a:rPr>
              <a:t>i</a:t>
            </a:r>
            <a:r>
              <a:rPr sz="2600" spc="-20" dirty="0">
                <a:latin typeface="Calibri"/>
                <a:cs typeface="Calibri"/>
              </a:rPr>
              <a:t>o</a:t>
            </a:r>
            <a:r>
              <a:rPr sz="2600" spc="-15" dirty="0">
                <a:latin typeface="Calibri"/>
                <a:cs typeface="Calibri"/>
              </a:rPr>
              <a:t>n</a:t>
            </a:r>
            <a:r>
              <a:rPr sz="2600" spc="-45" dirty="0">
                <a:latin typeface="Times New Roman"/>
                <a:cs typeface="Times New Roman"/>
              </a:rPr>
              <a:t> </a:t>
            </a:r>
            <a:r>
              <a:rPr sz="2600" spc="-20" dirty="0">
                <a:latin typeface="Calibri"/>
                <a:cs typeface="Calibri"/>
              </a:rPr>
              <a:t>o</a:t>
            </a:r>
            <a:r>
              <a:rPr sz="2600" spc="-10" dirty="0">
                <a:latin typeface="Calibri"/>
                <a:cs typeface="Calibri"/>
              </a:rPr>
              <a:t>f</a:t>
            </a:r>
            <a:r>
              <a:rPr sz="2600" spc="-65" dirty="0">
                <a:latin typeface="Times New Roman"/>
                <a:cs typeface="Times New Roman"/>
              </a:rPr>
              <a:t> </a:t>
            </a:r>
            <a:r>
              <a:rPr sz="2600" spc="-15" dirty="0">
                <a:latin typeface="Calibri"/>
                <a:cs typeface="Calibri"/>
              </a:rPr>
              <a:t>a</a:t>
            </a:r>
            <a:r>
              <a:rPr sz="2600" spc="-60" dirty="0">
                <a:latin typeface="Times New Roman"/>
                <a:cs typeface="Times New Roman"/>
              </a:rPr>
              <a:t> </a:t>
            </a:r>
            <a:r>
              <a:rPr sz="2600" spc="-15" dirty="0">
                <a:latin typeface="Calibri"/>
                <a:cs typeface="Calibri"/>
              </a:rPr>
              <a:t>h</a:t>
            </a:r>
            <a:r>
              <a:rPr sz="2600" spc="-20" dirty="0">
                <a:latin typeface="Calibri"/>
                <a:cs typeface="Calibri"/>
              </a:rPr>
              <a:t>o</a:t>
            </a:r>
            <a:r>
              <a:rPr sz="2600" spc="-10" dirty="0">
                <a:latin typeface="Calibri"/>
                <a:cs typeface="Calibri"/>
              </a:rPr>
              <a:t>t</a:t>
            </a:r>
            <a:r>
              <a:rPr sz="2600" spc="-60" dirty="0">
                <a:latin typeface="Times New Roman"/>
                <a:cs typeface="Times New Roman"/>
              </a:rPr>
              <a:t> </a:t>
            </a:r>
            <a:r>
              <a:rPr sz="2600" spc="-50" dirty="0">
                <a:latin typeface="Calibri"/>
                <a:cs typeface="Calibri"/>
              </a:rPr>
              <a:t>w</a:t>
            </a:r>
            <a:r>
              <a:rPr sz="2600" spc="-45" dirty="0">
                <a:latin typeface="Calibri"/>
                <a:cs typeface="Calibri"/>
              </a:rPr>
              <a:t>at</a:t>
            </a:r>
            <a:r>
              <a:rPr sz="2600" spc="-20" dirty="0">
                <a:latin typeface="Calibri"/>
                <a:cs typeface="Calibri"/>
              </a:rPr>
              <a:t>e</a:t>
            </a:r>
            <a:r>
              <a:rPr sz="2600" spc="-10" dirty="0">
                <a:latin typeface="Calibri"/>
                <a:cs typeface="Calibri"/>
              </a:rPr>
              <a:t>r</a:t>
            </a:r>
            <a:r>
              <a:rPr sz="2600" spc="-40" dirty="0">
                <a:latin typeface="Times New Roman"/>
                <a:cs typeface="Times New Roman"/>
              </a:rPr>
              <a:t> </a:t>
            </a:r>
            <a:r>
              <a:rPr sz="2600" spc="-15" dirty="0">
                <a:latin typeface="Calibri"/>
                <a:cs typeface="Calibri"/>
              </a:rPr>
              <a:t>h</a:t>
            </a:r>
            <a:r>
              <a:rPr sz="2600" spc="-20" dirty="0">
                <a:latin typeface="Calibri"/>
                <a:cs typeface="Calibri"/>
              </a:rPr>
              <a:t>e</a:t>
            </a:r>
            <a:r>
              <a:rPr sz="2600" spc="-45" dirty="0">
                <a:latin typeface="Calibri"/>
                <a:cs typeface="Calibri"/>
              </a:rPr>
              <a:t>a</a:t>
            </a:r>
            <a:r>
              <a:rPr sz="2600" spc="-15" dirty="0">
                <a:latin typeface="Calibri"/>
                <a:cs typeface="Calibri"/>
              </a:rPr>
              <a:t>t</a:t>
            </a:r>
            <a:r>
              <a:rPr sz="2600" spc="-5" dirty="0">
                <a:latin typeface="Calibri"/>
                <a:cs typeface="Calibri"/>
              </a:rPr>
              <a:t>i</a:t>
            </a:r>
            <a:r>
              <a:rPr sz="2600" spc="-15" dirty="0">
                <a:latin typeface="Calibri"/>
                <a:cs typeface="Calibri"/>
              </a:rPr>
              <a:t>ng</a:t>
            </a:r>
            <a:r>
              <a:rPr sz="2600" spc="-55" dirty="0">
                <a:latin typeface="Times New Roman"/>
                <a:cs typeface="Times New Roman"/>
              </a:rPr>
              <a:t> </a:t>
            </a:r>
            <a:r>
              <a:rPr sz="2600" spc="-50" dirty="0">
                <a:latin typeface="Calibri"/>
                <a:cs typeface="Calibri"/>
              </a:rPr>
              <a:t>v</a:t>
            </a:r>
            <a:r>
              <a:rPr sz="2600" spc="-15" dirty="0">
                <a:latin typeface="Calibri"/>
                <a:cs typeface="Calibri"/>
              </a:rPr>
              <a:t>al</a:t>
            </a:r>
            <a:r>
              <a:rPr sz="2600" spc="-40" dirty="0">
                <a:latin typeface="Calibri"/>
                <a:cs typeface="Calibri"/>
              </a:rPr>
              <a:t>v</a:t>
            </a:r>
            <a:r>
              <a:rPr sz="2600" spc="-15" dirty="0">
                <a:latin typeface="Calibri"/>
                <a:cs typeface="Calibri"/>
              </a:rPr>
              <a:t>e</a:t>
            </a:r>
            <a:endParaRPr sz="2600">
              <a:latin typeface="Calibri"/>
              <a:cs typeface="Calibri"/>
            </a:endParaRPr>
          </a:p>
          <a:p>
            <a:pPr marL="240665" marR="405130">
              <a:lnSpc>
                <a:spcPts val="2810"/>
              </a:lnSpc>
            </a:pPr>
            <a:r>
              <a:rPr sz="2600" spc="-15" dirty="0">
                <a:latin typeface="Calibri"/>
                <a:cs typeface="Calibri"/>
              </a:rPr>
              <a:t>(0</a:t>
            </a:r>
            <a:r>
              <a:rPr sz="2600" spc="-65" dirty="0">
                <a:latin typeface="Times New Roman"/>
                <a:cs typeface="Times New Roman"/>
              </a:rPr>
              <a:t> </a:t>
            </a:r>
            <a:r>
              <a:rPr sz="2600" spc="-35" dirty="0">
                <a:latin typeface="Calibri"/>
                <a:cs typeface="Calibri"/>
              </a:rPr>
              <a:t>t</a:t>
            </a:r>
            <a:r>
              <a:rPr sz="2600" spc="-15" dirty="0">
                <a:latin typeface="Calibri"/>
                <a:cs typeface="Calibri"/>
              </a:rPr>
              <a:t>o</a:t>
            </a:r>
            <a:r>
              <a:rPr sz="2600" spc="-55" dirty="0">
                <a:latin typeface="Times New Roman"/>
                <a:cs typeface="Times New Roman"/>
              </a:rPr>
              <a:t> </a:t>
            </a:r>
            <a:r>
              <a:rPr sz="2600" spc="-20" dirty="0">
                <a:latin typeface="Calibri"/>
                <a:cs typeface="Calibri"/>
              </a:rPr>
              <a:t>1)</a:t>
            </a:r>
            <a:r>
              <a:rPr sz="2600" spc="-10" dirty="0">
                <a:latin typeface="Calibri"/>
                <a:cs typeface="Calibri"/>
              </a:rPr>
              <a:t>,</a:t>
            </a:r>
            <a:r>
              <a:rPr sz="2600" spc="-70" dirty="0">
                <a:latin typeface="Times New Roman"/>
                <a:cs typeface="Times New Roman"/>
              </a:rPr>
              <a:t> </a:t>
            </a:r>
            <a:r>
              <a:rPr sz="2600" spc="-15" dirty="0">
                <a:latin typeface="Calibri"/>
                <a:cs typeface="Calibri"/>
              </a:rPr>
              <a:t>the</a:t>
            </a:r>
            <a:r>
              <a:rPr sz="2600" spc="-70" dirty="0">
                <a:latin typeface="Times New Roman"/>
                <a:cs typeface="Times New Roman"/>
              </a:rPr>
              <a:t> </a:t>
            </a:r>
            <a:r>
              <a:rPr sz="2600" spc="-45" dirty="0">
                <a:latin typeface="Calibri"/>
                <a:cs typeface="Calibri"/>
              </a:rPr>
              <a:t>t</a:t>
            </a:r>
            <a:r>
              <a:rPr sz="2600" spc="-20" dirty="0">
                <a:latin typeface="Calibri"/>
                <a:cs typeface="Calibri"/>
              </a:rPr>
              <a:t>empe</a:t>
            </a:r>
            <a:r>
              <a:rPr sz="2600" spc="-65" dirty="0">
                <a:latin typeface="Calibri"/>
                <a:cs typeface="Calibri"/>
              </a:rPr>
              <a:t>r</a:t>
            </a:r>
            <a:r>
              <a:rPr sz="2600" spc="-45" dirty="0">
                <a:latin typeface="Calibri"/>
                <a:cs typeface="Calibri"/>
              </a:rPr>
              <a:t>a</a:t>
            </a:r>
            <a:r>
              <a:rPr sz="2600" spc="-15" dirty="0">
                <a:latin typeface="Calibri"/>
                <a:cs typeface="Calibri"/>
              </a:rPr>
              <a:t>tu</a:t>
            </a:r>
            <a:r>
              <a:rPr sz="2600" spc="-50" dirty="0">
                <a:latin typeface="Calibri"/>
                <a:cs typeface="Calibri"/>
              </a:rPr>
              <a:t>r</a:t>
            </a:r>
            <a:r>
              <a:rPr sz="2600" spc="-15" dirty="0">
                <a:latin typeface="Calibri"/>
                <a:cs typeface="Calibri"/>
              </a:rPr>
              <a:t>e</a:t>
            </a:r>
            <a:r>
              <a:rPr sz="2600" spc="-50" dirty="0">
                <a:latin typeface="Times New Roman"/>
                <a:cs typeface="Times New Roman"/>
              </a:rPr>
              <a:t> </a:t>
            </a:r>
            <a:r>
              <a:rPr sz="2600" spc="-5" dirty="0">
                <a:latin typeface="Calibri"/>
                <a:cs typeface="Calibri"/>
              </a:rPr>
              <a:t>i</a:t>
            </a:r>
            <a:r>
              <a:rPr sz="2600" spc="-15" dirty="0">
                <a:latin typeface="Calibri"/>
                <a:cs typeface="Calibri"/>
              </a:rPr>
              <a:t>s</a:t>
            </a:r>
            <a:r>
              <a:rPr sz="2600" spc="-70" dirty="0">
                <a:latin typeface="Times New Roman"/>
                <a:cs typeface="Times New Roman"/>
              </a:rPr>
              <a:t> </a:t>
            </a:r>
            <a:r>
              <a:rPr sz="2600" spc="-15" dirty="0">
                <a:latin typeface="Calibri"/>
                <a:cs typeface="Calibri"/>
              </a:rPr>
              <a:t>d</a:t>
            </a:r>
            <a:r>
              <a:rPr sz="2600" spc="-20" dirty="0">
                <a:latin typeface="Calibri"/>
                <a:cs typeface="Calibri"/>
              </a:rPr>
              <a:t>e</a:t>
            </a:r>
            <a:r>
              <a:rPr sz="2600" spc="-15" dirty="0">
                <a:latin typeface="Calibri"/>
                <a:cs typeface="Calibri"/>
              </a:rPr>
              <a:t>g</a:t>
            </a:r>
            <a:r>
              <a:rPr sz="2600" spc="-50" dirty="0">
                <a:latin typeface="Calibri"/>
                <a:cs typeface="Calibri"/>
              </a:rPr>
              <a:t>r</a:t>
            </a:r>
            <a:r>
              <a:rPr sz="2600" spc="-20" dirty="0">
                <a:latin typeface="Calibri"/>
                <a:cs typeface="Calibri"/>
              </a:rPr>
              <a:t>ee</a:t>
            </a:r>
            <a:r>
              <a:rPr sz="2600" spc="-15" dirty="0">
                <a:latin typeface="Calibri"/>
                <a:cs typeface="Calibri"/>
              </a:rPr>
              <a:t>s</a:t>
            </a:r>
            <a:r>
              <a:rPr sz="2600" spc="-75" dirty="0">
                <a:latin typeface="Times New Roman"/>
                <a:cs typeface="Times New Roman"/>
              </a:rPr>
              <a:t> </a:t>
            </a:r>
            <a:r>
              <a:rPr sz="2600" spc="-15" dirty="0">
                <a:latin typeface="Calibri"/>
                <a:cs typeface="Calibri"/>
              </a:rPr>
              <a:t>C</a:t>
            </a:r>
            <a:r>
              <a:rPr sz="2600" spc="-20" dirty="0">
                <a:latin typeface="Calibri"/>
                <a:cs typeface="Calibri"/>
              </a:rPr>
              <a:t>e</a:t>
            </a:r>
            <a:r>
              <a:rPr sz="2600" spc="-5" dirty="0">
                <a:latin typeface="Calibri"/>
                <a:cs typeface="Calibri"/>
              </a:rPr>
              <a:t>lsi</a:t>
            </a:r>
            <a:r>
              <a:rPr sz="2600" spc="-15" dirty="0">
                <a:latin typeface="Calibri"/>
                <a:cs typeface="Calibri"/>
              </a:rPr>
              <a:t>us</a:t>
            </a:r>
            <a:r>
              <a:rPr sz="2600" spc="-60" dirty="0">
                <a:latin typeface="Times New Roman"/>
                <a:cs typeface="Times New Roman"/>
              </a:rPr>
              <a:t> </a:t>
            </a:r>
            <a:r>
              <a:rPr sz="2600" spc="-20" dirty="0">
                <a:latin typeface="Calibri"/>
                <a:cs typeface="Calibri"/>
              </a:rPr>
              <a:t>a</a:t>
            </a:r>
            <a:r>
              <a:rPr sz="2600" spc="-15" dirty="0">
                <a:latin typeface="Calibri"/>
                <a:cs typeface="Calibri"/>
              </a:rPr>
              <a:t>b</a:t>
            </a:r>
            <a:r>
              <a:rPr sz="2600" spc="-30" dirty="0">
                <a:latin typeface="Calibri"/>
                <a:cs typeface="Calibri"/>
              </a:rPr>
              <a:t>o</a:t>
            </a:r>
            <a:r>
              <a:rPr sz="2600" spc="-40" dirty="0">
                <a:latin typeface="Calibri"/>
                <a:cs typeface="Calibri"/>
              </a:rPr>
              <a:t>v</a:t>
            </a:r>
            <a:r>
              <a:rPr sz="2600" spc="-15" dirty="0">
                <a:latin typeface="Calibri"/>
                <a:cs typeface="Calibri"/>
              </a:rPr>
              <a:t>e</a:t>
            </a:r>
            <a:r>
              <a:rPr sz="2600" spc="-60" dirty="0">
                <a:latin typeface="Times New Roman"/>
                <a:cs typeface="Times New Roman"/>
              </a:rPr>
              <a:t> </a:t>
            </a:r>
            <a:r>
              <a:rPr sz="2600" spc="-15" dirty="0">
                <a:latin typeface="Calibri"/>
                <a:cs typeface="Calibri"/>
              </a:rPr>
              <a:t>the</a:t>
            </a:r>
            <a:r>
              <a:rPr sz="2600" spc="-10" dirty="0">
                <a:latin typeface="Times New Roman"/>
                <a:cs typeface="Times New Roman"/>
              </a:rPr>
              <a:t> </a:t>
            </a:r>
            <a:r>
              <a:rPr sz="2600" spc="-15" dirty="0">
                <a:latin typeface="Calibri"/>
                <a:cs typeface="Calibri"/>
              </a:rPr>
              <a:t>b</a:t>
            </a:r>
            <a:r>
              <a:rPr sz="2600" spc="-20" dirty="0">
                <a:latin typeface="Calibri"/>
                <a:cs typeface="Calibri"/>
              </a:rPr>
              <a:t>asel</a:t>
            </a:r>
            <a:r>
              <a:rPr sz="2600" spc="-5" dirty="0">
                <a:latin typeface="Calibri"/>
                <a:cs typeface="Calibri"/>
              </a:rPr>
              <a:t>i</a:t>
            </a:r>
            <a:r>
              <a:rPr sz="2600" spc="-15" dirty="0">
                <a:latin typeface="Calibri"/>
                <a:cs typeface="Calibri"/>
              </a:rPr>
              <a:t>ne</a:t>
            </a:r>
            <a:r>
              <a:rPr sz="2600" spc="-65" dirty="0">
                <a:latin typeface="Times New Roman"/>
                <a:cs typeface="Times New Roman"/>
              </a:rPr>
              <a:t> </a:t>
            </a:r>
            <a:r>
              <a:rPr sz="2600" spc="-20" dirty="0">
                <a:latin typeface="Calibri"/>
                <a:cs typeface="Calibri"/>
              </a:rPr>
              <a:t>a</a:t>
            </a:r>
            <a:r>
              <a:rPr sz="2600" spc="-15" dirty="0">
                <a:latin typeface="Calibri"/>
                <a:cs typeface="Calibri"/>
              </a:rPr>
              <a:t>nd</a:t>
            </a:r>
            <a:r>
              <a:rPr sz="2600" spc="-60" dirty="0">
                <a:latin typeface="Times New Roman"/>
                <a:cs typeface="Times New Roman"/>
              </a:rPr>
              <a:t> </a:t>
            </a:r>
            <a:r>
              <a:rPr sz="2600" spc="-15" dirty="0">
                <a:latin typeface="Calibri"/>
                <a:cs typeface="Calibri"/>
              </a:rPr>
              <a:t>the</a:t>
            </a:r>
            <a:r>
              <a:rPr sz="2600" spc="-75" dirty="0">
                <a:latin typeface="Times New Roman"/>
                <a:cs typeface="Times New Roman"/>
              </a:rPr>
              <a:t> </a:t>
            </a:r>
            <a:r>
              <a:rPr sz="2600" spc="-20" dirty="0">
                <a:latin typeface="Calibri"/>
                <a:cs typeface="Calibri"/>
              </a:rPr>
              <a:t>samp</a:t>
            </a:r>
            <a:r>
              <a:rPr sz="2600" spc="-5" dirty="0">
                <a:latin typeface="Calibri"/>
                <a:cs typeface="Calibri"/>
              </a:rPr>
              <a:t>li</a:t>
            </a:r>
            <a:r>
              <a:rPr sz="2600" spc="-15" dirty="0">
                <a:latin typeface="Calibri"/>
                <a:cs typeface="Calibri"/>
              </a:rPr>
              <a:t>ng</a:t>
            </a:r>
            <a:r>
              <a:rPr sz="2600" spc="-55" dirty="0">
                <a:latin typeface="Times New Roman"/>
                <a:cs typeface="Times New Roman"/>
              </a:rPr>
              <a:t> </a:t>
            </a:r>
            <a:r>
              <a:rPr sz="2600" spc="-65" dirty="0">
                <a:latin typeface="Calibri"/>
                <a:cs typeface="Calibri"/>
              </a:rPr>
              <a:t>r</a:t>
            </a:r>
            <a:r>
              <a:rPr sz="2600" spc="-45" dirty="0">
                <a:latin typeface="Calibri"/>
                <a:cs typeface="Calibri"/>
              </a:rPr>
              <a:t>at</a:t>
            </a:r>
            <a:r>
              <a:rPr sz="2600" spc="-15" dirty="0">
                <a:latin typeface="Calibri"/>
                <a:cs typeface="Calibri"/>
              </a:rPr>
              <a:t>e</a:t>
            </a:r>
            <a:r>
              <a:rPr sz="2600" spc="-45" dirty="0">
                <a:latin typeface="Times New Roman"/>
                <a:cs typeface="Times New Roman"/>
              </a:rPr>
              <a:t> </a:t>
            </a:r>
            <a:r>
              <a:rPr sz="2600" spc="-15" dirty="0">
                <a:latin typeface="Calibri"/>
                <a:cs typeface="Calibri"/>
              </a:rPr>
              <a:t>=</a:t>
            </a:r>
            <a:r>
              <a:rPr sz="2600" spc="-65" dirty="0">
                <a:latin typeface="Times New Roman"/>
                <a:cs typeface="Times New Roman"/>
              </a:rPr>
              <a:t> </a:t>
            </a:r>
            <a:r>
              <a:rPr sz="2600" spc="-15" dirty="0">
                <a:latin typeface="Calibri"/>
                <a:cs typeface="Calibri"/>
              </a:rPr>
              <a:t>5</a:t>
            </a:r>
            <a:r>
              <a:rPr sz="2600" spc="-65" dirty="0">
                <a:latin typeface="Times New Roman"/>
                <a:cs typeface="Times New Roman"/>
              </a:rPr>
              <a:t> </a:t>
            </a:r>
            <a:r>
              <a:rPr sz="2600" spc="-25" dirty="0">
                <a:latin typeface="Calibri"/>
                <a:cs typeface="Calibri"/>
              </a:rPr>
              <a:t>m</a:t>
            </a:r>
            <a:r>
              <a:rPr sz="2600" spc="-5" dirty="0">
                <a:latin typeface="Calibri"/>
                <a:cs typeface="Calibri"/>
              </a:rPr>
              <a:t>i</a:t>
            </a:r>
            <a:r>
              <a:rPr sz="2600" spc="-15" dirty="0">
                <a:latin typeface="Calibri"/>
                <a:cs typeface="Calibri"/>
              </a:rPr>
              <a:t>nu</a:t>
            </a:r>
            <a:r>
              <a:rPr sz="2600" spc="-45" dirty="0">
                <a:latin typeface="Calibri"/>
                <a:cs typeface="Calibri"/>
              </a:rPr>
              <a:t>t</a:t>
            </a:r>
            <a:r>
              <a:rPr sz="2600" spc="-20" dirty="0">
                <a:latin typeface="Calibri"/>
                <a:cs typeface="Calibri"/>
              </a:rPr>
              <a:t>e</a:t>
            </a:r>
            <a:r>
              <a:rPr sz="2600" spc="-15" dirty="0">
                <a:latin typeface="Calibri"/>
                <a:cs typeface="Calibri"/>
              </a:rPr>
              <a:t>s</a:t>
            </a:r>
            <a:endParaRPr sz="2600">
              <a:latin typeface="Calibri"/>
              <a:cs typeface="Calibri"/>
            </a:endParaRPr>
          </a:p>
          <a:p>
            <a:pPr marL="241300" marR="5080" indent="-228600">
              <a:lnSpc>
                <a:spcPts val="2810"/>
              </a:lnSpc>
              <a:spcBef>
                <a:spcPts val="990"/>
              </a:spcBef>
              <a:buClr>
                <a:srgbClr val="ADB3B8"/>
              </a:buClr>
              <a:buFont typeface="Arial"/>
              <a:buChar char="•"/>
              <a:tabLst>
                <a:tab pos="241300" algn="l"/>
              </a:tabLst>
            </a:pPr>
            <a:r>
              <a:rPr sz="2600" spc="-25" dirty="0">
                <a:latin typeface="Calibri"/>
                <a:cs typeface="Calibri"/>
              </a:rPr>
              <a:t>D</a:t>
            </a:r>
            <a:r>
              <a:rPr sz="2600" spc="-30" dirty="0">
                <a:latin typeface="Calibri"/>
                <a:cs typeface="Calibri"/>
              </a:rPr>
              <a:t>e</a:t>
            </a:r>
            <a:r>
              <a:rPr sz="2600" spc="-45" dirty="0">
                <a:latin typeface="Calibri"/>
                <a:cs typeface="Calibri"/>
              </a:rPr>
              <a:t>t</a:t>
            </a:r>
            <a:r>
              <a:rPr sz="2600" spc="-20" dirty="0">
                <a:latin typeface="Calibri"/>
                <a:cs typeface="Calibri"/>
              </a:rPr>
              <a:t>e</a:t>
            </a:r>
            <a:r>
              <a:rPr sz="2600" spc="-15" dirty="0">
                <a:latin typeface="Calibri"/>
                <a:cs typeface="Calibri"/>
              </a:rPr>
              <a:t>rm</a:t>
            </a:r>
            <a:r>
              <a:rPr sz="2600" spc="-5" dirty="0">
                <a:latin typeface="Calibri"/>
                <a:cs typeface="Calibri"/>
              </a:rPr>
              <a:t>i</a:t>
            </a:r>
            <a:r>
              <a:rPr sz="2600" spc="-15" dirty="0">
                <a:latin typeface="Calibri"/>
                <a:cs typeface="Calibri"/>
              </a:rPr>
              <a:t>ne</a:t>
            </a:r>
            <a:r>
              <a:rPr sz="2600" spc="-60" dirty="0">
                <a:latin typeface="Times New Roman"/>
                <a:cs typeface="Times New Roman"/>
              </a:rPr>
              <a:t> </a:t>
            </a:r>
            <a:r>
              <a:rPr sz="2600" spc="-15" dirty="0">
                <a:latin typeface="Calibri"/>
                <a:cs typeface="Calibri"/>
              </a:rPr>
              <a:t>the</a:t>
            </a:r>
            <a:r>
              <a:rPr sz="2600" spc="-65" dirty="0">
                <a:latin typeface="Times New Roman"/>
                <a:cs typeface="Times New Roman"/>
              </a:rPr>
              <a:t> </a:t>
            </a:r>
            <a:r>
              <a:rPr sz="2600" spc="-15" dirty="0">
                <a:latin typeface="Calibri"/>
                <a:cs typeface="Calibri"/>
              </a:rPr>
              <a:t>un</a:t>
            </a:r>
            <a:r>
              <a:rPr sz="2600" spc="-5" dirty="0">
                <a:latin typeface="Calibri"/>
                <a:cs typeface="Calibri"/>
              </a:rPr>
              <a:t>i</a:t>
            </a:r>
            <a:r>
              <a:rPr sz="2600" spc="-10" dirty="0">
                <a:latin typeface="Calibri"/>
                <a:cs typeface="Calibri"/>
              </a:rPr>
              <a:t>t</a:t>
            </a:r>
            <a:r>
              <a:rPr sz="2600" spc="-65" dirty="0">
                <a:latin typeface="Times New Roman"/>
                <a:cs typeface="Times New Roman"/>
              </a:rPr>
              <a:t> </a:t>
            </a:r>
            <a:r>
              <a:rPr sz="2600" spc="-50" dirty="0">
                <a:latin typeface="Calibri"/>
                <a:cs typeface="Calibri"/>
              </a:rPr>
              <a:t>s</a:t>
            </a:r>
            <a:r>
              <a:rPr sz="2600" spc="-40" dirty="0">
                <a:latin typeface="Calibri"/>
                <a:cs typeface="Calibri"/>
              </a:rPr>
              <a:t>t</a:t>
            </a:r>
            <a:r>
              <a:rPr sz="2600" spc="-20" dirty="0">
                <a:latin typeface="Calibri"/>
                <a:cs typeface="Calibri"/>
              </a:rPr>
              <a:t>e</a:t>
            </a:r>
            <a:r>
              <a:rPr sz="2600" spc="-15" dirty="0">
                <a:latin typeface="Calibri"/>
                <a:cs typeface="Calibri"/>
              </a:rPr>
              <a:t>p</a:t>
            </a:r>
            <a:r>
              <a:rPr sz="2600" spc="-65" dirty="0">
                <a:latin typeface="Times New Roman"/>
                <a:cs typeface="Times New Roman"/>
              </a:rPr>
              <a:t> </a:t>
            </a:r>
            <a:r>
              <a:rPr sz="2600" spc="-50" dirty="0">
                <a:latin typeface="Calibri"/>
                <a:cs typeface="Calibri"/>
              </a:rPr>
              <a:t>r</a:t>
            </a:r>
            <a:r>
              <a:rPr sz="2600" spc="-20" dirty="0">
                <a:latin typeface="Calibri"/>
                <a:cs typeface="Calibri"/>
              </a:rPr>
              <a:t>es</a:t>
            </a:r>
            <a:r>
              <a:rPr sz="2600" spc="-15" dirty="0">
                <a:latin typeface="Calibri"/>
                <a:cs typeface="Calibri"/>
              </a:rPr>
              <a:t>p</a:t>
            </a:r>
            <a:r>
              <a:rPr sz="2600" spc="-20" dirty="0">
                <a:latin typeface="Calibri"/>
                <a:cs typeface="Calibri"/>
              </a:rPr>
              <a:t>o</a:t>
            </a:r>
            <a:r>
              <a:rPr sz="2600" spc="-15" dirty="0">
                <a:latin typeface="Calibri"/>
                <a:cs typeface="Calibri"/>
              </a:rPr>
              <a:t>n</a:t>
            </a:r>
            <a:r>
              <a:rPr sz="2600" spc="-20" dirty="0">
                <a:latin typeface="Calibri"/>
                <a:cs typeface="Calibri"/>
              </a:rPr>
              <a:t>s</a:t>
            </a:r>
            <a:r>
              <a:rPr sz="2600" spc="-15" dirty="0">
                <a:latin typeface="Calibri"/>
                <a:cs typeface="Calibri"/>
              </a:rPr>
              <a:t>e</a:t>
            </a:r>
            <a:r>
              <a:rPr sz="2600" spc="-70" dirty="0">
                <a:latin typeface="Times New Roman"/>
                <a:cs typeface="Times New Roman"/>
              </a:rPr>
              <a:t> </a:t>
            </a:r>
            <a:r>
              <a:rPr sz="2600" spc="-65" dirty="0">
                <a:latin typeface="Calibri"/>
                <a:cs typeface="Calibri"/>
              </a:rPr>
              <a:t>f</a:t>
            </a:r>
            <a:r>
              <a:rPr sz="2600" spc="-20" dirty="0">
                <a:latin typeface="Calibri"/>
                <a:cs typeface="Calibri"/>
              </a:rPr>
              <a:t>o</a:t>
            </a:r>
            <a:r>
              <a:rPr sz="2600" spc="-10" dirty="0">
                <a:latin typeface="Calibri"/>
                <a:cs typeface="Calibri"/>
              </a:rPr>
              <a:t>r</a:t>
            </a:r>
            <a:r>
              <a:rPr sz="2600" spc="-50" dirty="0">
                <a:latin typeface="Times New Roman"/>
                <a:cs typeface="Times New Roman"/>
              </a:rPr>
              <a:t> </a:t>
            </a:r>
            <a:r>
              <a:rPr sz="2600" spc="-15" dirty="0">
                <a:latin typeface="Calibri"/>
                <a:cs typeface="Calibri"/>
              </a:rPr>
              <a:t>k=1</a:t>
            </a:r>
            <a:r>
              <a:rPr sz="2600" spc="-60" dirty="0">
                <a:latin typeface="Times New Roman"/>
                <a:cs typeface="Times New Roman"/>
              </a:rPr>
              <a:t> </a:t>
            </a:r>
            <a:r>
              <a:rPr sz="2600" spc="-35" dirty="0">
                <a:latin typeface="Calibri"/>
                <a:cs typeface="Calibri"/>
              </a:rPr>
              <a:t>t</a:t>
            </a:r>
            <a:r>
              <a:rPr sz="2600" spc="-15" dirty="0">
                <a:latin typeface="Calibri"/>
                <a:cs typeface="Calibri"/>
              </a:rPr>
              <a:t>o</a:t>
            </a:r>
            <a:r>
              <a:rPr sz="2600" spc="-55" dirty="0">
                <a:latin typeface="Times New Roman"/>
                <a:cs typeface="Times New Roman"/>
              </a:rPr>
              <a:t> </a:t>
            </a:r>
            <a:r>
              <a:rPr sz="2600" spc="-15" dirty="0">
                <a:latin typeface="Calibri"/>
                <a:cs typeface="Calibri"/>
              </a:rPr>
              <a:t>k=</a:t>
            </a:r>
            <a:r>
              <a:rPr sz="2600" spc="-20" dirty="0">
                <a:latin typeface="Calibri"/>
                <a:cs typeface="Calibri"/>
              </a:rPr>
              <a:t>10</a:t>
            </a:r>
            <a:r>
              <a:rPr sz="2600" spc="-10" dirty="0">
                <a:latin typeface="Calibri"/>
                <a:cs typeface="Calibri"/>
              </a:rPr>
              <a:t>,</a:t>
            </a:r>
            <a:r>
              <a:rPr sz="2600" spc="-60" dirty="0">
                <a:latin typeface="Times New Roman"/>
                <a:cs typeface="Times New Roman"/>
              </a:rPr>
              <a:t> </a:t>
            </a:r>
            <a:r>
              <a:rPr sz="2600" spc="-20" dirty="0">
                <a:latin typeface="Calibri"/>
                <a:cs typeface="Calibri"/>
              </a:rPr>
              <a:t>when</a:t>
            </a:r>
            <a:r>
              <a:rPr sz="2600" spc="-15" dirty="0">
                <a:latin typeface="Times New Roman"/>
                <a:cs typeface="Times New Roman"/>
              </a:rPr>
              <a:t> </a:t>
            </a:r>
            <a:r>
              <a:rPr sz="2600" spc="-15" dirty="0">
                <a:latin typeface="Calibri"/>
                <a:cs typeface="Calibri"/>
              </a:rPr>
              <a:t>the</a:t>
            </a:r>
            <a:r>
              <a:rPr sz="2600" spc="-70" dirty="0">
                <a:latin typeface="Times New Roman"/>
                <a:cs typeface="Times New Roman"/>
              </a:rPr>
              <a:t> </a:t>
            </a:r>
            <a:r>
              <a:rPr sz="2600" spc="-50" dirty="0">
                <a:latin typeface="Calibri"/>
                <a:cs typeface="Calibri"/>
              </a:rPr>
              <a:t>s</a:t>
            </a:r>
            <a:r>
              <a:rPr sz="2600" spc="-45" dirty="0">
                <a:latin typeface="Calibri"/>
                <a:cs typeface="Calibri"/>
              </a:rPr>
              <a:t>t</a:t>
            </a:r>
            <a:r>
              <a:rPr sz="2600" spc="-20" dirty="0">
                <a:latin typeface="Calibri"/>
                <a:cs typeface="Calibri"/>
              </a:rPr>
              <a:t>e</a:t>
            </a:r>
            <a:r>
              <a:rPr sz="2600" spc="-15" dirty="0">
                <a:latin typeface="Calibri"/>
                <a:cs typeface="Calibri"/>
              </a:rPr>
              <a:t>p</a:t>
            </a:r>
            <a:r>
              <a:rPr sz="2600" spc="-60" dirty="0">
                <a:latin typeface="Times New Roman"/>
                <a:cs typeface="Times New Roman"/>
              </a:rPr>
              <a:t> </a:t>
            </a:r>
            <a:r>
              <a:rPr sz="2600" spc="-20" dirty="0">
                <a:latin typeface="Calibri"/>
                <a:cs typeface="Calibri"/>
              </a:rPr>
              <a:t>occ</a:t>
            </a:r>
            <a:r>
              <a:rPr sz="2600" spc="-15" dirty="0">
                <a:latin typeface="Calibri"/>
                <a:cs typeface="Calibri"/>
              </a:rPr>
              <a:t>u</a:t>
            </a:r>
            <a:r>
              <a:rPr sz="2600" spc="-55" dirty="0">
                <a:latin typeface="Calibri"/>
                <a:cs typeface="Calibri"/>
              </a:rPr>
              <a:t>r</a:t>
            </a:r>
            <a:r>
              <a:rPr sz="2600" spc="-15" dirty="0">
                <a:latin typeface="Calibri"/>
                <a:cs typeface="Calibri"/>
              </a:rPr>
              <a:t>s</a:t>
            </a:r>
            <a:r>
              <a:rPr sz="2600" spc="-60" dirty="0">
                <a:latin typeface="Times New Roman"/>
                <a:cs typeface="Times New Roman"/>
              </a:rPr>
              <a:t> </a:t>
            </a:r>
            <a:r>
              <a:rPr sz="2600" spc="-45" dirty="0">
                <a:latin typeface="Calibri"/>
                <a:cs typeface="Calibri"/>
              </a:rPr>
              <a:t>a</a:t>
            </a:r>
            <a:r>
              <a:rPr sz="2600" spc="-10" dirty="0">
                <a:latin typeface="Calibri"/>
                <a:cs typeface="Calibri"/>
              </a:rPr>
              <a:t>t</a:t>
            </a:r>
            <a:r>
              <a:rPr sz="2600" spc="-50" dirty="0">
                <a:latin typeface="Times New Roman"/>
                <a:cs typeface="Times New Roman"/>
              </a:rPr>
              <a:t> </a:t>
            </a:r>
            <a:r>
              <a:rPr sz="2600" spc="-15" dirty="0">
                <a:latin typeface="Calibri"/>
                <a:cs typeface="Calibri"/>
              </a:rPr>
              <a:t>k=</a:t>
            </a:r>
            <a:r>
              <a:rPr sz="2600" spc="-20" dirty="0">
                <a:latin typeface="Calibri"/>
                <a:cs typeface="Calibri"/>
              </a:rPr>
              <a:t>3</a:t>
            </a:r>
            <a:r>
              <a:rPr sz="2600" spc="-10" dirty="0">
                <a:latin typeface="Calibri"/>
                <a:cs typeface="Calibri"/>
              </a:rPr>
              <a:t>,</a:t>
            </a:r>
            <a:r>
              <a:rPr sz="2600" spc="-55" dirty="0">
                <a:latin typeface="Times New Roman"/>
                <a:cs typeface="Times New Roman"/>
              </a:rPr>
              <a:t> </a:t>
            </a:r>
            <a:r>
              <a:rPr sz="2600" spc="-20" dirty="0">
                <a:latin typeface="Calibri"/>
                <a:cs typeface="Calibri"/>
              </a:rPr>
              <a:t>a</a:t>
            </a:r>
            <a:r>
              <a:rPr sz="2600" spc="-15" dirty="0">
                <a:latin typeface="Calibri"/>
                <a:cs typeface="Calibri"/>
              </a:rPr>
              <a:t>nd</a:t>
            </a:r>
            <a:r>
              <a:rPr sz="2600" spc="-65" dirty="0">
                <a:latin typeface="Times New Roman"/>
                <a:cs typeface="Times New Roman"/>
              </a:rPr>
              <a:t> </a:t>
            </a:r>
            <a:r>
              <a:rPr sz="2600" spc="-15" dirty="0">
                <a:latin typeface="Calibri"/>
                <a:cs typeface="Calibri"/>
              </a:rPr>
              <a:t>the</a:t>
            </a:r>
            <a:r>
              <a:rPr sz="2600" spc="-65" dirty="0">
                <a:latin typeface="Times New Roman"/>
                <a:cs typeface="Times New Roman"/>
              </a:rPr>
              <a:t> </a:t>
            </a:r>
            <a:r>
              <a:rPr sz="2600" spc="-5" dirty="0">
                <a:latin typeface="Calibri"/>
                <a:cs typeface="Calibri"/>
              </a:rPr>
              <a:t>i</a:t>
            </a:r>
            <a:r>
              <a:rPr sz="2600" spc="-15" dirty="0">
                <a:latin typeface="Calibri"/>
                <a:cs typeface="Calibri"/>
              </a:rPr>
              <a:t>n</a:t>
            </a:r>
            <a:r>
              <a:rPr sz="2600" spc="-5" dirty="0">
                <a:latin typeface="Calibri"/>
                <a:cs typeface="Calibri"/>
              </a:rPr>
              <a:t>i</a:t>
            </a:r>
            <a:r>
              <a:rPr sz="2600" spc="-15" dirty="0">
                <a:latin typeface="Calibri"/>
                <a:cs typeface="Calibri"/>
              </a:rPr>
              <a:t>t</a:t>
            </a:r>
            <a:r>
              <a:rPr sz="2600" spc="-5" dirty="0">
                <a:latin typeface="Calibri"/>
                <a:cs typeface="Calibri"/>
              </a:rPr>
              <a:t>i</a:t>
            </a:r>
            <a:r>
              <a:rPr sz="2600" spc="-20" dirty="0">
                <a:latin typeface="Calibri"/>
                <a:cs typeface="Calibri"/>
              </a:rPr>
              <a:t>a</a:t>
            </a:r>
            <a:r>
              <a:rPr sz="2600" spc="-10" dirty="0">
                <a:latin typeface="Calibri"/>
                <a:cs typeface="Calibri"/>
              </a:rPr>
              <a:t>l</a:t>
            </a:r>
            <a:r>
              <a:rPr sz="2600" spc="-35" dirty="0">
                <a:latin typeface="Times New Roman"/>
                <a:cs typeface="Times New Roman"/>
              </a:rPr>
              <a:t> </a:t>
            </a:r>
            <a:r>
              <a:rPr sz="2600" spc="-40" dirty="0">
                <a:latin typeface="Calibri"/>
                <a:cs typeface="Calibri"/>
              </a:rPr>
              <a:t>c</a:t>
            </a:r>
            <a:r>
              <a:rPr sz="2600" spc="-20" dirty="0">
                <a:latin typeface="Calibri"/>
                <a:cs typeface="Calibri"/>
              </a:rPr>
              <a:t>o</a:t>
            </a:r>
            <a:r>
              <a:rPr sz="2600" spc="-15" dirty="0">
                <a:latin typeface="Calibri"/>
                <a:cs typeface="Calibri"/>
              </a:rPr>
              <a:t>nd</a:t>
            </a:r>
            <a:r>
              <a:rPr sz="2600" spc="-5" dirty="0">
                <a:latin typeface="Calibri"/>
                <a:cs typeface="Calibri"/>
              </a:rPr>
              <a:t>i</a:t>
            </a:r>
            <a:r>
              <a:rPr sz="2600" spc="-15" dirty="0">
                <a:latin typeface="Calibri"/>
                <a:cs typeface="Calibri"/>
              </a:rPr>
              <a:t>t</a:t>
            </a:r>
            <a:r>
              <a:rPr sz="2600" spc="-5" dirty="0">
                <a:latin typeface="Calibri"/>
                <a:cs typeface="Calibri"/>
              </a:rPr>
              <a:t>i</a:t>
            </a:r>
            <a:r>
              <a:rPr sz="2600" spc="-20" dirty="0">
                <a:latin typeface="Calibri"/>
                <a:cs typeface="Calibri"/>
              </a:rPr>
              <a:t>o</a:t>
            </a:r>
            <a:r>
              <a:rPr sz="2600" spc="-15" dirty="0">
                <a:latin typeface="Calibri"/>
                <a:cs typeface="Calibri"/>
              </a:rPr>
              <a:t>ns</a:t>
            </a:r>
            <a:r>
              <a:rPr sz="2600" spc="-50" dirty="0">
                <a:latin typeface="Times New Roman"/>
                <a:cs typeface="Times New Roman"/>
              </a:rPr>
              <a:t> </a:t>
            </a:r>
            <a:r>
              <a:rPr sz="2600" spc="-20" dirty="0">
                <a:latin typeface="Calibri"/>
                <a:cs typeface="Calibri"/>
              </a:rPr>
              <a:t>a</a:t>
            </a:r>
            <a:r>
              <a:rPr sz="2600" spc="-50" dirty="0">
                <a:latin typeface="Calibri"/>
                <a:cs typeface="Calibri"/>
              </a:rPr>
              <a:t>r</a:t>
            </a:r>
            <a:r>
              <a:rPr sz="2600" spc="-15" dirty="0">
                <a:latin typeface="Calibri"/>
                <a:cs typeface="Calibri"/>
              </a:rPr>
              <a:t>e</a:t>
            </a:r>
            <a:r>
              <a:rPr sz="2600" spc="-55" dirty="0">
                <a:latin typeface="Times New Roman"/>
                <a:cs typeface="Times New Roman"/>
              </a:rPr>
              <a:t> </a:t>
            </a:r>
            <a:r>
              <a:rPr sz="2600" spc="-80" dirty="0">
                <a:latin typeface="Calibri"/>
                <a:cs typeface="Calibri"/>
              </a:rPr>
              <a:t>z</a:t>
            </a:r>
            <a:r>
              <a:rPr sz="2600" spc="-20" dirty="0">
                <a:latin typeface="Calibri"/>
                <a:cs typeface="Calibri"/>
              </a:rPr>
              <a:t>e</a:t>
            </a:r>
            <a:r>
              <a:rPr sz="2600" spc="-55" dirty="0">
                <a:latin typeface="Calibri"/>
                <a:cs typeface="Calibri"/>
              </a:rPr>
              <a:t>r</a:t>
            </a:r>
            <a:r>
              <a:rPr sz="2600" spc="-15" dirty="0">
                <a:latin typeface="Calibri"/>
                <a:cs typeface="Calibri"/>
              </a:rPr>
              <a:t>o</a:t>
            </a:r>
            <a:endParaRPr sz="2600">
              <a:latin typeface="Calibri"/>
              <a:cs typeface="Calibri"/>
            </a:endParaRPr>
          </a:p>
          <a:p>
            <a:pPr marL="241300" marR="29845" indent="-228600">
              <a:lnSpc>
                <a:spcPts val="2810"/>
              </a:lnSpc>
              <a:spcBef>
                <a:spcPts val="1000"/>
              </a:spcBef>
              <a:buClr>
                <a:srgbClr val="ADB3B8"/>
              </a:buClr>
              <a:buFont typeface="Arial"/>
              <a:buChar char="•"/>
              <a:tabLst>
                <a:tab pos="241300" algn="l"/>
              </a:tabLst>
            </a:pPr>
            <a:r>
              <a:rPr sz="2600" spc="-25" dirty="0">
                <a:latin typeface="Calibri"/>
                <a:cs typeface="Calibri"/>
              </a:rPr>
              <a:t>D</a:t>
            </a:r>
            <a:r>
              <a:rPr sz="2600" spc="-30" dirty="0">
                <a:latin typeface="Calibri"/>
                <a:cs typeface="Calibri"/>
              </a:rPr>
              <a:t>e</a:t>
            </a:r>
            <a:r>
              <a:rPr sz="2600" spc="-45" dirty="0">
                <a:latin typeface="Calibri"/>
                <a:cs typeface="Calibri"/>
              </a:rPr>
              <a:t>t</a:t>
            </a:r>
            <a:r>
              <a:rPr sz="2600" spc="-20" dirty="0">
                <a:latin typeface="Calibri"/>
                <a:cs typeface="Calibri"/>
              </a:rPr>
              <a:t>e</a:t>
            </a:r>
            <a:r>
              <a:rPr sz="2600" spc="-15" dirty="0">
                <a:latin typeface="Calibri"/>
                <a:cs typeface="Calibri"/>
              </a:rPr>
              <a:t>rm</a:t>
            </a:r>
            <a:r>
              <a:rPr sz="2600" spc="-5" dirty="0">
                <a:latin typeface="Calibri"/>
                <a:cs typeface="Calibri"/>
              </a:rPr>
              <a:t>i</a:t>
            </a:r>
            <a:r>
              <a:rPr sz="2600" spc="-15" dirty="0">
                <a:latin typeface="Calibri"/>
                <a:cs typeface="Calibri"/>
              </a:rPr>
              <a:t>ne</a:t>
            </a:r>
            <a:r>
              <a:rPr sz="2600" spc="-60" dirty="0">
                <a:latin typeface="Times New Roman"/>
                <a:cs typeface="Times New Roman"/>
              </a:rPr>
              <a:t> </a:t>
            </a:r>
            <a:r>
              <a:rPr sz="2600" spc="-15" dirty="0">
                <a:latin typeface="Calibri"/>
                <a:cs typeface="Calibri"/>
              </a:rPr>
              <a:t>the</a:t>
            </a:r>
            <a:r>
              <a:rPr sz="2600" spc="-70" dirty="0">
                <a:latin typeface="Times New Roman"/>
                <a:cs typeface="Times New Roman"/>
              </a:rPr>
              <a:t> </a:t>
            </a:r>
            <a:r>
              <a:rPr sz="2600" spc="-50" dirty="0">
                <a:latin typeface="Calibri"/>
                <a:cs typeface="Calibri"/>
              </a:rPr>
              <a:t>s</a:t>
            </a:r>
            <a:r>
              <a:rPr sz="2600" spc="-45" dirty="0">
                <a:latin typeface="Calibri"/>
                <a:cs typeface="Calibri"/>
              </a:rPr>
              <a:t>t</a:t>
            </a:r>
            <a:r>
              <a:rPr sz="2600" spc="-20" dirty="0">
                <a:latin typeface="Calibri"/>
                <a:cs typeface="Calibri"/>
              </a:rPr>
              <a:t>ea</a:t>
            </a:r>
            <a:r>
              <a:rPr sz="2600" spc="-15" dirty="0">
                <a:latin typeface="Calibri"/>
                <a:cs typeface="Calibri"/>
              </a:rPr>
              <a:t>dy</a:t>
            </a:r>
            <a:r>
              <a:rPr sz="2600" spc="-65" dirty="0">
                <a:latin typeface="Times New Roman"/>
                <a:cs typeface="Times New Roman"/>
              </a:rPr>
              <a:t> </a:t>
            </a:r>
            <a:r>
              <a:rPr sz="2600" spc="-50" dirty="0">
                <a:latin typeface="Calibri"/>
                <a:cs typeface="Calibri"/>
              </a:rPr>
              <a:t>s</a:t>
            </a:r>
            <a:r>
              <a:rPr sz="2600" spc="-45" dirty="0">
                <a:latin typeface="Calibri"/>
                <a:cs typeface="Calibri"/>
              </a:rPr>
              <a:t>ta</a:t>
            </a:r>
            <a:r>
              <a:rPr sz="2600" spc="-40" dirty="0">
                <a:latin typeface="Calibri"/>
                <a:cs typeface="Calibri"/>
              </a:rPr>
              <a:t>t</a:t>
            </a:r>
            <a:r>
              <a:rPr sz="2600" spc="-15" dirty="0">
                <a:latin typeface="Calibri"/>
                <a:cs typeface="Calibri"/>
              </a:rPr>
              <a:t>e</a:t>
            </a:r>
            <a:r>
              <a:rPr sz="2600" spc="-50" dirty="0">
                <a:latin typeface="Times New Roman"/>
                <a:cs typeface="Times New Roman"/>
              </a:rPr>
              <a:t> </a:t>
            </a:r>
            <a:r>
              <a:rPr sz="2600" spc="-65" dirty="0">
                <a:latin typeface="Calibri"/>
                <a:cs typeface="Calibri"/>
              </a:rPr>
              <a:t>g</a:t>
            </a:r>
            <a:r>
              <a:rPr sz="2600" spc="-15" dirty="0">
                <a:latin typeface="Calibri"/>
                <a:cs typeface="Calibri"/>
              </a:rPr>
              <a:t>ai</a:t>
            </a:r>
            <a:r>
              <a:rPr sz="2600" spc="-10" dirty="0">
                <a:latin typeface="Calibri"/>
                <a:cs typeface="Calibri"/>
              </a:rPr>
              <a:t>n,</a:t>
            </a:r>
            <a:r>
              <a:rPr sz="2600" spc="-55" dirty="0">
                <a:latin typeface="Times New Roman"/>
                <a:cs typeface="Times New Roman"/>
              </a:rPr>
              <a:t> </a:t>
            </a:r>
            <a:r>
              <a:rPr sz="2600" spc="-15" dirty="0">
                <a:latin typeface="Calibri"/>
                <a:cs typeface="Calibri"/>
              </a:rPr>
              <a:t>t</a:t>
            </a:r>
            <a:r>
              <a:rPr sz="2600" spc="-5" dirty="0">
                <a:latin typeface="Calibri"/>
                <a:cs typeface="Calibri"/>
              </a:rPr>
              <a:t>i</a:t>
            </a:r>
            <a:r>
              <a:rPr sz="2600" spc="-20" dirty="0">
                <a:latin typeface="Calibri"/>
                <a:cs typeface="Calibri"/>
              </a:rPr>
              <a:t>me</a:t>
            </a:r>
            <a:r>
              <a:rPr sz="2600" spc="-60" dirty="0">
                <a:latin typeface="Times New Roman"/>
                <a:cs typeface="Times New Roman"/>
              </a:rPr>
              <a:t> </a:t>
            </a:r>
            <a:r>
              <a:rPr sz="2600" spc="-40" dirty="0">
                <a:latin typeface="Calibri"/>
                <a:cs typeface="Calibri"/>
              </a:rPr>
              <a:t>c</a:t>
            </a:r>
            <a:r>
              <a:rPr sz="2600" spc="-20" dirty="0">
                <a:latin typeface="Calibri"/>
                <a:cs typeface="Calibri"/>
              </a:rPr>
              <a:t>o</a:t>
            </a:r>
            <a:r>
              <a:rPr sz="2600" spc="-15" dirty="0">
                <a:latin typeface="Calibri"/>
                <a:cs typeface="Calibri"/>
              </a:rPr>
              <a:t>n</a:t>
            </a:r>
            <a:r>
              <a:rPr sz="2600" spc="-50" dirty="0">
                <a:latin typeface="Calibri"/>
                <a:cs typeface="Calibri"/>
              </a:rPr>
              <a:t>s</a:t>
            </a:r>
            <a:r>
              <a:rPr sz="2600" spc="-45" dirty="0">
                <a:latin typeface="Calibri"/>
                <a:cs typeface="Calibri"/>
              </a:rPr>
              <a:t>t</a:t>
            </a:r>
            <a:r>
              <a:rPr sz="2600" spc="-20" dirty="0">
                <a:latin typeface="Calibri"/>
                <a:cs typeface="Calibri"/>
              </a:rPr>
              <a:t>a</a:t>
            </a:r>
            <a:r>
              <a:rPr sz="2600" spc="-40" dirty="0">
                <a:latin typeface="Calibri"/>
                <a:cs typeface="Calibri"/>
              </a:rPr>
              <a:t>n</a:t>
            </a:r>
            <a:r>
              <a:rPr sz="2600" spc="-10" dirty="0">
                <a:latin typeface="Calibri"/>
                <a:cs typeface="Calibri"/>
              </a:rPr>
              <a:t>t</a:t>
            </a:r>
            <a:r>
              <a:rPr sz="2600" spc="-45" dirty="0">
                <a:latin typeface="Times New Roman"/>
                <a:cs typeface="Times New Roman"/>
              </a:rPr>
              <a:t> </a:t>
            </a:r>
            <a:r>
              <a:rPr sz="2600" spc="-20" dirty="0">
                <a:latin typeface="Calibri"/>
                <a:cs typeface="Calibri"/>
              </a:rPr>
              <a:t>a</a:t>
            </a:r>
            <a:r>
              <a:rPr sz="2600" spc="-15" dirty="0">
                <a:latin typeface="Calibri"/>
                <a:cs typeface="Calibri"/>
              </a:rPr>
              <a:t>nd</a:t>
            </a:r>
            <a:r>
              <a:rPr sz="2600" spc="-70" dirty="0">
                <a:latin typeface="Times New Roman"/>
                <a:cs typeface="Times New Roman"/>
              </a:rPr>
              <a:t> </a:t>
            </a:r>
            <a:r>
              <a:rPr sz="2600" spc="-15" dirty="0">
                <a:latin typeface="Calibri"/>
                <a:cs typeface="Calibri"/>
              </a:rPr>
              <a:t>t</a:t>
            </a:r>
            <a:r>
              <a:rPr sz="2600" spc="-5" dirty="0">
                <a:latin typeface="Calibri"/>
                <a:cs typeface="Calibri"/>
              </a:rPr>
              <a:t>i</a:t>
            </a:r>
            <a:r>
              <a:rPr sz="2600" spc="-20" dirty="0">
                <a:latin typeface="Calibri"/>
                <a:cs typeface="Calibri"/>
              </a:rPr>
              <a:t>me</a:t>
            </a:r>
            <a:r>
              <a:rPr sz="2600" spc="-10" dirty="0">
                <a:latin typeface="Times New Roman"/>
                <a:cs typeface="Times New Roman"/>
              </a:rPr>
              <a:t> </a:t>
            </a:r>
            <a:r>
              <a:rPr sz="2600" spc="-15" dirty="0">
                <a:latin typeface="Calibri"/>
                <a:cs typeface="Calibri"/>
              </a:rPr>
              <a:t>d</a:t>
            </a:r>
            <a:r>
              <a:rPr sz="2600" spc="-20" dirty="0">
                <a:latin typeface="Calibri"/>
                <a:cs typeface="Calibri"/>
              </a:rPr>
              <a:t>e</a:t>
            </a:r>
            <a:r>
              <a:rPr sz="2600" spc="-5" dirty="0">
                <a:latin typeface="Calibri"/>
                <a:cs typeface="Calibri"/>
              </a:rPr>
              <a:t>l</a:t>
            </a:r>
            <a:r>
              <a:rPr sz="2600" spc="-70" dirty="0">
                <a:latin typeface="Calibri"/>
                <a:cs typeface="Calibri"/>
              </a:rPr>
              <a:t>a</a:t>
            </a:r>
            <a:r>
              <a:rPr sz="2600" spc="-15" dirty="0">
                <a:latin typeface="Calibri"/>
                <a:cs typeface="Calibri"/>
              </a:rPr>
              <a:t>y</a:t>
            </a:r>
            <a:r>
              <a:rPr sz="2600" spc="-60" dirty="0">
                <a:latin typeface="Times New Roman"/>
                <a:cs typeface="Times New Roman"/>
              </a:rPr>
              <a:t> </a:t>
            </a:r>
            <a:r>
              <a:rPr sz="2600" spc="-20" dirty="0">
                <a:latin typeface="Calibri"/>
                <a:cs typeface="Calibri"/>
              </a:rPr>
              <a:t>o</a:t>
            </a:r>
            <a:r>
              <a:rPr sz="2600" spc="-10" dirty="0">
                <a:latin typeface="Calibri"/>
                <a:cs typeface="Calibri"/>
              </a:rPr>
              <a:t>f</a:t>
            </a:r>
            <a:r>
              <a:rPr sz="2600" spc="-65" dirty="0">
                <a:latin typeface="Times New Roman"/>
                <a:cs typeface="Times New Roman"/>
              </a:rPr>
              <a:t> </a:t>
            </a:r>
            <a:r>
              <a:rPr sz="2600" spc="-15" dirty="0">
                <a:latin typeface="Calibri"/>
                <a:cs typeface="Calibri"/>
              </a:rPr>
              <a:t>the</a:t>
            </a:r>
            <a:r>
              <a:rPr sz="2600" spc="-65" dirty="0">
                <a:latin typeface="Times New Roman"/>
                <a:cs typeface="Times New Roman"/>
              </a:rPr>
              <a:t> </a:t>
            </a:r>
            <a:r>
              <a:rPr sz="2600" spc="-70" dirty="0">
                <a:latin typeface="Calibri"/>
                <a:cs typeface="Calibri"/>
              </a:rPr>
              <a:t>s</a:t>
            </a:r>
            <a:r>
              <a:rPr sz="2600" spc="-40" dirty="0">
                <a:latin typeface="Calibri"/>
                <a:cs typeface="Calibri"/>
              </a:rPr>
              <a:t>y</a:t>
            </a:r>
            <a:r>
              <a:rPr sz="2600" spc="-50" dirty="0">
                <a:latin typeface="Calibri"/>
                <a:cs typeface="Calibri"/>
              </a:rPr>
              <a:t>s</a:t>
            </a:r>
            <a:r>
              <a:rPr sz="2600" spc="-40" dirty="0">
                <a:latin typeface="Calibri"/>
                <a:cs typeface="Calibri"/>
              </a:rPr>
              <a:t>t</a:t>
            </a:r>
            <a:r>
              <a:rPr sz="2600" spc="-20" dirty="0">
                <a:latin typeface="Calibri"/>
                <a:cs typeface="Calibri"/>
              </a:rPr>
              <a:t>e</a:t>
            </a:r>
            <a:r>
              <a:rPr sz="2600" spc="-15" dirty="0">
                <a:latin typeface="Calibri"/>
                <a:cs typeface="Calibri"/>
              </a:rPr>
              <a:t>m,</a:t>
            </a:r>
            <a:r>
              <a:rPr sz="2600" spc="-65" dirty="0">
                <a:latin typeface="Times New Roman"/>
                <a:cs typeface="Times New Roman"/>
              </a:rPr>
              <a:t> </a:t>
            </a:r>
            <a:r>
              <a:rPr sz="2600" spc="-50" dirty="0">
                <a:latin typeface="Calibri"/>
                <a:cs typeface="Calibri"/>
              </a:rPr>
              <a:t>r</a:t>
            </a:r>
            <a:r>
              <a:rPr sz="2600" spc="-15" dirty="0">
                <a:latin typeface="Calibri"/>
                <a:cs typeface="Calibri"/>
              </a:rPr>
              <a:t>el</a:t>
            </a:r>
            <a:r>
              <a:rPr sz="2600" spc="-45" dirty="0">
                <a:latin typeface="Calibri"/>
                <a:cs typeface="Calibri"/>
              </a:rPr>
              <a:t>a</a:t>
            </a:r>
            <a:r>
              <a:rPr sz="2600" spc="-40" dirty="0">
                <a:latin typeface="Calibri"/>
                <a:cs typeface="Calibri"/>
              </a:rPr>
              <a:t>t</a:t>
            </a:r>
            <a:r>
              <a:rPr sz="2600" spc="-15" dirty="0">
                <a:latin typeface="Calibri"/>
                <a:cs typeface="Calibri"/>
              </a:rPr>
              <a:t>e</a:t>
            </a:r>
            <a:r>
              <a:rPr sz="2600" spc="-45" dirty="0">
                <a:latin typeface="Times New Roman"/>
                <a:cs typeface="Times New Roman"/>
              </a:rPr>
              <a:t> </a:t>
            </a:r>
            <a:r>
              <a:rPr sz="2600" spc="-15" dirty="0">
                <a:latin typeface="Calibri"/>
                <a:cs typeface="Calibri"/>
              </a:rPr>
              <a:t>th</a:t>
            </a:r>
            <a:r>
              <a:rPr sz="2600" spc="-20" dirty="0">
                <a:latin typeface="Calibri"/>
                <a:cs typeface="Calibri"/>
              </a:rPr>
              <a:t>es</a:t>
            </a:r>
            <a:r>
              <a:rPr sz="2600" spc="-15" dirty="0">
                <a:latin typeface="Calibri"/>
                <a:cs typeface="Calibri"/>
              </a:rPr>
              <a:t>e</a:t>
            </a:r>
            <a:r>
              <a:rPr sz="2600" spc="-75" dirty="0">
                <a:latin typeface="Times New Roman"/>
                <a:cs typeface="Times New Roman"/>
              </a:rPr>
              <a:t> </a:t>
            </a:r>
            <a:r>
              <a:rPr sz="2600" spc="-35" dirty="0">
                <a:latin typeface="Calibri"/>
                <a:cs typeface="Calibri"/>
              </a:rPr>
              <a:t>t</a:t>
            </a:r>
            <a:r>
              <a:rPr sz="2600" spc="-15" dirty="0">
                <a:latin typeface="Calibri"/>
                <a:cs typeface="Calibri"/>
              </a:rPr>
              <a:t>o</a:t>
            </a:r>
            <a:r>
              <a:rPr sz="2600" spc="-60" dirty="0">
                <a:latin typeface="Times New Roman"/>
                <a:cs typeface="Times New Roman"/>
              </a:rPr>
              <a:t> </a:t>
            </a:r>
            <a:r>
              <a:rPr sz="2600" spc="-15" dirty="0">
                <a:latin typeface="Calibri"/>
                <a:cs typeface="Calibri"/>
              </a:rPr>
              <a:t>the</a:t>
            </a:r>
            <a:r>
              <a:rPr sz="2600" spc="-65" dirty="0">
                <a:latin typeface="Times New Roman"/>
                <a:cs typeface="Times New Roman"/>
              </a:rPr>
              <a:t> </a:t>
            </a:r>
            <a:r>
              <a:rPr sz="2600" spc="-50" dirty="0">
                <a:latin typeface="Calibri"/>
                <a:cs typeface="Calibri"/>
              </a:rPr>
              <a:t>s</a:t>
            </a:r>
            <a:r>
              <a:rPr sz="2600" spc="-45" dirty="0">
                <a:latin typeface="Calibri"/>
                <a:cs typeface="Calibri"/>
              </a:rPr>
              <a:t>t</a:t>
            </a:r>
            <a:r>
              <a:rPr sz="2600" spc="-20" dirty="0">
                <a:latin typeface="Calibri"/>
                <a:cs typeface="Calibri"/>
              </a:rPr>
              <a:t>e</a:t>
            </a:r>
            <a:r>
              <a:rPr sz="2600" spc="-15" dirty="0">
                <a:latin typeface="Calibri"/>
                <a:cs typeface="Calibri"/>
              </a:rPr>
              <a:t>p</a:t>
            </a:r>
            <a:r>
              <a:rPr sz="2600" spc="-65" dirty="0">
                <a:latin typeface="Times New Roman"/>
                <a:cs typeface="Times New Roman"/>
              </a:rPr>
              <a:t> </a:t>
            </a:r>
            <a:r>
              <a:rPr sz="2600" spc="-50" dirty="0">
                <a:latin typeface="Calibri"/>
                <a:cs typeface="Calibri"/>
              </a:rPr>
              <a:t>r</a:t>
            </a:r>
            <a:r>
              <a:rPr sz="2600" spc="-20" dirty="0">
                <a:latin typeface="Calibri"/>
                <a:cs typeface="Calibri"/>
              </a:rPr>
              <a:t>es</a:t>
            </a:r>
            <a:r>
              <a:rPr sz="2600" spc="-15" dirty="0">
                <a:latin typeface="Calibri"/>
                <a:cs typeface="Calibri"/>
              </a:rPr>
              <a:t>p</a:t>
            </a:r>
            <a:r>
              <a:rPr sz="2600" spc="-20" dirty="0">
                <a:latin typeface="Calibri"/>
                <a:cs typeface="Calibri"/>
              </a:rPr>
              <a:t>o</a:t>
            </a:r>
            <a:r>
              <a:rPr sz="2600" spc="-15" dirty="0">
                <a:latin typeface="Calibri"/>
                <a:cs typeface="Calibri"/>
              </a:rPr>
              <a:t>n</a:t>
            </a:r>
            <a:r>
              <a:rPr sz="2600" spc="-20" dirty="0">
                <a:latin typeface="Calibri"/>
                <a:cs typeface="Calibri"/>
              </a:rPr>
              <a:t>se</a:t>
            </a:r>
            <a:r>
              <a:rPr sz="2600" spc="-15" dirty="0">
                <a:latin typeface="Times New Roman"/>
                <a:cs typeface="Times New Roman"/>
              </a:rPr>
              <a:t> </a:t>
            </a:r>
            <a:r>
              <a:rPr sz="2600" spc="-65" dirty="0">
                <a:latin typeface="Calibri"/>
                <a:cs typeface="Calibri"/>
              </a:rPr>
              <a:t>f</a:t>
            </a:r>
            <a:r>
              <a:rPr sz="2600" spc="-20" dirty="0">
                <a:latin typeface="Calibri"/>
                <a:cs typeface="Calibri"/>
              </a:rPr>
              <a:t>o</a:t>
            </a:r>
            <a:r>
              <a:rPr sz="2600" spc="-15" dirty="0">
                <a:latin typeface="Calibri"/>
                <a:cs typeface="Calibri"/>
              </a:rPr>
              <a:t>und</a:t>
            </a:r>
            <a:r>
              <a:rPr sz="2600" spc="-75" dirty="0">
                <a:latin typeface="Times New Roman"/>
                <a:cs typeface="Times New Roman"/>
              </a:rPr>
              <a:t> </a:t>
            </a:r>
            <a:r>
              <a:rPr sz="2600" spc="-20" dirty="0">
                <a:latin typeface="Calibri"/>
                <a:cs typeface="Calibri"/>
              </a:rPr>
              <a:t>a</a:t>
            </a:r>
            <a:r>
              <a:rPr sz="2600" spc="-15" dirty="0">
                <a:latin typeface="Calibri"/>
                <a:cs typeface="Calibri"/>
              </a:rPr>
              <a:t>b</a:t>
            </a:r>
            <a:r>
              <a:rPr sz="2600" spc="-30" dirty="0">
                <a:latin typeface="Calibri"/>
                <a:cs typeface="Calibri"/>
              </a:rPr>
              <a:t>o</a:t>
            </a:r>
            <a:r>
              <a:rPr sz="2600" spc="-40" dirty="0">
                <a:latin typeface="Calibri"/>
                <a:cs typeface="Calibri"/>
              </a:rPr>
              <a:t>v</a:t>
            </a:r>
            <a:r>
              <a:rPr sz="2600" spc="-15" dirty="0">
                <a:latin typeface="Calibri"/>
                <a:cs typeface="Calibri"/>
              </a:rPr>
              <a:t>e</a:t>
            </a:r>
            <a:r>
              <a:rPr sz="2600" spc="-65" dirty="0">
                <a:latin typeface="Times New Roman"/>
                <a:cs typeface="Times New Roman"/>
              </a:rPr>
              <a:t> </a:t>
            </a:r>
            <a:r>
              <a:rPr sz="2600" spc="-20" dirty="0">
                <a:latin typeface="Calibri"/>
                <a:cs typeface="Calibri"/>
              </a:rPr>
              <a:t>a</a:t>
            </a:r>
            <a:r>
              <a:rPr sz="2600" spc="-15" dirty="0">
                <a:latin typeface="Calibri"/>
                <a:cs typeface="Calibri"/>
              </a:rPr>
              <a:t>nd</a:t>
            </a:r>
            <a:r>
              <a:rPr sz="2600" spc="-60" dirty="0">
                <a:latin typeface="Times New Roman"/>
                <a:cs typeface="Times New Roman"/>
              </a:rPr>
              <a:t> </a:t>
            </a:r>
            <a:r>
              <a:rPr sz="2600" spc="-20" dirty="0">
                <a:latin typeface="Calibri"/>
                <a:cs typeface="Calibri"/>
              </a:rPr>
              <a:t>c</a:t>
            </a:r>
            <a:r>
              <a:rPr sz="2600" spc="-15" dirty="0">
                <a:latin typeface="Calibri"/>
                <a:cs typeface="Calibri"/>
              </a:rPr>
              <a:t>h</a:t>
            </a:r>
            <a:r>
              <a:rPr sz="2600" spc="-20" dirty="0">
                <a:latin typeface="Calibri"/>
                <a:cs typeface="Calibri"/>
              </a:rPr>
              <a:t>ec</a:t>
            </a:r>
            <a:r>
              <a:rPr sz="2600" spc="-15" dirty="0">
                <a:latin typeface="Calibri"/>
                <a:cs typeface="Calibri"/>
              </a:rPr>
              <a:t>k</a:t>
            </a:r>
            <a:r>
              <a:rPr sz="2600" spc="-65" dirty="0">
                <a:latin typeface="Times New Roman"/>
                <a:cs typeface="Times New Roman"/>
              </a:rPr>
              <a:t> </a:t>
            </a:r>
            <a:r>
              <a:rPr sz="2600" spc="-30" dirty="0">
                <a:latin typeface="Calibri"/>
                <a:cs typeface="Calibri"/>
              </a:rPr>
              <a:t>e</a:t>
            </a:r>
            <a:r>
              <a:rPr sz="2600" spc="-40" dirty="0">
                <a:latin typeface="Calibri"/>
                <a:cs typeface="Calibri"/>
              </a:rPr>
              <a:t>v</a:t>
            </a:r>
            <a:r>
              <a:rPr sz="2600" spc="-20" dirty="0">
                <a:latin typeface="Calibri"/>
                <a:cs typeface="Calibri"/>
              </a:rPr>
              <a:t>e</a:t>
            </a:r>
            <a:r>
              <a:rPr sz="2600" dirty="0">
                <a:latin typeface="Calibri"/>
                <a:cs typeface="Calibri"/>
              </a:rPr>
              <a:t>r</a:t>
            </a:r>
            <a:r>
              <a:rPr sz="2600" spc="-5" dirty="0">
                <a:latin typeface="Calibri"/>
                <a:cs typeface="Calibri"/>
              </a:rPr>
              <a:t>y</a:t>
            </a:r>
            <a:r>
              <a:rPr sz="2600" spc="-15" dirty="0">
                <a:latin typeface="Calibri"/>
                <a:cs typeface="Calibri"/>
              </a:rPr>
              <a:t>th</a:t>
            </a:r>
            <a:r>
              <a:rPr sz="2600" spc="-5" dirty="0">
                <a:latin typeface="Calibri"/>
                <a:cs typeface="Calibri"/>
              </a:rPr>
              <a:t>i</a:t>
            </a:r>
            <a:r>
              <a:rPr sz="2600" spc="-15" dirty="0">
                <a:latin typeface="Calibri"/>
                <a:cs typeface="Calibri"/>
              </a:rPr>
              <a:t>ng</a:t>
            </a:r>
            <a:r>
              <a:rPr sz="2600" spc="-65" dirty="0">
                <a:latin typeface="Times New Roman"/>
                <a:cs typeface="Times New Roman"/>
              </a:rPr>
              <a:t> </a:t>
            </a:r>
            <a:r>
              <a:rPr sz="2600" spc="-25" dirty="0">
                <a:latin typeface="Calibri"/>
                <a:cs typeface="Calibri"/>
              </a:rPr>
              <a:t>m</a:t>
            </a:r>
            <a:r>
              <a:rPr sz="2600" spc="-20" dirty="0">
                <a:latin typeface="Calibri"/>
                <a:cs typeface="Calibri"/>
              </a:rPr>
              <a:t>a</a:t>
            </a:r>
            <a:r>
              <a:rPr sz="2600" spc="-100" dirty="0">
                <a:latin typeface="Calibri"/>
                <a:cs typeface="Calibri"/>
              </a:rPr>
              <a:t>k</a:t>
            </a:r>
            <a:r>
              <a:rPr sz="2600" spc="-20" dirty="0">
                <a:latin typeface="Calibri"/>
                <a:cs typeface="Calibri"/>
              </a:rPr>
              <a:t>e</a:t>
            </a:r>
            <a:r>
              <a:rPr sz="2600" spc="-15" dirty="0">
                <a:latin typeface="Calibri"/>
                <a:cs typeface="Calibri"/>
              </a:rPr>
              <a:t>s</a:t>
            </a:r>
            <a:r>
              <a:rPr sz="2600" spc="-60" dirty="0">
                <a:latin typeface="Times New Roman"/>
                <a:cs typeface="Times New Roman"/>
              </a:rPr>
              <a:t> </a:t>
            </a:r>
            <a:r>
              <a:rPr sz="2600" spc="-15" dirty="0">
                <a:latin typeface="Calibri"/>
                <a:cs typeface="Calibri"/>
              </a:rPr>
              <a:t>p</a:t>
            </a:r>
            <a:r>
              <a:rPr sz="2600" spc="-60" dirty="0">
                <a:latin typeface="Calibri"/>
                <a:cs typeface="Calibri"/>
              </a:rPr>
              <a:t>h</a:t>
            </a:r>
            <a:r>
              <a:rPr sz="2600" spc="-40" dirty="0">
                <a:latin typeface="Calibri"/>
                <a:cs typeface="Calibri"/>
              </a:rPr>
              <a:t>y</a:t>
            </a:r>
            <a:r>
              <a:rPr sz="2600" spc="-5" dirty="0">
                <a:latin typeface="Calibri"/>
                <a:cs typeface="Calibri"/>
              </a:rPr>
              <a:t>si</a:t>
            </a:r>
            <a:r>
              <a:rPr sz="2600" spc="-40" dirty="0">
                <a:latin typeface="Calibri"/>
                <a:cs typeface="Calibri"/>
              </a:rPr>
              <a:t>c</a:t>
            </a:r>
            <a:r>
              <a:rPr sz="2600" spc="-20" dirty="0">
                <a:latin typeface="Calibri"/>
                <a:cs typeface="Calibri"/>
              </a:rPr>
              <a:t>a</a:t>
            </a:r>
            <a:r>
              <a:rPr sz="2600" spc="-10" dirty="0">
                <a:latin typeface="Calibri"/>
                <a:cs typeface="Calibri"/>
              </a:rPr>
              <a:t>l</a:t>
            </a:r>
            <a:r>
              <a:rPr sz="2600" spc="-55" dirty="0">
                <a:latin typeface="Times New Roman"/>
                <a:cs typeface="Times New Roman"/>
              </a:rPr>
              <a:t> </a:t>
            </a:r>
            <a:r>
              <a:rPr sz="2600" spc="-20" dirty="0">
                <a:latin typeface="Calibri"/>
                <a:cs typeface="Calibri"/>
              </a:rPr>
              <a:t>se</a:t>
            </a:r>
            <a:r>
              <a:rPr sz="2600" spc="-15" dirty="0">
                <a:latin typeface="Calibri"/>
                <a:cs typeface="Calibri"/>
              </a:rPr>
              <a:t>n</a:t>
            </a:r>
            <a:r>
              <a:rPr sz="2600" spc="-20" dirty="0">
                <a:latin typeface="Calibri"/>
                <a:cs typeface="Calibri"/>
              </a:rPr>
              <a:t>se</a:t>
            </a:r>
            <a:endParaRPr sz="2600">
              <a:latin typeface="Calibri"/>
              <a:cs typeface="Calibri"/>
            </a:endParaRPr>
          </a:p>
        </p:txBody>
      </p:sp>
      <p:sp>
        <p:nvSpPr>
          <p:cNvPr id="7" name="object 7"/>
          <p:cNvSpPr/>
          <p:nvPr/>
        </p:nvSpPr>
        <p:spPr>
          <a:xfrm>
            <a:off x="5205008" y="1217070"/>
            <a:ext cx="1518285" cy="0"/>
          </a:xfrm>
          <a:custGeom>
            <a:avLst/>
            <a:gdLst/>
            <a:ahLst/>
            <a:cxnLst/>
            <a:rect l="l" t="t" r="r" b="b"/>
            <a:pathLst>
              <a:path w="1518285">
                <a:moveTo>
                  <a:pt x="0" y="0"/>
                </a:moveTo>
                <a:lnTo>
                  <a:pt x="1517818" y="0"/>
                </a:lnTo>
              </a:path>
            </a:pathLst>
          </a:custGeom>
          <a:ln w="7953">
            <a:solidFill>
              <a:srgbClr val="000000"/>
            </a:solidFill>
          </a:ln>
        </p:spPr>
        <p:txBody>
          <a:bodyPr wrap="square" lIns="0" tIns="0" rIns="0" bIns="0" rtlCol="0"/>
          <a:lstStyle/>
          <a:p>
            <a:endParaRPr/>
          </a:p>
        </p:txBody>
      </p:sp>
      <p:sp>
        <p:nvSpPr>
          <p:cNvPr id="8" name="object 8"/>
          <p:cNvSpPr txBox="1">
            <a:spLocks noGrp="1"/>
          </p:cNvSpPr>
          <p:nvPr>
            <p:ph type="title"/>
          </p:nvPr>
        </p:nvSpPr>
        <p:spPr>
          <a:xfrm>
            <a:off x="2362200" y="816311"/>
            <a:ext cx="10515600" cy="423193"/>
          </a:xfrm>
          <a:prstGeom prst="rect">
            <a:avLst/>
          </a:prstGeom>
        </p:spPr>
        <p:txBody>
          <a:bodyPr vert="horz" wrap="square" lIns="0" tIns="0" rIns="0" bIns="0" rtlCol="0" anchor="ctr">
            <a:spAutoFit/>
          </a:bodyPr>
          <a:lstStyle/>
          <a:p>
            <a:pPr marL="3337560">
              <a:lnSpc>
                <a:spcPct val="100000"/>
              </a:lnSpc>
            </a:pPr>
            <a:r>
              <a:rPr sz="2750" dirty="0">
                <a:solidFill>
                  <a:srgbClr val="000000"/>
                </a:solidFill>
                <a:latin typeface="Times New Roman"/>
                <a:cs typeface="Times New Roman"/>
              </a:rPr>
              <a:t>0.6</a:t>
            </a:r>
            <a:r>
              <a:rPr sz="2750" spc="130" dirty="0">
                <a:solidFill>
                  <a:srgbClr val="000000"/>
                </a:solidFill>
                <a:latin typeface="Times New Roman"/>
                <a:cs typeface="Times New Roman"/>
              </a:rPr>
              <a:t>5</a:t>
            </a:r>
            <a:r>
              <a:rPr sz="2750" i="1" spc="185" dirty="0">
                <a:solidFill>
                  <a:srgbClr val="000000"/>
                </a:solidFill>
                <a:latin typeface="Times New Roman"/>
                <a:cs typeface="Times New Roman"/>
              </a:rPr>
              <a:t>z</a:t>
            </a:r>
            <a:r>
              <a:rPr sz="3525" baseline="29550" dirty="0">
                <a:solidFill>
                  <a:srgbClr val="000000"/>
                </a:solidFill>
                <a:latin typeface="Symbol"/>
                <a:cs typeface="Symbol"/>
              </a:rPr>
              <a:t></a:t>
            </a:r>
            <a:r>
              <a:rPr sz="3525" spc="15" baseline="29550" dirty="0">
                <a:solidFill>
                  <a:srgbClr val="000000"/>
                </a:solidFill>
                <a:latin typeface="Times New Roman"/>
                <a:cs typeface="Times New Roman"/>
              </a:rPr>
              <a:t>2</a:t>
            </a:r>
            <a:endParaRPr sz="3525" baseline="29550">
              <a:latin typeface="Times New Roman"/>
              <a:cs typeface="Times New Roman"/>
            </a:endParaRPr>
          </a:p>
        </p:txBody>
      </p:sp>
      <p:sp>
        <p:nvSpPr>
          <p:cNvPr id="9" name="object 9"/>
          <p:cNvSpPr txBox="1"/>
          <p:nvPr/>
        </p:nvSpPr>
        <p:spPr>
          <a:xfrm>
            <a:off x="6385245" y="1010252"/>
            <a:ext cx="1016635" cy="423193"/>
          </a:xfrm>
          <a:prstGeom prst="rect">
            <a:avLst/>
          </a:prstGeom>
        </p:spPr>
        <p:txBody>
          <a:bodyPr vert="horz" wrap="square" lIns="0" tIns="0" rIns="0" bIns="0" rtlCol="0">
            <a:spAutoFit/>
          </a:bodyPr>
          <a:lstStyle/>
          <a:p>
            <a:pPr marL="12700"/>
            <a:r>
              <a:rPr sz="3525" baseline="-33096" dirty="0">
                <a:latin typeface="Symbol"/>
                <a:cs typeface="Symbol"/>
              </a:rPr>
              <a:t></a:t>
            </a:r>
            <a:r>
              <a:rPr sz="3525" spc="15" baseline="-33096" dirty="0">
                <a:latin typeface="Times New Roman"/>
                <a:cs typeface="Times New Roman"/>
              </a:rPr>
              <a:t>1</a:t>
            </a:r>
            <a:r>
              <a:rPr sz="3525" spc="-277" baseline="-33096" dirty="0">
                <a:latin typeface="Times New Roman"/>
                <a:cs typeface="Times New Roman"/>
              </a:rPr>
              <a:t> </a:t>
            </a:r>
            <a:r>
              <a:rPr sz="2750" i="1" spc="130" dirty="0">
                <a:latin typeface="Times New Roman"/>
                <a:cs typeface="Times New Roman"/>
              </a:rPr>
              <a:t>u</a:t>
            </a:r>
            <a:r>
              <a:rPr sz="2750" spc="75" dirty="0">
                <a:latin typeface="Times New Roman"/>
                <a:cs typeface="Times New Roman"/>
              </a:rPr>
              <a:t>(</a:t>
            </a:r>
            <a:r>
              <a:rPr sz="2750" i="1" dirty="0">
                <a:latin typeface="Times New Roman"/>
                <a:cs typeface="Times New Roman"/>
              </a:rPr>
              <a:t>k</a:t>
            </a:r>
            <a:r>
              <a:rPr sz="2750" i="1" spc="-445" dirty="0">
                <a:latin typeface="Times New Roman"/>
                <a:cs typeface="Times New Roman"/>
              </a:rPr>
              <a:t> </a:t>
            </a:r>
            <a:r>
              <a:rPr sz="2750" dirty="0">
                <a:latin typeface="Times New Roman"/>
                <a:cs typeface="Times New Roman"/>
              </a:rPr>
              <a:t>)</a:t>
            </a:r>
            <a:endParaRPr sz="2750">
              <a:latin typeface="Times New Roman"/>
              <a:cs typeface="Times New Roman"/>
            </a:endParaRPr>
          </a:p>
        </p:txBody>
      </p:sp>
      <p:sp>
        <p:nvSpPr>
          <p:cNvPr id="10" name="object 10"/>
          <p:cNvSpPr txBox="1"/>
          <p:nvPr/>
        </p:nvSpPr>
        <p:spPr>
          <a:xfrm>
            <a:off x="4237602" y="1004656"/>
            <a:ext cx="896619" cy="423193"/>
          </a:xfrm>
          <a:prstGeom prst="rect">
            <a:avLst/>
          </a:prstGeom>
        </p:spPr>
        <p:txBody>
          <a:bodyPr vert="horz" wrap="square" lIns="0" tIns="0" rIns="0" bIns="0" rtlCol="0">
            <a:spAutoFit/>
          </a:bodyPr>
          <a:lstStyle/>
          <a:p>
            <a:pPr marL="12700"/>
            <a:r>
              <a:rPr sz="2750" i="1" spc="114" dirty="0">
                <a:latin typeface="Times New Roman"/>
                <a:cs typeface="Times New Roman"/>
              </a:rPr>
              <a:t>y</a:t>
            </a:r>
            <a:r>
              <a:rPr sz="2750" spc="75" dirty="0">
                <a:latin typeface="Times New Roman"/>
                <a:cs typeface="Times New Roman"/>
              </a:rPr>
              <a:t>(</a:t>
            </a:r>
            <a:r>
              <a:rPr sz="2750" i="1" dirty="0">
                <a:latin typeface="Times New Roman"/>
                <a:cs typeface="Times New Roman"/>
              </a:rPr>
              <a:t>k</a:t>
            </a:r>
            <a:r>
              <a:rPr sz="2750" i="1" spc="-445" dirty="0">
                <a:latin typeface="Times New Roman"/>
                <a:cs typeface="Times New Roman"/>
              </a:rPr>
              <a:t> </a:t>
            </a:r>
            <a:r>
              <a:rPr sz="2750" dirty="0">
                <a:latin typeface="Times New Roman"/>
                <a:cs typeface="Times New Roman"/>
              </a:rPr>
              <a:t>)</a:t>
            </a:r>
            <a:r>
              <a:rPr sz="2750" spc="-80" dirty="0">
                <a:latin typeface="Times New Roman"/>
                <a:cs typeface="Times New Roman"/>
              </a:rPr>
              <a:t> </a:t>
            </a:r>
            <a:r>
              <a:rPr sz="2750" dirty="0">
                <a:latin typeface="Symbol"/>
                <a:cs typeface="Symbol"/>
              </a:rPr>
              <a:t></a:t>
            </a:r>
            <a:endParaRPr sz="2750">
              <a:latin typeface="Symbol"/>
              <a:cs typeface="Symbol"/>
            </a:endParaRPr>
          </a:p>
        </p:txBody>
      </p:sp>
      <p:sp>
        <p:nvSpPr>
          <p:cNvPr id="11" name="object 11"/>
          <p:cNvSpPr txBox="1"/>
          <p:nvPr/>
        </p:nvSpPr>
        <p:spPr>
          <a:xfrm>
            <a:off x="5164429" y="1341175"/>
            <a:ext cx="1222375" cy="423193"/>
          </a:xfrm>
          <a:prstGeom prst="rect">
            <a:avLst/>
          </a:prstGeom>
        </p:spPr>
        <p:txBody>
          <a:bodyPr vert="horz" wrap="square" lIns="0" tIns="0" rIns="0" bIns="0" rtlCol="0">
            <a:spAutoFit/>
          </a:bodyPr>
          <a:lstStyle/>
          <a:p>
            <a:pPr marL="12700"/>
            <a:r>
              <a:rPr sz="2750" spc="220" dirty="0">
                <a:latin typeface="Times New Roman"/>
                <a:cs typeface="Times New Roman"/>
              </a:rPr>
              <a:t>1</a:t>
            </a:r>
            <a:r>
              <a:rPr sz="2750" dirty="0">
                <a:latin typeface="Symbol"/>
                <a:cs typeface="Symbol"/>
              </a:rPr>
              <a:t></a:t>
            </a:r>
            <a:r>
              <a:rPr sz="2750" spc="-254" dirty="0">
                <a:latin typeface="Times New Roman"/>
                <a:cs typeface="Times New Roman"/>
              </a:rPr>
              <a:t> </a:t>
            </a:r>
            <a:r>
              <a:rPr sz="2750" dirty="0">
                <a:latin typeface="Times New Roman"/>
                <a:cs typeface="Times New Roman"/>
              </a:rPr>
              <a:t>0.9</a:t>
            </a:r>
            <a:r>
              <a:rPr sz="2750" spc="-40" dirty="0">
                <a:latin typeface="Times New Roman"/>
                <a:cs typeface="Times New Roman"/>
              </a:rPr>
              <a:t>1</a:t>
            </a:r>
            <a:r>
              <a:rPr sz="2750" i="1" dirty="0">
                <a:latin typeface="Times New Roman"/>
                <a:cs typeface="Times New Roman"/>
              </a:rPr>
              <a:t>z</a:t>
            </a:r>
            <a:endParaRPr sz="275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17725" y="96004"/>
            <a:ext cx="8964930" cy="6666230"/>
          </a:xfrm>
          <a:custGeom>
            <a:avLst/>
            <a:gdLst/>
            <a:ahLst/>
            <a:cxnLst/>
            <a:rect l="l" t="t" r="r" b="b"/>
            <a:pathLst>
              <a:path w="8964930" h="6666230">
                <a:moveTo>
                  <a:pt x="0" y="6665792"/>
                </a:moveTo>
                <a:lnTo>
                  <a:pt x="8964716" y="6665792"/>
                </a:lnTo>
                <a:lnTo>
                  <a:pt x="8964716" y="0"/>
                </a:lnTo>
                <a:lnTo>
                  <a:pt x="0" y="0"/>
                </a:lnTo>
                <a:lnTo>
                  <a:pt x="0" y="6665792"/>
                </a:lnTo>
                <a:close/>
              </a:path>
            </a:pathLst>
          </a:custGeom>
          <a:ln w="192023">
            <a:solidFill>
              <a:srgbClr val="E9ECED"/>
            </a:solidFill>
          </a:ln>
        </p:spPr>
        <p:txBody>
          <a:bodyPr wrap="square" lIns="0" tIns="0" rIns="0" bIns="0" rtlCol="0"/>
          <a:lstStyle/>
          <a:p>
            <a:endParaRPr/>
          </a:p>
        </p:txBody>
      </p:sp>
      <p:sp>
        <p:nvSpPr>
          <p:cNvPr id="3" name="object 3"/>
          <p:cNvSpPr/>
          <p:nvPr/>
        </p:nvSpPr>
        <p:spPr>
          <a:xfrm>
            <a:off x="2155697" y="1858518"/>
            <a:ext cx="1583690" cy="0"/>
          </a:xfrm>
          <a:custGeom>
            <a:avLst/>
            <a:gdLst/>
            <a:ahLst/>
            <a:cxnLst/>
            <a:rect l="l" t="t" r="r" b="b"/>
            <a:pathLst>
              <a:path w="1583689">
                <a:moveTo>
                  <a:pt x="0" y="0"/>
                </a:moveTo>
                <a:lnTo>
                  <a:pt x="1583603" y="0"/>
                </a:lnTo>
              </a:path>
            </a:pathLst>
          </a:custGeom>
          <a:ln w="16763">
            <a:solidFill>
              <a:srgbClr val="A5ACB0"/>
            </a:solidFill>
          </a:ln>
        </p:spPr>
        <p:txBody>
          <a:bodyPr wrap="square" lIns="0" tIns="0" rIns="0" bIns="0" rtlCol="0"/>
          <a:lstStyle/>
          <a:p>
            <a:endParaRPr/>
          </a:p>
        </p:txBody>
      </p:sp>
      <p:sp>
        <p:nvSpPr>
          <p:cNvPr id="4" name="object 4"/>
          <p:cNvSpPr/>
          <p:nvPr/>
        </p:nvSpPr>
        <p:spPr>
          <a:xfrm>
            <a:off x="7796022" y="763837"/>
            <a:ext cx="2101463" cy="661956"/>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2362200" y="555791"/>
            <a:ext cx="10515600" cy="944233"/>
          </a:xfrm>
          <a:prstGeom prst="rect">
            <a:avLst/>
          </a:prstGeom>
        </p:spPr>
        <p:txBody>
          <a:bodyPr vert="horz" wrap="square" lIns="0" tIns="264541" rIns="0" bIns="0" rtlCol="0" anchor="ctr">
            <a:spAutoFit/>
          </a:bodyPr>
          <a:lstStyle/>
          <a:p>
            <a:pPr marL="165100">
              <a:lnSpc>
                <a:spcPct val="100000"/>
              </a:lnSpc>
            </a:pPr>
            <a:r>
              <a:rPr dirty="0">
                <a:latin typeface="Calibri"/>
                <a:cs typeface="Calibri"/>
              </a:rPr>
              <a:t>S</a:t>
            </a:r>
            <a:r>
              <a:rPr spc="-5" dirty="0">
                <a:latin typeface="Calibri"/>
                <a:cs typeface="Calibri"/>
              </a:rPr>
              <a:t>ol</a:t>
            </a:r>
            <a:r>
              <a:rPr dirty="0">
                <a:latin typeface="Calibri"/>
                <a:cs typeface="Calibri"/>
              </a:rPr>
              <a:t>ut</a:t>
            </a:r>
            <a:r>
              <a:rPr spc="-10" dirty="0">
                <a:latin typeface="Calibri"/>
                <a:cs typeface="Calibri"/>
              </a:rPr>
              <a:t>io</a:t>
            </a:r>
            <a:r>
              <a:rPr dirty="0">
                <a:latin typeface="Calibri"/>
                <a:cs typeface="Calibri"/>
              </a:rPr>
              <a:t>ns</a:t>
            </a:r>
          </a:p>
        </p:txBody>
      </p:sp>
      <p:sp>
        <p:nvSpPr>
          <p:cNvPr id="6" name="object 6"/>
          <p:cNvSpPr txBox="1"/>
          <p:nvPr/>
        </p:nvSpPr>
        <p:spPr>
          <a:xfrm>
            <a:off x="2102778" y="2096246"/>
            <a:ext cx="8084184" cy="3777957"/>
          </a:xfrm>
          <a:prstGeom prst="rect">
            <a:avLst/>
          </a:prstGeom>
        </p:spPr>
        <p:txBody>
          <a:bodyPr vert="horz" wrap="square" lIns="0" tIns="0" rIns="0" bIns="0" rtlCol="0">
            <a:spAutoFit/>
          </a:bodyPr>
          <a:lstStyle/>
          <a:p>
            <a:pPr marL="12700"/>
            <a:r>
              <a:rPr sz="2600" spc="-10" dirty="0">
                <a:solidFill>
                  <a:srgbClr val="ADB3B8"/>
                </a:solidFill>
                <a:latin typeface="Arial"/>
                <a:cs typeface="Arial"/>
              </a:rPr>
              <a:t>•</a:t>
            </a:r>
            <a:r>
              <a:rPr sz="2600" spc="240" dirty="0">
                <a:solidFill>
                  <a:srgbClr val="ADB3B8"/>
                </a:solidFill>
                <a:latin typeface="Times New Roman"/>
                <a:cs typeface="Times New Roman"/>
              </a:rPr>
              <a:t> </a:t>
            </a:r>
            <a:r>
              <a:rPr sz="2600" spc="-65" dirty="0">
                <a:latin typeface="Calibri"/>
                <a:cs typeface="Calibri"/>
              </a:rPr>
              <a:t>R</a:t>
            </a:r>
            <a:r>
              <a:rPr sz="2600" spc="-20" dirty="0">
                <a:latin typeface="Calibri"/>
                <a:cs typeface="Calibri"/>
              </a:rPr>
              <a:t>es</a:t>
            </a:r>
            <a:r>
              <a:rPr sz="2600" spc="-15" dirty="0">
                <a:latin typeface="Calibri"/>
                <a:cs typeface="Calibri"/>
              </a:rPr>
              <a:t>p</a:t>
            </a:r>
            <a:r>
              <a:rPr sz="2600" spc="-20" dirty="0">
                <a:latin typeface="Calibri"/>
                <a:cs typeface="Calibri"/>
              </a:rPr>
              <a:t>o</a:t>
            </a:r>
            <a:r>
              <a:rPr sz="2600" spc="-15" dirty="0">
                <a:latin typeface="Calibri"/>
                <a:cs typeface="Calibri"/>
              </a:rPr>
              <a:t>n</a:t>
            </a:r>
            <a:r>
              <a:rPr sz="2600" spc="-20" dirty="0">
                <a:latin typeface="Calibri"/>
                <a:cs typeface="Calibri"/>
              </a:rPr>
              <a:t>se</a:t>
            </a:r>
            <a:r>
              <a:rPr sz="2600" spc="-10" dirty="0">
                <a:latin typeface="Calibri"/>
                <a:cs typeface="Calibri"/>
              </a:rPr>
              <a:t>:</a:t>
            </a:r>
            <a:r>
              <a:rPr sz="2600" spc="-70" dirty="0">
                <a:latin typeface="Times New Roman"/>
                <a:cs typeface="Times New Roman"/>
              </a:rPr>
              <a:t> </a:t>
            </a:r>
            <a:r>
              <a:rPr sz="2600" spc="-20" dirty="0">
                <a:latin typeface="Calibri"/>
                <a:cs typeface="Calibri"/>
              </a:rPr>
              <a:t>0</a:t>
            </a:r>
            <a:r>
              <a:rPr sz="2600" spc="-10" dirty="0">
                <a:latin typeface="Calibri"/>
                <a:cs typeface="Calibri"/>
              </a:rPr>
              <a:t>,</a:t>
            </a:r>
            <a:r>
              <a:rPr sz="2600" spc="-65" dirty="0">
                <a:latin typeface="Times New Roman"/>
                <a:cs typeface="Times New Roman"/>
              </a:rPr>
              <a:t> </a:t>
            </a:r>
            <a:r>
              <a:rPr sz="2600" spc="-20" dirty="0">
                <a:latin typeface="Calibri"/>
                <a:cs typeface="Calibri"/>
              </a:rPr>
              <a:t>0</a:t>
            </a:r>
            <a:r>
              <a:rPr sz="2600" spc="-10" dirty="0">
                <a:latin typeface="Calibri"/>
                <a:cs typeface="Calibri"/>
              </a:rPr>
              <a:t>,</a:t>
            </a:r>
            <a:r>
              <a:rPr sz="2600" spc="-65" dirty="0">
                <a:latin typeface="Times New Roman"/>
                <a:cs typeface="Times New Roman"/>
              </a:rPr>
              <a:t> </a:t>
            </a:r>
            <a:r>
              <a:rPr sz="2600" spc="-20" dirty="0">
                <a:latin typeface="Calibri"/>
                <a:cs typeface="Calibri"/>
              </a:rPr>
              <a:t>0</a:t>
            </a:r>
            <a:r>
              <a:rPr sz="2600" spc="-10" dirty="0">
                <a:latin typeface="Calibri"/>
                <a:cs typeface="Calibri"/>
              </a:rPr>
              <a:t>,</a:t>
            </a:r>
            <a:r>
              <a:rPr sz="2600" spc="-65" dirty="0">
                <a:latin typeface="Times New Roman"/>
                <a:cs typeface="Times New Roman"/>
              </a:rPr>
              <a:t> </a:t>
            </a:r>
            <a:r>
              <a:rPr sz="2600" spc="-20" dirty="0">
                <a:latin typeface="Calibri"/>
                <a:cs typeface="Calibri"/>
              </a:rPr>
              <a:t>0</a:t>
            </a:r>
            <a:r>
              <a:rPr sz="2600" spc="-10" dirty="0">
                <a:latin typeface="Calibri"/>
                <a:cs typeface="Calibri"/>
              </a:rPr>
              <a:t>,</a:t>
            </a:r>
            <a:r>
              <a:rPr sz="2600" spc="-65" dirty="0">
                <a:latin typeface="Times New Roman"/>
                <a:cs typeface="Times New Roman"/>
              </a:rPr>
              <a:t> </a:t>
            </a:r>
            <a:r>
              <a:rPr sz="2600" spc="-20" dirty="0">
                <a:latin typeface="Calibri"/>
                <a:cs typeface="Calibri"/>
              </a:rPr>
              <a:t>0.65</a:t>
            </a:r>
            <a:r>
              <a:rPr sz="2600" spc="-10" dirty="0">
                <a:latin typeface="Calibri"/>
                <a:cs typeface="Calibri"/>
              </a:rPr>
              <a:t>,</a:t>
            </a:r>
            <a:r>
              <a:rPr sz="2600" spc="-60" dirty="0">
                <a:latin typeface="Times New Roman"/>
                <a:cs typeface="Times New Roman"/>
              </a:rPr>
              <a:t> </a:t>
            </a:r>
            <a:r>
              <a:rPr sz="2600" spc="-20" dirty="0">
                <a:latin typeface="Calibri"/>
                <a:cs typeface="Calibri"/>
              </a:rPr>
              <a:t>1.24</a:t>
            </a:r>
            <a:r>
              <a:rPr sz="2600" spc="-10" dirty="0">
                <a:latin typeface="Calibri"/>
                <a:cs typeface="Calibri"/>
              </a:rPr>
              <a:t>,</a:t>
            </a:r>
            <a:r>
              <a:rPr sz="2600" spc="-60" dirty="0">
                <a:latin typeface="Times New Roman"/>
                <a:cs typeface="Times New Roman"/>
              </a:rPr>
              <a:t> </a:t>
            </a:r>
            <a:r>
              <a:rPr sz="2600" spc="-20" dirty="0">
                <a:latin typeface="Calibri"/>
                <a:cs typeface="Calibri"/>
              </a:rPr>
              <a:t>1.78</a:t>
            </a:r>
            <a:r>
              <a:rPr sz="2600" spc="-10" dirty="0">
                <a:latin typeface="Calibri"/>
                <a:cs typeface="Calibri"/>
              </a:rPr>
              <a:t>,</a:t>
            </a:r>
            <a:r>
              <a:rPr sz="2600" spc="-60" dirty="0">
                <a:latin typeface="Times New Roman"/>
                <a:cs typeface="Times New Roman"/>
              </a:rPr>
              <a:t> </a:t>
            </a:r>
            <a:r>
              <a:rPr sz="2600" spc="-20" dirty="0">
                <a:latin typeface="Calibri"/>
                <a:cs typeface="Calibri"/>
              </a:rPr>
              <a:t>2.27</a:t>
            </a:r>
            <a:r>
              <a:rPr sz="2600" spc="-10" dirty="0">
                <a:latin typeface="Calibri"/>
                <a:cs typeface="Calibri"/>
              </a:rPr>
              <a:t>,</a:t>
            </a:r>
            <a:r>
              <a:rPr sz="2600" spc="-60" dirty="0">
                <a:latin typeface="Times New Roman"/>
                <a:cs typeface="Times New Roman"/>
              </a:rPr>
              <a:t> </a:t>
            </a:r>
            <a:r>
              <a:rPr sz="2600" spc="-20" dirty="0">
                <a:latin typeface="Calibri"/>
                <a:cs typeface="Calibri"/>
              </a:rPr>
              <a:t>2.72</a:t>
            </a:r>
            <a:r>
              <a:rPr sz="2600" spc="-10" dirty="0">
                <a:latin typeface="Calibri"/>
                <a:cs typeface="Calibri"/>
              </a:rPr>
              <a:t>,</a:t>
            </a:r>
            <a:r>
              <a:rPr sz="2600" spc="-60" dirty="0">
                <a:latin typeface="Times New Roman"/>
                <a:cs typeface="Times New Roman"/>
              </a:rPr>
              <a:t> </a:t>
            </a:r>
            <a:r>
              <a:rPr sz="2600" spc="-20" dirty="0">
                <a:latin typeface="Calibri"/>
                <a:cs typeface="Calibri"/>
              </a:rPr>
              <a:t>3.12</a:t>
            </a:r>
            <a:endParaRPr sz="2600">
              <a:latin typeface="Calibri"/>
              <a:cs typeface="Calibri"/>
            </a:endParaRPr>
          </a:p>
          <a:p>
            <a:pPr marL="241300" indent="-228600">
              <a:spcBef>
                <a:spcPts val="685"/>
              </a:spcBef>
              <a:buClr>
                <a:srgbClr val="ADB3B8"/>
              </a:buClr>
              <a:buFont typeface="Arial"/>
              <a:buChar char="•"/>
              <a:tabLst>
                <a:tab pos="241300" algn="l"/>
              </a:tabLst>
            </a:pPr>
            <a:r>
              <a:rPr sz="2600" dirty="0">
                <a:latin typeface="Calibri"/>
                <a:cs typeface="Calibri"/>
              </a:rPr>
              <a:t>S</a:t>
            </a:r>
            <a:r>
              <a:rPr sz="2600" spc="-45" dirty="0">
                <a:latin typeface="Calibri"/>
                <a:cs typeface="Calibri"/>
              </a:rPr>
              <a:t>t</a:t>
            </a:r>
            <a:r>
              <a:rPr sz="2600" spc="-20" dirty="0">
                <a:latin typeface="Calibri"/>
                <a:cs typeface="Calibri"/>
              </a:rPr>
              <a:t>ea</a:t>
            </a:r>
            <a:r>
              <a:rPr sz="2600" spc="-15" dirty="0">
                <a:latin typeface="Calibri"/>
                <a:cs typeface="Calibri"/>
              </a:rPr>
              <a:t>dy</a:t>
            </a:r>
            <a:r>
              <a:rPr sz="2600" spc="-50" dirty="0">
                <a:latin typeface="Times New Roman"/>
                <a:cs typeface="Times New Roman"/>
              </a:rPr>
              <a:t> </a:t>
            </a:r>
            <a:r>
              <a:rPr sz="2600" spc="-50" dirty="0">
                <a:latin typeface="Calibri"/>
                <a:cs typeface="Calibri"/>
              </a:rPr>
              <a:t>s</a:t>
            </a:r>
            <a:r>
              <a:rPr sz="2600" spc="-45" dirty="0">
                <a:latin typeface="Calibri"/>
                <a:cs typeface="Calibri"/>
              </a:rPr>
              <a:t>ta</a:t>
            </a:r>
            <a:r>
              <a:rPr sz="2600" spc="-40" dirty="0">
                <a:latin typeface="Calibri"/>
                <a:cs typeface="Calibri"/>
              </a:rPr>
              <a:t>t</a:t>
            </a:r>
            <a:r>
              <a:rPr sz="2600" spc="-15" dirty="0">
                <a:latin typeface="Calibri"/>
                <a:cs typeface="Calibri"/>
              </a:rPr>
              <a:t>e</a:t>
            </a:r>
            <a:r>
              <a:rPr sz="2600" spc="-55" dirty="0">
                <a:latin typeface="Times New Roman"/>
                <a:cs typeface="Times New Roman"/>
              </a:rPr>
              <a:t> </a:t>
            </a:r>
            <a:r>
              <a:rPr sz="2600" spc="-65" dirty="0">
                <a:latin typeface="Calibri"/>
                <a:cs typeface="Calibri"/>
              </a:rPr>
              <a:t>g</a:t>
            </a:r>
            <a:r>
              <a:rPr sz="2600" spc="-15" dirty="0">
                <a:latin typeface="Calibri"/>
                <a:cs typeface="Calibri"/>
              </a:rPr>
              <a:t>ain:</a:t>
            </a:r>
            <a:r>
              <a:rPr sz="2600" spc="-45" dirty="0">
                <a:latin typeface="Times New Roman"/>
                <a:cs typeface="Times New Roman"/>
              </a:rPr>
              <a:t> </a:t>
            </a:r>
            <a:r>
              <a:rPr sz="2600" spc="-20" dirty="0">
                <a:latin typeface="Calibri"/>
                <a:cs typeface="Calibri"/>
              </a:rPr>
              <a:t>7.22</a:t>
            </a:r>
            <a:endParaRPr sz="2600">
              <a:latin typeface="Calibri"/>
              <a:cs typeface="Calibri"/>
            </a:endParaRPr>
          </a:p>
          <a:p>
            <a:pPr marL="241300" marR="5080" indent="-228600">
              <a:lnSpc>
                <a:spcPts val="2810"/>
              </a:lnSpc>
              <a:spcBef>
                <a:spcPts val="1040"/>
              </a:spcBef>
              <a:buClr>
                <a:srgbClr val="ADB3B8"/>
              </a:buClr>
              <a:buFont typeface="Arial"/>
              <a:buChar char="•"/>
              <a:tabLst>
                <a:tab pos="241300" algn="l"/>
              </a:tabLst>
            </a:pPr>
            <a:r>
              <a:rPr sz="2600" spc="-15" dirty="0">
                <a:latin typeface="Calibri"/>
                <a:cs typeface="Calibri"/>
              </a:rPr>
              <a:t>T</a:t>
            </a:r>
            <a:r>
              <a:rPr sz="2600" spc="-5" dirty="0">
                <a:latin typeface="Calibri"/>
                <a:cs typeface="Calibri"/>
              </a:rPr>
              <a:t>i</a:t>
            </a:r>
            <a:r>
              <a:rPr sz="2600" spc="-20" dirty="0">
                <a:latin typeface="Calibri"/>
                <a:cs typeface="Calibri"/>
              </a:rPr>
              <a:t>me</a:t>
            </a:r>
            <a:r>
              <a:rPr sz="2600" spc="-65" dirty="0">
                <a:latin typeface="Times New Roman"/>
                <a:cs typeface="Times New Roman"/>
              </a:rPr>
              <a:t> </a:t>
            </a:r>
            <a:r>
              <a:rPr sz="2600" spc="-40" dirty="0">
                <a:latin typeface="Calibri"/>
                <a:cs typeface="Calibri"/>
              </a:rPr>
              <a:t>c</a:t>
            </a:r>
            <a:r>
              <a:rPr sz="2600" spc="-20" dirty="0">
                <a:latin typeface="Calibri"/>
                <a:cs typeface="Calibri"/>
              </a:rPr>
              <a:t>o</a:t>
            </a:r>
            <a:r>
              <a:rPr sz="2600" spc="-15" dirty="0">
                <a:latin typeface="Calibri"/>
                <a:cs typeface="Calibri"/>
              </a:rPr>
              <a:t>n</a:t>
            </a:r>
            <a:r>
              <a:rPr sz="2600" spc="-50" dirty="0">
                <a:latin typeface="Calibri"/>
                <a:cs typeface="Calibri"/>
              </a:rPr>
              <a:t>s</a:t>
            </a:r>
            <a:r>
              <a:rPr sz="2600" spc="-45" dirty="0">
                <a:latin typeface="Calibri"/>
                <a:cs typeface="Calibri"/>
              </a:rPr>
              <a:t>t</a:t>
            </a:r>
            <a:r>
              <a:rPr sz="2600" spc="-20" dirty="0">
                <a:latin typeface="Calibri"/>
                <a:cs typeface="Calibri"/>
              </a:rPr>
              <a:t>a</a:t>
            </a:r>
            <a:r>
              <a:rPr sz="2600" spc="-40" dirty="0">
                <a:latin typeface="Calibri"/>
                <a:cs typeface="Calibri"/>
              </a:rPr>
              <a:t>n</a:t>
            </a:r>
            <a:r>
              <a:rPr sz="2600" spc="-15" dirty="0">
                <a:latin typeface="Calibri"/>
                <a:cs typeface="Calibri"/>
              </a:rPr>
              <a:t>t</a:t>
            </a:r>
            <a:r>
              <a:rPr sz="2600" spc="-10" dirty="0">
                <a:latin typeface="Calibri"/>
                <a:cs typeface="Calibri"/>
              </a:rPr>
              <a:t>:</a:t>
            </a:r>
            <a:r>
              <a:rPr sz="2600" spc="-45" dirty="0">
                <a:latin typeface="Times New Roman"/>
                <a:cs typeface="Times New Roman"/>
              </a:rPr>
              <a:t> </a:t>
            </a:r>
            <a:r>
              <a:rPr sz="2600" spc="-20" dirty="0">
                <a:latin typeface="Calibri"/>
                <a:cs typeface="Calibri"/>
              </a:rPr>
              <a:t>10.</a:t>
            </a:r>
            <a:r>
              <a:rPr sz="2600" spc="-15" dirty="0">
                <a:latin typeface="Calibri"/>
                <a:cs typeface="Calibri"/>
              </a:rPr>
              <a:t>6</a:t>
            </a:r>
            <a:r>
              <a:rPr sz="2600" spc="-60" dirty="0">
                <a:latin typeface="Times New Roman"/>
                <a:cs typeface="Times New Roman"/>
              </a:rPr>
              <a:t> </a:t>
            </a:r>
            <a:r>
              <a:rPr sz="2600" spc="-20" dirty="0">
                <a:latin typeface="Calibri"/>
                <a:cs typeface="Calibri"/>
              </a:rPr>
              <a:t>samp</a:t>
            </a:r>
            <a:r>
              <a:rPr sz="2600" spc="-5" dirty="0">
                <a:latin typeface="Calibri"/>
                <a:cs typeface="Calibri"/>
              </a:rPr>
              <a:t>l</a:t>
            </a:r>
            <a:r>
              <a:rPr sz="2600" spc="-20" dirty="0">
                <a:latin typeface="Calibri"/>
                <a:cs typeface="Calibri"/>
              </a:rPr>
              <a:t>e</a:t>
            </a:r>
            <a:r>
              <a:rPr sz="2600" spc="-15" dirty="0">
                <a:latin typeface="Calibri"/>
                <a:cs typeface="Calibri"/>
              </a:rPr>
              <a:t>s</a:t>
            </a:r>
            <a:r>
              <a:rPr sz="2600" spc="-70" dirty="0">
                <a:latin typeface="Times New Roman"/>
                <a:cs typeface="Times New Roman"/>
              </a:rPr>
              <a:t> </a:t>
            </a:r>
            <a:r>
              <a:rPr sz="2600" spc="-20" dirty="0">
                <a:latin typeface="Calibri"/>
                <a:cs typeface="Calibri"/>
              </a:rPr>
              <a:t>o</a:t>
            </a:r>
            <a:r>
              <a:rPr sz="2600" spc="-10" dirty="0">
                <a:latin typeface="Calibri"/>
                <a:cs typeface="Calibri"/>
              </a:rPr>
              <a:t>r</a:t>
            </a:r>
            <a:r>
              <a:rPr sz="2600" spc="-50" dirty="0">
                <a:latin typeface="Times New Roman"/>
                <a:cs typeface="Times New Roman"/>
              </a:rPr>
              <a:t> </a:t>
            </a:r>
            <a:r>
              <a:rPr sz="2600" spc="-20" dirty="0">
                <a:latin typeface="Calibri"/>
                <a:cs typeface="Calibri"/>
              </a:rPr>
              <a:t>5</a:t>
            </a:r>
            <a:r>
              <a:rPr sz="2600" spc="-15" dirty="0">
                <a:latin typeface="Calibri"/>
                <a:cs typeface="Calibri"/>
              </a:rPr>
              <a:t>3</a:t>
            </a:r>
            <a:r>
              <a:rPr sz="2600" spc="-70" dirty="0">
                <a:latin typeface="Times New Roman"/>
                <a:cs typeface="Times New Roman"/>
              </a:rPr>
              <a:t> </a:t>
            </a:r>
            <a:r>
              <a:rPr sz="2600" spc="-25" dirty="0">
                <a:latin typeface="Calibri"/>
                <a:cs typeface="Calibri"/>
              </a:rPr>
              <a:t>m</a:t>
            </a:r>
            <a:r>
              <a:rPr sz="2600" spc="-5" dirty="0">
                <a:latin typeface="Calibri"/>
                <a:cs typeface="Calibri"/>
              </a:rPr>
              <a:t>i</a:t>
            </a:r>
            <a:r>
              <a:rPr sz="2600" spc="-15" dirty="0">
                <a:latin typeface="Calibri"/>
                <a:cs typeface="Calibri"/>
              </a:rPr>
              <a:t>nu</a:t>
            </a:r>
            <a:r>
              <a:rPr sz="2600" spc="-40" dirty="0">
                <a:latin typeface="Calibri"/>
                <a:cs typeface="Calibri"/>
              </a:rPr>
              <a:t>t</a:t>
            </a:r>
            <a:r>
              <a:rPr sz="2600" spc="-20" dirty="0">
                <a:latin typeface="Calibri"/>
                <a:cs typeface="Calibri"/>
              </a:rPr>
              <a:t>e</a:t>
            </a:r>
            <a:r>
              <a:rPr sz="2600" spc="-5" dirty="0">
                <a:latin typeface="Calibri"/>
                <a:cs typeface="Calibri"/>
              </a:rPr>
              <a:t>s</a:t>
            </a:r>
            <a:r>
              <a:rPr sz="2600" dirty="0">
                <a:latin typeface="Calibri"/>
                <a:cs typeface="Calibri"/>
              </a:rPr>
              <a:t>.</a:t>
            </a:r>
            <a:r>
              <a:rPr sz="2600" spc="-65" dirty="0">
                <a:latin typeface="Times New Roman"/>
                <a:cs typeface="Times New Roman"/>
              </a:rPr>
              <a:t> </a:t>
            </a:r>
            <a:r>
              <a:rPr sz="2600" spc="-20" dirty="0">
                <a:latin typeface="Calibri"/>
                <a:cs typeface="Calibri"/>
              </a:rPr>
              <a:t>No</a:t>
            </a:r>
            <a:r>
              <a:rPr sz="2600" spc="-45" dirty="0">
                <a:latin typeface="Calibri"/>
                <a:cs typeface="Calibri"/>
              </a:rPr>
              <a:t>t</a:t>
            </a:r>
            <a:r>
              <a:rPr sz="2600" spc="-15" dirty="0">
                <a:latin typeface="Calibri"/>
                <a:cs typeface="Calibri"/>
              </a:rPr>
              <a:t>e</a:t>
            </a:r>
            <a:r>
              <a:rPr sz="2600" spc="-60" dirty="0">
                <a:latin typeface="Times New Roman"/>
                <a:cs typeface="Times New Roman"/>
              </a:rPr>
              <a:t> </a:t>
            </a:r>
            <a:r>
              <a:rPr sz="2600" spc="-15" dirty="0">
                <a:latin typeface="Calibri"/>
                <a:cs typeface="Calibri"/>
              </a:rPr>
              <a:t>th</a:t>
            </a:r>
            <a:r>
              <a:rPr sz="2600" spc="-45" dirty="0">
                <a:latin typeface="Calibri"/>
                <a:cs typeface="Calibri"/>
              </a:rPr>
              <a:t>a</a:t>
            </a:r>
            <a:r>
              <a:rPr sz="2600" spc="-10" dirty="0">
                <a:latin typeface="Calibri"/>
                <a:cs typeface="Calibri"/>
              </a:rPr>
              <a:t>t</a:t>
            </a:r>
            <a:r>
              <a:rPr sz="2600" spc="-50" dirty="0">
                <a:latin typeface="Times New Roman"/>
                <a:cs typeface="Times New Roman"/>
              </a:rPr>
              <a:t> </a:t>
            </a:r>
            <a:r>
              <a:rPr sz="2600" spc="-20" dirty="0">
                <a:latin typeface="Calibri"/>
                <a:cs typeface="Calibri"/>
              </a:rPr>
              <a:t>63%</a:t>
            </a:r>
            <a:r>
              <a:rPr sz="2600" spc="-10" dirty="0">
                <a:latin typeface="Times New Roman"/>
                <a:cs typeface="Times New Roman"/>
              </a:rPr>
              <a:t> </a:t>
            </a:r>
            <a:r>
              <a:rPr sz="2600" spc="-20" dirty="0">
                <a:latin typeface="Calibri"/>
                <a:cs typeface="Calibri"/>
              </a:rPr>
              <a:t>o</a:t>
            </a:r>
            <a:r>
              <a:rPr sz="2600" spc="-10" dirty="0">
                <a:latin typeface="Calibri"/>
                <a:cs typeface="Calibri"/>
              </a:rPr>
              <a:t>f</a:t>
            </a:r>
            <a:r>
              <a:rPr sz="2600" spc="-65" dirty="0">
                <a:latin typeface="Times New Roman"/>
                <a:cs typeface="Times New Roman"/>
              </a:rPr>
              <a:t> </a:t>
            </a:r>
            <a:r>
              <a:rPr sz="2600" spc="-20" dirty="0">
                <a:latin typeface="Calibri"/>
                <a:cs typeface="Calibri"/>
              </a:rPr>
              <a:t>7.2</a:t>
            </a:r>
            <a:r>
              <a:rPr sz="2600" spc="-15" dirty="0">
                <a:latin typeface="Calibri"/>
                <a:cs typeface="Calibri"/>
              </a:rPr>
              <a:t>2</a:t>
            </a:r>
            <a:r>
              <a:rPr sz="2600" spc="-60" dirty="0">
                <a:latin typeface="Times New Roman"/>
                <a:cs typeface="Times New Roman"/>
              </a:rPr>
              <a:t> </a:t>
            </a:r>
            <a:r>
              <a:rPr sz="2600" spc="-5" dirty="0">
                <a:latin typeface="Calibri"/>
                <a:cs typeface="Calibri"/>
              </a:rPr>
              <a:t>i</a:t>
            </a:r>
            <a:r>
              <a:rPr sz="2600" spc="-15" dirty="0">
                <a:latin typeface="Calibri"/>
                <a:cs typeface="Calibri"/>
              </a:rPr>
              <a:t>s</a:t>
            </a:r>
            <a:r>
              <a:rPr sz="2600" spc="-60" dirty="0">
                <a:latin typeface="Times New Roman"/>
                <a:cs typeface="Times New Roman"/>
              </a:rPr>
              <a:t> </a:t>
            </a:r>
            <a:r>
              <a:rPr sz="2600" spc="-20" dirty="0">
                <a:latin typeface="Calibri"/>
                <a:cs typeface="Calibri"/>
              </a:rPr>
              <a:t>4.5</a:t>
            </a:r>
            <a:r>
              <a:rPr sz="2600" spc="-15" dirty="0">
                <a:latin typeface="Calibri"/>
                <a:cs typeface="Calibri"/>
              </a:rPr>
              <a:t>5</a:t>
            </a:r>
            <a:r>
              <a:rPr sz="2600" spc="-70" dirty="0">
                <a:latin typeface="Times New Roman"/>
                <a:cs typeface="Times New Roman"/>
              </a:rPr>
              <a:t> </a:t>
            </a:r>
            <a:r>
              <a:rPr sz="2600" spc="-15" dirty="0">
                <a:latin typeface="Calibri"/>
                <a:cs typeface="Calibri"/>
              </a:rPr>
              <a:t>d</a:t>
            </a:r>
            <a:r>
              <a:rPr sz="2600" spc="-20" dirty="0">
                <a:latin typeface="Calibri"/>
                <a:cs typeface="Calibri"/>
              </a:rPr>
              <a:t>e</a:t>
            </a:r>
            <a:r>
              <a:rPr sz="2600" spc="-15" dirty="0">
                <a:latin typeface="Calibri"/>
                <a:cs typeface="Calibri"/>
              </a:rPr>
              <a:t>g</a:t>
            </a:r>
            <a:r>
              <a:rPr sz="2600" spc="-50" dirty="0">
                <a:latin typeface="Calibri"/>
                <a:cs typeface="Calibri"/>
              </a:rPr>
              <a:t>r</a:t>
            </a:r>
            <a:r>
              <a:rPr sz="2600" spc="-20" dirty="0">
                <a:latin typeface="Calibri"/>
                <a:cs typeface="Calibri"/>
              </a:rPr>
              <a:t>ees.</a:t>
            </a:r>
            <a:endParaRPr sz="2600">
              <a:latin typeface="Calibri"/>
              <a:cs typeface="Calibri"/>
            </a:endParaRPr>
          </a:p>
          <a:p>
            <a:pPr marL="241300" indent="-228600">
              <a:spcBef>
                <a:spcPts val="645"/>
              </a:spcBef>
              <a:buClr>
                <a:srgbClr val="ADB3B8"/>
              </a:buClr>
              <a:buFont typeface="Arial"/>
              <a:buChar char="•"/>
              <a:tabLst>
                <a:tab pos="241300" algn="l"/>
              </a:tabLst>
            </a:pPr>
            <a:r>
              <a:rPr sz="2600" spc="-15" dirty="0">
                <a:latin typeface="Calibri"/>
                <a:cs typeface="Calibri"/>
              </a:rPr>
              <a:t>T</a:t>
            </a:r>
            <a:r>
              <a:rPr sz="2600" spc="-5" dirty="0">
                <a:latin typeface="Calibri"/>
                <a:cs typeface="Calibri"/>
              </a:rPr>
              <a:t>i</a:t>
            </a:r>
            <a:r>
              <a:rPr sz="2600" spc="-20" dirty="0">
                <a:latin typeface="Calibri"/>
                <a:cs typeface="Calibri"/>
              </a:rPr>
              <a:t>me</a:t>
            </a:r>
            <a:r>
              <a:rPr sz="2600" spc="-65" dirty="0">
                <a:latin typeface="Times New Roman"/>
                <a:cs typeface="Times New Roman"/>
              </a:rPr>
              <a:t> </a:t>
            </a:r>
            <a:r>
              <a:rPr sz="2600" spc="-15" dirty="0">
                <a:latin typeface="Calibri"/>
                <a:cs typeface="Calibri"/>
              </a:rPr>
              <a:t>d</a:t>
            </a:r>
            <a:r>
              <a:rPr sz="2600" spc="-20" dirty="0">
                <a:latin typeface="Calibri"/>
                <a:cs typeface="Calibri"/>
              </a:rPr>
              <a:t>e</a:t>
            </a:r>
            <a:r>
              <a:rPr sz="2600" spc="-5" dirty="0">
                <a:latin typeface="Calibri"/>
                <a:cs typeface="Calibri"/>
              </a:rPr>
              <a:t>l</a:t>
            </a:r>
            <a:r>
              <a:rPr sz="2600" spc="-70" dirty="0">
                <a:latin typeface="Calibri"/>
                <a:cs typeface="Calibri"/>
              </a:rPr>
              <a:t>a</a:t>
            </a:r>
            <a:r>
              <a:rPr sz="2600" spc="-15" dirty="0">
                <a:latin typeface="Calibri"/>
                <a:cs typeface="Calibri"/>
              </a:rPr>
              <a:t>y</a:t>
            </a:r>
            <a:r>
              <a:rPr sz="2600" spc="-60" dirty="0">
                <a:latin typeface="Times New Roman"/>
                <a:cs typeface="Times New Roman"/>
              </a:rPr>
              <a:t> </a:t>
            </a:r>
            <a:r>
              <a:rPr sz="2600" spc="-15" dirty="0">
                <a:latin typeface="Calibri"/>
                <a:cs typeface="Calibri"/>
              </a:rPr>
              <a:t>=</a:t>
            </a:r>
            <a:r>
              <a:rPr sz="2600" spc="-65" dirty="0">
                <a:latin typeface="Times New Roman"/>
                <a:cs typeface="Times New Roman"/>
              </a:rPr>
              <a:t> </a:t>
            </a:r>
            <a:r>
              <a:rPr sz="2600" spc="-15" dirty="0">
                <a:latin typeface="Calibri"/>
                <a:cs typeface="Calibri"/>
              </a:rPr>
              <a:t>2</a:t>
            </a:r>
            <a:r>
              <a:rPr sz="2600" spc="-65" dirty="0">
                <a:latin typeface="Times New Roman"/>
                <a:cs typeface="Times New Roman"/>
              </a:rPr>
              <a:t> </a:t>
            </a:r>
            <a:r>
              <a:rPr sz="2600" spc="-20" dirty="0">
                <a:latin typeface="Calibri"/>
                <a:cs typeface="Calibri"/>
              </a:rPr>
              <a:t>samp</a:t>
            </a:r>
            <a:r>
              <a:rPr sz="2600" spc="-5" dirty="0">
                <a:latin typeface="Calibri"/>
                <a:cs typeface="Calibri"/>
              </a:rPr>
              <a:t>l</a:t>
            </a:r>
            <a:r>
              <a:rPr sz="2600" spc="-20" dirty="0">
                <a:latin typeface="Calibri"/>
                <a:cs typeface="Calibri"/>
              </a:rPr>
              <a:t>e</a:t>
            </a:r>
            <a:r>
              <a:rPr sz="2600" spc="-15" dirty="0">
                <a:latin typeface="Calibri"/>
                <a:cs typeface="Calibri"/>
              </a:rPr>
              <a:t>s</a:t>
            </a:r>
            <a:r>
              <a:rPr sz="2600" spc="-70" dirty="0">
                <a:latin typeface="Times New Roman"/>
                <a:cs typeface="Times New Roman"/>
              </a:rPr>
              <a:t> </a:t>
            </a:r>
            <a:r>
              <a:rPr sz="2600" spc="-15" dirty="0">
                <a:latin typeface="Calibri"/>
                <a:cs typeface="Calibri"/>
              </a:rPr>
              <a:t>=</a:t>
            </a:r>
            <a:r>
              <a:rPr sz="2600" spc="-55" dirty="0">
                <a:latin typeface="Times New Roman"/>
                <a:cs typeface="Times New Roman"/>
              </a:rPr>
              <a:t> </a:t>
            </a:r>
            <a:r>
              <a:rPr sz="2600" spc="-20" dirty="0">
                <a:latin typeface="Calibri"/>
                <a:cs typeface="Calibri"/>
              </a:rPr>
              <a:t>1</a:t>
            </a:r>
            <a:r>
              <a:rPr sz="2600" spc="-15" dirty="0">
                <a:latin typeface="Calibri"/>
                <a:cs typeface="Calibri"/>
              </a:rPr>
              <a:t>0</a:t>
            </a:r>
            <a:r>
              <a:rPr sz="2600" spc="-75" dirty="0">
                <a:latin typeface="Times New Roman"/>
                <a:cs typeface="Times New Roman"/>
              </a:rPr>
              <a:t> </a:t>
            </a:r>
            <a:r>
              <a:rPr sz="2600" spc="-25" dirty="0">
                <a:latin typeface="Calibri"/>
                <a:cs typeface="Calibri"/>
              </a:rPr>
              <a:t>m</a:t>
            </a:r>
            <a:r>
              <a:rPr sz="2600" spc="-5" dirty="0">
                <a:latin typeface="Calibri"/>
                <a:cs typeface="Calibri"/>
              </a:rPr>
              <a:t>i</a:t>
            </a:r>
            <a:r>
              <a:rPr sz="2600" spc="-15" dirty="0">
                <a:latin typeface="Calibri"/>
                <a:cs typeface="Calibri"/>
              </a:rPr>
              <a:t>nu</a:t>
            </a:r>
            <a:r>
              <a:rPr sz="2600" spc="-45" dirty="0">
                <a:latin typeface="Calibri"/>
                <a:cs typeface="Calibri"/>
              </a:rPr>
              <a:t>t</a:t>
            </a:r>
            <a:r>
              <a:rPr sz="2600" spc="-20" dirty="0">
                <a:latin typeface="Calibri"/>
                <a:cs typeface="Calibri"/>
              </a:rPr>
              <a:t>e</a:t>
            </a:r>
            <a:r>
              <a:rPr sz="2600" spc="-15" dirty="0">
                <a:latin typeface="Calibri"/>
                <a:cs typeface="Calibri"/>
              </a:rPr>
              <a:t>s</a:t>
            </a:r>
            <a:endParaRPr sz="2600">
              <a:latin typeface="Calibri"/>
              <a:cs typeface="Calibri"/>
            </a:endParaRPr>
          </a:p>
          <a:p>
            <a:pPr marL="241300" marR="77470" indent="-228600">
              <a:lnSpc>
                <a:spcPts val="2810"/>
              </a:lnSpc>
              <a:spcBef>
                <a:spcPts val="1035"/>
              </a:spcBef>
              <a:buClr>
                <a:srgbClr val="ADB3B8"/>
              </a:buClr>
              <a:buFont typeface="Arial"/>
              <a:buChar char="•"/>
              <a:tabLst>
                <a:tab pos="241300" algn="l"/>
              </a:tabLst>
            </a:pPr>
            <a:r>
              <a:rPr sz="2600" spc="-20" dirty="0">
                <a:latin typeface="Calibri"/>
                <a:cs typeface="Calibri"/>
              </a:rPr>
              <a:t>No</a:t>
            </a:r>
            <a:r>
              <a:rPr sz="2600" spc="-40" dirty="0">
                <a:latin typeface="Calibri"/>
                <a:cs typeface="Calibri"/>
              </a:rPr>
              <a:t>t</a:t>
            </a:r>
            <a:r>
              <a:rPr sz="2600" spc="-15" dirty="0">
                <a:latin typeface="Calibri"/>
                <a:cs typeface="Calibri"/>
              </a:rPr>
              <a:t>e</a:t>
            </a:r>
            <a:r>
              <a:rPr sz="2600" spc="-60" dirty="0">
                <a:latin typeface="Times New Roman"/>
                <a:cs typeface="Times New Roman"/>
              </a:rPr>
              <a:t> </a:t>
            </a:r>
            <a:r>
              <a:rPr sz="2600" spc="-15" dirty="0">
                <a:latin typeface="Calibri"/>
                <a:cs typeface="Calibri"/>
              </a:rPr>
              <a:t>th</a:t>
            </a:r>
            <a:r>
              <a:rPr sz="2600" spc="-45" dirty="0">
                <a:latin typeface="Calibri"/>
                <a:cs typeface="Calibri"/>
              </a:rPr>
              <a:t>a</a:t>
            </a:r>
            <a:r>
              <a:rPr sz="2600" spc="-10" dirty="0">
                <a:latin typeface="Calibri"/>
                <a:cs typeface="Calibri"/>
              </a:rPr>
              <a:t>t</a:t>
            </a:r>
            <a:r>
              <a:rPr sz="2600" spc="-50" dirty="0">
                <a:latin typeface="Times New Roman"/>
                <a:cs typeface="Times New Roman"/>
              </a:rPr>
              <a:t> </a:t>
            </a:r>
            <a:r>
              <a:rPr sz="2600" spc="-45" dirty="0">
                <a:latin typeface="Calibri"/>
                <a:cs typeface="Calibri"/>
              </a:rPr>
              <a:t>a</a:t>
            </a:r>
            <a:r>
              <a:rPr sz="2600" spc="-10" dirty="0">
                <a:latin typeface="Calibri"/>
                <a:cs typeface="Calibri"/>
              </a:rPr>
              <a:t>t</a:t>
            </a:r>
            <a:r>
              <a:rPr sz="2600" spc="-50" dirty="0">
                <a:latin typeface="Times New Roman"/>
                <a:cs typeface="Times New Roman"/>
              </a:rPr>
              <a:t> </a:t>
            </a:r>
            <a:r>
              <a:rPr sz="2600" spc="-15" dirty="0">
                <a:latin typeface="Calibri"/>
                <a:cs typeface="Calibri"/>
              </a:rPr>
              <a:t>fu</a:t>
            </a:r>
            <a:r>
              <a:rPr sz="2600" spc="-5" dirty="0">
                <a:latin typeface="Calibri"/>
                <a:cs typeface="Calibri"/>
              </a:rPr>
              <a:t>l</a:t>
            </a:r>
            <a:r>
              <a:rPr sz="2600" dirty="0">
                <a:latin typeface="Calibri"/>
                <a:cs typeface="Calibri"/>
              </a:rPr>
              <a:t>l</a:t>
            </a:r>
            <a:r>
              <a:rPr sz="2600" spc="-70" dirty="0">
                <a:latin typeface="Times New Roman"/>
                <a:cs typeface="Times New Roman"/>
              </a:rPr>
              <a:t> </a:t>
            </a:r>
            <a:r>
              <a:rPr sz="2600" spc="-15" dirty="0">
                <a:latin typeface="Calibri"/>
                <a:cs typeface="Calibri"/>
              </a:rPr>
              <a:t>p</a:t>
            </a:r>
            <a:r>
              <a:rPr sz="2600" spc="-30" dirty="0">
                <a:latin typeface="Calibri"/>
                <a:cs typeface="Calibri"/>
              </a:rPr>
              <a:t>o</a:t>
            </a:r>
            <a:r>
              <a:rPr sz="2600" spc="-45" dirty="0">
                <a:latin typeface="Calibri"/>
                <a:cs typeface="Calibri"/>
              </a:rPr>
              <a:t>w</a:t>
            </a:r>
            <a:r>
              <a:rPr sz="2600" spc="-20" dirty="0">
                <a:latin typeface="Calibri"/>
                <a:cs typeface="Calibri"/>
              </a:rPr>
              <a:t>e</a:t>
            </a:r>
            <a:r>
              <a:rPr sz="2600" spc="-235" dirty="0">
                <a:latin typeface="Calibri"/>
                <a:cs typeface="Calibri"/>
              </a:rPr>
              <a:t>r</a:t>
            </a:r>
            <a:r>
              <a:rPr sz="2600" spc="-10" dirty="0">
                <a:latin typeface="Calibri"/>
                <a:cs typeface="Calibri"/>
              </a:rPr>
              <a:t>,</a:t>
            </a:r>
            <a:r>
              <a:rPr sz="2600" spc="-55" dirty="0">
                <a:latin typeface="Times New Roman"/>
                <a:cs typeface="Times New Roman"/>
              </a:rPr>
              <a:t> </a:t>
            </a:r>
            <a:r>
              <a:rPr sz="2600" spc="-50" dirty="0">
                <a:latin typeface="Calibri"/>
                <a:cs typeface="Calibri"/>
              </a:rPr>
              <a:t>s</a:t>
            </a:r>
            <a:r>
              <a:rPr sz="2600" spc="-40" dirty="0">
                <a:latin typeface="Calibri"/>
                <a:cs typeface="Calibri"/>
              </a:rPr>
              <a:t>t</a:t>
            </a:r>
            <a:r>
              <a:rPr sz="2600" spc="-20" dirty="0">
                <a:latin typeface="Calibri"/>
                <a:cs typeface="Calibri"/>
              </a:rPr>
              <a:t>ea</a:t>
            </a:r>
            <a:r>
              <a:rPr sz="2600" spc="-15" dirty="0">
                <a:latin typeface="Calibri"/>
                <a:cs typeface="Calibri"/>
              </a:rPr>
              <a:t>dy</a:t>
            </a:r>
            <a:r>
              <a:rPr sz="2600" spc="-60" dirty="0">
                <a:latin typeface="Times New Roman"/>
                <a:cs typeface="Times New Roman"/>
              </a:rPr>
              <a:t> </a:t>
            </a:r>
            <a:r>
              <a:rPr sz="2600" spc="-50" dirty="0">
                <a:latin typeface="Calibri"/>
                <a:cs typeface="Calibri"/>
              </a:rPr>
              <a:t>s</a:t>
            </a:r>
            <a:r>
              <a:rPr sz="2600" spc="-45" dirty="0">
                <a:latin typeface="Calibri"/>
                <a:cs typeface="Calibri"/>
              </a:rPr>
              <a:t>tat</a:t>
            </a:r>
            <a:r>
              <a:rPr sz="2600" spc="-15" dirty="0">
                <a:latin typeface="Calibri"/>
                <a:cs typeface="Calibri"/>
              </a:rPr>
              <a:t>e</a:t>
            </a:r>
            <a:r>
              <a:rPr sz="2600" spc="-50" dirty="0">
                <a:latin typeface="Times New Roman"/>
                <a:cs typeface="Times New Roman"/>
              </a:rPr>
              <a:t> </a:t>
            </a:r>
            <a:r>
              <a:rPr sz="2600" spc="-45" dirty="0">
                <a:latin typeface="Calibri"/>
                <a:cs typeface="Calibri"/>
              </a:rPr>
              <a:t>t</a:t>
            </a:r>
            <a:r>
              <a:rPr sz="2600" spc="-20" dirty="0">
                <a:latin typeface="Calibri"/>
                <a:cs typeface="Calibri"/>
              </a:rPr>
              <a:t>empe</a:t>
            </a:r>
            <a:r>
              <a:rPr sz="2600" spc="-65" dirty="0">
                <a:latin typeface="Calibri"/>
                <a:cs typeface="Calibri"/>
              </a:rPr>
              <a:t>r</a:t>
            </a:r>
            <a:r>
              <a:rPr sz="2600" spc="-45" dirty="0">
                <a:latin typeface="Calibri"/>
                <a:cs typeface="Calibri"/>
              </a:rPr>
              <a:t>a</a:t>
            </a:r>
            <a:r>
              <a:rPr sz="2600" spc="-15" dirty="0">
                <a:latin typeface="Calibri"/>
                <a:cs typeface="Calibri"/>
              </a:rPr>
              <a:t>tu</a:t>
            </a:r>
            <a:r>
              <a:rPr sz="2600" spc="-50" dirty="0">
                <a:latin typeface="Calibri"/>
                <a:cs typeface="Calibri"/>
              </a:rPr>
              <a:t>r</a:t>
            </a:r>
            <a:r>
              <a:rPr sz="2600" spc="-15" dirty="0">
                <a:latin typeface="Calibri"/>
                <a:cs typeface="Calibri"/>
              </a:rPr>
              <a:t>e</a:t>
            </a:r>
            <a:r>
              <a:rPr sz="2600" spc="-55" dirty="0">
                <a:latin typeface="Times New Roman"/>
                <a:cs typeface="Times New Roman"/>
              </a:rPr>
              <a:t> </a:t>
            </a:r>
            <a:r>
              <a:rPr sz="2600" spc="-5" dirty="0">
                <a:latin typeface="Calibri"/>
                <a:cs typeface="Calibri"/>
              </a:rPr>
              <a:t>i</a:t>
            </a:r>
            <a:r>
              <a:rPr sz="2600" spc="-15" dirty="0">
                <a:latin typeface="Calibri"/>
                <a:cs typeface="Calibri"/>
              </a:rPr>
              <a:t>s</a:t>
            </a:r>
            <a:r>
              <a:rPr sz="2600" spc="-60" dirty="0">
                <a:latin typeface="Times New Roman"/>
                <a:cs typeface="Times New Roman"/>
              </a:rPr>
              <a:t> </a:t>
            </a:r>
            <a:r>
              <a:rPr sz="2600" spc="-20" dirty="0">
                <a:latin typeface="Calibri"/>
                <a:cs typeface="Calibri"/>
              </a:rPr>
              <a:t>7.2</a:t>
            </a:r>
            <a:r>
              <a:rPr sz="2600" spc="-15" dirty="0">
                <a:latin typeface="Calibri"/>
                <a:cs typeface="Calibri"/>
              </a:rPr>
              <a:t>2</a:t>
            </a:r>
            <a:r>
              <a:rPr sz="2600" spc="-70" dirty="0">
                <a:latin typeface="Times New Roman"/>
                <a:cs typeface="Times New Roman"/>
              </a:rPr>
              <a:t> </a:t>
            </a:r>
            <a:r>
              <a:rPr sz="2600" spc="-15" dirty="0">
                <a:latin typeface="Calibri"/>
                <a:cs typeface="Calibri"/>
              </a:rPr>
              <a:t>C</a:t>
            </a:r>
            <a:r>
              <a:rPr sz="2600" spc="-10" dirty="0">
                <a:latin typeface="Times New Roman"/>
                <a:cs typeface="Times New Roman"/>
              </a:rPr>
              <a:t> </a:t>
            </a:r>
            <a:r>
              <a:rPr sz="2600" spc="-20" dirty="0">
                <a:latin typeface="Calibri"/>
                <a:cs typeface="Calibri"/>
              </a:rPr>
              <a:t>a</a:t>
            </a:r>
            <a:r>
              <a:rPr sz="2600" spc="-15" dirty="0">
                <a:latin typeface="Calibri"/>
                <a:cs typeface="Calibri"/>
              </a:rPr>
              <a:t>b</a:t>
            </a:r>
            <a:r>
              <a:rPr sz="2600" spc="-30" dirty="0">
                <a:latin typeface="Calibri"/>
                <a:cs typeface="Calibri"/>
              </a:rPr>
              <a:t>o</a:t>
            </a:r>
            <a:r>
              <a:rPr sz="2600" spc="-40" dirty="0">
                <a:latin typeface="Calibri"/>
                <a:cs typeface="Calibri"/>
              </a:rPr>
              <a:t>v</a:t>
            </a:r>
            <a:r>
              <a:rPr sz="2600" spc="-15" dirty="0">
                <a:latin typeface="Calibri"/>
                <a:cs typeface="Calibri"/>
              </a:rPr>
              <a:t>e</a:t>
            </a:r>
            <a:r>
              <a:rPr sz="2600" spc="-60" dirty="0">
                <a:latin typeface="Times New Roman"/>
                <a:cs typeface="Times New Roman"/>
              </a:rPr>
              <a:t> </a:t>
            </a:r>
            <a:r>
              <a:rPr sz="2600" spc="-15" dirty="0">
                <a:latin typeface="Calibri"/>
                <a:cs typeface="Calibri"/>
              </a:rPr>
              <a:t>b</a:t>
            </a:r>
            <a:r>
              <a:rPr sz="2600" spc="-20" dirty="0">
                <a:latin typeface="Calibri"/>
                <a:cs typeface="Calibri"/>
              </a:rPr>
              <a:t>asel</a:t>
            </a:r>
            <a:r>
              <a:rPr sz="2600" spc="-5" dirty="0">
                <a:latin typeface="Calibri"/>
                <a:cs typeface="Calibri"/>
              </a:rPr>
              <a:t>i</a:t>
            </a:r>
            <a:r>
              <a:rPr sz="2600" spc="-15" dirty="0">
                <a:latin typeface="Calibri"/>
                <a:cs typeface="Calibri"/>
              </a:rPr>
              <a:t>n</a:t>
            </a:r>
            <a:r>
              <a:rPr sz="2600" spc="-20" dirty="0">
                <a:latin typeface="Calibri"/>
                <a:cs typeface="Calibri"/>
              </a:rPr>
              <a:t>e</a:t>
            </a:r>
            <a:r>
              <a:rPr sz="2600" spc="-10" dirty="0">
                <a:latin typeface="Calibri"/>
                <a:cs typeface="Calibri"/>
              </a:rPr>
              <a:t>,</a:t>
            </a:r>
            <a:r>
              <a:rPr sz="2600" spc="-70" dirty="0">
                <a:latin typeface="Times New Roman"/>
                <a:cs typeface="Times New Roman"/>
              </a:rPr>
              <a:t> </a:t>
            </a:r>
            <a:r>
              <a:rPr sz="2600" spc="-15" dirty="0">
                <a:latin typeface="Calibri"/>
                <a:cs typeface="Calibri"/>
              </a:rPr>
              <a:t>h</a:t>
            </a:r>
            <a:r>
              <a:rPr sz="2600" spc="-20" dirty="0">
                <a:latin typeface="Calibri"/>
                <a:cs typeface="Calibri"/>
              </a:rPr>
              <a:t>e</a:t>
            </a:r>
            <a:r>
              <a:rPr sz="2600" spc="-15" dirty="0">
                <a:latin typeface="Calibri"/>
                <a:cs typeface="Calibri"/>
              </a:rPr>
              <a:t>n</a:t>
            </a:r>
            <a:r>
              <a:rPr sz="2600" spc="-20" dirty="0">
                <a:latin typeface="Calibri"/>
                <a:cs typeface="Calibri"/>
              </a:rPr>
              <a:t>c</a:t>
            </a:r>
            <a:r>
              <a:rPr sz="2600" spc="-15" dirty="0">
                <a:latin typeface="Calibri"/>
                <a:cs typeface="Calibri"/>
              </a:rPr>
              <a:t>e</a:t>
            </a:r>
            <a:r>
              <a:rPr sz="2600" spc="-80" dirty="0">
                <a:latin typeface="Times New Roman"/>
                <a:cs typeface="Times New Roman"/>
              </a:rPr>
              <a:t> </a:t>
            </a:r>
            <a:r>
              <a:rPr sz="2600" spc="-20" dirty="0">
                <a:latin typeface="Calibri"/>
                <a:cs typeface="Calibri"/>
              </a:rPr>
              <a:t>s</a:t>
            </a:r>
            <a:r>
              <a:rPr sz="2600" spc="-70" dirty="0">
                <a:latin typeface="Calibri"/>
                <a:cs typeface="Calibri"/>
              </a:rPr>
              <a:t>a</a:t>
            </a:r>
            <a:r>
              <a:rPr sz="2600" spc="-15" dirty="0">
                <a:latin typeface="Calibri"/>
                <a:cs typeface="Calibri"/>
              </a:rPr>
              <a:t>y</a:t>
            </a:r>
            <a:r>
              <a:rPr sz="2600" spc="-60" dirty="0">
                <a:latin typeface="Times New Roman"/>
                <a:cs typeface="Times New Roman"/>
              </a:rPr>
              <a:t> </a:t>
            </a:r>
            <a:r>
              <a:rPr sz="2600" spc="-5" dirty="0">
                <a:latin typeface="Calibri"/>
                <a:cs typeface="Calibri"/>
              </a:rPr>
              <a:t>l</a:t>
            </a:r>
            <a:r>
              <a:rPr sz="2600" spc="-20" dirty="0">
                <a:latin typeface="Calibri"/>
                <a:cs typeface="Calibri"/>
              </a:rPr>
              <a:t>a</a:t>
            </a:r>
            <a:r>
              <a:rPr sz="2600" spc="-15" dirty="0">
                <a:latin typeface="Calibri"/>
                <a:cs typeface="Calibri"/>
              </a:rPr>
              <a:t>b</a:t>
            </a:r>
            <a:r>
              <a:rPr sz="2600" spc="-20" dirty="0">
                <a:latin typeface="Calibri"/>
                <a:cs typeface="Calibri"/>
              </a:rPr>
              <a:t>o</a:t>
            </a:r>
            <a:r>
              <a:rPr sz="2600" spc="-65" dirty="0">
                <a:latin typeface="Calibri"/>
                <a:cs typeface="Calibri"/>
              </a:rPr>
              <a:t>r</a:t>
            </a:r>
            <a:r>
              <a:rPr sz="2600" spc="-40" dirty="0">
                <a:latin typeface="Calibri"/>
                <a:cs typeface="Calibri"/>
              </a:rPr>
              <a:t>a</a:t>
            </a:r>
            <a:r>
              <a:rPr sz="2600" spc="-30" dirty="0">
                <a:latin typeface="Calibri"/>
                <a:cs typeface="Calibri"/>
              </a:rPr>
              <a:t>t</a:t>
            </a:r>
            <a:r>
              <a:rPr sz="2600" spc="-15" dirty="0">
                <a:latin typeface="Calibri"/>
                <a:cs typeface="Calibri"/>
              </a:rPr>
              <a:t>o</a:t>
            </a:r>
            <a:r>
              <a:rPr sz="2600" dirty="0">
                <a:latin typeface="Calibri"/>
                <a:cs typeface="Calibri"/>
              </a:rPr>
              <a:t>r</a:t>
            </a:r>
            <a:r>
              <a:rPr sz="2600" spc="-15" dirty="0">
                <a:latin typeface="Calibri"/>
                <a:cs typeface="Calibri"/>
              </a:rPr>
              <a:t>y</a:t>
            </a:r>
            <a:r>
              <a:rPr sz="2600" spc="-35" dirty="0">
                <a:latin typeface="Times New Roman"/>
                <a:cs typeface="Times New Roman"/>
              </a:rPr>
              <a:t> </a:t>
            </a:r>
            <a:r>
              <a:rPr sz="2600" spc="-45" dirty="0">
                <a:latin typeface="Calibri"/>
                <a:cs typeface="Calibri"/>
              </a:rPr>
              <a:t>t</a:t>
            </a:r>
            <a:r>
              <a:rPr sz="2600" spc="-20" dirty="0">
                <a:latin typeface="Calibri"/>
                <a:cs typeface="Calibri"/>
              </a:rPr>
              <a:t>empe</a:t>
            </a:r>
            <a:r>
              <a:rPr sz="2600" spc="-65" dirty="0">
                <a:latin typeface="Calibri"/>
                <a:cs typeface="Calibri"/>
              </a:rPr>
              <a:t>r</a:t>
            </a:r>
            <a:r>
              <a:rPr sz="2600" spc="-45" dirty="0">
                <a:latin typeface="Calibri"/>
                <a:cs typeface="Calibri"/>
              </a:rPr>
              <a:t>a</a:t>
            </a:r>
            <a:r>
              <a:rPr sz="2600" spc="-15" dirty="0">
                <a:latin typeface="Calibri"/>
                <a:cs typeface="Calibri"/>
              </a:rPr>
              <a:t>tu</a:t>
            </a:r>
            <a:r>
              <a:rPr sz="2600" spc="-50" dirty="0">
                <a:latin typeface="Calibri"/>
                <a:cs typeface="Calibri"/>
              </a:rPr>
              <a:t>r</a:t>
            </a:r>
            <a:r>
              <a:rPr sz="2600" spc="-15" dirty="0">
                <a:latin typeface="Calibri"/>
                <a:cs typeface="Calibri"/>
              </a:rPr>
              <a:t>e</a:t>
            </a:r>
            <a:r>
              <a:rPr sz="2600" spc="-55" dirty="0">
                <a:latin typeface="Times New Roman"/>
                <a:cs typeface="Times New Roman"/>
              </a:rPr>
              <a:t> </a:t>
            </a:r>
            <a:r>
              <a:rPr sz="2600" spc="-5" dirty="0">
                <a:latin typeface="Calibri"/>
                <a:cs typeface="Calibri"/>
              </a:rPr>
              <a:t>i</a:t>
            </a:r>
            <a:r>
              <a:rPr sz="2600" spc="-15" dirty="0">
                <a:latin typeface="Calibri"/>
                <a:cs typeface="Calibri"/>
              </a:rPr>
              <a:t>s</a:t>
            </a:r>
            <a:r>
              <a:rPr sz="2600" spc="-60" dirty="0">
                <a:latin typeface="Times New Roman"/>
                <a:cs typeface="Times New Roman"/>
              </a:rPr>
              <a:t> </a:t>
            </a:r>
            <a:r>
              <a:rPr sz="2600" spc="-20" dirty="0">
                <a:latin typeface="Calibri"/>
                <a:cs typeface="Calibri"/>
              </a:rPr>
              <a:t>2</a:t>
            </a:r>
            <a:r>
              <a:rPr sz="2600" spc="-15" dirty="0">
                <a:latin typeface="Calibri"/>
                <a:cs typeface="Calibri"/>
              </a:rPr>
              <a:t>0</a:t>
            </a:r>
            <a:r>
              <a:rPr sz="2600" spc="-75" dirty="0">
                <a:latin typeface="Times New Roman"/>
                <a:cs typeface="Times New Roman"/>
              </a:rPr>
              <a:t> </a:t>
            </a:r>
            <a:r>
              <a:rPr sz="2600" spc="-30" dirty="0">
                <a:latin typeface="Calibri"/>
                <a:cs typeface="Calibri"/>
              </a:rPr>
              <a:t>C</a:t>
            </a:r>
            <a:r>
              <a:rPr sz="2600" spc="-10" dirty="0">
                <a:latin typeface="Calibri"/>
                <a:cs typeface="Calibri"/>
              </a:rPr>
              <a:t>,</a:t>
            </a:r>
            <a:r>
              <a:rPr sz="2600" spc="-10" dirty="0">
                <a:latin typeface="Times New Roman"/>
                <a:cs typeface="Times New Roman"/>
              </a:rPr>
              <a:t> </a:t>
            </a:r>
            <a:r>
              <a:rPr sz="2600" spc="-15" dirty="0">
                <a:latin typeface="Calibri"/>
                <a:cs typeface="Calibri"/>
              </a:rPr>
              <a:t>th</a:t>
            </a:r>
            <a:r>
              <a:rPr sz="2600" spc="-20" dirty="0">
                <a:latin typeface="Calibri"/>
                <a:cs typeface="Calibri"/>
              </a:rPr>
              <a:t>e</a:t>
            </a:r>
            <a:r>
              <a:rPr sz="2600" spc="-15" dirty="0">
                <a:latin typeface="Calibri"/>
                <a:cs typeface="Calibri"/>
              </a:rPr>
              <a:t>n</a:t>
            </a:r>
            <a:r>
              <a:rPr sz="2600" spc="-65" dirty="0">
                <a:latin typeface="Times New Roman"/>
                <a:cs typeface="Times New Roman"/>
              </a:rPr>
              <a:t> </a:t>
            </a:r>
            <a:r>
              <a:rPr sz="2600" spc="-15" dirty="0">
                <a:latin typeface="Calibri"/>
                <a:cs typeface="Calibri"/>
              </a:rPr>
              <a:t>the</a:t>
            </a:r>
            <a:r>
              <a:rPr sz="2600" spc="-70" dirty="0">
                <a:latin typeface="Times New Roman"/>
                <a:cs typeface="Times New Roman"/>
              </a:rPr>
              <a:t> </a:t>
            </a:r>
            <a:r>
              <a:rPr sz="2600" spc="-15" dirty="0">
                <a:latin typeface="Calibri"/>
                <a:cs typeface="Calibri"/>
              </a:rPr>
              <a:t>h</a:t>
            </a:r>
            <a:r>
              <a:rPr sz="2600" spc="-20" dirty="0">
                <a:latin typeface="Calibri"/>
                <a:cs typeface="Calibri"/>
              </a:rPr>
              <a:t>e</a:t>
            </a:r>
            <a:r>
              <a:rPr sz="2600" spc="-45" dirty="0">
                <a:latin typeface="Calibri"/>
                <a:cs typeface="Calibri"/>
              </a:rPr>
              <a:t>at</a:t>
            </a:r>
            <a:r>
              <a:rPr sz="2600" spc="-20" dirty="0">
                <a:latin typeface="Calibri"/>
                <a:cs typeface="Calibri"/>
              </a:rPr>
              <a:t>e</a:t>
            </a:r>
            <a:r>
              <a:rPr sz="2600" spc="-15" dirty="0">
                <a:latin typeface="Calibri"/>
                <a:cs typeface="Calibri"/>
              </a:rPr>
              <a:t>d</a:t>
            </a:r>
            <a:r>
              <a:rPr sz="2600" spc="-60" dirty="0">
                <a:latin typeface="Times New Roman"/>
                <a:cs typeface="Times New Roman"/>
              </a:rPr>
              <a:t> </a:t>
            </a:r>
            <a:r>
              <a:rPr sz="2600" spc="-45" dirty="0">
                <a:latin typeface="Calibri"/>
                <a:cs typeface="Calibri"/>
              </a:rPr>
              <a:t>t</a:t>
            </a:r>
            <a:r>
              <a:rPr sz="2600" spc="-20" dirty="0">
                <a:latin typeface="Calibri"/>
                <a:cs typeface="Calibri"/>
              </a:rPr>
              <a:t>empe</a:t>
            </a:r>
            <a:r>
              <a:rPr sz="2600" spc="-65" dirty="0">
                <a:latin typeface="Calibri"/>
                <a:cs typeface="Calibri"/>
              </a:rPr>
              <a:t>r</a:t>
            </a:r>
            <a:r>
              <a:rPr sz="2600" spc="-45" dirty="0">
                <a:latin typeface="Calibri"/>
                <a:cs typeface="Calibri"/>
              </a:rPr>
              <a:t>a</a:t>
            </a:r>
            <a:r>
              <a:rPr sz="2600" spc="-15" dirty="0">
                <a:latin typeface="Calibri"/>
                <a:cs typeface="Calibri"/>
              </a:rPr>
              <a:t>tu</a:t>
            </a:r>
            <a:r>
              <a:rPr sz="2600" spc="-50" dirty="0">
                <a:latin typeface="Calibri"/>
                <a:cs typeface="Calibri"/>
              </a:rPr>
              <a:t>r</a:t>
            </a:r>
            <a:r>
              <a:rPr sz="2600" spc="-15" dirty="0">
                <a:latin typeface="Calibri"/>
                <a:cs typeface="Calibri"/>
              </a:rPr>
              <a:t>e</a:t>
            </a:r>
            <a:r>
              <a:rPr sz="2600" spc="-55" dirty="0">
                <a:latin typeface="Times New Roman"/>
                <a:cs typeface="Times New Roman"/>
              </a:rPr>
              <a:t> </a:t>
            </a:r>
            <a:r>
              <a:rPr sz="2600" spc="-5" dirty="0">
                <a:latin typeface="Calibri"/>
                <a:cs typeface="Calibri"/>
              </a:rPr>
              <a:t>i</a:t>
            </a:r>
            <a:r>
              <a:rPr sz="2600" spc="-15" dirty="0">
                <a:latin typeface="Calibri"/>
                <a:cs typeface="Calibri"/>
              </a:rPr>
              <a:t>n</a:t>
            </a:r>
            <a:r>
              <a:rPr sz="2600" spc="-60" dirty="0">
                <a:latin typeface="Times New Roman"/>
                <a:cs typeface="Times New Roman"/>
              </a:rPr>
              <a:t> </a:t>
            </a:r>
            <a:r>
              <a:rPr sz="2600" spc="-15" dirty="0">
                <a:latin typeface="Calibri"/>
                <a:cs typeface="Calibri"/>
              </a:rPr>
              <a:t>the</a:t>
            </a:r>
            <a:r>
              <a:rPr sz="2600" spc="-65" dirty="0">
                <a:latin typeface="Times New Roman"/>
                <a:cs typeface="Times New Roman"/>
              </a:rPr>
              <a:t> </a:t>
            </a:r>
            <a:r>
              <a:rPr sz="2600" spc="-20" dirty="0">
                <a:latin typeface="Calibri"/>
                <a:cs typeface="Calibri"/>
              </a:rPr>
              <a:t>c</a:t>
            </a:r>
            <a:r>
              <a:rPr sz="2600" spc="-15" dirty="0">
                <a:latin typeface="Calibri"/>
                <a:cs typeface="Calibri"/>
              </a:rPr>
              <a:t>h</a:t>
            </a:r>
            <a:r>
              <a:rPr sz="2600" spc="-20" dirty="0">
                <a:latin typeface="Calibri"/>
                <a:cs typeface="Calibri"/>
              </a:rPr>
              <a:t>ambe</a:t>
            </a:r>
            <a:r>
              <a:rPr sz="2600" spc="-10" dirty="0">
                <a:latin typeface="Calibri"/>
                <a:cs typeface="Calibri"/>
              </a:rPr>
              <a:t>r</a:t>
            </a:r>
            <a:r>
              <a:rPr sz="2600" spc="-65" dirty="0">
                <a:latin typeface="Times New Roman"/>
                <a:cs typeface="Times New Roman"/>
              </a:rPr>
              <a:t> </a:t>
            </a:r>
            <a:r>
              <a:rPr sz="2600" spc="-5" dirty="0">
                <a:latin typeface="Calibri"/>
                <a:cs typeface="Calibri"/>
              </a:rPr>
              <a:t>i</a:t>
            </a:r>
            <a:r>
              <a:rPr sz="2600" spc="-15" dirty="0">
                <a:latin typeface="Calibri"/>
                <a:cs typeface="Calibri"/>
              </a:rPr>
              <a:t>s</a:t>
            </a:r>
            <a:r>
              <a:rPr sz="2600" spc="-60" dirty="0">
                <a:latin typeface="Times New Roman"/>
                <a:cs typeface="Times New Roman"/>
              </a:rPr>
              <a:t> </a:t>
            </a:r>
            <a:r>
              <a:rPr sz="2600" spc="-20" dirty="0">
                <a:latin typeface="Calibri"/>
                <a:cs typeface="Calibri"/>
              </a:rPr>
              <a:t>27.2</a:t>
            </a:r>
            <a:r>
              <a:rPr sz="2600" spc="-15" dirty="0">
                <a:latin typeface="Calibri"/>
                <a:cs typeface="Calibri"/>
              </a:rPr>
              <a:t>2</a:t>
            </a:r>
            <a:r>
              <a:rPr sz="2600" spc="-70" dirty="0">
                <a:latin typeface="Times New Roman"/>
                <a:cs typeface="Times New Roman"/>
              </a:rPr>
              <a:t> </a:t>
            </a:r>
            <a:r>
              <a:rPr sz="2600" spc="-15" dirty="0">
                <a:latin typeface="Calibri"/>
                <a:cs typeface="Calibri"/>
              </a:rPr>
              <a:t>C</a:t>
            </a:r>
            <a:r>
              <a:rPr sz="2600" spc="-10" dirty="0">
                <a:latin typeface="Times New Roman"/>
                <a:cs typeface="Times New Roman"/>
              </a:rPr>
              <a:t> </a:t>
            </a:r>
            <a:r>
              <a:rPr sz="2600" spc="-20" dirty="0">
                <a:latin typeface="Calibri"/>
                <a:cs typeface="Calibri"/>
              </a:rPr>
              <a:t>wh</a:t>
            </a:r>
            <a:r>
              <a:rPr sz="2600" spc="-5" dirty="0">
                <a:latin typeface="Calibri"/>
                <a:cs typeface="Calibri"/>
              </a:rPr>
              <a:t>i</a:t>
            </a:r>
            <a:r>
              <a:rPr sz="2600" spc="-20" dirty="0">
                <a:latin typeface="Calibri"/>
                <a:cs typeface="Calibri"/>
              </a:rPr>
              <a:t>c</a:t>
            </a:r>
            <a:r>
              <a:rPr sz="2600" spc="-15" dirty="0">
                <a:latin typeface="Calibri"/>
                <a:cs typeface="Calibri"/>
              </a:rPr>
              <a:t>h</a:t>
            </a:r>
            <a:r>
              <a:rPr sz="2600" spc="-60" dirty="0">
                <a:latin typeface="Times New Roman"/>
                <a:cs typeface="Times New Roman"/>
              </a:rPr>
              <a:t> </a:t>
            </a:r>
            <a:r>
              <a:rPr sz="2600" spc="-5" dirty="0">
                <a:latin typeface="Calibri"/>
                <a:cs typeface="Calibri"/>
              </a:rPr>
              <a:t>i</a:t>
            </a:r>
            <a:r>
              <a:rPr sz="2600" spc="-15" dirty="0">
                <a:latin typeface="Calibri"/>
                <a:cs typeface="Calibri"/>
              </a:rPr>
              <a:t>s</a:t>
            </a:r>
            <a:r>
              <a:rPr sz="2600" spc="-60" dirty="0">
                <a:latin typeface="Times New Roman"/>
                <a:cs typeface="Times New Roman"/>
              </a:rPr>
              <a:t> </a:t>
            </a:r>
            <a:r>
              <a:rPr sz="2600" spc="-50" dirty="0">
                <a:latin typeface="Calibri"/>
                <a:cs typeface="Calibri"/>
              </a:rPr>
              <a:t>r</a:t>
            </a:r>
            <a:r>
              <a:rPr sz="2600" spc="-20" dirty="0">
                <a:latin typeface="Calibri"/>
                <a:cs typeface="Calibri"/>
              </a:rPr>
              <a:t>easo</a:t>
            </a:r>
            <a:r>
              <a:rPr sz="2600" spc="-15" dirty="0">
                <a:latin typeface="Calibri"/>
                <a:cs typeface="Calibri"/>
              </a:rPr>
              <a:t>n</a:t>
            </a:r>
            <a:r>
              <a:rPr sz="2600" spc="-20" dirty="0">
                <a:latin typeface="Calibri"/>
                <a:cs typeface="Calibri"/>
              </a:rPr>
              <a:t>a</a:t>
            </a:r>
            <a:r>
              <a:rPr sz="2600" spc="-15" dirty="0">
                <a:latin typeface="Calibri"/>
                <a:cs typeface="Calibri"/>
              </a:rPr>
              <a:t>b</a:t>
            </a:r>
            <a:r>
              <a:rPr sz="2600" spc="-5" dirty="0">
                <a:latin typeface="Calibri"/>
                <a:cs typeface="Calibri"/>
              </a:rPr>
              <a:t>l</a:t>
            </a:r>
            <a:r>
              <a:rPr sz="2600" spc="-15" dirty="0">
                <a:latin typeface="Calibri"/>
                <a:cs typeface="Calibri"/>
              </a:rPr>
              <a:t>e</a:t>
            </a:r>
            <a:endParaRPr sz="26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17725" y="96004"/>
            <a:ext cx="8964930" cy="6666230"/>
          </a:xfrm>
          <a:custGeom>
            <a:avLst/>
            <a:gdLst/>
            <a:ahLst/>
            <a:cxnLst/>
            <a:rect l="l" t="t" r="r" b="b"/>
            <a:pathLst>
              <a:path w="8964930" h="6666230">
                <a:moveTo>
                  <a:pt x="0" y="6665792"/>
                </a:moveTo>
                <a:lnTo>
                  <a:pt x="8964716" y="6665792"/>
                </a:lnTo>
                <a:lnTo>
                  <a:pt x="8964716" y="0"/>
                </a:lnTo>
                <a:lnTo>
                  <a:pt x="0" y="0"/>
                </a:lnTo>
                <a:lnTo>
                  <a:pt x="0" y="6665792"/>
                </a:lnTo>
                <a:close/>
              </a:path>
            </a:pathLst>
          </a:custGeom>
          <a:ln w="192023">
            <a:solidFill>
              <a:srgbClr val="E9ECED"/>
            </a:solidFill>
          </a:ln>
        </p:spPr>
        <p:txBody>
          <a:bodyPr wrap="square" lIns="0" tIns="0" rIns="0" bIns="0" rtlCol="0"/>
          <a:lstStyle/>
          <a:p>
            <a:endParaRPr/>
          </a:p>
        </p:txBody>
      </p:sp>
      <p:sp>
        <p:nvSpPr>
          <p:cNvPr id="3" name="object 3"/>
          <p:cNvSpPr/>
          <p:nvPr/>
        </p:nvSpPr>
        <p:spPr>
          <a:xfrm>
            <a:off x="2155697" y="1858518"/>
            <a:ext cx="1583690" cy="0"/>
          </a:xfrm>
          <a:custGeom>
            <a:avLst/>
            <a:gdLst/>
            <a:ahLst/>
            <a:cxnLst/>
            <a:rect l="l" t="t" r="r" b="b"/>
            <a:pathLst>
              <a:path w="1583689">
                <a:moveTo>
                  <a:pt x="0" y="0"/>
                </a:moveTo>
                <a:lnTo>
                  <a:pt x="1583603" y="0"/>
                </a:lnTo>
              </a:path>
            </a:pathLst>
          </a:custGeom>
          <a:ln w="16763">
            <a:solidFill>
              <a:srgbClr val="A5ACB0"/>
            </a:solidFill>
          </a:ln>
        </p:spPr>
        <p:txBody>
          <a:bodyPr wrap="square" lIns="0" tIns="0" rIns="0" bIns="0" rtlCol="0"/>
          <a:lstStyle/>
          <a:p>
            <a:endParaRPr/>
          </a:p>
        </p:txBody>
      </p:sp>
      <p:sp>
        <p:nvSpPr>
          <p:cNvPr id="4" name="object 4"/>
          <p:cNvSpPr/>
          <p:nvPr/>
        </p:nvSpPr>
        <p:spPr>
          <a:xfrm>
            <a:off x="7796022" y="763837"/>
            <a:ext cx="2101463" cy="661956"/>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2362200" y="555791"/>
            <a:ext cx="10515600" cy="944233"/>
          </a:xfrm>
          <a:prstGeom prst="rect">
            <a:avLst/>
          </a:prstGeom>
        </p:spPr>
        <p:txBody>
          <a:bodyPr vert="horz" wrap="square" lIns="0" tIns="264541" rIns="0" bIns="0" rtlCol="0" anchor="ctr">
            <a:spAutoFit/>
          </a:bodyPr>
          <a:lstStyle/>
          <a:p>
            <a:pPr marL="165100">
              <a:lnSpc>
                <a:spcPct val="100000"/>
              </a:lnSpc>
            </a:pPr>
            <a:r>
              <a:rPr spc="-5" dirty="0">
                <a:latin typeface="Calibri"/>
                <a:cs typeface="Calibri"/>
              </a:rPr>
              <a:t>E</a:t>
            </a:r>
            <a:r>
              <a:rPr spc="-90" dirty="0">
                <a:latin typeface="Calibri"/>
                <a:cs typeface="Calibri"/>
              </a:rPr>
              <a:t>x</a:t>
            </a:r>
            <a:r>
              <a:rPr spc="-25" dirty="0">
                <a:latin typeface="Calibri"/>
                <a:cs typeface="Calibri"/>
              </a:rPr>
              <a:t>e</a:t>
            </a:r>
            <a:r>
              <a:rPr spc="-65" dirty="0">
                <a:latin typeface="Calibri"/>
                <a:cs typeface="Calibri"/>
              </a:rPr>
              <a:t>r</a:t>
            </a:r>
            <a:r>
              <a:rPr dirty="0">
                <a:latin typeface="Calibri"/>
                <a:cs typeface="Calibri"/>
              </a:rPr>
              <a:t>ci</a:t>
            </a:r>
            <a:r>
              <a:rPr spc="-10" dirty="0">
                <a:latin typeface="Calibri"/>
                <a:cs typeface="Calibri"/>
              </a:rPr>
              <a:t>s</a:t>
            </a:r>
            <a:r>
              <a:rPr spc="-20" dirty="0">
                <a:latin typeface="Calibri"/>
                <a:cs typeface="Calibri"/>
              </a:rPr>
              <a:t>e</a:t>
            </a:r>
          </a:p>
        </p:txBody>
      </p:sp>
      <p:sp>
        <p:nvSpPr>
          <p:cNvPr id="6" name="object 6"/>
          <p:cNvSpPr txBox="1"/>
          <p:nvPr/>
        </p:nvSpPr>
        <p:spPr>
          <a:xfrm>
            <a:off x="2231391" y="2127550"/>
            <a:ext cx="7261859" cy="1531188"/>
          </a:xfrm>
          <a:prstGeom prst="rect">
            <a:avLst/>
          </a:prstGeom>
        </p:spPr>
        <p:txBody>
          <a:bodyPr vert="horz" wrap="square" lIns="0" tIns="0" rIns="0" bIns="0" rtlCol="0">
            <a:spAutoFit/>
          </a:bodyPr>
          <a:lstStyle/>
          <a:p>
            <a:pPr marL="241300" marR="5080" indent="-228600">
              <a:lnSpc>
                <a:spcPts val="3020"/>
              </a:lnSpc>
              <a:buClr>
                <a:srgbClr val="ADB3B8"/>
              </a:buClr>
              <a:buFont typeface="Arial"/>
              <a:buChar char="•"/>
              <a:tabLst>
                <a:tab pos="241300" algn="l"/>
              </a:tabLst>
            </a:pPr>
            <a:r>
              <a:rPr sz="2800" spc="-5" dirty="0">
                <a:latin typeface="Calibri"/>
                <a:cs typeface="Calibri"/>
              </a:rPr>
              <a:t>Wh</a:t>
            </a:r>
            <a:r>
              <a:rPr sz="2800" spc="-25" dirty="0">
                <a:latin typeface="Calibri"/>
                <a:cs typeface="Calibri"/>
              </a:rPr>
              <a:t>a</a:t>
            </a:r>
            <a:r>
              <a:rPr sz="2800" dirty="0">
                <a:latin typeface="Calibri"/>
                <a:cs typeface="Calibri"/>
              </a:rPr>
              <a:t>t</a:t>
            </a:r>
            <a:r>
              <a:rPr sz="2800" spc="-70" dirty="0">
                <a:latin typeface="Times New Roman"/>
                <a:cs typeface="Times New Roman"/>
              </a:rPr>
              <a:t> </a:t>
            </a:r>
            <a:r>
              <a:rPr sz="2800" spc="-5" dirty="0">
                <a:latin typeface="Calibri"/>
                <a:cs typeface="Calibri"/>
              </a:rPr>
              <a:t>i</a:t>
            </a:r>
            <a:r>
              <a:rPr sz="2800" dirty="0">
                <a:latin typeface="Calibri"/>
                <a:cs typeface="Calibri"/>
              </a:rPr>
              <a:t>s</a:t>
            </a:r>
            <a:r>
              <a:rPr sz="2800" spc="-70" dirty="0">
                <a:latin typeface="Times New Roman"/>
                <a:cs typeface="Times New Roman"/>
              </a:rPr>
              <a:t> </a:t>
            </a:r>
            <a:r>
              <a:rPr sz="2800" spc="-5" dirty="0">
                <a:latin typeface="Calibri"/>
                <a:cs typeface="Calibri"/>
              </a:rPr>
              <a:t>th</a:t>
            </a:r>
            <a:r>
              <a:rPr sz="2800" spc="-15" dirty="0">
                <a:latin typeface="Calibri"/>
                <a:cs typeface="Calibri"/>
              </a:rPr>
              <a:t>e</a:t>
            </a:r>
            <a:r>
              <a:rPr sz="2800" spc="-60" dirty="0">
                <a:latin typeface="Times New Roman"/>
                <a:cs typeface="Times New Roman"/>
              </a:rPr>
              <a:t> </a:t>
            </a:r>
            <a:r>
              <a:rPr sz="2800" spc="-30" dirty="0">
                <a:latin typeface="Calibri"/>
                <a:cs typeface="Calibri"/>
              </a:rPr>
              <a:t>s</a:t>
            </a:r>
            <a:r>
              <a:rPr sz="2800" spc="-40" dirty="0">
                <a:latin typeface="Calibri"/>
                <a:cs typeface="Calibri"/>
              </a:rPr>
              <a:t>t</a:t>
            </a:r>
            <a:r>
              <a:rPr sz="2800" dirty="0">
                <a:latin typeface="Calibri"/>
                <a:cs typeface="Calibri"/>
              </a:rPr>
              <a:t>a</a:t>
            </a:r>
            <a:r>
              <a:rPr sz="2800" spc="-5" dirty="0">
                <a:latin typeface="Calibri"/>
                <a:cs typeface="Calibri"/>
              </a:rPr>
              <a:t>bilit</a:t>
            </a:r>
            <a:r>
              <a:rPr sz="2800" dirty="0">
                <a:latin typeface="Calibri"/>
                <a:cs typeface="Calibri"/>
              </a:rPr>
              <a:t>y</a:t>
            </a:r>
            <a:r>
              <a:rPr sz="2800" spc="-80" dirty="0">
                <a:latin typeface="Times New Roman"/>
                <a:cs typeface="Times New Roman"/>
              </a:rPr>
              <a:t> </a:t>
            </a:r>
            <a:r>
              <a:rPr sz="2800" spc="-30" dirty="0">
                <a:latin typeface="Calibri"/>
                <a:cs typeface="Calibri"/>
              </a:rPr>
              <a:t>c</a:t>
            </a:r>
            <a:r>
              <a:rPr sz="2800" spc="-5" dirty="0">
                <a:latin typeface="Calibri"/>
                <a:cs typeface="Calibri"/>
              </a:rPr>
              <a:t>onditio</a:t>
            </a:r>
            <a:r>
              <a:rPr sz="2800" dirty="0">
                <a:latin typeface="Calibri"/>
                <a:cs typeface="Calibri"/>
              </a:rPr>
              <a:t>n</a:t>
            </a:r>
            <a:r>
              <a:rPr sz="2800" spc="-55" dirty="0">
                <a:latin typeface="Times New Roman"/>
                <a:cs typeface="Times New Roman"/>
              </a:rPr>
              <a:t> </a:t>
            </a:r>
            <a:r>
              <a:rPr sz="2800" spc="-5" dirty="0">
                <a:latin typeface="Calibri"/>
                <a:cs typeface="Calibri"/>
              </a:rPr>
              <a:t>o</a:t>
            </a:r>
            <a:r>
              <a:rPr sz="2800" dirty="0">
                <a:latin typeface="Calibri"/>
                <a:cs typeface="Calibri"/>
              </a:rPr>
              <a:t>f</a:t>
            </a:r>
            <a:r>
              <a:rPr sz="2800" spc="-70" dirty="0">
                <a:latin typeface="Times New Roman"/>
                <a:cs typeface="Times New Roman"/>
              </a:rPr>
              <a:t> </a:t>
            </a:r>
            <a:r>
              <a:rPr sz="2800" spc="-5" dirty="0">
                <a:latin typeface="Calibri"/>
                <a:cs typeface="Calibri"/>
              </a:rPr>
              <a:t>th</a:t>
            </a:r>
            <a:r>
              <a:rPr sz="2800" spc="-15" dirty="0">
                <a:latin typeface="Calibri"/>
                <a:cs typeface="Calibri"/>
              </a:rPr>
              <a:t>e</a:t>
            </a:r>
            <a:r>
              <a:rPr sz="2800" spc="-60" dirty="0">
                <a:latin typeface="Times New Roman"/>
                <a:cs typeface="Times New Roman"/>
              </a:rPr>
              <a:t> </a:t>
            </a:r>
            <a:r>
              <a:rPr sz="2800" spc="-50" dirty="0">
                <a:latin typeface="Calibri"/>
                <a:cs typeface="Calibri"/>
              </a:rPr>
              <a:t>s</a:t>
            </a:r>
            <a:r>
              <a:rPr sz="2800" spc="-45" dirty="0">
                <a:latin typeface="Calibri"/>
                <a:cs typeface="Calibri"/>
              </a:rPr>
              <a:t>y</a:t>
            </a:r>
            <a:r>
              <a:rPr sz="2800" spc="-30" dirty="0">
                <a:latin typeface="Calibri"/>
                <a:cs typeface="Calibri"/>
              </a:rPr>
              <a:t>s</a:t>
            </a:r>
            <a:r>
              <a:rPr sz="2800" spc="-35" dirty="0">
                <a:latin typeface="Calibri"/>
                <a:cs typeface="Calibri"/>
              </a:rPr>
              <a:t>t</a:t>
            </a:r>
            <a:r>
              <a:rPr sz="2800" spc="-5" dirty="0">
                <a:latin typeface="Calibri"/>
                <a:cs typeface="Calibri"/>
              </a:rPr>
              <a:t>e</a:t>
            </a:r>
            <a:r>
              <a:rPr sz="2800" dirty="0">
                <a:latin typeface="Calibri"/>
                <a:cs typeface="Calibri"/>
              </a:rPr>
              <a:t>m</a:t>
            </a:r>
            <a:r>
              <a:rPr sz="2800" spc="-80" dirty="0">
                <a:latin typeface="Times New Roman"/>
                <a:cs typeface="Times New Roman"/>
              </a:rPr>
              <a:t> </a:t>
            </a:r>
            <a:r>
              <a:rPr sz="2800" spc="-5" dirty="0">
                <a:latin typeface="Calibri"/>
                <a:cs typeface="Calibri"/>
              </a:rPr>
              <a:t>th</a:t>
            </a:r>
            <a:r>
              <a:rPr sz="2800" spc="-25" dirty="0">
                <a:latin typeface="Calibri"/>
                <a:cs typeface="Calibri"/>
              </a:rPr>
              <a:t>a</a:t>
            </a:r>
            <a:r>
              <a:rPr sz="2800" dirty="0">
                <a:latin typeface="Calibri"/>
                <a:cs typeface="Calibri"/>
              </a:rPr>
              <a:t>t</a:t>
            </a:r>
            <a:r>
              <a:rPr sz="2800" dirty="0">
                <a:latin typeface="Times New Roman"/>
                <a:cs typeface="Times New Roman"/>
              </a:rPr>
              <a:t> </a:t>
            </a:r>
            <a:r>
              <a:rPr sz="2800" spc="-5" dirty="0">
                <a:latin typeface="Calibri"/>
                <a:cs typeface="Calibri"/>
              </a:rPr>
              <a:t>h</a:t>
            </a:r>
            <a:r>
              <a:rPr sz="2800" dirty="0">
                <a:latin typeface="Calibri"/>
                <a:cs typeface="Calibri"/>
              </a:rPr>
              <a:t>as</a:t>
            </a:r>
            <a:r>
              <a:rPr sz="2800" spc="-65" dirty="0">
                <a:latin typeface="Times New Roman"/>
                <a:cs typeface="Times New Roman"/>
              </a:rPr>
              <a:t> </a:t>
            </a:r>
            <a:r>
              <a:rPr sz="2800" spc="-5" dirty="0">
                <a:latin typeface="Calibri"/>
                <a:cs typeface="Calibri"/>
              </a:rPr>
              <a:t>th</a:t>
            </a:r>
            <a:r>
              <a:rPr sz="2800" spc="-15" dirty="0">
                <a:latin typeface="Calibri"/>
                <a:cs typeface="Calibri"/>
              </a:rPr>
              <a:t>e</a:t>
            </a:r>
            <a:r>
              <a:rPr sz="2800" spc="-60" dirty="0">
                <a:latin typeface="Times New Roman"/>
                <a:cs typeface="Times New Roman"/>
              </a:rPr>
              <a:t> </a:t>
            </a:r>
            <a:r>
              <a:rPr sz="2800" spc="-60" dirty="0">
                <a:latin typeface="Calibri"/>
                <a:cs typeface="Calibri"/>
              </a:rPr>
              <a:t>f</a:t>
            </a:r>
            <a:r>
              <a:rPr sz="2800" spc="-5" dirty="0">
                <a:latin typeface="Calibri"/>
                <a:cs typeface="Calibri"/>
              </a:rPr>
              <a:t>oll</a:t>
            </a:r>
            <a:r>
              <a:rPr sz="2800" spc="-15" dirty="0">
                <a:latin typeface="Calibri"/>
                <a:cs typeface="Calibri"/>
              </a:rPr>
              <a:t>o</a:t>
            </a:r>
            <a:r>
              <a:rPr sz="2800" spc="-5" dirty="0">
                <a:latin typeface="Calibri"/>
                <a:cs typeface="Calibri"/>
              </a:rPr>
              <a:t>win</a:t>
            </a:r>
            <a:r>
              <a:rPr sz="2800" dirty="0">
                <a:latin typeface="Calibri"/>
                <a:cs typeface="Calibri"/>
              </a:rPr>
              <a:t>g</a:t>
            </a:r>
            <a:r>
              <a:rPr sz="2800" spc="-70" dirty="0">
                <a:latin typeface="Times New Roman"/>
                <a:cs typeface="Times New Roman"/>
              </a:rPr>
              <a:t> </a:t>
            </a:r>
            <a:r>
              <a:rPr sz="2800" spc="-5" dirty="0">
                <a:latin typeface="Calibri"/>
                <a:cs typeface="Calibri"/>
              </a:rPr>
              <a:t>ch</a:t>
            </a:r>
            <a:r>
              <a:rPr sz="2800" dirty="0">
                <a:latin typeface="Calibri"/>
                <a:cs typeface="Calibri"/>
              </a:rPr>
              <a:t>a</a:t>
            </a:r>
            <a:r>
              <a:rPr sz="2800" spc="-70" dirty="0">
                <a:latin typeface="Calibri"/>
                <a:cs typeface="Calibri"/>
              </a:rPr>
              <a:t>r</a:t>
            </a:r>
            <a:r>
              <a:rPr sz="2800" dirty="0">
                <a:latin typeface="Calibri"/>
                <a:cs typeface="Calibri"/>
              </a:rPr>
              <a:t>a</a:t>
            </a:r>
            <a:r>
              <a:rPr sz="2800" spc="-5" dirty="0">
                <a:latin typeface="Calibri"/>
                <a:cs typeface="Calibri"/>
              </a:rPr>
              <a:t>c</a:t>
            </a:r>
            <a:r>
              <a:rPr sz="2800" spc="-35" dirty="0">
                <a:latin typeface="Calibri"/>
                <a:cs typeface="Calibri"/>
              </a:rPr>
              <a:t>t</a:t>
            </a:r>
            <a:r>
              <a:rPr sz="2800" spc="-20" dirty="0">
                <a:latin typeface="Calibri"/>
                <a:cs typeface="Calibri"/>
              </a:rPr>
              <a:t>e</a:t>
            </a:r>
            <a:r>
              <a:rPr sz="2800" spc="-10" dirty="0">
                <a:latin typeface="Calibri"/>
                <a:cs typeface="Calibri"/>
              </a:rPr>
              <a:t>ri</a:t>
            </a:r>
            <a:r>
              <a:rPr sz="2800" spc="-30" dirty="0">
                <a:latin typeface="Calibri"/>
                <a:cs typeface="Calibri"/>
              </a:rPr>
              <a:t>s</a:t>
            </a:r>
            <a:r>
              <a:rPr sz="2800" spc="-5" dirty="0">
                <a:latin typeface="Calibri"/>
                <a:cs typeface="Calibri"/>
              </a:rPr>
              <a:t>ti</a:t>
            </a:r>
            <a:r>
              <a:rPr sz="2800" dirty="0">
                <a:latin typeface="Calibri"/>
                <a:cs typeface="Calibri"/>
              </a:rPr>
              <a:t>c</a:t>
            </a:r>
            <a:r>
              <a:rPr sz="2800" spc="-80" dirty="0">
                <a:latin typeface="Times New Roman"/>
                <a:cs typeface="Times New Roman"/>
              </a:rPr>
              <a:t> </a:t>
            </a:r>
            <a:r>
              <a:rPr sz="2800" spc="-5" dirty="0">
                <a:latin typeface="Calibri"/>
                <a:cs typeface="Calibri"/>
              </a:rPr>
              <a:t>polynomi</a:t>
            </a:r>
            <a:r>
              <a:rPr sz="2800" dirty="0">
                <a:latin typeface="Calibri"/>
                <a:cs typeface="Calibri"/>
              </a:rPr>
              <a:t>a</a:t>
            </a:r>
            <a:r>
              <a:rPr sz="2800" spc="-5" dirty="0">
                <a:latin typeface="Calibri"/>
                <a:cs typeface="Calibri"/>
              </a:rPr>
              <a:t>l</a:t>
            </a:r>
            <a:r>
              <a:rPr sz="2800" dirty="0">
                <a:latin typeface="Calibri"/>
                <a:cs typeface="Calibri"/>
              </a:rPr>
              <a:t>?</a:t>
            </a:r>
          </a:p>
          <a:p>
            <a:pPr marL="2905125">
              <a:spcBef>
                <a:spcPts val="2355"/>
              </a:spcBef>
            </a:pPr>
            <a:r>
              <a:rPr sz="2950" spc="229" dirty="0">
                <a:latin typeface="Times New Roman"/>
                <a:cs typeface="Times New Roman"/>
              </a:rPr>
              <a:t>1</a:t>
            </a:r>
            <a:r>
              <a:rPr sz="2950" dirty="0">
                <a:latin typeface="Symbol"/>
                <a:cs typeface="Symbol"/>
              </a:rPr>
              <a:t></a:t>
            </a:r>
            <a:r>
              <a:rPr sz="2950" spc="-325" dirty="0">
                <a:latin typeface="Times New Roman"/>
                <a:cs typeface="Times New Roman"/>
              </a:rPr>
              <a:t> </a:t>
            </a:r>
            <a:r>
              <a:rPr sz="2950" spc="135" dirty="0">
                <a:latin typeface="Times New Roman"/>
                <a:cs typeface="Times New Roman"/>
              </a:rPr>
              <a:t>5</a:t>
            </a:r>
            <a:r>
              <a:rPr sz="2950" i="1" spc="210" dirty="0">
                <a:latin typeface="Times New Roman"/>
                <a:cs typeface="Times New Roman"/>
              </a:rPr>
              <a:t>z</a:t>
            </a:r>
            <a:r>
              <a:rPr sz="2550" spc="-7" baseline="44117" dirty="0">
                <a:latin typeface="Symbol"/>
                <a:cs typeface="Symbol"/>
              </a:rPr>
              <a:t></a:t>
            </a:r>
            <a:r>
              <a:rPr sz="2550" spc="7" baseline="44117" dirty="0">
                <a:latin typeface="Times New Roman"/>
                <a:cs typeface="Times New Roman"/>
              </a:rPr>
              <a:t>1</a:t>
            </a:r>
            <a:r>
              <a:rPr sz="2550" baseline="44117" dirty="0">
                <a:latin typeface="Times New Roman"/>
                <a:cs typeface="Times New Roman"/>
              </a:rPr>
              <a:t> </a:t>
            </a:r>
            <a:r>
              <a:rPr sz="2550" spc="-284" baseline="44117" dirty="0">
                <a:latin typeface="Times New Roman"/>
                <a:cs typeface="Times New Roman"/>
              </a:rPr>
              <a:t> </a:t>
            </a:r>
            <a:r>
              <a:rPr sz="2950" dirty="0">
                <a:latin typeface="Symbol"/>
                <a:cs typeface="Symbol"/>
              </a:rPr>
              <a:t></a:t>
            </a:r>
            <a:r>
              <a:rPr sz="2950" spc="-235" dirty="0">
                <a:latin typeface="Times New Roman"/>
                <a:cs typeface="Times New Roman"/>
              </a:rPr>
              <a:t> </a:t>
            </a:r>
            <a:r>
              <a:rPr sz="2950" spc="180" dirty="0">
                <a:latin typeface="Times New Roman"/>
                <a:cs typeface="Times New Roman"/>
              </a:rPr>
              <a:t>6</a:t>
            </a:r>
            <a:r>
              <a:rPr sz="2950" i="1" spc="215" dirty="0">
                <a:latin typeface="Times New Roman"/>
                <a:cs typeface="Times New Roman"/>
              </a:rPr>
              <a:t>z</a:t>
            </a:r>
            <a:r>
              <a:rPr sz="2550" spc="-7" baseline="44117" dirty="0">
                <a:latin typeface="Symbol"/>
                <a:cs typeface="Symbol"/>
              </a:rPr>
              <a:t></a:t>
            </a:r>
            <a:r>
              <a:rPr sz="2550" spc="7" baseline="44117" dirty="0">
                <a:latin typeface="Times New Roman"/>
                <a:cs typeface="Times New Roman"/>
              </a:rPr>
              <a:t>2</a:t>
            </a:r>
            <a:endParaRPr sz="2550" baseline="44117"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17725" y="96004"/>
            <a:ext cx="8964930" cy="6666230"/>
          </a:xfrm>
          <a:custGeom>
            <a:avLst/>
            <a:gdLst/>
            <a:ahLst/>
            <a:cxnLst/>
            <a:rect l="l" t="t" r="r" b="b"/>
            <a:pathLst>
              <a:path w="8964930" h="6666230">
                <a:moveTo>
                  <a:pt x="0" y="6665792"/>
                </a:moveTo>
                <a:lnTo>
                  <a:pt x="8964716" y="6665792"/>
                </a:lnTo>
                <a:lnTo>
                  <a:pt x="8964716" y="0"/>
                </a:lnTo>
                <a:lnTo>
                  <a:pt x="0" y="0"/>
                </a:lnTo>
                <a:lnTo>
                  <a:pt x="0" y="6665792"/>
                </a:lnTo>
                <a:close/>
              </a:path>
            </a:pathLst>
          </a:custGeom>
          <a:ln w="192023">
            <a:solidFill>
              <a:srgbClr val="E9ECED"/>
            </a:solidFill>
          </a:ln>
        </p:spPr>
        <p:txBody>
          <a:bodyPr wrap="square" lIns="0" tIns="0" rIns="0" bIns="0" rtlCol="0"/>
          <a:lstStyle/>
          <a:p>
            <a:endParaRPr/>
          </a:p>
        </p:txBody>
      </p:sp>
      <p:sp>
        <p:nvSpPr>
          <p:cNvPr id="3" name="object 3"/>
          <p:cNvSpPr/>
          <p:nvPr/>
        </p:nvSpPr>
        <p:spPr>
          <a:xfrm>
            <a:off x="2155697" y="1858518"/>
            <a:ext cx="1583690" cy="0"/>
          </a:xfrm>
          <a:custGeom>
            <a:avLst/>
            <a:gdLst/>
            <a:ahLst/>
            <a:cxnLst/>
            <a:rect l="l" t="t" r="r" b="b"/>
            <a:pathLst>
              <a:path w="1583689">
                <a:moveTo>
                  <a:pt x="0" y="0"/>
                </a:moveTo>
                <a:lnTo>
                  <a:pt x="1583603" y="0"/>
                </a:lnTo>
              </a:path>
            </a:pathLst>
          </a:custGeom>
          <a:ln w="16763">
            <a:solidFill>
              <a:srgbClr val="A5ACB0"/>
            </a:solidFill>
          </a:ln>
        </p:spPr>
        <p:txBody>
          <a:bodyPr wrap="square" lIns="0" tIns="0" rIns="0" bIns="0" rtlCol="0"/>
          <a:lstStyle/>
          <a:p>
            <a:endParaRPr/>
          </a:p>
        </p:txBody>
      </p:sp>
      <p:sp>
        <p:nvSpPr>
          <p:cNvPr id="4" name="object 4"/>
          <p:cNvSpPr/>
          <p:nvPr/>
        </p:nvSpPr>
        <p:spPr>
          <a:xfrm>
            <a:off x="7796022" y="763837"/>
            <a:ext cx="2101463" cy="661956"/>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2362200" y="555791"/>
            <a:ext cx="10515600" cy="944233"/>
          </a:xfrm>
          <a:prstGeom prst="rect">
            <a:avLst/>
          </a:prstGeom>
        </p:spPr>
        <p:txBody>
          <a:bodyPr vert="horz" wrap="square" lIns="0" tIns="264541" rIns="0" bIns="0" rtlCol="0" anchor="ctr">
            <a:spAutoFit/>
          </a:bodyPr>
          <a:lstStyle/>
          <a:p>
            <a:pPr marL="165100">
              <a:lnSpc>
                <a:spcPct val="100000"/>
              </a:lnSpc>
            </a:pPr>
            <a:r>
              <a:rPr spc="-5" dirty="0">
                <a:latin typeface="Calibri"/>
                <a:cs typeface="Calibri"/>
              </a:rPr>
              <a:t>E</a:t>
            </a:r>
            <a:r>
              <a:rPr spc="-90" dirty="0">
                <a:latin typeface="Calibri"/>
                <a:cs typeface="Calibri"/>
              </a:rPr>
              <a:t>x</a:t>
            </a:r>
            <a:r>
              <a:rPr spc="-25" dirty="0">
                <a:latin typeface="Calibri"/>
                <a:cs typeface="Calibri"/>
              </a:rPr>
              <a:t>e</a:t>
            </a:r>
            <a:r>
              <a:rPr spc="-65" dirty="0">
                <a:latin typeface="Calibri"/>
                <a:cs typeface="Calibri"/>
              </a:rPr>
              <a:t>r</a:t>
            </a:r>
            <a:r>
              <a:rPr dirty="0">
                <a:latin typeface="Calibri"/>
                <a:cs typeface="Calibri"/>
              </a:rPr>
              <a:t>ci</a:t>
            </a:r>
            <a:r>
              <a:rPr spc="-10" dirty="0">
                <a:latin typeface="Calibri"/>
                <a:cs typeface="Calibri"/>
              </a:rPr>
              <a:t>s</a:t>
            </a:r>
            <a:r>
              <a:rPr spc="-20" dirty="0">
                <a:latin typeface="Calibri"/>
                <a:cs typeface="Calibri"/>
              </a:rPr>
              <a:t>e</a:t>
            </a:r>
            <a:r>
              <a:rPr spc="-110" dirty="0">
                <a:latin typeface="Times New Roman"/>
                <a:cs typeface="Times New Roman"/>
              </a:rPr>
              <a:t> </a:t>
            </a:r>
            <a:r>
              <a:rPr dirty="0">
                <a:latin typeface="Calibri"/>
                <a:cs typeface="Calibri"/>
              </a:rPr>
              <a:t>S</a:t>
            </a:r>
            <a:r>
              <a:rPr spc="-5" dirty="0">
                <a:latin typeface="Calibri"/>
                <a:cs typeface="Calibri"/>
              </a:rPr>
              <a:t>ol</a:t>
            </a:r>
            <a:r>
              <a:rPr dirty="0">
                <a:latin typeface="Calibri"/>
                <a:cs typeface="Calibri"/>
              </a:rPr>
              <a:t>ut</a:t>
            </a:r>
            <a:r>
              <a:rPr spc="-10" dirty="0">
                <a:latin typeface="Calibri"/>
                <a:cs typeface="Calibri"/>
              </a:rPr>
              <a:t>io</a:t>
            </a:r>
            <a:r>
              <a:rPr dirty="0">
                <a:latin typeface="Calibri"/>
                <a:cs typeface="Calibri"/>
              </a:rPr>
              <a:t>n</a:t>
            </a:r>
          </a:p>
        </p:txBody>
      </p:sp>
      <p:sp>
        <p:nvSpPr>
          <p:cNvPr id="6" name="object 6"/>
          <p:cNvSpPr txBox="1"/>
          <p:nvPr/>
        </p:nvSpPr>
        <p:spPr>
          <a:xfrm>
            <a:off x="2231391" y="2127550"/>
            <a:ext cx="7593965" cy="2239074"/>
          </a:xfrm>
          <a:prstGeom prst="rect">
            <a:avLst/>
          </a:prstGeom>
        </p:spPr>
        <p:txBody>
          <a:bodyPr vert="horz" wrap="square" lIns="0" tIns="0" rIns="0" bIns="0" rtlCol="0">
            <a:spAutoFit/>
          </a:bodyPr>
          <a:lstStyle/>
          <a:p>
            <a:pPr marL="241300" indent="-228600">
              <a:buClr>
                <a:srgbClr val="ADB3B8"/>
              </a:buClr>
              <a:buFont typeface="Arial"/>
              <a:buChar char="•"/>
              <a:tabLst>
                <a:tab pos="241300" algn="l"/>
              </a:tabLst>
            </a:pPr>
            <a:r>
              <a:rPr sz="2800" dirty="0">
                <a:latin typeface="Calibri"/>
                <a:cs typeface="Calibri"/>
              </a:rPr>
              <a:t>T</a:t>
            </a:r>
            <a:r>
              <a:rPr sz="2800" spc="-5" dirty="0">
                <a:latin typeface="Calibri"/>
                <a:cs typeface="Calibri"/>
              </a:rPr>
              <a:t>h</a:t>
            </a:r>
            <a:r>
              <a:rPr sz="2800" spc="-15" dirty="0">
                <a:latin typeface="Calibri"/>
                <a:cs typeface="Calibri"/>
              </a:rPr>
              <a:t>e</a:t>
            </a:r>
            <a:r>
              <a:rPr sz="2800" spc="-75" dirty="0">
                <a:latin typeface="Times New Roman"/>
                <a:cs typeface="Times New Roman"/>
              </a:rPr>
              <a:t> </a:t>
            </a:r>
            <a:r>
              <a:rPr sz="2800" spc="-5" dirty="0">
                <a:latin typeface="Calibri"/>
                <a:cs typeface="Calibri"/>
              </a:rPr>
              <a:t>pole</a:t>
            </a:r>
            <a:r>
              <a:rPr sz="2800" dirty="0">
                <a:latin typeface="Calibri"/>
                <a:cs typeface="Calibri"/>
              </a:rPr>
              <a:t>s</a:t>
            </a:r>
            <a:r>
              <a:rPr sz="2800" spc="-65" dirty="0">
                <a:latin typeface="Times New Roman"/>
                <a:cs typeface="Times New Roman"/>
              </a:rPr>
              <a:t> </a:t>
            </a:r>
            <a:r>
              <a:rPr sz="2800" dirty="0">
                <a:latin typeface="Calibri"/>
                <a:cs typeface="Calibri"/>
              </a:rPr>
              <a:t>a</a:t>
            </a:r>
            <a:r>
              <a:rPr sz="2800" spc="-45" dirty="0">
                <a:latin typeface="Calibri"/>
                <a:cs typeface="Calibri"/>
              </a:rPr>
              <a:t>r</a:t>
            </a:r>
            <a:r>
              <a:rPr sz="2800" spc="-15" dirty="0">
                <a:latin typeface="Calibri"/>
                <a:cs typeface="Calibri"/>
              </a:rPr>
              <a:t>e</a:t>
            </a:r>
            <a:r>
              <a:rPr sz="2800" spc="-80" dirty="0">
                <a:latin typeface="Times New Roman"/>
                <a:cs typeface="Times New Roman"/>
              </a:rPr>
              <a:t> </a:t>
            </a:r>
            <a:r>
              <a:rPr sz="2800" dirty="0">
                <a:latin typeface="Calibri"/>
                <a:cs typeface="Calibri"/>
              </a:rPr>
              <a:t>2</a:t>
            </a:r>
            <a:r>
              <a:rPr sz="2800" spc="-60" dirty="0">
                <a:latin typeface="Times New Roman"/>
                <a:cs typeface="Times New Roman"/>
              </a:rPr>
              <a:t> </a:t>
            </a:r>
            <a:r>
              <a:rPr sz="2800" dirty="0">
                <a:latin typeface="Calibri"/>
                <a:cs typeface="Calibri"/>
              </a:rPr>
              <a:t>a</a:t>
            </a:r>
            <a:r>
              <a:rPr sz="2800" spc="-5" dirty="0">
                <a:latin typeface="Calibri"/>
                <a:cs typeface="Calibri"/>
              </a:rPr>
              <a:t>n</a:t>
            </a:r>
            <a:r>
              <a:rPr sz="2800" dirty="0">
                <a:latin typeface="Calibri"/>
                <a:cs typeface="Calibri"/>
              </a:rPr>
              <a:t>d</a:t>
            </a:r>
            <a:r>
              <a:rPr sz="2800" spc="-65" dirty="0">
                <a:latin typeface="Times New Roman"/>
                <a:cs typeface="Times New Roman"/>
              </a:rPr>
              <a:t> </a:t>
            </a:r>
            <a:r>
              <a:rPr sz="2800" dirty="0">
                <a:latin typeface="Calibri"/>
                <a:cs typeface="Calibri"/>
              </a:rPr>
              <a:t>3</a:t>
            </a:r>
            <a:endParaRPr sz="2800">
              <a:latin typeface="Calibri"/>
              <a:cs typeface="Calibri"/>
            </a:endParaRPr>
          </a:p>
          <a:p>
            <a:pPr marL="241300" marR="5080" indent="-228600">
              <a:lnSpc>
                <a:spcPts val="3020"/>
              </a:lnSpc>
              <a:spcBef>
                <a:spcPts val="1050"/>
              </a:spcBef>
              <a:buClr>
                <a:srgbClr val="ADB3B8"/>
              </a:buClr>
              <a:buFont typeface="Arial"/>
              <a:buChar char="•"/>
              <a:tabLst>
                <a:tab pos="241300" algn="l"/>
              </a:tabLst>
            </a:pPr>
            <a:r>
              <a:rPr sz="2800" spc="-75" dirty="0">
                <a:latin typeface="Calibri"/>
                <a:cs typeface="Calibri"/>
              </a:rPr>
              <a:t>A</a:t>
            </a:r>
            <a:r>
              <a:rPr sz="2800" dirty="0">
                <a:latin typeface="Calibri"/>
                <a:cs typeface="Calibri"/>
              </a:rPr>
              <a:t>t</a:t>
            </a:r>
            <a:r>
              <a:rPr sz="2800" spc="-55" dirty="0">
                <a:latin typeface="Times New Roman"/>
                <a:cs typeface="Times New Roman"/>
              </a:rPr>
              <a:t> </a:t>
            </a:r>
            <a:r>
              <a:rPr sz="2800" spc="-5" dirty="0">
                <a:latin typeface="Calibri"/>
                <a:cs typeface="Calibri"/>
              </a:rPr>
              <a:t>le</a:t>
            </a:r>
            <a:r>
              <a:rPr sz="2800" dirty="0">
                <a:latin typeface="Calibri"/>
                <a:cs typeface="Calibri"/>
              </a:rPr>
              <a:t>a</a:t>
            </a:r>
            <a:r>
              <a:rPr sz="2800" spc="-30" dirty="0">
                <a:latin typeface="Calibri"/>
                <a:cs typeface="Calibri"/>
              </a:rPr>
              <a:t>s</a:t>
            </a:r>
            <a:r>
              <a:rPr sz="2800" dirty="0">
                <a:latin typeface="Calibri"/>
                <a:cs typeface="Calibri"/>
              </a:rPr>
              <a:t>t</a:t>
            </a:r>
            <a:r>
              <a:rPr sz="2800" spc="-80" dirty="0">
                <a:latin typeface="Times New Roman"/>
                <a:cs typeface="Times New Roman"/>
              </a:rPr>
              <a:t> </a:t>
            </a:r>
            <a:r>
              <a:rPr sz="2800" spc="-5" dirty="0">
                <a:latin typeface="Calibri"/>
                <a:cs typeface="Calibri"/>
              </a:rPr>
              <a:t>on</a:t>
            </a:r>
            <a:r>
              <a:rPr sz="2800" spc="-15" dirty="0">
                <a:latin typeface="Calibri"/>
                <a:cs typeface="Calibri"/>
              </a:rPr>
              <a:t>e</a:t>
            </a:r>
            <a:r>
              <a:rPr sz="2800" spc="-70" dirty="0">
                <a:latin typeface="Times New Roman"/>
                <a:cs typeface="Times New Roman"/>
              </a:rPr>
              <a:t> </a:t>
            </a:r>
            <a:r>
              <a:rPr sz="2800" spc="-5" dirty="0">
                <a:latin typeface="Calibri"/>
                <a:cs typeface="Calibri"/>
              </a:rPr>
              <a:t>pol</a:t>
            </a:r>
            <a:r>
              <a:rPr sz="2800" spc="-15" dirty="0">
                <a:latin typeface="Calibri"/>
                <a:cs typeface="Calibri"/>
              </a:rPr>
              <a:t>e</a:t>
            </a:r>
            <a:r>
              <a:rPr sz="2800" spc="-75" dirty="0">
                <a:latin typeface="Times New Roman"/>
                <a:cs typeface="Times New Roman"/>
              </a:rPr>
              <a:t> </a:t>
            </a:r>
            <a:r>
              <a:rPr sz="2800" spc="-5" dirty="0">
                <a:latin typeface="Calibri"/>
                <a:cs typeface="Calibri"/>
              </a:rPr>
              <a:t>i</a:t>
            </a:r>
            <a:r>
              <a:rPr sz="2800" dirty="0">
                <a:latin typeface="Calibri"/>
                <a:cs typeface="Calibri"/>
              </a:rPr>
              <a:t>s</a:t>
            </a:r>
            <a:r>
              <a:rPr sz="2800" spc="-65" dirty="0">
                <a:latin typeface="Times New Roman"/>
                <a:cs typeface="Times New Roman"/>
              </a:rPr>
              <a:t> </a:t>
            </a:r>
            <a:r>
              <a:rPr sz="2800" dirty="0">
                <a:latin typeface="Calibri"/>
                <a:cs typeface="Calibri"/>
              </a:rPr>
              <a:t>g</a:t>
            </a:r>
            <a:r>
              <a:rPr sz="2800" spc="-45" dirty="0">
                <a:latin typeface="Calibri"/>
                <a:cs typeface="Calibri"/>
              </a:rPr>
              <a:t>r</a:t>
            </a:r>
            <a:r>
              <a:rPr sz="2800" spc="-5" dirty="0">
                <a:latin typeface="Calibri"/>
                <a:cs typeface="Calibri"/>
              </a:rPr>
              <a:t>e</a:t>
            </a:r>
            <a:r>
              <a:rPr sz="2800" spc="-30" dirty="0">
                <a:latin typeface="Calibri"/>
                <a:cs typeface="Calibri"/>
              </a:rPr>
              <a:t>a</a:t>
            </a:r>
            <a:r>
              <a:rPr sz="2800" spc="-35" dirty="0">
                <a:latin typeface="Calibri"/>
                <a:cs typeface="Calibri"/>
              </a:rPr>
              <a:t>t</a:t>
            </a:r>
            <a:r>
              <a:rPr sz="2800" spc="-25" dirty="0">
                <a:latin typeface="Calibri"/>
                <a:cs typeface="Calibri"/>
              </a:rPr>
              <a:t>e</a:t>
            </a:r>
            <a:r>
              <a:rPr sz="2800" spc="-10" dirty="0">
                <a:latin typeface="Calibri"/>
                <a:cs typeface="Calibri"/>
              </a:rPr>
              <a:t>r</a:t>
            </a:r>
            <a:r>
              <a:rPr sz="2800" spc="-85" dirty="0">
                <a:latin typeface="Times New Roman"/>
                <a:cs typeface="Times New Roman"/>
              </a:rPr>
              <a:t> </a:t>
            </a:r>
            <a:r>
              <a:rPr sz="2800" spc="-5" dirty="0">
                <a:latin typeface="Calibri"/>
                <a:cs typeface="Calibri"/>
              </a:rPr>
              <a:t>th</a:t>
            </a:r>
            <a:r>
              <a:rPr sz="2800" dirty="0">
                <a:latin typeface="Calibri"/>
                <a:cs typeface="Calibri"/>
              </a:rPr>
              <a:t>an</a:t>
            </a:r>
            <a:r>
              <a:rPr sz="2800" spc="-65" dirty="0">
                <a:latin typeface="Times New Roman"/>
                <a:cs typeface="Times New Roman"/>
              </a:rPr>
              <a:t> </a:t>
            </a:r>
            <a:r>
              <a:rPr sz="2800" spc="-5" dirty="0">
                <a:latin typeface="Calibri"/>
                <a:cs typeface="Calibri"/>
              </a:rPr>
              <a:t>unit</a:t>
            </a:r>
            <a:r>
              <a:rPr sz="2800" dirty="0">
                <a:latin typeface="Calibri"/>
                <a:cs typeface="Calibri"/>
              </a:rPr>
              <a:t>y</a:t>
            </a:r>
            <a:r>
              <a:rPr sz="2800" spc="-60" dirty="0">
                <a:latin typeface="Times New Roman"/>
                <a:cs typeface="Times New Roman"/>
              </a:rPr>
              <a:t> </a:t>
            </a:r>
            <a:r>
              <a:rPr sz="2800" dirty="0">
                <a:latin typeface="Calibri"/>
                <a:cs typeface="Calibri"/>
              </a:rPr>
              <a:t>(</a:t>
            </a:r>
            <a:r>
              <a:rPr sz="2800" spc="-5" dirty="0">
                <a:latin typeface="Calibri"/>
                <a:cs typeface="Calibri"/>
              </a:rPr>
              <a:t>i</a:t>
            </a:r>
            <a:r>
              <a:rPr sz="2800" dirty="0">
                <a:latin typeface="Calibri"/>
                <a:cs typeface="Calibri"/>
              </a:rPr>
              <a:t>n</a:t>
            </a:r>
            <a:r>
              <a:rPr sz="2800" spc="-70" dirty="0">
                <a:latin typeface="Times New Roman"/>
                <a:cs typeface="Times New Roman"/>
              </a:rPr>
              <a:t> </a:t>
            </a:r>
            <a:r>
              <a:rPr sz="2800" spc="-55" dirty="0">
                <a:latin typeface="Calibri"/>
                <a:cs typeface="Calibri"/>
              </a:rPr>
              <a:t>f</a:t>
            </a:r>
            <a:r>
              <a:rPr sz="2800" dirty="0">
                <a:latin typeface="Calibri"/>
                <a:cs typeface="Calibri"/>
              </a:rPr>
              <a:t>a</a:t>
            </a:r>
            <a:r>
              <a:rPr sz="2800" spc="-5" dirty="0">
                <a:latin typeface="Calibri"/>
                <a:cs typeface="Calibri"/>
              </a:rPr>
              <a:t>ct</a:t>
            </a:r>
            <a:r>
              <a:rPr sz="2800" dirty="0">
                <a:latin typeface="Calibri"/>
                <a:cs typeface="Calibri"/>
              </a:rPr>
              <a:t>,</a:t>
            </a:r>
            <a:r>
              <a:rPr sz="2800" spc="-70" dirty="0">
                <a:latin typeface="Times New Roman"/>
                <a:cs typeface="Times New Roman"/>
              </a:rPr>
              <a:t> </a:t>
            </a:r>
            <a:r>
              <a:rPr sz="2800" spc="-5" dirty="0">
                <a:latin typeface="Calibri"/>
                <a:cs typeface="Calibri"/>
              </a:rPr>
              <a:t>both</a:t>
            </a:r>
            <a:r>
              <a:rPr sz="2800" spc="-5" dirty="0">
                <a:latin typeface="Times New Roman"/>
                <a:cs typeface="Times New Roman"/>
              </a:rPr>
              <a:t> </a:t>
            </a:r>
            <a:r>
              <a:rPr sz="2800" dirty="0">
                <a:latin typeface="Calibri"/>
                <a:cs typeface="Calibri"/>
              </a:rPr>
              <a:t>a</a:t>
            </a:r>
            <a:r>
              <a:rPr sz="2800" spc="-45" dirty="0">
                <a:latin typeface="Calibri"/>
                <a:cs typeface="Calibri"/>
              </a:rPr>
              <a:t>r</a:t>
            </a:r>
            <a:r>
              <a:rPr sz="2800" spc="-5" dirty="0">
                <a:latin typeface="Calibri"/>
                <a:cs typeface="Calibri"/>
              </a:rPr>
              <a:t>e</a:t>
            </a:r>
            <a:r>
              <a:rPr sz="2800" dirty="0">
                <a:latin typeface="Calibri"/>
                <a:cs typeface="Calibri"/>
              </a:rPr>
              <a:t>)</a:t>
            </a:r>
            <a:r>
              <a:rPr sz="2800" spc="-80" dirty="0">
                <a:latin typeface="Times New Roman"/>
                <a:cs typeface="Times New Roman"/>
              </a:rPr>
              <a:t> </a:t>
            </a:r>
            <a:r>
              <a:rPr sz="2800" dirty="0">
                <a:latin typeface="Calibri"/>
                <a:cs typeface="Calibri"/>
              </a:rPr>
              <a:t>a</a:t>
            </a:r>
            <a:r>
              <a:rPr sz="2800" spc="-5" dirty="0">
                <a:latin typeface="Calibri"/>
                <a:cs typeface="Calibri"/>
              </a:rPr>
              <a:t>n</a:t>
            </a:r>
            <a:r>
              <a:rPr sz="2800" dirty="0">
                <a:latin typeface="Calibri"/>
                <a:cs typeface="Calibri"/>
              </a:rPr>
              <a:t>d</a:t>
            </a:r>
            <a:r>
              <a:rPr sz="2800" spc="-60" dirty="0">
                <a:latin typeface="Times New Roman"/>
                <a:cs typeface="Times New Roman"/>
              </a:rPr>
              <a:t> </a:t>
            </a:r>
            <a:r>
              <a:rPr sz="2800" spc="-5" dirty="0">
                <a:latin typeface="Calibri"/>
                <a:cs typeface="Calibri"/>
              </a:rPr>
              <a:t>henc</a:t>
            </a:r>
            <a:r>
              <a:rPr sz="2800" dirty="0">
                <a:latin typeface="Calibri"/>
                <a:cs typeface="Calibri"/>
              </a:rPr>
              <a:t>e</a:t>
            </a:r>
            <a:r>
              <a:rPr sz="2800" spc="-55" dirty="0">
                <a:latin typeface="Times New Roman"/>
                <a:cs typeface="Times New Roman"/>
              </a:rPr>
              <a:t> </a:t>
            </a:r>
            <a:r>
              <a:rPr sz="2800" spc="-5" dirty="0">
                <a:latin typeface="Calibri"/>
                <a:cs typeface="Calibri"/>
              </a:rPr>
              <a:t>th</a:t>
            </a:r>
            <a:r>
              <a:rPr sz="2800" spc="-15" dirty="0">
                <a:latin typeface="Calibri"/>
                <a:cs typeface="Calibri"/>
              </a:rPr>
              <a:t>e</a:t>
            </a:r>
            <a:r>
              <a:rPr sz="2800" spc="-70" dirty="0">
                <a:latin typeface="Times New Roman"/>
                <a:cs typeface="Times New Roman"/>
              </a:rPr>
              <a:t> </a:t>
            </a:r>
            <a:r>
              <a:rPr sz="2800" spc="-50" dirty="0">
                <a:latin typeface="Calibri"/>
                <a:cs typeface="Calibri"/>
              </a:rPr>
              <a:t>s</a:t>
            </a:r>
            <a:r>
              <a:rPr sz="2800" spc="-45" dirty="0">
                <a:latin typeface="Calibri"/>
                <a:cs typeface="Calibri"/>
              </a:rPr>
              <a:t>y</a:t>
            </a:r>
            <a:r>
              <a:rPr sz="2800" spc="-30" dirty="0">
                <a:latin typeface="Calibri"/>
                <a:cs typeface="Calibri"/>
              </a:rPr>
              <a:t>s</a:t>
            </a:r>
            <a:r>
              <a:rPr sz="2800" spc="-35" dirty="0">
                <a:latin typeface="Calibri"/>
                <a:cs typeface="Calibri"/>
              </a:rPr>
              <a:t>t</a:t>
            </a:r>
            <a:r>
              <a:rPr sz="2800" spc="-5" dirty="0">
                <a:latin typeface="Calibri"/>
                <a:cs typeface="Calibri"/>
              </a:rPr>
              <a:t>e</a:t>
            </a:r>
            <a:r>
              <a:rPr sz="2800" dirty="0">
                <a:latin typeface="Calibri"/>
                <a:cs typeface="Calibri"/>
              </a:rPr>
              <a:t>m</a:t>
            </a:r>
            <a:r>
              <a:rPr sz="2800" spc="-75" dirty="0">
                <a:latin typeface="Times New Roman"/>
                <a:cs typeface="Times New Roman"/>
              </a:rPr>
              <a:t> </a:t>
            </a:r>
            <a:r>
              <a:rPr sz="2800" spc="-5" dirty="0">
                <a:latin typeface="Calibri"/>
                <a:cs typeface="Calibri"/>
              </a:rPr>
              <a:t>i</a:t>
            </a:r>
            <a:r>
              <a:rPr sz="2800" dirty="0">
                <a:latin typeface="Calibri"/>
                <a:cs typeface="Calibri"/>
              </a:rPr>
              <a:t>s</a:t>
            </a:r>
            <a:r>
              <a:rPr sz="2800" spc="-65" dirty="0">
                <a:latin typeface="Times New Roman"/>
                <a:cs typeface="Times New Roman"/>
              </a:rPr>
              <a:t> </a:t>
            </a:r>
            <a:r>
              <a:rPr sz="2800" spc="-5" dirty="0">
                <a:latin typeface="Calibri"/>
                <a:cs typeface="Calibri"/>
              </a:rPr>
              <a:t>un</a:t>
            </a:r>
            <a:r>
              <a:rPr sz="2800" spc="-30" dirty="0">
                <a:latin typeface="Calibri"/>
                <a:cs typeface="Calibri"/>
              </a:rPr>
              <a:t>s</a:t>
            </a:r>
            <a:r>
              <a:rPr sz="2800" spc="-40" dirty="0">
                <a:latin typeface="Calibri"/>
                <a:cs typeface="Calibri"/>
              </a:rPr>
              <a:t>t</a:t>
            </a:r>
            <a:r>
              <a:rPr sz="2800" dirty="0">
                <a:latin typeface="Calibri"/>
                <a:cs typeface="Calibri"/>
              </a:rPr>
              <a:t>a</a:t>
            </a:r>
            <a:r>
              <a:rPr sz="2800" spc="-5" dirty="0">
                <a:latin typeface="Calibri"/>
                <a:cs typeface="Calibri"/>
              </a:rPr>
              <a:t>bl</a:t>
            </a:r>
            <a:r>
              <a:rPr sz="2800" spc="-15" dirty="0">
                <a:latin typeface="Calibri"/>
                <a:cs typeface="Calibri"/>
              </a:rPr>
              <a:t>e</a:t>
            </a:r>
            <a:endParaRPr sz="2800">
              <a:latin typeface="Calibri"/>
              <a:cs typeface="Calibri"/>
            </a:endParaRPr>
          </a:p>
          <a:p>
            <a:pPr marL="241300" marR="62230" indent="-228600">
              <a:lnSpc>
                <a:spcPts val="3020"/>
              </a:lnSpc>
              <a:spcBef>
                <a:spcPts val="1000"/>
              </a:spcBef>
              <a:buClr>
                <a:srgbClr val="ADB3B8"/>
              </a:buClr>
              <a:buFont typeface="Arial"/>
              <a:buChar char="•"/>
              <a:tabLst>
                <a:tab pos="241300" algn="l"/>
              </a:tabLst>
            </a:pPr>
            <a:r>
              <a:rPr sz="2800" dirty="0">
                <a:latin typeface="Calibri"/>
                <a:cs typeface="Calibri"/>
              </a:rPr>
              <a:t>T</a:t>
            </a:r>
            <a:r>
              <a:rPr sz="2800" spc="-5" dirty="0">
                <a:latin typeface="Calibri"/>
                <a:cs typeface="Calibri"/>
              </a:rPr>
              <a:t>h</a:t>
            </a:r>
            <a:r>
              <a:rPr sz="2800" spc="-15" dirty="0">
                <a:latin typeface="Calibri"/>
                <a:cs typeface="Calibri"/>
              </a:rPr>
              <a:t>e</a:t>
            </a:r>
            <a:r>
              <a:rPr sz="2800" spc="-75" dirty="0">
                <a:latin typeface="Times New Roman"/>
                <a:cs typeface="Times New Roman"/>
              </a:rPr>
              <a:t> </a:t>
            </a:r>
            <a:r>
              <a:rPr sz="2800" spc="-5" dirty="0">
                <a:latin typeface="Calibri"/>
                <a:cs typeface="Calibri"/>
              </a:rPr>
              <a:t>pole</a:t>
            </a:r>
            <a:r>
              <a:rPr sz="2800" dirty="0">
                <a:latin typeface="Calibri"/>
                <a:cs typeface="Calibri"/>
              </a:rPr>
              <a:t>s</a:t>
            </a:r>
            <a:r>
              <a:rPr sz="2800" spc="-65" dirty="0">
                <a:latin typeface="Times New Roman"/>
                <a:cs typeface="Times New Roman"/>
              </a:rPr>
              <a:t> </a:t>
            </a:r>
            <a:r>
              <a:rPr sz="2800" spc="-5" dirty="0">
                <a:latin typeface="Calibri"/>
                <a:cs typeface="Calibri"/>
              </a:rPr>
              <a:t>li</a:t>
            </a:r>
            <a:r>
              <a:rPr sz="2800" spc="-15" dirty="0">
                <a:latin typeface="Calibri"/>
                <a:cs typeface="Calibri"/>
              </a:rPr>
              <a:t>e</a:t>
            </a:r>
            <a:r>
              <a:rPr sz="2800" spc="-80" dirty="0">
                <a:latin typeface="Times New Roman"/>
                <a:cs typeface="Times New Roman"/>
              </a:rPr>
              <a:t> </a:t>
            </a:r>
            <a:r>
              <a:rPr sz="2800" spc="-5" dirty="0">
                <a:latin typeface="Calibri"/>
                <a:cs typeface="Calibri"/>
              </a:rPr>
              <a:t>o</a:t>
            </a:r>
            <a:r>
              <a:rPr sz="2800" dirty="0">
                <a:latin typeface="Calibri"/>
                <a:cs typeface="Calibri"/>
              </a:rPr>
              <a:t>n</a:t>
            </a:r>
            <a:r>
              <a:rPr sz="2800" spc="-60" dirty="0">
                <a:latin typeface="Times New Roman"/>
                <a:cs typeface="Times New Roman"/>
              </a:rPr>
              <a:t> </a:t>
            </a:r>
            <a:r>
              <a:rPr sz="2800" spc="-5" dirty="0">
                <a:latin typeface="Calibri"/>
                <a:cs typeface="Calibri"/>
              </a:rPr>
              <a:t>th</a:t>
            </a:r>
            <a:r>
              <a:rPr sz="2800" spc="-15" dirty="0">
                <a:latin typeface="Calibri"/>
                <a:cs typeface="Calibri"/>
              </a:rPr>
              <a:t>e</a:t>
            </a:r>
            <a:r>
              <a:rPr sz="2800" spc="-60" dirty="0">
                <a:latin typeface="Times New Roman"/>
                <a:cs typeface="Times New Roman"/>
              </a:rPr>
              <a:t> </a:t>
            </a:r>
            <a:r>
              <a:rPr sz="2800" spc="-45" dirty="0">
                <a:latin typeface="Calibri"/>
                <a:cs typeface="Calibri"/>
              </a:rPr>
              <a:t>r</a:t>
            </a:r>
            <a:r>
              <a:rPr sz="2800" spc="-5" dirty="0">
                <a:latin typeface="Calibri"/>
                <a:cs typeface="Calibri"/>
              </a:rPr>
              <a:t>e</a:t>
            </a:r>
            <a:r>
              <a:rPr sz="2800" dirty="0">
                <a:latin typeface="Calibri"/>
                <a:cs typeface="Calibri"/>
              </a:rPr>
              <a:t>al</a:t>
            </a:r>
            <a:r>
              <a:rPr sz="2800" spc="-75" dirty="0">
                <a:latin typeface="Times New Roman"/>
                <a:cs typeface="Times New Roman"/>
              </a:rPr>
              <a:t> </a:t>
            </a:r>
            <a:r>
              <a:rPr sz="2800" spc="-30" dirty="0">
                <a:latin typeface="Calibri"/>
                <a:cs typeface="Calibri"/>
              </a:rPr>
              <a:t>a</a:t>
            </a:r>
            <a:r>
              <a:rPr sz="2800" spc="-5" dirty="0">
                <a:latin typeface="Calibri"/>
                <a:cs typeface="Calibri"/>
              </a:rPr>
              <a:t>xi</a:t>
            </a:r>
            <a:r>
              <a:rPr sz="2800" dirty="0">
                <a:latin typeface="Calibri"/>
                <a:cs typeface="Calibri"/>
              </a:rPr>
              <a:t>s</a:t>
            </a:r>
            <a:r>
              <a:rPr sz="2800" spc="-80" dirty="0">
                <a:latin typeface="Times New Roman"/>
                <a:cs typeface="Times New Roman"/>
              </a:rPr>
              <a:t> </a:t>
            </a:r>
            <a:r>
              <a:rPr sz="2800" spc="-5" dirty="0">
                <a:latin typeface="Calibri"/>
                <a:cs typeface="Calibri"/>
              </a:rPr>
              <a:t>o</a:t>
            </a:r>
            <a:r>
              <a:rPr sz="2800" dirty="0">
                <a:latin typeface="Calibri"/>
                <a:cs typeface="Calibri"/>
              </a:rPr>
              <a:t>f</a:t>
            </a:r>
            <a:r>
              <a:rPr sz="2800" spc="-70" dirty="0">
                <a:latin typeface="Times New Roman"/>
                <a:cs typeface="Times New Roman"/>
              </a:rPr>
              <a:t> </a:t>
            </a:r>
            <a:r>
              <a:rPr sz="2800" spc="-5" dirty="0">
                <a:latin typeface="Calibri"/>
                <a:cs typeface="Calibri"/>
              </a:rPr>
              <a:t>th</a:t>
            </a:r>
            <a:r>
              <a:rPr sz="2800" spc="-15" dirty="0">
                <a:latin typeface="Calibri"/>
                <a:cs typeface="Calibri"/>
              </a:rPr>
              <a:t>e</a:t>
            </a:r>
            <a:r>
              <a:rPr sz="2800" spc="-60" dirty="0">
                <a:latin typeface="Times New Roman"/>
                <a:cs typeface="Times New Roman"/>
              </a:rPr>
              <a:t> </a:t>
            </a:r>
            <a:r>
              <a:rPr sz="2800" spc="-30" dirty="0">
                <a:latin typeface="Calibri"/>
                <a:cs typeface="Calibri"/>
              </a:rPr>
              <a:t>c</a:t>
            </a:r>
            <a:r>
              <a:rPr sz="2800" spc="-5" dirty="0">
                <a:latin typeface="Calibri"/>
                <a:cs typeface="Calibri"/>
              </a:rPr>
              <a:t>ompl</a:t>
            </a:r>
            <a:r>
              <a:rPr sz="2800" spc="-60" dirty="0">
                <a:latin typeface="Calibri"/>
                <a:cs typeface="Calibri"/>
              </a:rPr>
              <a:t>e</a:t>
            </a:r>
            <a:r>
              <a:rPr sz="2800" dirty="0">
                <a:latin typeface="Calibri"/>
                <a:cs typeface="Calibri"/>
              </a:rPr>
              <a:t>x</a:t>
            </a:r>
            <a:r>
              <a:rPr sz="2800" spc="-70" dirty="0">
                <a:latin typeface="Times New Roman"/>
                <a:cs typeface="Times New Roman"/>
              </a:rPr>
              <a:t> </a:t>
            </a:r>
            <a:r>
              <a:rPr sz="2800" spc="-5" dirty="0">
                <a:latin typeface="Calibri"/>
                <a:cs typeface="Calibri"/>
              </a:rPr>
              <a:t>pl</a:t>
            </a:r>
            <a:r>
              <a:rPr sz="2800" dirty="0">
                <a:latin typeface="Calibri"/>
                <a:cs typeface="Calibri"/>
              </a:rPr>
              <a:t>a</a:t>
            </a:r>
            <a:r>
              <a:rPr sz="2800" spc="-5" dirty="0">
                <a:latin typeface="Calibri"/>
                <a:cs typeface="Calibri"/>
              </a:rPr>
              <a:t>n</a:t>
            </a:r>
            <a:r>
              <a:rPr sz="2800" spc="-20" dirty="0">
                <a:latin typeface="Calibri"/>
                <a:cs typeface="Calibri"/>
              </a:rPr>
              <a:t>e,</a:t>
            </a:r>
            <a:r>
              <a:rPr sz="2800" spc="-15" dirty="0">
                <a:latin typeface="Times New Roman"/>
                <a:cs typeface="Times New Roman"/>
              </a:rPr>
              <a:t> </a:t>
            </a:r>
            <a:r>
              <a:rPr sz="2800" spc="-5" dirty="0">
                <a:latin typeface="Calibri"/>
                <a:cs typeface="Calibri"/>
              </a:rPr>
              <a:t>henc</a:t>
            </a:r>
            <a:r>
              <a:rPr sz="2800" dirty="0">
                <a:latin typeface="Calibri"/>
                <a:cs typeface="Calibri"/>
              </a:rPr>
              <a:t>e</a:t>
            </a:r>
            <a:r>
              <a:rPr sz="2800" spc="-65" dirty="0">
                <a:latin typeface="Times New Roman"/>
                <a:cs typeface="Times New Roman"/>
              </a:rPr>
              <a:t> </a:t>
            </a:r>
            <a:r>
              <a:rPr sz="2800" spc="-5" dirty="0">
                <a:latin typeface="Calibri"/>
                <a:cs typeface="Calibri"/>
              </a:rPr>
              <a:t>th</a:t>
            </a:r>
            <a:r>
              <a:rPr sz="2800" spc="-15" dirty="0">
                <a:latin typeface="Calibri"/>
                <a:cs typeface="Calibri"/>
              </a:rPr>
              <a:t>e</a:t>
            </a:r>
            <a:r>
              <a:rPr sz="2800" spc="-60" dirty="0">
                <a:latin typeface="Times New Roman"/>
                <a:cs typeface="Times New Roman"/>
              </a:rPr>
              <a:t> </a:t>
            </a:r>
            <a:r>
              <a:rPr sz="2800" spc="-45" dirty="0">
                <a:latin typeface="Calibri"/>
                <a:cs typeface="Calibri"/>
              </a:rPr>
              <a:t>r</a:t>
            </a:r>
            <a:r>
              <a:rPr sz="2800" spc="-5" dirty="0">
                <a:latin typeface="Calibri"/>
                <a:cs typeface="Calibri"/>
              </a:rPr>
              <a:t>e</a:t>
            </a:r>
            <a:r>
              <a:rPr sz="2800" dirty="0">
                <a:latin typeface="Calibri"/>
                <a:cs typeface="Calibri"/>
              </a:rPr>
              <a:t>s</a:t>
            </a:r>
            <a:r>
              <a:rPr sz="2800" spc="-5" dirty="0">
                <a:latin typeface="Calibri"/>
                <a:cs typeface="Calibri"/>
              </a:rPr>
              <a:t>pon</a:t>
            </a:r>
            <a:r>
              <a:rPr sz="2800" dirty="0">
                <a:latin typeface="Calibri"/>
                <a:cs typeface="Calibri"/>
              </a:rPr>
              <a:t>s</a:t>
            </a:r>
            <a:r>
              <a:rPr sz="2800" spc="-15" dirty="0">
                <a:latin typeface="Calibri"/>
                <a:cs typeface="Calibri"/>
              </a:rPr>
              <a:t>e</a:t>
            </a:r>
            <a:r>
              <a:rPr sz="2800" spc="-70" dirty="0">
                <a:latin typeface="Times New Roman"/>
                <a:cs typeface="Times New Roman"/>
              </a:rPr>
              <a:t> </a:t>
            </a:r>
            <a:r>
              <a:rPr sz="2800" dirty="0">
                <a:latin typeface="Calibri"/>
                <a:cs typeface="Calibri"/>
              </a:rPr>
              <a:t>w</a:t>
            </a:r>
            <a:r>
              <a:rPr sz="2800" spc="-5" dirty="0">
                <a:latin typeface="Calibri"/>
                <a:cs typeface="Calibri"/>
              </a:rPr>
              <a:t>il</a:t>
            </a:r>
            <a:r>
              <a:rPr sz="2800" dirty="0">
                <a:latin typeface="Calibri"/>
                <a:cs typeface="Calibri"/>
              </a:rPr>
              <a:t>l</a:t>
            </a:r>
            <a:r>
              <a:rPr sz="2800" spc="-80" dirty="0">
                <a:latin typeface="Times New Roman"/>
                <a:cs typeface="Times New Roman"/>
              </a:rPr>
              <a:t> </a:t>
            </a:r>
            <a:r>
              <a:rPr sz="2800" spc="-60" dirty="0">
                <a:latin typeface="Calibri"/>
                <a:cs typeface="Calibri"/>
              </a:rPr>
              <a:t>e</a:t>
            </a:r>
            <a:r>
              <a:rPr sz="2800" spc="-5" dirty="0">
                <a:latin typeface="Calibri"/>
                <a:cs typeface="Calibri"/>
              </a:rPr>
              <a:t>xpone</a:t>
            </a:r>
            <a:r>
              <a:rPr sz="2800" spc="-30" dirty="0">
                <a:latin typeface="Calibri"/>
                <a:cs typeface="Calibri"/>
              </a:rPr>
              <a:t>n</a:t>
            </a:r>
            <a:r>
              <a:rPr sz="2800" spc="-5" dirty="0">
                <a:latin typeface="Calibri"/>
                <a:cs typeface="Calibri"/>
              </a:rPr>
              <a:t>ti</a:t>
            </a:r>
            <a:r>
              <a:rPr sz="2800" dirty="0">
                <a:latin typeface="Calibri"/>
                <a:cs typeface="Calibri"/>
              </a:rPr>
              <a:t>al</a:t>
            </a:r>
            <a:endParaRPr sz="28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6">
            <a:extLst>
              <a:ext uri="{FF2B5EF4-FFF2-40B4-BE49-F238E27FC236}">
                <a16:creationId xmlns:a16="http://schemas.microsoft.com/office/drawing/2014/main" id="{4411A1F3-0CAF-F9C0-213E-93E81EAA3E18}"/>
              </a:ext>
            </a:extLst>
          </p:cNvPr>
          <p:cNvSpPr txBox="1"/>
          <p:nvPr/>
        </p:nvSpPr>
        <p:spPr>
          <a:xfrm>
            <a:off x="2505322" y="2452834"/>
            <a:ext cx="6901180" cy="1637664"/>
          </a:xfrm>
          <a:prstGeom prst="rect">
            <a:avLst/>
          </a:prstGeom>
        </p:spPr>
        <p:txBody>
          <a:bodyPr vert="horz" wrap="square" lIns="0" tIns="0" rIns="0" bIns="0" rtlCol="0">
            <a:spAutoFit/>
          </a:bodyPr>
          <a:lstStyle/>
          <a:p>
            <a:pPr marL="469900" marR="5080" indent="-457200">
              <a:lnSpc>
                <a:spcPts val="2810"/>
              </a:lnSpc>
              <a:buClr>
                <a:srgbClr val="ADB3B8"/>
              </a:buClr>
              <a:buFont typeface="Arial"/>
              <a:buChar char="•"/>
              <a:tabLst>
                <a:tab pos="469900" algn="l"/>
              </a:tabLst>
            </a:pPr>
            <a:r>
              <a:rPr sz="2600" spc="-5" dirty="0">
                <a:latin typeface="Calibri"/>
                <a:cs typeface="Calibri"/>
              </a:rPr>
              <a:t>Wh</a:t>
            </a:r>
            <a:r>
              <a:rPr sz="2600" spc="-25" dirty="0">
                <a:latin typeface="Calibri"/>
                <a:cs typeface="Calibri"/>
              </a:rPr>
              <a:t>a</a:t>
            </a:r>
            <a:r>
              <a:rPr sz="2600" dirty="0">
                <a:latin typeface="Calibri"/>
                <a:cs typeface="Calibri"/>
              </a:rPr>
              <a:t>t</a:t>
            </a:r>
            <a:r>
              <a:rPr sz="2600" spc="-75" dirty="0">
                <a:latin typeface="Times New Roman"/>
                <a:cs typeface="Times New Roman"/>
              </a:rPr>
              <a:t> </a:t>
            </a:r>
            <a:r>
              <a:rPr sz="2600" dirty="0">
                <a:latin typeface="Calibri"/>
                <a:cs typeface="Calibri"/>
              </a:rPr>
              <a:t>is</a:t>
            </a:r>
            <a:r>
              <a:rPr sz="2600" spc="-65" dirty="0">
                <a:latin typeface="Times New Roman"/>
                <a:cs typeface="Times New Roman"/>
              </a:rPr>
              <a:t> </a:t>
            </a:r>
            <a:r>
              <a:rPr sz="2600" dirty="0">
                <a:latin typeface="Calibri"/>
                <a:cs typeface="Calibri"/>
              </a:rPr>
              <a:t>t</a:t>
            </a:r>
            <a:r>
              <a:rPr sz="2600" spc="-5" dirty="0">
                <a:latin typeface="Calibri"/>
                <a:cs typeface="Calibri"/>
              </a:rPr>
              <a:t>h</a:t>
            </a:r>
            <a:r>
              <a:rPr sz="2600" dirty="0">
                <a:latin typeface="Calibri"/>
                <a:cs typeface="Calibri"/>
              </a:rPr>
              <a:t>e</a:t>
            </a:r>
            <a:r>
              <a:rPr sz="2600" spc="-85" dirty="0">
                <a:latin typeface="Times New Roman"/>
                <a:cs typeface="Times New Roman"/>
              </a:rPr>
              <a:t> </a:t>
            </a:r>
            <a:r>
              <a:rPr sz="2600" spc="-25" dirty="0">
                <a:latin typeface="Calibri"/>
                <a:cs typeface="Calibri"/>
              </a:rPr>
              <a:t>s</a:t>
            </a:r>
            <a:r>
              <a:rPr sz="2600" spc="-35" dirty="0">
                <a:latin typeface="Calibri"/>
                <a:cs typeface="Calibri"/>
              </a:rPr>
              <a:t>t</a:t>
            </a:r>
            <a:r>
              <a:rPr sz="2600" dirty="0">
                <a:latin typeface="Calibri"/>
                <a:cs typeface="Calibri"/>
              </a:rPr>
              <a:t>ability</a:t>
            </a:r>
            <a:r>
              <a:rPr sz="2600" spc="-80" dirty="0">
                <a:latin typeface="Times New Roman"/>
                <a:cs typeface="Times New Roman"/>
              </a:rPr>
              <a:t> </a:t>
            </a:r>
            <a:r>
              <a:rPr sz="2600" spc="-25" dirty="0">
                <a:latin typeface="Calibri"/>
                <a:cs typeface="Calibri"/>
              </a:rPr>
              <a:t>c</a:t>
            </a:r>
            <a:r>
              <a:rPr sz="2600" spc="-10" dirty="0">
                <a:latin typeface="Calibri"/>
                <a:cs typeface="Calibri"/>
              </a:rPr>
              <a:t>o</a:t>
            </a:r>
            <a:r>
              <a:rPr sz="2600" spc="-5" dirty="0">
                <a:latin typeface="Calibri"/>
                <a:cs typeface="Calibri"/>
              </a:rPr>
              <a:t>nd</a:t>
            </a:r>
            <a:r>
              <a:rPr sz="2600" dirty="0">
                <a:latin typeface="Calibri"/>
                <a:cs typeface="Calibri"/>
              </a:rPr>
              <a:t>iti</a:t>
            </a:r>
            <a:r>
              <a:rPr sz="2600" spc="-5" dirty="0">
                <a:latin typeface="Calibri"/>
                <a:cs typeface="Calibri"/>
              </a:rPr>
              <a:t>o</a:t>
            </a:r>
            <a:r>
              <a:rPr sz="2600" dirty="0">
                <a:latin typeface="Calibri"/>
                <a:cs typeface="Calibri"/>
              </a:rPr>
              <a:t>n</a:t>
            </a:r>
            <a:r>
              <a:rPr sz="2600" spc="-65" dirty="0">
                <a:latin typeface="Times New Roman"/>
                <a:cs typeface="Times New Roman"/>
              </a:rPr>
              <a:t> </a:t>
            </a:r>
            <a:r>
              <a:rPr sz="2600" spc="-65" dirty="0">
                <a:latin typeface="Calibri"/>
                <a:cs typeface="Calibri"/>
              </a:rPr>
              <a:t>f</a:t>
            </a:r>
            <a:r>
              <a:rPr sz="2600" spc="-5" dirty="0">
                <a:latin typeface="Calibri"/>
                <a:cs typeface="Calibri"/>
              </a:rPr>
              <a:t>o</a:t>
            </a:r>
            <a:r>
              <a:rPr sz="2600" dirty="0">
                <a:latin typeface="Calibri"/>
                <a:cs typeface="Calibri"/>
              </a:rPr>
              <a:t>r</a:t>
            </a:r>
            <a:r>
              <a:rPr sz="2600" spc="-60" dirty="0">
                <a:latin typeface="Times New Roman"/>
                <a:cs typeface="Times New Roman"/>
              </a:rPr>
              <a:t> </a:t>
            </a:r>
            <a:r>
              <a:rPr sz="2600" dirty="0">
                <a:latin typeface="Calibri"/>
                <a:cs typeface="Calibri"/>
              </a:rPr>
              <a:t>t</a:t>
            </a:r>
            <a:r>
              <a:rPr sz="2600" spc="-5" dirty="0">
                <a:latin typeface="Calibri"/>
                <a:cs typeface="Calibri"/>
              </a:rPr>
              <a:t>h</a:t>
            </a:r>
            <a:r>
              <a:rPr sz="2600" dirty="0">
                <a:latin typeface="Calibri"/>
                <a:cs typeface="Calibri"/>
              </a:rPr>
              <a:t>e</a:t>
            </a:r>
            <a:r>
              <a:rPr sz="2600" spc="-75" dirty="0">
                <a:latin typeface="Times New Roman"/>
                <a:cs typeface="Times New Roman"/>
              </a:rPr>
              <a:t> </a:t>
            </a:r>
            <a:r>
              <a:rPr sz="2600" spc="-5" dirty="0">
                <a:latin typeface="Calibri"/>
                <a:cs typeface="Calibri"/>
              </a:rPr>
              <a:t>d</a:t>
            </a:r>
            <a:r>
              <a:rPr sz="2600" dirty="0">
                <a:latin typeface="Calibri"/>
                <a:cs typeface="Calibri"/>
              </a:rPr>
              <a:t>i</a:t>
            </a:r>
            <a:r>
              <a:rPr sz="2600" spc="-30" dirty="0">
                <a:latin typeface="Calibri"/>
                <a:cs typeface="Calibri"/>
              </a:rPr>
              <a:t>f</a:t>
            </a:r>
            <a:r>
              <a:rPr sz="2600" spc="-65" dirty="0">
                <a:latin typeface="Calibri"/>
                <a:cs typeface="Calibri"/>
              </a:rPr>
              <a:t>f</a:t>
            </a:r>
            <a:r>
              <a:rPr sz="2600" dirty="0">
                <a:latin typeface="Calibri"/>
                <a:cs typeface="Calibri"/>
              </a:rPr>
              <a:t>e</a:t>
            </a:r>
            <a:r>
              <a:rPr sz="2600" spc="-35" dirty="0">
                <a:latin typeface="Calibri"/>
                <a:cs typeface="Calibri"/>
              </a:rPr>
              <a:t>r</a:t>
            </a:r>
            <a:r>
              <a:rPr sz="2600" dirty="0">
                <a:latin typeface="Calibri"/>
                <a:cs typeface="Calibri"/>
              </a:rPr>
              <a:t>en</a:t>
            </a:r>
            <a:r>
              <a:rPr sz="2600" spc="-15" dirty="0">
                <a:latin typeface="Calibri"/>
                <a:cs typeface="Calibri"/>
              </a:rPr>
              <a:t>c</a:t>
            </a:r>
            <a:r>
              <a:rPr sz="2600" dirty="0">
                <a:latin typeface="Calibri"/>
                <a:cs typeface="Calibri"/>
              </a:rPr>
              <a:t>e</a:t>
            </a:r>
            <a:r>
              <a:rPr sz="2600" dirty="0">
                <a:latin typeface="Times New Roman"/>
                <a:cs typeface="Times New Roman"/>
              </a:rPr>
              <a:t> </a:t>
            </a:r>
            <a:r>
              <a:rPr sz="2600" dirty="0">
                <a:latin typeface="Calibri"/>
                <a:cs typeface="Calibri"/>
              </a:rPr>
              <a:t>equ</a:t>
            </a:r>
            <a:r>
              <a:rPr sz="2600" spc="-30" dirty="0">
                <a:latin typeface="Calibri"/>
                <a:cs typeface="Calibri"/>
              </a:rPr>
              <a:t>a</a:t>
            </a:r>
            <a:r>
              <a:rPr sz="2600" dirty="0">
                <a:latin typeface="Calibri"/>
                <a:cs typeface="Calibri"/>
              </a:rPr>
              <a:t>ti</a:t>
            </a:r>
            <a:r>
              <a:rPr sz="2600" spc="-5" dirty="0">
                <a:latin typeface="Calibri"/>
                <a:cs typeface="Calibri"/>
              </a:rPr>
              <a:t>o</a:t>
            </a:r>
            <a:r>
              <a:rPr sz="2600" dirty="0">
                <a:latin typeface="Calibri"/>
                <a:cs typeface="Calibri"/>
              </a:rPr>
              <a:t>n</a:t>
            </a:r>
            <a:r>
              <a:rPr sz="2600" spc="-80" dirty="0">
                <a:latin typeface="Times New Roman"/>
                <a:cs typeface="Times New Roman"/>
              </a:rPr>
              <a:t> </a:t>
            </a:r>
            <a:r>
              <a:rPr sz="2600" spc="-5" dirty="0">
                <a:latin typeface="Calibri"/>
                <a:cs typeface="Calibri"/>
              </a:rPr>
              <a:t>be</a:t>
            </a:r>
            <a:r>
              <a:rPr sz="2600" dirty="0">
                <a:latin typeface="Calibri"/>
                <a:cs typeface="Calibri"/>
              </a:rPr>
              <a:t>l</a:t>
            </a:r>
            <a:r>
              <a:rPr sz="2600" spc="-20" dirty="0">
                <a:latin typeface="Calibri"/>
                <a:cs typeface="Calibri"/>
              </a:rPr>
              <a:t>o</a:t>
            </a:r>
            <a:r>
              <a:rPr sz="2600" spc="-5" dirty="0">
                <a:latin typeface="Calibri"/>
                <a:cs typeface="Calibri"/>
              </a:rPr>
              <a:t>w</a:t>
            </a:r>
            <a:r>
              <a:rPr sz="2600" dirty="0">
                <a:latin typeface="Calibri"/>
                <a:cs typeface="Calibri"/>
              </a:rPr>
              <a:t>?</a:t>
            </a:r>
          </a:p>
          <a:p>
            <a:pPr>
              <a:lnSpc>
                <a:spcPct val="100000"/>
              </a:lnSpc>
              <a:spcBef>
                <a:spcPts val="28"/>
              </a:spcBef>
            </a:pPr>
            <a:endParaRPr sz="3850" dirty="0">
              <a:latin typeface="Times New Roman"/>
              <a:cs typeface="Times New Roman"/>
            </a:endParaRPr>
          </a:p>
          <a:p>
            <a:pPr marL="898525">
              <a:lnSpc>
                <a:spcPct val="100000"/>
              </a:lnSpc>
            </a:pPr>
            <a:r>
              <a:rPr sz="2300" i="1" spc="100" dirty="0">
                <a:latin typeface="Times New Roman"/>
                <a:cs typeface="Times New Roman"/>
              </a:rPr>
              <a:t>y</a:t>
            </a:r>
            <a:r>
              <a:rPr sz="2300" spc="65" dirty="0">
                <a:latin typeface="Times New Roman"/>
                <a:cs typeface="Times New Roman"/>
              </a:rPr>
              <a:t>(</a:t>
            </a:r>
            <a:r>
              <a:rPr sz="2300" i="1" spc="10" dirty="0">
                <a:latin typeface="Times New Roman"/>
                <a:cs typeface="Times New Roman"/>
              </a:rPr>
              <a:t>k</a:t>
            </a:r>
            <a:r>
              <a:rPr sz="2300" i="1" spc="-375" dirty="0">
                <a:latin typeface="Times New Roman"/>
                <a:cs typeface="Times New Roman"/>
              </a:rPr>
              <a:t> </a:t>
            </a:r>
            <a:r>
              <a:rPr sz="2300" spc="5" dirty="0">
                <a:latin typeface="Times New Roman"/>
                <a:cs typeface="Times New Roman"/>
              </a:rPr>
              <a:t>)</a:t>
            </a:r>
            <a:r>
              <a:rPr sz="2300" spc="-40" dirty="0">
                <a:latin typeface="Times New Roman"/>
                <a:cs typeface="Times New Roman"/>
              </a:rPr>
              <a:t> </a:t>
            </a:r>
            <a:r>
              <a:rPr sz="2300" spc="10" dirty="0">
                <a:latin typeface="Symbol"/>
                <a:cs typeface="Symbol"/>
              </a:rPr>
              <a:t></a:t>
            </a:r>
            <a:r>
              <a:rPr sz="2300" spc="-290" dirty="0">
                <a:latin typeface="Times New Roman"/>
                <a:cs typeface="Times New Roman"/>
              </a:rPr>
              <a:t> </a:t>
            </a:r>
            <a:r>
              <a:rPr sz="2300" spc="5" dirty="0">
                <a:latin typeface="Times New Roman"/>
                <a:cs typeface="Times New Roman"/>
              </a:rPr>
              <a:t>1.7</a:t>
            </a:r>
            <a:r>
              <a:rPr sz="2300" spc="-285" dirty="0">
                <a:latin typeface="Times New Roman"/>
                <a:cs typeface="Times New Roman"/>
              </a:rPr>
              <a:t> </a:t>
            </a:r>
            <a:r>
              <a:rPr sz="2300" i="1" spc="100" dirty="0">
                <a:latin typeface="Times New Roman"/>
                <a:cs typeface="Times New Roman"/>
              </a:rPr>
              <a:t>y</a:t>
            </a:r>
            <a:r>
              <a:rPr sz="2300" spc="65" dirty="0">
                <a:latin typeface="Times New Roman"/>
                <a:cs typeface="Times New Roman"/>
              </a:rPr>
              <a:t>(</a:t>
            </a:r>
            <a:r>
              <a:rPr sz="2300" i="1" spc="10" dirty="0">
                <a:latin typeface="Times New Roman"/>
                <a:cs typeface="Times New Roman"/>
              </a:rPr>
              <a:t>k</a:t>
            </a:r>
            <a:r>
              <a:rPr sz="2300" i="1" spc="-10" dirty="0">
                <a:latin typeface="Times New Roman"/>
                <a:cs typeface="Times New Roman"/>
              </a:rPr>
              <a:t> </a:t>
            </a:r>
            <a:r>
              <a:rPr sz="2300" spc="150" dirty="0">
                <a:latin typeface="Symbol"/>
                <a:cs typeface="Symbol"/>
              </a:rPr>
              <a:t></a:t>
            </a:r>
            <a:r>
              <a:rPr sz="2300" spc="-175" dirty="0">
                <a:latin typeface="Times New Roman"/>
                <a:cs typeface="Times New Roman"/>
              </a:rPr>
              <a:t>1</a:t>
            </a:r>
            <a:r>
              <a:rPr sz="2300" spc="5" dirty="0">
                <a:latin typeface="Times New Roman"/>
                <a:cs typeface="Times New Roman"/>
              </a:rPr>
              <a:t>)</a:t>
            </a:r>
            <a:r>
              <a:rPr sz="2300" spc="-190" dirty="0">
                <a:latin typeface="Times New Roman"/>
                <a:cs typeface="Times New Roman"/>
              </a:rPr>
              <a:t> </a:t>
            </a:r>
            <a:r>
              <a:rPr sz="2300" spc="10" dirty="0">
                <a:latin typeface="Symbol"/>
                <a:cs typeface="Symbol"/>
              </a:rPr>
              <a:t></a:t>
            </a:r>
            <a:r>
              <a:rPr sz="2300" spc="-215" dirty="0">
                <a:latin typeface="Times New Roman"/>
                <a:cs typeface="Times New Roman"/>
              </a:rPr>
              <a:t> </a:t>
            </a:r>
            <a:r>
              <a:rPr sz="2300" spc="10" dirty="0">
                <a:latin typeface="Times New Roman"/>
                <a:cs typeface="Times New Roman"/>
              </a:rPr>
              <a:t>0.8125</a:t>
            </a:r>
            <a:r>
              <a:rPr sz="2300" spc="-355" dirty="0">
                <a:latin typeface="Times New Roman"/>
                <a:cs typeface="Times New Roman"/>
              </a:rPr>
              <a:t> </a:t>
            </a:r>
            <a:r>
              <a:rPr sz="2300" i="1" spc="100" dirty="0">
                <a:latin typeface="Times New Roman"/>
                <a:cs typeface="Times New Roman"/>
              </a:rPr>
              <a:t>y</a:t>
            </a:r>
            <a:r>
              <a:rPr sz="2300" spc="65" dirty="0">
                <a:latin typeface="Times New Roman"/>
                <a:cs typeface="Times New Roman"/>
              </a:rPr>
              <a:t>(</a:t>
            </a:r>
            <a:r>
              <a:rPr sz="2300" i="1" spc="10" dirty="0">
                <a:latin typeface="Times New Roman"/>
                <a:cs typeface="Times New Roman"/>
              </a:rPr>
              <a:t>k</a:t>
            </a:r>
            <a:r>
              <a:rPr sz="2300" i="1" spc="-15" dirty="0">
                <a:latin typeface="Times New Roman"/>
                <a:cs typeface="Times New Roman"/>
              </a:rPr>
              <a:t> </a:t>
            </a:r>
            <a:r>
              <a:rPr sz="2300" spc="10" dirty="0">
                <a:latin typeface="Symbol"/>
                <a:cs typeface="Symbol"/>
              </a:rPr>
              <a:t></a:t>
            </a:r>
            <a:r>
              <a:rPr sz="2300" spc="-180" dirty="0">
                <a:latin typeface="Times New Roman"/>
                <a:cs typeface="Times New Roman"/>
              </a:rPr>
              <a:t> </a:t>
            </a:r>
            <a:r>
              <a:rPr sz="2300" spc="5" dirty="0">
                <a:latin typeface="Times New Roman"/>
                <a:cs typeface="Times New Roman"/>
              </a:rPr>
              <a:t>2)</a:t>
            </a:r>
            <a:r>
              <a:rPr sz="2300" spc="-190" dirty="0">
                <a:latin typeface="Times New Roman"/>
                <a:cs typeface="Times New Roman"/>
              </a:rPr>
              <a:t> </a:t>
            </a:r>
            <a:r>
              <a:rPr sz="2300" spc="10" dirty="0">
                <a:latin typeface="Symbol"/>
                <a:cs typeface="Symbol"/>
              </a:rPr>
              <a:t></a:t>
            </a:r>
            <a:r>
              <a:rPr sz="2300" spc="-215" dirty="0">
                <a:latin typeface="Times New Roman"/>
                <a:cs typeface="Times New Roman"/>
              </a:rPr>
              <a:t> </a:t>
            </a:r>
            <a:r>
              <a:rPr sz="2300" spc="5" dirty="0">
                <a:latin typeface="Times New Roman"/>
                <a:cs typeface="Times New Roman"/>
              </a:rPr>
              <a:t>3.</a:t>
            </a:r>
            <a:r>
              <a:rPr sz="2300" spc="-25" dirty="0">
                <a:latin typeface="Times New Roman"/>
                <a:cs typeface="Times New Roman"/>
              </a:rPr>
              <a:t>2</a:t>
            </a:r>
            <a:r>
              <a:rPr sz="2300" i="1" spc="114" dirty="0">
                <a:latin typeface="Times New Roman"/>
                <a:cs typeface="Times New Roman"/>
              </a:rPr>
              <a:t>u</a:t>
            </a:r>
            <a:r>
              <a:rPr sz="2300" spc="65" dirty="0">
                <a:latin typeface="Times New Roman"/>
                <a:cs typeface="Times New Roman"/>
              </a:rPr>
              <a:t>(</a:t>
            </a:r>
            <a:r>
              <a:rPr sz="2300" i="1" spc="10" dirty="0">
                <a:latin typeface="Times New Roman"/>
                <a:cs typeface="Times New Roman"/>
              </a:rPr>
              <a:t>k</a:t>
            </a:r>
            <a:r>
              <a:rPr sz="2300" i="1" spc="-15" dirty="0">
                <a:latin typeface="Times New Roman"/>
                <a:cs typeface="Times New Roman"/>
              </a:rPr>
              <a:t> </a:t>
            </a:r>
            <a:r>
              <a:rPr sz="2300" spc="10" dirty="0">
                <a:latin typeface="Symbol"/>
                <a:cs typeface="Symbol"/>
              </a:rPr>
              <a:t></a:t>
            </a:r>
            <a:r>
              <a:rPr sz="2300" spc="-250" dirty="0">
                <a:latin typeface="Times New Roman"/>
                <a:cs typeface="Times New Roman"/>
              </a:rPr>
              <a:t> </a:t>
            </a:r>
            <a:r>
              <a:rPr sz="2300" spc="-30" dirty="0">
                <a:latin typeface="Times New Roman"/>
                <a:cs typeface="Times New Roman"/>
              </a:rPr>
              <a:t>5</a:t>
            </a:r>
            <a:r>
              <a:rPr sz="2300" spc="5" dirty="0">
                <a:latin typeface="Times New Roman"/>
                <a:cs typeface="Times New Roman"/>
              </a:rPr>
              <a:t>)</a:t>
            </a:r>
            <a:endParaRPr sz="2300" dirty="0">
              <a:latin typeface="Times New Roman"/>
              <a:cs typeface="Times New Roman"/>
            </a:endParaRPr>
          </a:p>
        </p:txBody>
      </p:sp>
      <p:sp>
        <p:nvSpPr>
          <p:cNvPr id="5" name="object 4">
            <a:extLst>
              <a:ext uri="{FF2B5EF4-FFF2-40B4-BE49-F238E27FC236}">
                <a16:creationId xmlns:a16="http://schemas.microsoft.com/office/drawing/2014/main" id="{9A831CA1-6764-9279-DBDB-4DC102562712}"/>
              </a:ext>
            </a:extLst>
          </p:cNvPr>
          <p:cNvSpPr/>
          <p:nvPr/>
        </p:nvSpPr>
        <p:spPr>
          <a:xfrm>
            <a:off x="8445746" y="777485"/>
            <a:ext cx="2103003" cy="661194"/>
          </a:xfrm>
          <a:prstGeom prst="rect">
            <a:avLst/>
          </a:prstGeom>
          <a:blipFill>
            <a:blip r:embed="rId2" cstate="print"/>
            <a:stretch>
              <a:fillRect/>
            </a:stretch>
          </a:blipFill>
        </p:spPr>
        <p:txBody>
          <a:bodyPr wrap="square" lIns="0" tIns="0" rIns="0" bIns="0" rtlCol="0"/>
          <a:lstStyle/>
          <a:p>
            <a:endParaRPr/>
          </a:p>
        </p:txBody>
      </p:sp>
      <p:sp>
        <p:nvSpPr>
          <p:cNvPr id="6" name="object 5">
            <a:extLst>
              <a:ext uri="{FF2B5EF4-FFF2-40B4-BE49-F238E27FC236}">
                <a16:creationId xmlns:a16="http://schemas.microsoft.com/office/drawing/2014/main" id="{B882A253-9A50-A081-8283-09FC333D3C2E}"/>
              </a:ext>
            </a:extLst>
          </p:cNvPr>
          <p:cNvSpPr txBox="1">
            <a:spLocks noGrp="1"/>
          </p:cNvSpPr>
          <p:nvPr>
            <p:ph type="title"/>
          </p:nvPr>
        </p:nvSpPr>
        <p:spPr>
          <a:xfrm>
            <a:off x="2862054" y="742254"/>
            <a:ext cx="6187715" cy="754437"/>
          </a:xfrm>
          <a:prstGeom prst="rect">
            <a:avLst/>
          </a:prstGeom>
        </p:spPr>
        <p:txBody>
          <a:bodyPr vert="horz" wrap="square" lIns="0" tIns="228981" rIns="0" bIns="0" rtlCol="0">
            <a:spAutoFit/>
          </a:bodyPr>
          <a:lstStyle/>
          <a:p>
            <a:pPr marL="12700">
              <a:lnSpc>
                <a:spcPct val="100000"/>
              </a:lnSpc>
            </a:pPr>
            <a:r>
              <a:rPr spc="-25" dirty="0">
                <a:latin typeface="Calibri"/>
                <a:cs typeface="Calibri"/>
              </a:rPr>
              <a:t>E</a:t>
            </a:r>
            <a:r>
              <a:rPr spc="-95" dirty="0">
                <a:latin typeface="Calibri"/>
                <a:cs typeface="Calibri"/>
              </a:rPr>
              <a:t>x</a:t>
            </a:r>
            <a:r>
              <a:rPr spc="-20" dirty="0">
                <a:latin typeface="Calibri"/>
                <a:cs typeface="Calibri"/>
              </a:rPr>
              <a:t>e</a:t>
            </a:r>
            <a:r>
              <a:rPr spc="-60" dirty="0">
                <a:latin typeface="Calibri"/>
                <a:cs typeface="Calibri"/>
              </a:rPr>
              <a:t>r</a:t>
            </a:r>
            <a:r>
              <a:rPr spc="-15" dirty="0">
                <a:latin typeface="Calibri"/>
                <a:cs typeface="Calibri"/>
              </a:rPr>
              <a:t>cise</a:t>
            </a:r>
          </a:p>
        </p:txBody>
      </p:sp>
    </p:spTree>
    <p:extLst>
      <p:ext uri="{BB962C8B-B14F-4D97-AF65-F5344CB8AC3E}">
        <p14:creationId xmlns:p14="http://schemas.microsoft.com/office/powerpoint/2010/main" val="3139379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6">
            <a:extLst>
              <a:ext uri="{FF2B5EF4-FFF2-40B4-BE49-F238E27FC236}">
                <a16:creationId xmlns:a16="http://schemas.microsoft.com/office/drawing/2014/main" id="{EEDF86EE-9F94-6EF9-8A93-00324417ABA7}"/>
              </a:ext>
            </a:extLst>
          </p:cNvPr>
          <p:cNvSpPr txBox="1"/>
          <p:nvPr/>
        </p:nvSpPr>
        <p:spPr>
          <a:xfrm>
            <a:off x="6992430" y="2324380"/>
            <a:ext cx="2563495" cy="394335"/>
          </a:xfrm>
          <a:prstGeom prst="rect">
            <a:avLst/>
          </a:prstGeom>
        </p:spPr>
        <p:txBody>
          <a:bodyPr vert="horz" wrap="square" lIns="0" tIns="0" rIns="0" bIns="0" rtlCol="0">
            <a:spAutoFit/>
          </a:bodyPr>
          <a:lstStyle/>
          <a:p>
            <a:pPr marL="12700">
              <a:lnSpc>
                <a:spcPct val="100000"/>
              </a:lnSpc>
            </a:pPr>
            <a:r>
              <a:rPr sz="2300" i="1" spc="165" dirty="0">
                <a:latin typeface="Times New Roman"/>
                <a:cs typeface="Times New Roman"/>
              </a:rPr>
              <a:t>z</a:t>
            </a:r>
            <a:r>
              <a:rPr sz="2625" baseline="33333" dirty="0">
                <a:latin typeface="Times New Roman"/>
                <a:cs typeface="Times New Roman"/>
              </a:rPr>
              <a:t>2</a:t>
            </a:r>
            <a:r>
              <a:rPr sz="2625" spc="254" baseline="33333" dirty="0">
                <a:latin typeface="Times New Roman"/>
                <a:cs typeface="Times New Roman"/>
              </a:rPr>
              <a:t> </a:t>
            </a:r>
            <a:r>
              <a:rPr sz="2300" spc="150" dirty="0">
                <a:latin typeface="Symbol"/>
                <a:cs typeface="Symbol"/>
              </a:rPr>
              <a:t></a:t>
            </a:r>
            <a:r>
              <a:rPr sz="2300" spc="5" dirty="0">
                <a:latin typeface="Times New Roman"/>
                <a:cs typeface="Times New Roman"/>
              </a:rPr>
              <a:t>1.</a:t>
            </a:r>
            <a:r>
              <a:rPr sz="2300" spc="190" dirty="0">
                <a:latin typeface="Times New Roman"/>
                <a:cs typeface="Times New Roman"/>
              </a:rPr>
              <a:t>7</a:t>
            </a:r>
            <a:r>
              <a:rPr sz="2300" i="1" spc="5" dirty="0">
                <a:latin typeface="Times New Roman"/>
                <a:cs typeface="Times New Roman"/>
              </a:rPr>
              <a:t>z</a:t>
            </a:r>
            <a:r>
              <a:rPr sz="2300" i="1" spc="-100" dirty="0">
                <a:latin typeface="Times New Roman"/>
                <a:cs typeface="Times New Roman"/>
              </a:rPr>
              <a:t> </a:t>
            </a:r>
            <a:r>
              <a:rPr sz="2300" spc="10" dirty="0">
                <a:latin typeface="Symbol"/>
                <a:cs typeface="Symbol"/>
              </a:rPr>
              <a:t></a:t>
            </a:r>
            <a:r>
              <a:rPr sz="2300" spc="-180" dirty="0">
                <a:latin typeface="Times New Roman"/>
                <a:cs typeface="Times New Roman"/>
              </a:rPr>
              <a:t> </a:t>
            </a:r>
            <a:r>
              <a:rPr sz="2300" spc="10" dirty="0">
                <a:latin typeface="Times New Roman"/>
                <a:cs typeface="Times New Roman"/>
              </a:rPr>
              <a:t>0.8125</a:t>
            </a:r>
            <a:r>
              <a:rPr sz="2300" spc="-105" dirty="0">
                <a:latin typeface="Times New Roman"/>
                <a:cs typeface="Times New Roman"/>
              </a:rPr>
              <a:t> </a:t>
            </a:r>
            <a:r>
              <a:rPr sz="2300" spc="10" dirty="0">
                <a:latin typeface="Symbol"/>
                <a:cs typeface="Symbol"/>
              </a:rPr>
              <a:t></a:t>
            </a:r>
            <a:r>
              <a:rPr sz="2300" spc="-70" dirty="0">
                <a:latin typeface="Times New Roman"/>
                <a:cs typeface="Times New Roman"/>
              </a:rPr>
              <a:t> </a:t>
            </a:r>
            <a:r>
              <a:rPr sz="2300" spc="10" dirty="0">
                <a:latin typeface="Times New Roman"/>
                <a:cs typeface="Times New Roman"/>
              </a:rPr>
              <a:t>0</a:t>
            </a:r>
            <a:endParaRPr sz="2300">
              <a:latin typeface="Times New Roman"/>
              <a:cs typeface="Times New Roman"/>
            </a:endParaRPr>
          </a:p>
        </p:txBody>
      </p:sp>
      <p:sp>
        <p:nvSpPr>
          <p:cNvPr id="5" name="object 7">
            <a:extLst>
              <a:ext uri="{FF2B5EF4-FFF2-40B4-BE49-F238E27FC236}">
                <a16:creationId xmlns:a16="http://schemas.microsoft.com/office/drawing/2014/main" id="{5BD79F75-9E6F-16A7-A272-825FEDE06F48}"/>
              </a:ext>
            </a:extLst>
          </p:cNvPr>
          <p:cNvSpPr txBox="1"/>
          <p:nvPr/>
        </p:nvSpPr>
        <p:spPr>
          <a:xfrm>
            <a:off x="4213444" y="3337138"/>
            <a:ext cx="3027045" cy="2159000"/>
          </a:xfrm>
          <a:prstGeom prst="rect">
            <a:avLst/>
          </a:prstGeom>
        </p:spPr>
        <p:txBody>
          <a:bodyPr vert="horz" wrap="square" lIns="0" tIns="0" rIns="0" bIns="0" rtlCol="0">
            <a:spAutoFit/>
          </a:bodyPr>
          <a:lstStyle/>
          <a:p>
            <a:pPr marL="12700">
              <a:lnSpc>
                <a:spcPct val="100000"/>
              </a:lnSpc>
            </a:pPr>
            <a:r>
              <a:rPr sz="2400" dirty="0">
                <a:latin typeface="Calibri"/>
                <a:cs typeface="Calibri"/>
              </a:rPr>
              <a:t>&gt;&gt;</a:t>
            </a:r>
            <a:r>
              <a:rPr sz="2400" spc="-60" dirty="0">
                <a:latin typeface="Times New Roman"/>
                <a:cs typeface="Times New Roman"/>
              </a:rPr>
              <a:t> </a:t>
            </a:r>
            <a:r>
              <a:rPr sz="2400" spc="-45" dirty="0">
                <a:latin typeface="Calibri"/>
                <a:cs typeface="Calibri"/>
              </a:rPr>
              <a:t>r</a:t>
            </a:r>
            <a:r>
              <a:rPr sz="2400" spc="-10" dirty="0">
                <a:latin typeface="Calibri"/>
                <a:cs typeface="Calibri"/>
              </a:rPr>
              <a:t>oo</a:t>
            </a:r>
            <a:r>
              <a:rPr sz="2400" dirty="0">
                <a:latin typeface="Calibri"/>
                <a:cs typeface="Calibri"/>
              </a:rPr>
              <a:t>t</a:t>
            </a:r>
            <a:r>
              <a:rPr sz="2400" spc="-5" dirty="0">
                <a:latin typeface="Calibri"/>
                <a:cs typeface="Calibri"/>
              </a:rPr>
              <a:t>s</a:t>
            </a:r>
            <a:r>
              <a:rPr sz="2400" dirty="0">
                <a:latin typeface="Calibri"/>
                <a:cs typeface="Calibri"/>
              </a:rPr>
              <a:t>(</a:t>
            </a:r>
            <a:r>
              <a:rPr sz="2400" spc="-15" dirty="0">
                <a:latin typeface="Calibri"/>
                <a:cs typeface="Calibri"/>
              </a:rPr>
              <a:t>[1</a:t>
            </a:r>
            <a:r>
              <a:rPr sz="2400" spc="-80" dirty="0">
                <a:latin typeface="Times New Roman"/>
                <a:cs typeface="Times New Roman"/>
              </a:rPr>
              <a:t> </a:t>
            </a:r>
            <a:r>
              <a:rPr sz="2400" spc="-5" dirty="0">
                <a:latin typeface="Calibri"/>
                <a:cs typeface="Calibri"/>
              </a:rPr>
              <a:t>-1.</a:t>
            </a:r>
            <a:r>
              <a:rPr sz="2400" dirty="0">
                <a:latin typeface="Calibri"/>
                <a:cs typeface="Calibri"/>
              </a:rPr>
              <a:t>7</a:t>
            </a:r>
            <a:r>
              <a:rPr sz="2400" spc="-55" dirty="0">
                <a:latin typeface="Times New Roman"/>
                <a:cs typeface="Times New Roman"/>
              </a:rPr>
              <a:t> </a:t>
            </a:r>
            <a:r>
              <a:rPr sz="2400" spc="-20" dirty="0">
                <a:latin typeface="Calibri"/>
                <a:cs typeface="Calibri"/>
              </a:rPr>
              <a:t>0.8125])</a:t>
            </a:r>
            <a:endParaRPr sz="2400" dirty="0">
              <a:latin typeface="Calibri"/>
              <a:cs typeface="Calibri"/>
            </a:endParaRPr>
          </a:p>
          <a:p>
            <a:pPr marL="12700">
              <a:lnSpc>
                <a:spcPct val="100000"/>
              </a:lnSpc>
            </a:pPr>
            <a:r>
              <a:rPr sz="2400" dirty="0">
                <a:latin typeface="Calibri"/>
                <a:cs typeface="Calibri"/>
              </a:rPr>
              <a:t>a</a:t>
            </a:r>
            <a:r>
              <a:rPr sz="2400" spc="-5" dirty="0">
                <a:latin typeface="Calibri"/>
                <a:cs typeface="Calibri"/>
              </a:rPr>
              <a:t>n</a:t>
            </a:r>
            <a:r>
              <a:rPr sz="2400" dirty="0">
                <a:latin typeface="Calibri"/>
                <a:cs typeface="Calibri"/>
              </a:rPr>
              <a:t>s</a:t>
            </a:r>
            <a:r>
              <a:rPr sz="2400" spc="-65" dirty="0">
                <a:latin typeface="Times New Roman"/>
                <a:cs typeface="Times New Roman"/>
              </a:rPr>
              <a:t> </a:t>
            </a:r>
            <a:r>
              <a:rPr sz="2400" dirty="0">
                <a:latin typeface="Calibri"/>
                <a:cs typeface="Calibri"/>
              </a:rPr>
              <a:t>=</a:t>
            </a:r>
          </a:p>
          <a:p>
            <a:pPr marL="216535">
              <a:lnSpc>
                <a:spcPct val="100000"/>
              </a:lnSpc>
            </a:pPr>
            <a:r>
              <a:rPr sz="2400" spc="-20" dirty="0">
                <a:latin typeface="Calibri"/>
                <a:cs typeface="Calibri"/>
              </a:rPr>
              <a:t>0.850</a:t>
            </a:r>
            <a:r>
              <a:rPr sz="2400" spc="-15" dirty="0">
                <a:latin typeface="Calibri"/>
                <a:cs typeface="Calibri"/>
              </a:rPr>
              <a:t>0</a:t>
            </a:r>
            <a:r>
              <a:rPr sz="2400" spc="-70" dirty="0">
                <a:latin typeface="Times New Roman"/>
                <a:cs typeface="Times New Roman"/>
              </a:rPr>
              <a:t> </a:t>
            </a:r>
            <a:r>
              <a:rPr sz="2400" dirty="0">
                <a:latin typeface="Calibri"/>
                <a:cs typeface="Calibri"/>
              </a:rPr>
              <a:t>+</a:t>
            </a:r>
            <a:r>
              <a:rPr sz="2400" spc="-60" dirty="0">
                <a:latin typeface="Times New Roman"/>
                <a:cs typeface="Times New Roman"/>
              </a:rPr>
              <a:t> </a:t>
            </a:r>
            <a:r>
              <a:rPr sz="2400" spc="-5" dirty="0">
                <a:latin typeface="Calibri"/>
                <a:cs typeface="Calibri"/>
              </a:rPr>
              <a:t>0.3000i</a:t>
            </a:r>
            <a:endParaRPr sz="2400" dirty="0">
              <a:latin typeface="Calibri"/>
              <a:cs typeface="Calibri"/>
            </a:endParaRPr>
          </a:p>
          <a:p>
            <a:pPr marL="216535">
              <a:lnSpc>
                <a:spcPct val="100000"/>
              </a:lnSpc>
            </a:pPr>
            <a:r>
              <a:rPr sz="2400" spc="-20" dirty="0">
                <a:latin typeface="Calibri"/>
                <a:cs typeface="Calibri"/>
              </a:rPr>
              <a:t>0.850</a:t>
            </a:r>
            <a:r>
              <a:rPr sz="2400" spc="-15" dirty="0">
                <a:latin typeface="Calibri"/>
                <a:cs typeface="Calibri"/>
              </a:rPr>
              <a:t>0</a:t>
            </a:r>
            <a:r>
              <a:rPr sz="2400" spc="-70" dirty="0">
                <a:latin typeface="Times New Roman"/>
                <a:cs typeface="Times New Roman"/>
              </a:rPr>
              <a:t> </a:t>
            </a:r>
            <a:r>
              <a:rPr sz="2400" dirty="0">
                <a:latin typeface="Calibri"/>
                <a:cs typeface="Calibri"/>
              </a:rPr>
              <a:t>-</a:t>
            </a:r>
            <a:r>
              <a:rPr sz="2400" spc="-55" dirty="0">
                <a:latin typeface="Times New Roman"/>
                <a:cs typeface="Times New Roman"/>
              </a:rPr>
              <a:t> </a:t>
            </a:r>
            <a:r>
              <a:rPr sz="2400" spc="-5" dirty="0">
                <a:latin typeface="Calibri"/>
                <a:cs typeface="Calibri"/>
              </a:rPr>
              <a:t>0.3000i</a:t>
            </a:r>
            <a:endParaRPr sz="2400" dirty="0">
              <a:latin typeface="Calibri"/>
              <a:cs typeface="Calibri"/>
            </a:endParaRPr>
          </a:p>
          <a:p>
            <a:pPr marL="12700" marR="1598295">
              <a:lnSpc>
                <a:spcPct val="100000"/>
              </a:lnSpc>
            </a:pPr>
            <a:r>
              <a:rPr sz="2400" dirty="0">
                <a:latin typeface="Calibri"/>
                <a:cs typeface="Calibri"/>
              </a:rPr>
              <a:t>&gt;&gt;</a:t>
            </a:r>
            <a:r>
              <a:rPr sz="2400" spc="-60" dirty="0">
                <a:latin typeface="Times New Roman"/>
                <a:cs typeface="Times New Roman"/>
              </a:rPr>
              <a:t> </a:t>
            </a:r>
            <a:r>
              <a:rPr sz="2400" dirty="0">
                <a:latin typeface="Calibri"/>
                <a:cs typeface="Calibri"/>
              </a:rPr>
              <a:t>a</a:t>
            </a:r>
            <a:r>
              <a:rPr sz="2400" spc="-15" dirty="0">
                <a:latin typeface="Calibri"/>
                <a:cs typeface="Calibri"/>
              </a:rPr>
              <a:t>b</a:t>
            </a:r>
            <a:r>
              <a:rPr sz="2400" spc="-5" dirty="0">
                <a:latin typeface="Calibri"/>
                <a:cs typeface="Calibri"/>
              </a:rPr>
              <a:t>s</a:t>
            </a:r>
            <a:r>
              <a:rPr sz="2400" dirty="0">
                <a:latin typeface="Calibri"/>
                <a:cs typeface="Calibri"/>
              </a:rPr>
              <a:t>(a</a:t>
            </a:r>
            <a:r>
              <a:rPr sz="2400" spc="-5" dirty="0">
                <a:latin typeface="Calibri"/>
                <a:cs typeface="Calibri"/>
              </a:rPr>
              <a:t>ns</a:t>
            </a:r>
            <a:r>
              <a:rPr sz="2400" dirty="0">
                <a:latin typeface="Calibri"/>
                <a:cs typeface="Calibri"/>
              </a:rPr>
              <a:t>)</a:t>
            </a:r>
            <a:r>
              <a:rPr sz="2400" dirty="0">
                <a:latin typeface="Times New Roman"/>
                <a:cs typeface="Times New Roman"/>
              </a:rPr>
              <a:t> </a:t>
            </a:r>
            <a:r>
              <a:rPr sz="2400" dirty="0">
                <a:latin typeface="Calibri"/>
                <a:cs typeface="Calibri"/>
              </a:rPr>
              <a:t>a</a:t>
            </a:r>
            <a:r>
              <a:rPr sz="2400" spc="-5" dirty="0">
                <a:latin typeface="Calibri"/>
                <a:cs typeface="Calibri"/>
              </a:rPr>
              <a:t>n</a:t>
            </a:r>
            <a:r>
              <a:rPr sz="2400" dirty="0">
                <a:latin typeface="Calibri"/>
                <a:cs typeface="Calibri"/>
              </a:rPr>
              <a:t>s</a:t>
            </a:r>
            <a:r>
              <a:rPr sz="2400" spc="-65" dirty="0">
                <a:latin typeface="Times New Roman"/>
                <a:cs typeface="Times New Roman"/>
              </a:rPr>
              <a:t> </a:t>
            </a:r>
            <a:r>
              <a:rPr sz="2400" dirty="0">
                <a:latin typeface="Calibri"/>
                <a:cs typeface="Calibri"/>
              </a:rPr>
              <a:t>=</a:t>
            </a:r>
          </a:p>
        </p:txBody>
      </p:sp>
      <p:sp>
        <p:nvSpPr>
          <p:cNvPr id="6" name="object 8">
            <a:extLst>
              <a:ext uri="{FF2B5EF4-FFF2-40B4-BE49-F238E27FC236}">
                <a16:creationId xmlns:a16="http://schemas.microsoft.com/office/drawing/2014/main" id="{61A9B7A8-4843-6CB6-5EB8-2387ED741D55}"/>
              </a:ext>
            </a:extLst>
          </p:cNvPr>
          <p:cNvSpPr txBox="1"/>
          <p:nvPr/>
        </p:nvSpPr>
        <p:spPr>
          <a:xfrm>
            <a:off x="4486240" y="5531699"/>
            <a:ext cx="871855" cy="695960"/>
          </a:xfrm>
          <a:prstGeom prst="rect">
            <a:avLst/>
          </a:prstGeom>
        </p:spPr>
        <p:txBody>
          <a:bodyPr vert="horz" wrap="square" lIns="0" tIns="0" rIns="0" bIns="0" rtlCol="0">
            <a:spAutoFit/>
          </a:bodyPr>
          <a:lstStyle/>
          <a:p>
            <a:pPr marL="12700">
              <a:lnSpc>
                <a:spcPct val="100000"/>
              </a:lnSpc>
            </a:pPr>
            <a:r>
              <a:rPr sz="2400" spc="-20" dirty="0">
                <a:latin typeface="Calibri"/>
                <a:cs typeface="Calibri"/>
              </a:rPr>
              <a:t>0.9014</a:t>
            </a:r>
            <a:endParaRPr sz="2400">
              <a:latin typeface="Calibri"/>
              <a:cs typeface="Calibri"/>
            </a:endParaRPr>
          </a:p>
          <a:p>
            <a:pPr marL="12700">
              <a:lnSpc>
                <a:spcPct val="100000"/>
              </a:lnSpc>
            </a:pPr>
            <a:r>
              <a:rPr sz="2400" spc="-20" dirty="0">
                <a:latin typeface="Calibri"/>
                <a:cs typeface="Calibri"/>
              </a:rPr>
              <a:t>0.9014</a:t>
            </a:r>
            <a:endParaRPr sz="2400">
              <a:latin typeface="Calibri"/>
              <a:cs typeface="Calibri"/>
            </a:endParaRPr>
          </a:p>
        </p:txBody>
      </p:sp>
      <p:sp>
        <p:nvSpPr>
          <p:cNvPr id="7" name="object 9">
            <a:extLst>
              <a:ext uri="{FF2B5EF4-FFF2-40B4-BE49-F238E27FC236}">
                <a16:creationId xmlns:a16="http://schemas.microsoft.com/office/drawing/2014/main" id="{EEC9162D-EE89-A4F9-23FC-72E5C834A95A}"/>
              </a:ext>
            </a:extLst>
          </p:cNvPr>
          <p:cNvSpPr txBox="1"/>
          <p:nvPr/>
        </p:nvSpPr>
        <p:spPr>
          <a:xfrm>
            <a:off x="6249726" y="5636414"/>
            <a:ext cx="3098165" cy="254000"/>
          </a:xfrm>
          <a:prstGeom prst="rect">
            <a:avLst/>
          </a:prstGeom>
        </p:spPr>
        <p:txBody>
          <a:bodyPr vert="horz" wrap="square" lIns="0" tIns="0" rIns="0" bIns="0" rtlCol="0">
            <a:spAutoFit/>
          </a:bodyPr>
          <a:lstStyle/>
          <a:p>
            <a:pPr marL="12700">
              <a:lnSpc>
                <a:spcPct val="100000"/>
              </a:lnSpc>
            </a:pPr>
            <a:r>
              <a:rPr sz="1800" b="1" spc="-20" dirty="0">
                <a:latin typeface="Arial"/>
                <a:cs typeface="Arial"/>
              </a:rPr>
              <a:t>S</a:t>
            </a:r>
            <a:r>
              <a:rPr sz="1800" b="1" dirty="0">
                <a:latin typeface="Arial"/>
                <a:cs typeface="Arial"/>
              </a:rPr>
              <a:t>t</a:t>
            </a:r>
            <a:r>
              <a:rPr sz="1800" b="1" spc="-10" dirty="0">
                <a:latin typeface="Arial"/>
                <a:cs typeface="Arial"/>
              </a:rPr>
              <a:t>abl</a:t>
            </a:r>
            <a:r>
              <a:rPr sz="1800" b="1" dirty="0">
                <a:latin typeface="Arial"/>
                <a:cs typeface="Arial"/>
              </a:rPr>
              <a:t>e</a:t>
            </a:r>
            <a:r>
              <a:rPr sz="1800" b="1" spc="45" dirty="0">
                <a:latin typeface="Times New Roman"/>
                <a:cs typeface="Times New Roman"/>
              </a:rPr>
              <a:t> </a:t>
            </a:r>
            <a:r>
              <a:rPr sz="1800" b="1" dirty="0">
                <a:latin typeface="Arial"/>
                <a:cs typeface="Arial"/>
              </a:rPr>
              <a:t>(</a:t>
            </a:r>
            <a:r>
              <a:rPr sz="1800" b="1" spc="-15" dirty="0">
                <a:latin typeface="Arial"/>
                <a:cs typeface="Arial"/>
              </a:rPr>
              <a:t>p</a:t>
            </a:r>
            <a:r>
              <a:rPr sz="1800" b="1" spc="-5" dirty="0">
                <a:latin typeface="Arial"/>
                <a:cs typeface="Arial"/>
              </a:rPr>
              <a:t>r</a:t>
            </a:r>
            <a:r>
              <a:rPr sz="1800" b="1" spc="-15" dirty="0">
                <a:latin typeface="Arial"/>
                <a:cs typeface="Arial"/>
              </a:rPr>
              <a:t>ob</a:t>
            </a:r>
            <a:r>
              <a:rPr sz="1800" b="1" spc="-5" dirty="0">
                <a:latin typeface="Arial"/>
                <a:cs typeface="Arial"/>
              </a:rPr>
              <a:t>a</a:t>
            </a:r>
            <a:r>
              <a:rPr sz="1800" b="1" spc="-10" dirty="0">
                <a:latin typeface="Arial"/>
                <a:cs typeface="Arial"/>
              </a:rPr>
              <a:t>bl</a:t>
            </a:r>
            <a:r>
              <a:rPr sz="1800" b="1" dirty="0">
                <a:latin typeface="Arial"/>
                <a:cs typeface="Arial"/>
              </a:rPr>
              <a:t>y</a:t>
            </a:r>
            <a:r>
              <a:rPr sz="1800" b="1" spc="35" dirty="0">
                <a:latin typeface="Times New Roman"/>
                <a:cs typeface="Times New Roman"/>
              </a:rPr>
              <a:t> </a:t>
            </a:r>
            <a:r>
              <a:rPr sz="1800" b="1" spc="-15" dirty="0">
                <a:latin typeface="Arial"/>
                <a:cs typeface="Arial"/>
              </a:rPr>
              <a:t>o</a:t>
            </a:r>
            <a:r>
              <a:rPr sz="1800" b="1" spc="-10" dirty="0">
                <a:latin typeface="Arial"/>
                <a:cs typeface="Arial"/>
              </a:rPr>
              <a:t>sc</a:t>
            </a:r>
            <a:r>
              <a:rPr sz="1800" b="1" spc="-5" dirty="0">
                <a:latin typeface="Arial"/>
                <a:cs typeface="Arial"/>
              </a:rPr>
              <a:t>ill</a:t>
            </a:r>
            <a:r>
              <a:rPr sz="1800" b="1" spc="-10" dirty="0">
                <a:latin typeface="Arial"/>
                <a:cs typeface="Arial"/>
              </a:rPr>
              <a:t>a</a:t>
            </a:r>
            <a:r>
              <a:rPr sz="1800" b="1" dirty="0">
                <a:latin typeface="Arial"/>
                <a:cs typeface="Arial"/>
              </a:rPr>
              <a:t>t</a:t>
            </a:r>
            <a:r>
              <a:rPr sz="1800" b="1" spc="-15" dirty="0">
                <a:latin typeface="Arial"/>
                <a:cs typeface="Arial"/>
              </a:rPr>
              <a:t>o</a:t>
            </a:r>
            <a:r>
              <a:rPr sz="1800" b="1" spc="-5" dirty="0">
                <a:latin typeface="Arial"/>
                <a:cs typeface="Arial"/>
              </a:rPr>
              <a:t>r</a:t>
            </a:r>
            <a:r>
              <a:rPr sz="1800" b="1" spc="-20" dirty="0">
                <a:latin typeface="Arial"/>
                <a:cs typeface="Arial"/>
              </a:rPr>
              <a:t>y</a:t>
            </a:r>
            <a:r>
              <a:rPr sz="1800" b="1" dirty="0">
                <a:latin typeface="Arial"/>
                <a:cs typeface="Arial"/>
              </a:rPr>
              <a:t>)</a:t>
            </a:r>
            <a:endParaRPr sz="1800">
              <a:latin typeface="Arial"/>
              <a:cs typeface="Arial"/>
            </a:endParaRPr>
          </a:p>
        </p:txBody>
      </p:sp>
      <p:sp>
        <p:nvSpPr>
          <p:cNvPr id="8" name="object 10">
            <a:extLst>
              <a:ext uri="{FF2B5EF4-FFF2-40B4-BE49-F238E27FC236}">
                <a16:creationId xmlns:a16="http://schemas.microsoft.com/office/drawing/2014/main" id="{429C4D9F-DE91-48BE-B468-91B81287E219}"/>
              </a:ext>
            </a:extLst>
          </p:cNvPr>
          <p:cNvSpPr/>
          <p:nvPr/>
        </p:nvSpPr>
        <p:spPr>
          <a:xfrm>
            <a:off x="3446974" y="2524982"/>
            <a:ext cx="2612390" cy="0"/>
          </a:xfrm>
          <a:custGeom>
            <a:avLst/>
            <a:gdLst/>
            <a:ahLst/>
            <a:cxnLst/>
            <a:rect l="l" t="t" r="r" b="b"/>
            <a:pathLst>
              <a:path w="2612390">
                <a:moveTo>
                  <a:pt x="0" y="0"/>
                </a:moveTo>
                <a:lnTo>
                  <a:pt x="2611934" y="0"/>
                </a:lnTo>
              </a:path>
            </a:pathLst>
          </a:custGeom>
          <a:ln w="12344">
            <a:solidFill>
              <a:srgbClr val="000000"/>
            </a:solidFill>
          </a:ln>
        </p:spPr>
        <p:txBody>
          <a:bodyPr wrap="square" lIns="0" tIns="0" rIns="0" bIns="0" rtlCol="0"/>
          <a:lstStyle/>
          <a:p>
            <a:endParaRPr/>
          </a:p>
        </p:txBody>
      </p:sp>
      <p:sp>
        <p:nvSpPr>
          <p:cNvPr id="9" name="object 11">
            <a:extLst>
              <a:ext uri="{FF2B5EF4-FFF2-40B4-BE49-F238E27FC236}">
                <a16:creationId xmlns:a16="http://schemas.microsoft.com/office/drawing/2014/main" id="{38AB62F9-999C-3DCE-8F0F-D6AEE99D752A}"/>
              </a:ext>
            </a:extLst>
          </p:cNvPr>
          <p:cNvSpPr txBox="1"/>
          <p:nvPr/>
        </p:nvSpPr>
        <p:spPr>
          <a:xfrm>
            <a:off x="4348382" y="2084573"/>
            <a:ext cx="782320" cy="398780"/>
          </a:xfrm>
          <a:prstGeom prst="rect">
            <a:avLst/>
          </a:prstGeom>
        </p:spPr>
        <p:txBody>
          <a:bodyPr vert="horz" wrap="square" lIns="0" tIns="0" rIns="0" bIns="0" rtlCol="0">
            <a:spAutoFit/>
          </a:bodyPr>
          <a:lstStyle/>
          <a:p>
            <a:pPr marL="12700">
              <a:lnSpc>
                <a:spcPct val="100000"/>
              </a:lnSpc>
            </a:pPr>
            <a:r>
              <a:rPr sz="2300" spc="5" dirty="0">
                <a:latin typeface="Times New Roman"/>
                <a:cs typeface="Times New Roman"/>
              </a:rPr>
              <a:t>3.</a:t>
            </a:r>
            <a:r>
              <a:rPr sz="2300" spc="150" dirty="0">
                <a:latin typeface="Times New Roman"/>
                <a:cs typeface="Times New Roman"/>
              </a:rPr>
              <a:t>2</a:t>
            </a:r>
            <a:r>
              <a:rPr sz="2300" i="1" spc="165" dirty="0">
                <a:latin typeface="Times New Roman"/>
                <a:cs typeface="Times New Roman"/>
              </a:rPr>
              <a:t>z</a:t>
            </a:r>
            <a:r>
              <a:rPr sz="2625" spc="-30" baseline="33333" dirty="0">
                <a:latin typeface="Symbol"/>
                <a:cs typeface="Symbol"/>
              </a:rPr>
              <a:t></a:t>
            </a:r>
            <a:r>
              <a:rPr sz="2625" spc="-15" baseline="33333" dirty="0">
                <a:latin typeface="Times New Roman"/>
                <a:cs typeface="Times New Roman"/>
              </a:rPr>
              <a:t>5</a:t>
            </a:r>
            <a:endParaRPr sz="2625" baseline="33333">
              <a:latin typeface="Times New Roman"/>
              <a:cs typeface="Times New Roman"/>
            </a:endParaRPr>
          </a:p>
        </p:txBody>
      </p:sp>
      <p:sp>
        <p:nvSpPr>
          <p:cNvPr id="10" name="object 12">
            <a:extLst>
              <a:ext uri="{FF2B5EF4-FFF2-40B4-BE49-F238E27FC236}">
                <a16:creationId xmlns:a16="http://schemas.microsoft.com/office/drawing/2014/main" id="{F68129A6-EBF1-4D13-95D8-2BBBFC120793}"/>
              </a:ext>
            </a:extLst>
          </p:cNvPr>
          <p:cNvSpPr txBox="1"/>
          <p:nvPr/>
        </p:nvSpPr>
        <p:spPr>
          <a:xfrm>
            <a:off x="4302871" y="2536690"/>
            <a:ext cx="257810" cy="251460"/>
          </a:xfrm>
          <a:prstGeom prst="rect">
            <a:avLst/>
          </a:prstGeom>
        </p:spPr>
        <p:txBody>
          <a:bodyPr vert="horz" wrap="square" lIns="0" tIns="0" rIns="0" bIns="0" rtlCol="0">
            <a:spAutoFit/>
          </a:bodyPr>
          <a:lstStyle/>
          <a:p>
            <a:pPr marL="12700">
              <a:lnSpc>
                <a:spcPct val="100000"/>
              </a:lnSpc>
            </a:pPr>
            <a:r>
              <a:rPr sz="1750" spc="-20" dirty="0">
                <a:latin typeface="Symbol"/>
                <a:cs typeface="Symbol"/>
              </a:rPr>
              <a:t></a:t>
            </a:r>
            <a:r>
              <a:rPr sz="1750" spc="-10" dirty="0">
                <a:latin typeface="Times New Roman"/>
                <a:cs typeface="Times New Roman"/>
              </a:rPr>
              <a:t>1</a:t>
            </a:r>
            <a:endParaRPr sz="1750">
              <a:latin typeface="Times New Roman"/>
              <a:cs typeface="Times New Roman"/>
            </a:endParaRPr>
          </a:p>
        </p:txBody>
      </p:sp>
      <p:sp>
        <p:nvSpPr>
          <p:cNvPr id="11" name="object 13">
            <a:extLst>
              <a:ext uri="{FF2B5EF4-FFF2-40B4-BE49-F238E27FC236}">
                <a16:creationId xmlns:a16="http://schemas.microsoft.com/office/drawing/2014/main" id="{CF27870D-5430-8433-32A7-019C92201B49}"/>
              </a:ext>
            </a:extLst>
          </p:cNvPr>
          <p:cNvSpPr txBox="1"/>
          <p:nvPr/>
        </p:nvSpPr>
        <p:spPr>
          <a:xfrm>
            <a:off x="5772441" y="2347927"/>
            <a:ext cx="591185" cy="440055"/>
          </a:xfrm>
          <a:prstGeom prst="rect">
            <a:avLst/>
          </a:prstGeom>
        </p:spPr>
        <p:txBody>
          <a:bodyPr vert="horz" wrap="square" lIns="0" tIns="0" rIns="0" bIns="0" rtlCol="0">
            <a:spAutoFit/>
          </a:bodyPr>
          <a:lstStyle/>
          <a:p>
            <a:pPr marL="12700">
              <a:lnSpc>
                <a:spcPts val="2740"/>
              </a:lnSpc>
            </a:pPr>
            <a:r>
              <a:rPr sz="1750" spc="-20" dirty="0">
                <a:latin typeface="Symbol"/>
                <a:cs typeface="Symbol"/>
              </a:rPr>
              <a:t></a:t>
            </a:r>
            <a:r>
              <a:rPr sz="1750" spc="-10" dirty="0">
                <a:latin typeface="Times New Roman"/>
                <a:cs typeface="Times New Roman"/>
              </a:rPr>
              <a:t>2</a:t>
            </a:r>
            <a:r>
              <a:rPr sz="1750" spc="215" dirty="0">
                <a:latin typeface="Times New Roman"/>
                <a:cs typeface="Times New Roman"/>
              </a:rPr>
              <a:t> </a:t>
            </a:r>
            <a:r>
              <a:rPr sz="3450" i="1" spc="37" baseline="25362" dirty="0">
                <a:latin typeface="Times New Roman"/>
                <a:cs typeface="Times New Roman"/>
              </a:rPr>
              <a:t>u</a:t>
            </a:r>
            <a:r>
              <a:rPr sz="2625" i="1" spc="-15" baseline="14285" dirty="0">
                <a:latin typeface="Times New Roman"/>
                <a:cs typeface="Times New Roman"/>
              </a:rPr>
              <a:t>k</a:t>
            </a:r>
            <a:endParaRPr sz="2625" baseline="14285">
              <a:latin typeface="Times New Roman"/>
              <a:cs typeface="Times New Roman"/>
            </a:endParaRPr>
          </a:p>
        </p:txBody>
      </p:sp>
      <p:sp>
        <p:nvSpPr>
          <p:cNvPr id="12" name="object 14">
            <a:extLst>
              <a:ext uri="{FF2B5EF4-FFF2-40B4-BE49-F238E27FC236}">
                <a16:creationId xmlns:a16="http://schemas.microsoft.com/office/drawing/2014/main" id="{9BCF5DE3-53F1-93AB-C031-2D9D2260638B}"/>
              </a:ext>
            </a:extLst>
          </p:cNvPr>
          <p:cNvSpPr txBox="1"/>
          <p:nvPr/>
        </p:nvSpPr>
        <p:spPr>
          <a:xfrm>
            <a:off x="3421932" y="2608611"/>
            <a:ext cx="2355850" cy="326390"/>
          </a:xfrm>
          <a:prstGeom prst="rect">
            <a:avLst/>
          </a:prstGeom>
        </p:spPr>
        <p:txBody>
          <a:bodyPr vert="horz" wrap="square" lIns="0" tIns="0" rIns="0" bIns="0" rtlCol="0">
            <a:spAutoFit/>
          </a:bodyPr>
          <a:lstStyle/>
          <a:p>
            <a:pPr marL="12700">
              <a:lnSpc>
                <a:spcPct val="100000"/>
              </a:lnSpc>
              <a:tabLst>
                <a:tab pos="1185545" algn="l"/>
              </a:tabLst>
            </a:pPr>
            <a:r>
              <a:rPr sz="2300" spc="190" dirty="0">
                <a:latin typeface="Times New Roman"/>
                <a:cs typeface="Times New Roman"/>
              </a:rPr>
              <a:t>1</a:t>
            </a:r>
            <a:r>
              <a:rPr sz="2300" spc="150" dirty="0">
                <a:latin typeface="Symbol"/>
                <a:cs typeface="Symbol"/>
              </a:rPr>
              <a:t></a:t>
            </a:r>
            <a:r>
              <a:rPr sz="2300" spc="5" dirty="0">
                <a:latin typeface="Times New Roman"/>
                <a:cs typeface="Times New Roman"/>
              </a:rPr>
              <a:t>1.</a:t>
            </a:r>
            <a:r>
              <a:rPr sz="2300" spc="190" dirty="0">
                <a:latin typeface="Times New Roman"/>
                <a:cs typeface="Times New Roman"/>
              </a:rPr>
              <a:t>7</a:t>
            </a:r>
            <a:r>
              <a:rPr sz="2300" i="1" spc="5" dirty="0">
                <a:latin typeface="Times New Roman"/>
                <a:cs typeface="Times New Roman"/>
              </a:rPr>
              <a:t>z</a:t>
            </a:r>
            <a:r>
              <a:rPr sz="2300" i="1" dirty="0">
                <a:latin typeface="Times New Roman"/>
                <a:cs typeface="Times New Roman"/>
              </a:rPr>
              <a:t>	</a:t>
            </a:r>
            <a:r>
              <a:rPr sz="2300" spc="10" dirty="0">
                <a:latin typeface="Symbol"/>
                <a:cs typeface="Symbol"/>
              </a:rPr>
              <a:t></a:t>
            </a:r>
            <a:r>
              <a:rPr sz="2300" spc="-180" dirty="0">
                <a:latin typeface="Times New Roman"/>
                <a:cs typeface="Times New Roman"/>
              </a:rPr>
              <a:t> </a:t>
            </a:r>
            <a:r>
              <a:rPr sz="2300" spc="10" dirty="0">
                <a:latin typeface="Times New Roman"/>
                <a:cs typeface="Times New Roman"/>
              </a:rPr>
              <a:t>0.812</a:t>
            </a:r>
            <a:r>
              <a:rPr sz="2300" spc="114" dirty="0">
                <a:latin typeface="Times New Roman"/>
                <a:cs typeface="Times New Roman"/>
              </a:rPr>
              <a:t>5</a:t>
            </a:r>
            <a:r>
              <a:rPr sz="2300" i="1" spc="5" dirty="0">
                <a:latin typeface="Times New Roman"/>
                <a:cs typeface="Times New Roman"/>
              </a:rPr>
              <a:t>z</a:t>
            </a:r>
            <a:endParaRPr sz="2300">
              <a:latin typeface="Times New Roman"/>
              <a:cs typeface="Times New Roman"/>
            </a:endParaRPr>
          </a:p>
        </p:txBody>
      </p:sp>
      <p:sp>
        <p:nvSpPr>
          <p:cNvPr id="13" name="object 15">
            <a:extLst>
              <a:ext uri="{FF2B5EF4-FFF2-40B4-BE49-F238E27FC236}">
                <a16:creationId xmlns:a16="http://schemas.microsoft.com/office/drawing/2014/main" id="{E413F41D-8474-920E-B52B-45326AF1B94B}"/>
              </a:ext>
            </a:extLst>
          </p:cNvPr>
          <p:cNvSpPr txBox="1"/>
          <p:nvPr/>
        </p:nvSpPr>
        <p:spPr>
          <a:xfrm>
            <a:off x="2851873" y="2343196"/>
            <a:ext cx="534670" cy="389255"/>
          </a:xfrm>
          <a:prstGeom prst="rect">
            <a:avLst/>
          </a:prstGeom>
        </p:spPr>
        <p:txBody>
          <a:bodyPr vert="horz" wrap="square" lIns="0" tIns="0" rIns="0" bIns="0" rtlCol="0">
            <a:spAutoFit/>
          </a:bodyPr>
          <a:lstStyle/>
          <a:p>
            <a:pPr marL="12700">
              <a:lnSpc>
                <a:spcPct val="100000"/>
              </a:lnSpc>
            </a:pPr>
            <a:r>
              <a:rPr sz="2300" i="1" spc="15" dirty="0">
                <a:latin typeface="Times New Roman"/>
                <a:cs typeface="Times New Roman"/>
              </a:rPr>
              <a:t>y</a:t>
            </a:r>
            <a:r>
              <a:rPr sz="2625" i="1" spc="-15" baseline="-19047" dirty="0">
                <a:latin typeface="Times New Roman"/>
                <a:cs typeface="Times New Roman"/>
              </a:rPr>
              <a:t>k</a:t>
            </a:r>
            <a:r>
              <a:rPr sz="2625" i="1" baseline="-19047" dirty="0">
                <a:latin typeface="Times New Roman"/>
                <a:cs typeface="Times New Roman"/>
              </a:rPr>
              <a:t> </a:t>
            </a:r>
            <a:r>
              <a:rPr sz="2625" i="1" spc="44" baseline="-19047" dirty="0">
                <a:latin typeface="Times New Roman"/>
                <a:cs typeface="Times New Roman"/>
              </a:rPr>
              <a:t> </a:t>
            </a:r>
            <a:r>
              <a:rPr sz="2300" spc="10" dirty="0">
                <a:latin typeface="Symbol"/>
                <a:cs typeface="Symbol"/>
              </a:rPr>
              <a:t></a:t>
            </a:r>
            <a:endParaRPr sz="2300">
              <a:latin typeface="Symbol"/>
              <a:cs typeface="Symbol"/>
            </a:endParaRPr>
          </a:p>
        </p:txBody>
      </p:sp>
      <p:sp>
        <p:nvSpPr>
          <p:cNvPr id="14" name="object 4">
            <a:extLst>
              <a:ext uri="{FF2B5EF4-FFF2-40B4-BE49-F238E27FC236}">
                <a16:creationId xmlns:a16="http://schemas.microsoft.com/office/drawing/2014/main" id="{D5C1FBAC-FFE1-FAD0-D154-CDE98E695A1D}"/>
              </a:ext>
            </a:extLst>
          </p:cNvPr>
          <p:cNvSpPr/>
          <p:nvPr/>
        </p:nvSpPr>
        <p:spPr>
          <a:xfrm>
            <a:off x="8435565" y="618731"/>
            <a:ext cx="2103003" cy="661194"/>
          </a:xfrm>
          <a:prstGeom prst="rect">
            <a:avLst/>
          </a:prstGeom>
          <a:blipFill>
            <a:blip r:embed="rId2" cstate="print"/>
            <a:stretch>
              <a:fillRect/>
            </a:stretch>
          </a:blipFill>
        </p:spPr>
        <p:txBody>
          <a:bodyPr wrap="square" lIns="0" tIns="0" rIns="0" bIns="0" rtlCol="0"/>
          <a:lstStyle/>
          <a:p>
            <a:endParaRPr/>
          </a:p>
        </p:txBody>
      </p:sp>
      <p:sp>
        <p:nvSpPr>
          <p:cNvPr id="15" name="object 5">
            <a:extLst>
              <a:ext uri="{FF2B5EF4-FFF2-40B4-BE49-F238E27FC236}">
                <a16:creationId xmlns:a16="http://schemas.microsoft.com/office/drawing/2014/main" id="{2CD83D3C-87B4-D644-ACFA-123C29C8DD3D}"/>
              </a:ext>
            </a:extLst>
          </p:cNvPr>
          <p:cNvSpPr txBox="1">
            <a:spLocks noGrp="1"/>
          </p:cNvSpPr>
          <p:nvPr>
            <p:ph type="title"/>
          </p:nvPr>
        </p:nvSpPr>
        <p:spPr>
          <a:xfrm>
            <a:off x="2851873" y="583500"/>
            <a:ext cx="6187715" cy="915035"/>
          </a:xfrm>
          <a:prstGeom prst="rect">
            <a:avLst/>
          </a:prstGeom>
        </p:spPr>
        <p:txBody>
          <a:bodyPr vert="horz" wrap="square" lIns="0" tIns="228981" rIns="0" bIns="0" rtlCol="0">
            <a:spAutoFit/>
          </a:bodyPr>
          <a:lstStyle/>
          <a:p>
            <a:pPr marL="12700">
              <a:lnSpc>
                <a:spcPct val="100000"/>
              </a:lnSpc>
            </a:pPr>
            <a:r>
              <a:rPr spc="-25" dirty="0">
                <a:latin typeface="Calibri"/>
                <a:cs typeface="Calibri"/>
              </a:rPr>
              <a:t>So</a:t>
            </a:r>
            <a:r>
              <a:rPr dirty="0">
                <a:latin typeface="Calibri"/>
                <a:cs typeface="Calibri"/>
              </a:rPr>
              <a:t>l</a:t>
            </a:r>
            <a:r>
              <a:rPr spc="-15" dirty="0">
                <a:latin typeface="Calibri"/>
                <a:cs typeface="Calibri"/>
              </a:rPr>
              <a:t>ut</a:t>
            </a:r>
            <a:r>
              <a:rPr dirty="0">
                <a:latin typeface="Calibri"/>
                <a:cs typeface="Calibri"/>
              </a:rPr>
              <a:t>i</a:t>
            </a:r>
            <a:r>
              <a:rPr spc="-25" dirty="0">
                <a:latin typeface="Calibri"/>
                <a:cs typeface="Calibri"/>
              </a:rPr>
              <a:t>o</a:t>
            </a:r>
            <a:r>
              <a:rPr spc="-20" dirty="0">
                <a:latin typeface="Calibri"/>
                <a:cs typeface="Calibri"/>
              </a:rPr>
              <a:t>n</a:t>
            </a:r>
            <a:r>
              <a:rPr spc="-500" dirty="0">
                <a:latin typeface="Times New Roman"/>
                <a:cs typeface="Times New Roman"/>
              </a:rPr>
              <a:t> </a:t>
            </a:r>
            <a:endParaRPr sz="1600" dirty="0">
              <a:latin typeface="Calibri"/>
              <a:cs typeface="Calibri"/>
            </a:endParaRPr>
          </a:p>
        </p:txBody>
      </p:sp>
    </p:spTree>
    <p:extLst>
      <p:ext uri="{BB962C8B-B14F-4D97-AF65-F5344CB8AC3E}">
        <p14:creationId xmlns:p14="http://schemas.microsoft.com/office/powerpoint/2010/main" val="551597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17725" y="96004"/>
            <a:ext cx="8964930" cy="6666230"/>
          </a:xfrm>
          <a:custGeom>
            <a:avLst/>
            <a:gdLst/>
            <a:ahLst/>
            <a:cxnLst/>
            <a:rect l="l" t="t" r="r" b="b"/>
            <a:pathLst>
              <a:path w="8964930" h="6666230">
                <a:moveTo>
                  <a:pt x="0" y="6665792"/>
                </a:moveTo>
                <a:lnTo>
                  <a:pt x="8964716" y="6665792"/>
                </a:lnTo>
                <a:lnTo>
                  <a:pt x="8964716" y="0"/>
                </a:lnTo>
                <a:lnTo>
                  <a:pt x="0" y="0"/>
                </a:lnTo>
                <a:lnTo>
                  <a:pt x="0" y="6665792"/>
                </a:lnTo>
                <a:close/>
              </a:path>
            </a:pathLst>
          </a:custGeom>
          <a:ln w="192023">
            <a:solidFill>
              <a:srgbClr val="E9ECED"/>
            </a:solidFill>
          </a:ln>
        </p:spPr>
        <p:txBody>
          <a:bodyPr wrap="square" lIns="0" tIns="0" rIns="0" bIns="0" rtlCol="0"/>
          <a:lstStyle/>
          <a:p>
            <a:endParaRPr/>
          </a:p>
        </p:txBody>
      </p:sp>
      <p:sp>
        <p:nvSpPr>
          <p:cNvPr id="3" name="object 3"/>
          <p:cNvSpPr/>
          <p:nvPr/>
        </p:nvSpPr>
        <p:spPr>
          <a:xfrm>
            <a:off x="2155697" y="1858518"/>
            <a:ext cx="1583690" cy="0"/>
          </a:xfrm>
          <a:custGeom>
            <a:avLst/>
            <a:gdLst/>
            <a:ahLst/>
            <a:cxnLst/>
            <a:rect l="l" t="t" r="r" b="b"/>
            <a:pathLst>
              <a:path w="1583689">
                <a:moveTo>
                  <a:pt x="0" y="0"/>
                </a:moveTo>
                <a:lnTo>
                  <a:pt x="1583603" y="0"/>
                </a:lnTo>
              </a:path>
            </a:pathLst>
          </a:custGeom>
          <a:ln w="16763">
            <a:solidFill>
              <a:srgbClr val="A5ACB0"/>
            </a:solidFill>
          </a:ln>
        </p:spPr>
        <p:txBody>
          <a:bodyPr wrap="square" lIns="0" tIns="0" rIns="0" bIns="0" rtlCol="0"/>
          <a:lstStyle/>
          <a:p>
            <a:endParaRPr/>
          </a:p>
        </p:txBody>
      </p:sp>
      <p:sp>
        <p:nvSpPr>
          <p:cNvPr id="4" name="object 4"/>
          <p:cNvSpPr/>
          <p:nvPr/>
        </p:nvSpPr>
        <p:spPr>
          <a:xfrm>
            <a:off x="7796022" y="763837"/>
            <a:ext cx="2101463" cy="661956"/>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2362200" y="555791"/>
            <a:ext cx="10515600" cy="944233"/>
          </a:xfrm>
          <a:prstGeom prst="rect">
            <a:avLst/>
          </a:prstGeom>
        </p:spPr>
        <p:txBody>
          <a:bodyPr vert="horz" wrap="square" lIns="0" tIns="264541" rIns="0" bIns="0" rtlCol="0" anchor="ctr">
            <a:spAutoFit/>
          </a:bodyPr>
          <a:lstStyle/>
          <a:p>
            <a:pPr marL="165100">
              <a:lnSpc>
                <a:spcPct val="100000"/>
              </a:lnSpc>
            </a:pPr>
            <a:r>
              <a:rPr spc="-25" dirty="0">
                <a:latin typeface="Calibri"/>
                <a:cs typeface="Calibri"/>
              </a:rPr>
              <a:t>A</a:t>
            </a:r>
            <a:r>
              <a:rPr dirty="0">
                <a:latin typeface="Calibri"/>
                <a:cs typeface="Calibri"/>
              </a:rPr>
              <a:t>n</a:t>
            </a:r>
            <a:r>
              <a:rPr spc="-5" dirty="0">
                <a:latin typeface="Calibri"/>
                <a:cs typeface="Calibri"/>
              </a:rPr>
              <a:t>ot</a:t>
            </a:r>
            <a:r>
              <a:rPr dirty="0">
                <a:latin typeface="Calibri"/>
                <a:cs typeface="Calibri"/>
              </a:rPr>
              <a:t>h</a:t>
            </a:r>
            <a:r>
              <a:rPr spc="-25" dirty="0">
                <a:latin typeface="Calibri"/>
                <a:cs typeface="Calibri"/>
              </a:rPr>
              <a:t>e</a:t>
            </a:r>
            <a:r>
              <a:rPr spc="-15" dirty="0">
                <a:latin typeface="Calibri"/>
                <a:cs typeface="Calibri"/>
              </a:rPr>
              <a:t>r</a:t>
            </a:r>
            <a:r>
              <a:rPr spc="-105" dirty="0">
                <a:latin typeface="Times New Roman"/>
                <a:cs typeface="Times New Roman"/>
              </a:rPr>
              <a:t> </a:t>
            </a:r>
            <a:r>
              <a:rPr dirty="0">
                <a:latin typeface="Calibri"/>
                <a:cs typeface="Calibri"/>
              </a:rPr>
              <a:t>E</a:t>
            </a:r>
            <a:r>
              <a:rPr spc="-60" dirty="0">
                <a:latin typeface="Calibri"/>
                <a:cs typeface="Calibri"/>
              </a:rPr>
              <a:t>x</a:t>
            </a:r>
            <a:r>
              <a:rPr dirty="0">
                <a:latin typeface="Calibri"/>
                <a:cs typeface="Calibri"/>
              </a:rPr>
              <a:t>amp</a:t>
            </a:r>
            <a:r>
              <a:rPr spc="-10" dirty="0">
                <a:latin typeface="Calibri"/>
                <a:cs typeface="Calibri"/>
              </a:rPr>
              <a:t>l</a:t>
            </a:r>
            <a:r>
              <a:rPr spc="-20" dirty="0">
                <a:latin typeface="Calibri"/>
                <a:cs typeface="Calibri"/>
              </a:rPr>
              <a:t>e</a:t>
            </a:r>
          </a:p>
        </p:txBody>
      </p:sp>
      <p:sp>
        <p:nvSpPr>
          <p:cNvPr id="6" name="object 6"/>
          <p:cNvSpPr/>
          <p:nvPr/>
        </p:nvSpPr>
        <p:spPr>
          <a:xfrm>
            <a:off x="3406979" y="2665084"/>
            <a:ext cx="1758314" cy="0"/>
          </a:xfrm>
          <a:custGeom>
            <a:avLst/>
            <a:gdLst/>
            <a:ahLst/>
            <a:cxnLst/>
            <a:rect l="l" t="t" r="r" b="b"/>
            <a:pathLst>
              <a:path w="1758314">
                <a:moveTo>
                  <a:pt x="0" y="0"/>
                </a:moveTo>
                <a:lnTo>
                  <a:pt x="1757788" y="0"/>
                </a:lnTo>
              </a:path>
            </a:pathLst>
          </a:custGeom>
          <a:ln w="6322">
            <a:solidFill>
              <a:srgbClr val="000000"/>
            </a:solidFill>
          </a:ln>
        </p:spPr>
        <p:txBody>
          <a:bodyPr wrap="square" lIns="0" tIns="0" rIns="0" bIns="0" rtlCol="0"/>
          <a:lstStyle/>
          <a:p>
            <a:endParaRPr/>
          </a:p>
        </p:txBody>
      </p:sp>
      <p:sp>
        <p:nvSpPr>
          <p:cNvPr id="7" name="object 7"/>
          <p:cNvSpPr txBox="1"/>
          <p:nvPr/>
        </p:nvSpPr>
        <p:spPr>
          <a:xfrm>
            <a:off x="2660296" y="2337598"/>
            <a:ext cx="3075940" cy="1243930"/>
          </a:xfrm>
          <a:prstGeom prst="rect">
            <a:avLst/>
          </a:prstGeom>
        </p:spPr>
        <p:txBody>
          <a:bodyPr vert="horz" wrap="square" lIns="0" tIns="0" rIns="0" bIns="0" rtlCol="0">
            <a:spAutoFit/>
          </a:bodyPr>
          <a:lstStyle/>
          <a:p>
            <a:pPr marL="208915" algn="ctr">
              <a:lnSpc>
                <a:spcPts val="1995"/>
              </a:lnSpc>
            </a:pPr>
            <a:r>
              <a:rPr sz="2200" dirty="0">
                <a:latin typeface="Times New Roman"/>
                <a:cs typeface="Times New Roman"/>
              </a:rPr>
              <a:t>0.</a:t>
            </a:r>
            <a:r>
              <a:rPr sz="2200" spc="140" dirty="0">
                <a:latin typeface="Times New Roman"/>
                <a:cs typeface="Times New Roman"/>
              </a:rPr>
              <a:t>4</a:t>
            </a:r>
            <a:r>
              <a:rPr sz="2200" i="1" spc="150" dirty="0">
                <a:latin typeface="Times New Roman"/>
                <a:cs typeface="Times New Roman"/>
              </a:rPr>
              <a:t>z</a:t>
            </a:r>
            <a:r>
              <a:rPr sz="2850" spc="-15" baseline="29239" dirty="0">
                <a:latin typeface="Symbol"/>
                <a:cs typeface="Symbol"/>
              </a:rPr>
              <a:t></a:t>
            </a:r>
            <a:r>
              <a:rPr sz="2850" baseline="29239" dirty="0">
                <a:latin typeface="Times New Roman"/>
                <a:cs typeface="Times New Roman"/>
              </a:rPr>
              <a:t>1</a:t>
            </a:r>
            <a:r>
              <a:rPr sz="2850" spc="-112" baseline="29239" dirty="0">
                <a:latin typeface="Times New Roman"/>
                <a:cs typeface="Times New Roman"/>
              </a:rPr>
              <a:t> </a:t>
            </a:r>
            <a:r>
              <a:rPr sz="2200" dirty="0">
                <a:latin typeface="Symbol"/>
                <a:cs typeface="Symbol"/>
              </a:rPr>
              <a:t></a:t>
            </a:r>
            <a:r>
              <a:rPr sz="2200" spc="-204" dirty="0">
                <a:latin typeface="Times New Roman"/>
                <a:cs typeface="Times New Roman"/>
              </a:rPr>
              <a:t> </a:t>
            </a:r>
            <a:r>
              <a:rPr sz="2200" dirty="0">
                <a:latin typeface="Times New Roman"/>
                <a:cs typeface="Times New Roman"/>
              </a:rPr>
              <a:t>0.</a:t>
            </a:r>
            <a:r>
              <a:rPr sz="2200" spc="-35" dirty="0">
                <a:latin typeface="Times New Roman"/>
                <a:cs typeface="Times New Roman"/>
              </a:rPr>
              <a:t>1</a:t>
            </a:r>
            <a:r>
              <a:rPr sz="2200" i="1" spc="145" dirty="0">
                <a:latin typeface="Times New Roman"/>
                <a:cs typeface="Times New Roman"/>
              </a:rPr>
              <a:t>z</a:t>
            </a:r>
            <a:r>
              <a:rPr sz="2850" spc="-7" baseline="29239" dirty="0">
                <a:latin typeface="Symbol"/>
                <a:cs typeface="Symbol"/>
              </a:rPr>
              <a:t></a:t>
            </a:r>
            <a:r>
              <a:rPr sz="2850" baseline="29239" dirty="0">
                <a:latin typeface="Times New Roman"/>
                <a:cs typeface="Times New Roman"/>
              </a:rPr>
              <a:t>2</a:t>
            </a:r>
          </a:p>
          <a:p>
            <a:pPr marL="12700">
              <a:lnSpc>
                <a:spcPts val="1730"/>
              </a:lnSpc>
              <a:tabLst>
                <a:tab pos="2566035" algn="l"/>
              </a:tabLst>
            </a:pPr>
            <a:r>
              <a:rPr sz="2200" i="1" spc="90" dirty="0">
                <a:latin typeface="Times New Roman"/>
                <a:cs typeface="Times New Roman"/>
              </a:rPr>
              <a:t>y</a:t>
            </a:r>
            <a:r>
              <a:rPr sz="2200" spc="60" dirty="0">
                <a:latin typeface="Times New Roman"/>
                <a:cs typeface="Times New Roman"/>
              </a:rPr>
              <a:t>(</a:t>
            </a:r>
            <a:r>
              <a:rPr sz="2200" i="1" dirty="0">
                <a:latin typeface="Times New Roman"/>
                <a:cs typeface="Times New Roman"/>
              </a:rPr>
              <a:t>k</a:t>
            </a:r>
            <a:r>
              <a:rPr sz="2200" i="1" spc="-360" dirty="0">
                <a:latin typeface="Times New Roman"/>
                <a:cs typeface="Times New Roman"/>
              </a:rPr>
              <a:t> </a:t>
            </a:r>
            <a:r>
              <a:rPr sz="2200" dirty="0">
                <a:latin typeface="Times New Roman"/>
                <a:cs typeface="Times New Roman"/>
              </a:rPr>
              <a:t>)</a:t>
            </a:r>
            <a:r>
              <a:rPr sz="2200" spc="-65" dirty="0">
                <a:latin typeface="Times New Roman"/>
                <a:cs typeface="Times New Roman"/>
              </a:rPr>
              <a:t> </a:t>
            </a:r>
            <a:r>
              <a:rPr sz="2200" dirty="0">
                <a:latin typeface="Symbol"/>
                <a:cs typeface="Symbol"/>
              </a:rPr>
              <a:t></a:t>
            </a:r>
            <a:r>
              <a:rPr sz="2200" dirty="0">
                <a:latin typeface="Times New Roman"/>
                <a:cs typeface="Times New Roman"/>
              </a:rPr>
              <a:t>	</a:t>
            </a:r>
            <a:r>
              <a:rPr sz="2200" i="1" spc="105" dirty="0">
                <a:latin typeface="Times New Roman"/>
                <a:cs typeface="Times New Roman"/>
              </a:rPr>
              <a:t>u</a:t>
            </a:r>
            <a:r>
              <a:rPr sz="2200" spc="60" dirty="0">
                <a:latin typeface="Times New Roman"/>
                <a:cs typeface="Times New Roman"/>
              </a:rPr>
              <a:t>(</a:t>
            </a:r>
            <a:r>
              <a:rPr sz="2200" i="1" dirty="0">
                <a:latin typeface="Times New Roman"/>
                <a:cs typeface="Times New Roman"/>
              </a:rPr>
              <a:t>k</a:t>
            </a:r>
            <a:r>
              <a:rPr sz="2200" i="1" spc="-355" dirty="0">
                <a:latin typeface="Times New Roman"/>
                <a:cs typeface="Times New Roman"/>
              </a:rPr>
              <a:t> </a:t>
            </a:r>
            <a:r>
              <a:rPr sz="2200" dirty="0">
                <a:latin typeface="Times New Roman"/>
                <a:cs typeface="Times New Roman"/>
              </a:rPr>
              <a:t>)</a:t>
            </a:r>
          </a:p>
          <a:p>
            <a:pPr marL="751205">
              <a:lnSpc>
                <a:spcPts val="2375"/>
              </a:lnSpc>
            </a:pPr>
            <a:r>
              <a:rPr sz="2200" spc="175" dirty="0">
                <a:latin typeface="Times New Roman"/>
                <a:cs typeface="Times New Roman"/>
              </a:rPr>
              <a:t>1</a:t>
            </a:r>
            <a:r>
              <a:rPr sz="2200" dirty="0">
                <a:latin typeface="Symbol"/>
                <a:cs typeface="Symbol"/>
              </a:rPr>
              <a:t></a:t>
            </a:r>
            <a:r>
              <a:rPr sz="2200" spc="-70" dirty="0">
                <a:latin typeface="Times New Roman"/>
                <a:cs typeface="Times New Roman"/>
              </a:rPr>
              <a:t> </a:t>
            </a:r>
            <a:r>
              <a:rPr sz="2200" i="1" spc="150" dirty="0">
                <a:latin typeface="Times New Roman"/>
                <a:cs typeface="Times New Roman"/>
              </a:rPr>
              <a:t>z</a:t>
            </a:r>
            <a:r>
              <a:rPr sz="2850" spc="-15" baseline="29239" dirty="0">
                <a:latin typeface="Symbol"/>
                <a:cs typeface="Symbol"/>
              </a:rPr>
              <a:t></a:t>
            </a:r>
            <a:r>
              <a:rPr sz="2850" baseline="29239" dirty="0">
                <a:latin typeface="Times New Roman"/>
                <a:cs typeface="Times New Roman"/>
              </a:rPr>
              <a:t>1</a:t>
            </a:r>
            <a:r>
              <a:rPr sz="2850" spc="-112" baseline="29239" dirty="0">
                <a:latin typeface="Times New Roman"/>
                <a:cs typeface="Times New Roman"/>
              </a:rPr>
              <a:t> </a:t>
            </a:r>
            <a:r>
              <a:rPr sz="2200" dirty="0">
                <a:latin typeface="Symbol"/>
                <a:cs typeface="Symbol"/>
              </a:rPr>
              <a:t></a:t>
            </a:r>
            <a:r>
              <a:rPr sz="2200" spc="-170" dirty="0">
                <a:latin typeface="Times New Roman"/>
                <a:cs typeface="Times New Roman"/>
              </a:rPr>
              <a:t> </a:t>
            </a:r>
            <a:r>
              <a:rPr sz="2200" dirty="0">
                <a:latin typeface="Times New Roman"/>
                <a:cs typeface="Times New Roman"/>
              </a:rPr>
              <a:t>0.</a:t>
            </a:r>
            <a:r>
              <a:rPr sz="2200" spc="105" dirty="0">
                <a:latin typeface="Times New Roman"/>
                <a:cs typeface="Times New Roman"/>
              </a:rPr>
              <a:t>5</a:t>
            </a:r>
            <a:r>
              <a:rPr sz="2200" i="1" spc="150" dirty="0">
                <a:latin typeface="Times New Roman"/>
                <a:cs typeface="Times New Roman"/>
              </a:rPr>
              <a:t>z</a:t>
            </a:r>
            <a:r>
              <a:rPr sz="2850" spc="-7" baseline="29239" dirty="0">
                <a:latin typeface="Symbol"/>
                <a:cs typeface="Symbol"/>
              </a:rPr>
              <a:t></a:t>
            </a:r>
            <a:r>
              <a:rPr sz="2850" baseline="29239" dirty="0">
                <a:latin typeface="Times New Roman"/>
                <a:cs typeface="Times New Roman"/>
              </a:rPr>
              <a:t>2</a:t>
            </a:r>
          </a:p>
          <a:p>
            <a:pPr>
              <a:spcBef>
                <a:spcPts val="29"/>
              </a:spcBef>
            </a:pPr>
            <a:endParaRPr sz="3000" dirty="0">
              <a:latin typeface="Times New Roman"/>
              <a:cs typeface="Times New Roman"/>
            </a:endParaRPr>
          </a:p>
        </p:txBody>
      </p:sp>
      <p:sp>
        <p:nvSpPr>
          <p:cNvPr id="8" name="object 8"/>
          <p:cNvSpPr txBox="1"/>
          <p:nvPr/>
        </p:nvSpPr>
        <p:spPr>
          <a:xfrm>
            <a:off x="3791600" y="5006465"/>
            <a:ext cx="668655" cy="369332"/>
          </a:xfrm>
          <a:prstGeom prst="rect">
            <a:avLst/>
          </a:prstGeom>
        </p:spPr>
        <p:txBody>
          <a:bodyPr vert="horz" wrap="square" lIns="0" tIns="0" rIns="0" bIns="0" rtlCol="0">
            <a:spAutoFit/>
          </a:bodyPr>
          <a:lstStyle/>
          <a:p>
            <a:pPr marL="12700"/>
            <a:r>
              <a:rPr sz="2400" spc="-70" dirty="0">
                <a:latin typeface="Calibri Light"/>
                <a:cs typeface="Calibri Light"/>
              </a:rPr>
              <a:t>P</a:t>
            </a:r>
            <a:r>
              <a:rPr sz="2400" dirty="0">
                <a:latin typeface="Calibri Light"/>
                <a:cs typeface="Calibri Light"/>
              </a:rPr>
              <a:t>o</a:t>
            </a:r>
            <a:r>
              <a:rPr sz="2400" spc="-5" dirty="0">
                <a:latin typeface="Calibri Light"/>
                <a:cs typeface="Calibri Light"/>
              </a:rPr>
              <a:t>l</a:t>
            </a:r>
            <a:r>
              <a:rPr sz="2400" spc="-15" dirty="0">
                <a:latin typeface="Calibri Light"/>
                <a:cs typeface="Calibri Light"/>
              </a:rPr>
              <a:t>es</a:t>
            </a:r>
            <a:endParaRPr sz="2400">
              <a:latin typeface="Calibri Light"/>
              <a:cs typeface="Calibri Light"/>
            </a:endParaRPr>
          </a:p>
        </p:txBody>
      </p:sp>
      <p:sp>
        <p:nvSpPr>
          <p:cNvPr id="9" name="object 9"/>
          <p:cNvSpPr txBox="1"/>
          <p:nvPr/>
        </p:nvSpPr>
        <p:spPr>
          <a:xfrm>
            <a:off x="4662263" y="5014288"/>
            <a:ext cx="1415415" cy="330860"/>
          </a:xfrm>
          <a:prstGeom prst="rect">
            <a:avLst/>
          </a:prstGeom>
        </p:spPr>
        <p:txBody>
          <a:bodyPr vert="horz" wrap="square" lIns="0" tIns="0" rIns="0" bIns="0" rtlCol="0">
            <a:spAutoFit/>
          </a:bodyPr>
          <a:lstStyle/>
          <a:p>
            <a:pPr marL="12700"/>
            <a:r>
              <a:rPr sz="2150" spc="15" dirty="0">
                <a:latin typeface="Times New Roman"/>
                <a:cs typeface="Times New Roman"/>
              </a:rPr>
              <a:t>0.5</a:t>
            </a:r>
            <a:r>
              <a:rPr sz="2150" spc="-185" dirty="0">
                <a:latin typeface="Times New Roman"/>
                <a:cs typeface="Times New Roman"/>
              </a:rPr>
              <a:t> </a:t>
            </a:r>
            <a:r>
              <a:rPr sz="2150" spc="20" dirty="0">
                <a:latin typeface="Symbol"/>
                <a:cs typeface="Symbol"/>
              </a:rPr>
              <a:t></a:t>
            </a:r>
            <a:r>
              <a:rPr sz="2150" spc="-55" dirty="0">
                <a:latin typeface="Times New Roman"/>
                <a:cs typeface="Times New Roman"/>
              </a:rPr>
              <a:t> </a:t>
            </a:r>
            <a:r>
              <a:rPr sz="2150" spc="160" dirty="0">
                <a:latin typeface="Times New Roman"/>
                <a:cs typeface="Times New Roman"/>
              </a:rPr>
              <a:t>/</a:t>
            </a:r>
            <a:r>
              <a:rPr sz="2150" spc="20" dirty="0">
                <a:latin typeface="Symbol"/>
                <a:cs typeface="Symbol"/>
              </a:rPr>
              <a:t></a:t>
            </a:r>
            <a:r>
              <a:rPr sz="2150" spc="-160" dirty="0">
                <a:latin typeface="Times New Roman"/>
                <a:cs typeface="Times New Roman"/>
              </a:rPr>
              <a:t> </a:t>
            </a:r>
            <a:r>
              <a:rPr sz="2150" spc="15" dirty="0">
                <a:latin typeface="Times New Roman"/>
                <a:cs typeface="Times New Roman"/>
              </a:rPr>
              <a:t>0.5</a:t>
            </a:r>
            <a:r>
              <a:rPr sz="2150" spc="-125" dirty="0">
                <a:latin typeface="Times New Roman"/>
                <a:cs typeface="Times New Roman"/>
              </a:rPr>
              <a:t> </a:t>
            </a:r>
            <a:r>
              <a:rPr sz="2150" i="1" spc="10" dirty="0">
                <a:latin typeface="Times New Roman"/>
                <a:cs typeface="Times New Roman"/>
              </a:rPr>
              <a:t>j</a:t>
            </a:r>
            <a:endParaRPr sz="2150">
              <a:latin typeface="Times New Roman"/>
              <a:cs typeface="Times New Roman"/>
            </a:endParaRPr>
          </a:p>
        </p:txBody>
      </p:sp>
      <p:sp>
        <p:nvSpPr>
          <p:cNvPr id="10" name="object 10"/>
          <p:cNvSpPr txBox="1"/>
          <p:nvPr/>
        </p:nvSpPr>
        <p:spPr>
          <a:xfrm>
            <a:off x="4234830" y="5708692"/>
            <a:ext cx="3840479" cy="369332"/>
          </a:xfrm>
          <a:prstGeom prst="rect">
            <a:avLst/>
          </a:prstGeom>
        </p:spPr>
        <p:txBody>
          <a:bodyPr vert="horz" wrap="square" lIns="0" tIns="0" rIns="0" bIns="0" rtlCol="0">
            <a:spAutoFit/>
          </a:bodyPr>
          <a:lstStyle/>
          <a:p>
            <a:pPr marL="12700"/>
            <a:r>
              <a:rPr sz="2400" spc="-5" dirty="0">
                <a:latin typeface="Calibri Light"/>
                <a:cs typeface="Calibri Light"/>
              </a:rPr>
              <a:t>A</a:t>
            </a:r>
            <a:r>
              <a:rPr sz="2400" spc="-30" dirty="0">
                <a:latin typeface="Calibri Light"/>
                <a:cs typeface="Calibri Light"/>
              </a:rPr>
              <a:t>b</a:t>
            </a:r>
            <a:r>
              <a:rPr sz="2400" spc="-10" dirty="0">
                <a:latin typeface="Calibri Light"/>
                <a:cs typeface="Calibri Light"/>
              </a:rPr>
              <a:t>s</a:t>
            </a:r>
            <a:r>
              <a:rPr sz="2400" dirty="0">
                <a:latin typeface="Calibri Light"/>
                <a:cs typeface="Calibri Light"/>
              </a:rPr>
              <a:t>o</a:t>
            </a:r>
            <a:r>
              <a:rPr sz="2400" spc="-5" dirty="0">
                <a:latin typeface="Calibri Light"/>
                <a:cs typeface="Calibri Light"/>
              </a:rPr>
              <a:t>l</a:t>
            </a:r>
            <a:r>
              <a:rPr sz="2400" spc="-15" dirty="0">
                <a:latin typeface="Calibri Light"/>
                <a:cs typeface="Calibri Light"/>
              </a:rPr>
              <a:t>u</a:t>
            </a:r>
            <a:r>
              <a:rPr sz="2400" spc="-40" dirty="0">
                <a:latin typeface="Calibri Light"/>
                <a:cs typeface="Calibri Light"/>
              </a:rPr>
              <a:t>t</a:t>
            </a:r>
            <a:r>
              <a:rPr sz="2400" dirty="0">
                <a:latin typeface="Calibri Light"/>
                <a:cs typeface="Calibri Light"/>
              </a:rPr>
              <a:t>e</a:t>
            </a:r>
            <a:r>
              <a:rPr sz="2400" spc="-65" dirty="0">
                <a:latin typeface="Times New Roman"/>
                <a:cs typeface="Times New Roman"/>
              </a:rPr>
              <a:t> </a:t>
            </a:r>
            <a:r>
              <a:rPr sz="2400" spc="-55" dirty="0">
                <a:latin typeface="Calibri Light"/>
                <a:cs typeface="Calibri Light"/>
              </a:rPr>
              <a:t>v</a:t>
            </a:r>
            <a:r>
              <a:rPr sz="2400" spc="-15" dirty="0">
                <a:latin typeface="Calibri Light"/>
                <a:cs typeface="Calibri Light"/>
              </a:rPr>
              <a:t>alues</a:t>
            </a:r>
            <a:r>
              <a:rPr sz="2400" spc="-80" dirty="0">
                <a:latin typeface="Times New Roman"/>
                <a:cs typeface="Times New Roman"/>
              </a:rPr>
              <a:t> </a:t>
            </a:r>
            <a:r>
              <a:rPr sz="2400" spc="-15" dirty="0">
                <a:latin typeface="Calibri Light"/>
                <a:cs typeface="Calibri Light"/>
              </a:rPr>
              <a:t>0.70</a:t>
            </a:r>
            <a:r>
              <a:rPr sz="2400" spc="-20" dirty="0">
                <a:latin typeface="Calibri Light"/>
                <a:cs typeface="Calibri Light"/>
              </a:rPr>
              <a:t>17</a:t>
            </a:r>
            <a:r>
              <a:rPr sz="2400" spc="-10" dirty="0">
                <a:latin typeface="Calibri Light"/>
                <a:cs typeface="Calibri Light"/>
              </a:rPr>
              <a:t>,</a:t>
            </a:r>
            <a:r>
              <a:rPr sz="2400" spc="-80" dirty="0">
                <a:latin typeface="Times New Roman"/>
                <a:cs typeface="Times New Roman"/>
              </a:rPr>
              <a:t> </a:t>
            </a:r>
            <a:r>
              <a:rPr sz="2400" spc="-15" dirty="0">
                <a:latin typeface="Calibri Light"/>
                <a:cs typeface="Calibri Light"/>
              </a:rPr>
              <a:t>0.70</a:t>
            </a:r>
            <a:r>
              <a:rPr sz="2400" spc="-20" dirty="0">
                <a:latin typeface="Calibri Light"/>
                <a:cs typeface="Calibri Light"/>
              </a:rPr>
              <a:t>1</a:t>
            </a:r>
            <a:r>
              <a:rPr sz="2400" spc="-15" dirty="0">
                <a:latin typeface="Calibri Light"/>
                <a:cs typeface="Calibri Light"/>
              </a:rPr>
              <a:t>7</a:t>
            </a:r>
            <a:endParaRPr sz="2400" dirty="0">
              <a:latin typeface="Calibri Light"/>
              <a:cs typeface="Calibri Light"/>
            </a:endParaRPr>
          </a:p>
        </p:txBody>
      </p:sp>
      <p:sp>
        <p:nvSpPr>
          <p:cNvPr id="12" name="TextBox 11">
            <a:extLst>
              <a:ext uri="{FF2B5EF4-FFF2-40B4-BE49-F238E27FC236}">
                <a16:creationId xmlns:a16="http://schemas.microsoft.com/office/drawing/2014/main" id="{66FDCED1-DACB-4249-60E3-88CBE06EB979}"/>
              </a:ext>
            </a:extLst>
          </p:cNvPr>
          <p:cNvSpPr txBox="1"/>
          <p:nvPr/>
        </p:nvSpPr>
        <p:spPr>
          <a:xfrm>
            <a:off x="2856807" y="3614434"/>
            <a:ext cx="6441742" cy="1200329"/>
          </a:xfrm>
          <a:prstGeom prst="rect">
            <a:avLst/>
          </a:prstGeom>
          <a:noFill/>
        </p:spPr>
        <p:txBody>
          <a:bodyPr wrap="square">
            <a:spAutoFit/>
          </a:bodyPr>
          <a:lstStyle/>
          <a:p>
            <a:pPr marL="645795"/>
            <a:r>
              <a:rPr lang="pl-PL" sz="1800" spc="20" dirty="0">
                <a:latin typeface="Times New Roman"/>
                <a:cs typeface="Times New Roman"/>
              </a:rPr>
              <a:t>1</a:t>
            </a:r>
            <a:r>
              <a:rPr lang="pl-PL" sz="1800" spc="-325" dirty="0">
                <a:latin typeface="Times New Roman"/>
                <a:cs typeface="Times New Roman"/>
              </a:rPr>
              <a:t> </a:t>
            </a:r>
            <a:r>
              <a:rPr lang="pl-PL" sz="1800" spc="20" dirty="0">
                <a:latin typeface="Symbol"/>
                <a:cs typeface="Symbol"/>
              </a:rPr>
              <a:t></a:t>
            </a:r>
            <a:r>
              <a:rPr lang="pl-PL" sz="1800" spc="-20" dirty="0">
                <a:latin typeface="Times New Roman"/>
                <a:cs typeface="Times New Roman"/>
              </a:rPr>
              <a:t> </a:t>
            </a:r>
            <a:r>
              <a:rPr lang="pl-PL" sz="1800" i="1" spc="15" dirty="0">
                <a:latin typeface="Times New Roman"/>
                <a:cs typeface="Times New Roman"/>
              </a:rPr>
              <a:t>z</a:t>
            </a:r>
            <a:r>
              <a:rPr lang="pl-PL" sz="1800" i="1" spc="-345" dirty="0">
                <a:latin typeface="Times New Roman"/>
                <a:cs typeface="Times New Roman"/>
              </a:rPr>
              <a:t> </a:t>
            </a:r>
            <a:r>
              <a:rPr lang="pl-PL" sz="2400" spc="-112" baseline="28490" dirty="0">
                <a:latin typeface="Symbol"/>
                <a:cs typeface="Symbol"/>
              </a:rPr>
              <a:t></a:t>
            </a:r>
            <a:r>
              <a:rPr lang="pl-PL" sz="2400" spc="22" baseline="28490" dirty="0">
                <a:latin typeface="Times New Roman"/>
                <a:cs typeface="Times New Roman"/>
              </a:rPr>
              <a:t>1</a:t>
            </a:r>
            <a:r>
              <a:rPr lang="pl-PL" sz="2400" spc="-37" baseline="28490" dirty="0">
                <a:latin typeface="Times New Roman"/>
                <a:cs typeface="Times New Roman"/>
              </a:rPr>
              <a:t> </a:t>
            </a:r>
            <a:r>
              <a:rPr lang="pl-PL" sz="1800" spc="20" dirty="0">
                <a:latin typeface="Symbol"/>
                <a:cs typeface="Symbol"/>
              </a:rPr>
              <a:t></a:t>
            </a:r>
            <a:r>
              <a:rPr lang="pl-PL" sz="1800" spc="-120" dirty="0">
                <a:latin typeface="Times New Roman"/>
                <a:cs typeface="Times New Roman"/>
              </a:rPr>
              <a:t> </a:t>
            </a:r>
            <a:r>
              <a:rPr lang="pl-PL" sz="1800" spc="15" dirty="0">
                <a:latin typeface="Times New Roman"/>
                <a:cs typeface="Times New Roman"/>
              </a:rPr>
              <a:t>0.</a:t>
            </a:r>
            <a:r>
              <a:rPr lang="pl-PL" sz="1800" spc="125" dirty="0">
                <a:latin typeface="Times New Roman"/>
                <a:cs typeface="Times New Roman"/>
              </a:rPr>
              <a:t>5</a:t>
            </a:r>
            <a:r>
              <a:rPr lang="pl-PL" sz="1800" i="1" spc="15" dirty="0">
                <a:latin typeface="Times New Roman"/>
                <a:cs typeface="Times New Roman"/>
              </a:rPr>
              <a:t>z</a:t>
            </a:r>
            <a:r>
              <a:rPr lang="pl-PL" sz="1800" i="1" spc="-345" dirty="0">
                <a:latin typeface="Times New Roman"/>
                <a:cs typeface="Times New Roman"/>
              </a:rPr>
              <a:t> </a:t>
            </a:r>
            <a:r>
              <a:rPr lang="pl-PL" sz="2400" spc="217" baseline="28490" dirty="0">
                <a:latin typeface="Symbol"/>
                <a:cs typeface="Symbol"/>
              </a:rPr>
              <a:t></a:t>
            </a:r>
            <a:r>
              <a:rPr lang="pl-PL" sz="2400" spc="22" baseline="28490" dirty="0">
                <a:latin typeface="Times New Roman"/>
                <a:cs typeface="Times New Roman"/>
              </a:rPr>
              <a:t>2</a:t>
            </a:r>
            <a:r>
              <a:rPr lang="pl-PL" sz="2400" spc="315" baseline="28490" dirty="0">
                <a:latin typeface="Times New Roman"/>
                <a:cs typeface="Times New Roman"/>
              </a:rPr>
              <a:t> </a:t>
            </a:r>
            <a:r>
              <a:rPr lang="pl-PL" sz="1800" spc="20" dirty="0">
                <a:latin typeface="Symbol"/>
                <a:cs typeface="Symbol"/>
              </a:rPr>
              <a:t></a:t>
            </a:r>
            <a:r>
              <a:rPr lang="pl-PL" sz="1800" spc="-80" dirty="0">
                <a:latin typeface="Times New Roman"/>
                <a:cs typeface="Times New Roman"/>
              </a:rPr>
              <a:t> </a:t>
            </a:r>
            <a:r>
              <a:rPr lang="pl-PL" sz="1800" spc="20" dirty="0">
                <a:latin typeface="Times New Roman"/>
                <a:cs typeface="Times New Roman"/>
              </a:rPr>
              <a:t>0</a:t>
            </a:r>
            <a:endParaRPr lang="en-NZ" dirty="0">
              <a:latin typeface="Times New Roman"/>
              <a:cs typeface="Times New Roman"/>
            </a:endParaRPr>
          </a:p>
          <a:p>
            <a:pPr marL="645795"/>
            <a:endParaRPr lang="en-NZ" sz="1800" i="1" spc="15" dirty="0">
              <a:latin typeface="Times New Roman"/>
              <a:cs typeface="Times New Roman"/>
            </a:endParaRPr>
          </a:p>
          <a:p>
            <a:pPr marL="645795"/>
            <a:endParaRPr lang="en-NZ" i="1" spc="15" dirty="0">
              <a:latin typeface="Times New Roman"/>
              <a:cs typeface="Times New Roman"/>
            </a:endParaRPr>
          </a:p>
          <a:p>
            <a:pPr marL="645795"/>
            <a:r>
              <a:rPr lang="pl-PL" sz="1800" i="1" spc="15" dirty="0">
                <a:latin typeface="Times New Roman"/>
                <a:cs typeface="Times New Roman"/>
              </a:rPr>
              <a:t>z</a:t>
            </a:r>
            <a:r>
              <a:rPr lang="pl-PL" sz="1800" i="1" spc="-345" dirty="0">
                <a:latin typeface="Times New Roman"/>
                <a:cs typeface="Times New Roman"/>
              </a:rPr>
              <a:t> </a:t>
            </a:r>
            <a:r>
              <a:rPr lang="pl-PL" sz="2400" spc="22" baseline="28490" dirty="0">
                <a:latin typeface="Times New Roman"/>
                <a:cs typeface="Times New Roman"/>
              </a:rPr>
              <a:t>2</a:t>
            </a:r>
            <a:r>
              <a:rPr lang="pl-PL" sz="2400" spc="195" baseline="28490" dirty="0">
                <a:latin typeface="Times New Roman"/>
                <a:cs typeface="Times New Roman"/>
              </a:rPr>
              <a:t> </a:t>
            </a:r>
            <a:r>
              <a:rPr lang="pl-PL" sz="1800" spc="20" dirty="0">
                <a:latin typeface="Symbol"/>
                <a:cs typeface="Symbol"/>
              </a:rPr>
              <a:t></a:t>
            </a:r>
            <a:r>
              <a:rPr lang="pl-PL" sz="1800" spc="-15" dirty="0">
                <a:latin typeface="Times New Roman"/>
                <a:cs typeface="Times New Roman"/>
              </a:rPr>
              <a:t> </a:t>
            </a:r>
            <a:r>
              <a:rPr lang="pl-PL" sz="1800" i="1" spc="15" dirty="0">
                <a:latin typeface="Times New Roman"/>
                <a:cs typeface="Times New Roman"/>
              </a:rPr>
              <a:t>z</a:t>
            </a:r>
            <a:r>
              <a:rPr lang="pl-PL" sz="1800" i="1" spc="-45" dirty="0">
                <a:latin typeface="Times New Roman"/>
                <a:cs typeface="Times New Roman"/>
              </a:rPr>
              <a:t> </a:t>
            </a:r>
            <a:r>
              <a:rPr lang="pl-PL" sz="1800" spc="20" dirty="0">
                <a:latin typeface="Symbol"/>
                <a:cs typeface="Symbol"/>
              </a:rPr>
              <a:t></a:t>
            </a:r>
            <a:r>
              <a:rPr lang="pl-PL" sz="1800" spc="-120" dirty="0">
                <a:latin typeface="Times New Roman"/>
                <a:cs typeface="Times New Roman"/>
              </a:rPr>
              <a:t> </a:t>
            </a:r>
            <a:r>
              <a:rPr lang="pl-PL" sz="1800" spc="15" dirty="0">
                <a:latin typeface="Times New Roman"/>
                <a:cs typeface="Times New Roman"/>
              </a:rPr>
              <a:t>0.5</a:t>
            </a:r>
            <a:r>
              <a:rPr lang="pl-PL" sz="1800" spc="-110" dirty="0">
                <a:latin typeface="Times New Roman"/>
                <a:cs typeface="Times New Roman"/>
              </a:rPr>
              <a:t> </a:t>
            </a:r>
            <a:r>
              <a:rPr lang="pl-PL" sz="1800" spc="20" dirty="0">
                <a:latin typeface="Symbol"/>
                <a:cs typeface="Symbol"/>
              </a:rPr>
              <a:t></a:t>
            </a:r>
            <a:r>
              <a:rPr lang="pl-PL" sz="1800" spc="-80" dirty="0">
                <a:latin typeface="Times New Roman"/>
                <a:cs typeface="Times New Roman"/>
              </a:rPr>
              <a:t> </a:t>
            </a:r>
            <a:r>
              <a:rPr lang="pl-PL" sz="1800" spc="20" dirty="0">
                <a:latin typeface="Times New Roman"/>
                <a:cs typeface="Times New Roman"/>
              </a:rPr>
              <a:t>0</a:t>
            </a:r>
            <a:endParaRPr lang="pl-PL" sz="1800" dirty="0">
              <a:latin typeface="Times New Roman"/>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7283-4EA0-3121-A1EC-B030374263AE}"/>
              </a:ext>
            </a:extLst>
          </p:cNvPr>
          <p:cNvSpPr>
            <a:spLocks noGrp="1"/>
          </p:cNvSpPr>
          <p:nvPr>
            <p:ph type="title"/>
          </p:nvPr>
        </p:nvSpPr>
        <p:spPr/>
        <p:txBody>
          <a:bodyPr/>
          <a:lstStyle/>
          <a:p>
            <a:r>
              <a:rPr lang="en-NZ" dirty="0"/>
              <a:t>Example: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F362DF-1551-420B-2BAE-5A758E522B31}"/>
                  </a:ext>
                </a:extLst>
              </p:cNvPr>
              <p:cNvSpPr>
                <a:spLocks noGrp="1"/>
              </p:cNvSpPr>
              <p:nvPr>
                <p:ph idx="1"/>
              </p:nvPr>
            </p:nvSpPr>
            <p:spPr>
              <a:xfrm>
                <a:off x="838200" y="1494321"/>
                <a:ext cx="10515600" cy="4351338"/>
              </a:xfrm>
            </p:spPr>
            <p:txBody>
              <a:bodyPr>
                <a:normAutofit lnSpcReduction="10000"/>
              </a:bodyPr>
              <a:lstStyle/>
              <a:p>
                <a:pPr marL="0" lvl="0" indent="0">
                  <a:lnSpc>
                    <a:spcPct val="150000"/>
                  </a:lnSpc>
                  <a:buNone/>
                </a:pPr>
                <a:r>
                  <a:rPr lang="en-US" sz="1800" b="1" dirty="0">
                    <a:effectLst/>
                    <a:latin typeface="Calibri" panose="020F0502020204030204" pitchFamily="34" charset="0"/>
                    <a:ea typeface="Calibri" panose="020F0502020204030204" pitchFamily="34" charset="0"/>
                    <a:cs typeface="Times-Roman"/>
                  </a:rPr>
                  <a:t>Consider the system </a:t>
                </a:r>
                <a:endParaRPr lang="en-NZ" sz="1800" b="1" i="1" dirty="0">
                  <a:effectLst/>
                  <a:latin typeface="Cambria Math" panose="02040503050406030204" pitchFamily="18" charset="0"/>
                  <a:ea typeface="Calibri" panose="020F0502020204030204" pitchFamily="34" charset="0"/>
                  <a:cs typeface="Times New Roman" panose="02020603050405020304" pitchFamily="18" charset="0"/>
                </a:endParaRPr>
              </a:p>
              <a:p>
                <a:pPr marL="0" lvl="0" indent="0">
                  <a:lnSpc>
                    <a:spcPct val="150000"/>
                  </a:lnSpc>
                  <a:buNone/>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𝒚</m:t>
                      </m:r>
                      <m:d>
                        <m:d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𝒌</m:t>
                          </m:r>
                        </m:e>
                      </m:d>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𝒂</m:t>
                          </m:r>
                        </m:e>
                        <m:sub>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𝟏</m:t>
                          </m:r>
                        </m:sub>
                      </m:sSub>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𝒚</m:t>
                      </m:r>
                      <m:d>
                        <m:d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𝒌</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𝟏</m:t>
                          </m:r>
                        </m:e>
                      </m:d>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𝒂</m:t>
                          </m:r>
                        </m:e>
                        <m:sub>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𝟐</m:t>
                          </m:r>
                        </m:sub>
                      </m:sSub>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𝒚</m:t>
                      </m:r>
                      <m:d>
                        <m:d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𝒌</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𝟐</m:t>
                          </m:r>
                        </m:e>
                      </m:d>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𝒃</m:t>
                          </m:r>
                        </m:e>
                        <m:sub>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𝟏</m:t>
                          </m:r>
                        </m:sub>
                      </m:sSub>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𝒖</m:t>
                      </m:r>
                      <m:d>
                        <m:d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𝒌</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𝟏</m:t>
                          </m:r>
                        </m:e>
                      </m:d>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𝒃</m:t>
                          </m:r>
                        </m:e>
                        <m:sub>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𝟐</m:t>
                          </m:r>
                        </m:sub>
                      </m:sSub>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𝒖</m:t>
                      </m:r>
                      <m:d>
                        <m:d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𝒌</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𝟐</m:t>
                          </m:r>
                        </m:e>
                      </m:d>
                    </m:oMath>
                  </m:oMathPara>
                </a14:m>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50000"/>
                  </a:lnSpc>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where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0.8,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0.15,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=0.5,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=0.4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mj-lt"/>
                  <a:buAutoNum type="romanLcPeriod"/>
                </a:pPr>
                <a:r>
                  <a:rPr lang="en-US" sz="2000" dirty="0">
                    <a:effectLst/>
                    <a:latin typeface="Calibri" panose="020F0502020204030204" pitchFamily="34" charset="0"/>
                    <a:ea typeface="Calibri" panose="020F0502020204030204" pitchFamily="34" charset="0"/>
                    <a:cs typeface="Times New Roman" panose="02020603050405020304" pitchFamily="18" charset="0"/>
                  </a:rPr>
                  <a:t>Transfer function</a:t>
                </a:r>
                <a:r>
                  <a:rPr lang="en-US" sz="2000" dirty="0">
                    <a:latin typeface="Calibri" panose="020F0502020204030204" pitchFamily="34" charset="0"/>
                    <a:ea typeface="Calibri" panose="020F0502020204030204" pitchFamily="34" charset="0"/>
                    <a:cs typeface="Times New Roman" panose="02020603050405020304" pitchFamily="18" charset="0"/>
                  </a:rPr>
                  <a:t>?</a:t>
                </a:r>
                <a:r>
                  <a:rPr lang="en-US" sz="2000" dirty="0">
                    <a:effectLst/>
                    <a:latin typeface="Calibri" panose="020F0502020204030204" pitchFamily="34" charset="0"/>
                    <a:ea typeface="Calibri" panose="020F0502020204030204" pitchFamily="34" charset="0"/>
                    <a:cs typeface="Times-Roman"/>
                  </a:rPr>
                  <a:t>				</a:t>
                </a:r>
              </a:p>
              <a:p>
                <a:pPr marL="342900" lvl="0" indent="-342900">
                  <a:lnSpc>
                    <a:spcPct val="150000"/>
                  </a:lnSpc>
                  <a:buFont typeface="+mj-lt"/>
                  <a:buAutoNum type="romanLcPeriod"/>
                </a:pPr>
                <a:r>
                  <a:rPr lang="en-US" sz="2000" dirty="0">
                    <a:effectLst/>
                    <a:latin typeface="Calibri" panose="020F0502020204030204" pitchFamily="34" charset="0"/>
                    <a:ea typeface="Calibri" panose="020F0502020204030204" pitchFamily="34" charset="0"/>
                    <a:cs typeface="Times New Roman" panose="02020603050405020304" pitchFamily="18" charset="0"/>
                  </a:rPr>
                  <a:t>Order of the model? 					</a:t>
                </a:r>
              </a:p>
              <a:p>
                <a:pPr marL="342900" lvl="0" indent="-342900">
                  <a:lnSpc>
                    <a:spcPct val="150000"/>
                  </a:lnSpc>
                  <a:buFont typeface="+mj-lt"/>
                  <a:buAutoNum type="romanLcPeriod"/>
                </a:pPr>
                <a:r>
                  <a:rPr lang="en-US" sz="2000" dirty="0">
                    <a:effectLst/>
                    <a:latin typeface="Calibri" panose="020F0502020204030204" pitchFamily="34" charset="0"/>
                    <a:ea typeface="Calibri" panose="020F0502020204030204" pitchFamily="34" charset="0"/>
                    <a:cs typeface="Times New Roman" panose="02020603050405020304" pitchFamily="18" charset="0"/>
                  </a:rPr>
                  <a:t>Steady state gain?</a:t>
                </a:r>
                <a:r>
                  <a:rPr lang="en-US" sz="2000" b="1" dirty="0">
                    <a:effectLst/>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50000"/>
                  </a:lnSpc>
                  <a:buFont typeface="+mj-lt"/>
                  <a:buAutoNum type="romanLcPeriod"/>
                </a:pPr>
                <a:r>
                  <a:rPr lang="en-US" sz="2000" dirty="0">
                    <a:effectLst/>
                    <a:latin typeface="Calibri" panose="020F0502020204030204" pitchFamily="34" charset="0"/>
                    <a:ea typeface="Calibri" panose="020F0502020204030204" pitchFamily="34" charset="0"/>
                    <a:cs typeface="Times New Roman" panose="02020603050405020304" pitchFamily="18" charset="0"/>
                  </a:rPr>
                  <a:t>Is this system stable? Support your answer with the argument. 		</a:t>
                </a:r>
              </a:p>
              <a:p>
                <a:pPr marL="342900" lvl="0" indent="-342900">
                  <a:lnSpc>
                    <a:spcPct val="150000"/>
                  </a:lnSpc>
                  <a:buFont typeface="+mj-lt"/>
                  <a:buAutoNum type="romanLcPeriod"/>
                </a:pPr>
                <a:r>
                  <a:rPr lang="en-US" sz="2000" dirty="0">
                    <a:effectLst/>
                    <a:latin typeface="Calibri" panose="020F0502020204030204" pitchFamily="34" charset="0"/>
                    <a:ea typeface="Calibri" panose="020F0502020204030204" pitchFamily="34" charset="0"/>
                    <a:cs typeface="Times New Roman" panose="02020603050405020304" pitchFamily="18" charset="0"/>
                  </a:rPr>
                  <a:t>Now assuming</a:t>
                </a: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-0.2, </a:t>
                </a:r>
                <a14:m>
                  <m:oMath xmlns:m="http://schemas.openxmlformats.org/officeDocument/2006/math">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b>
                    </m:sSub>
                  </m:oMath>
                </a14:m>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0.3, comment on behavior of the system. 	</a:t>
                </a:r>
                <a:endParaRPr lang="en-US" sz="2000" dirty="0"/>
              </a:p>
            </p:txBody>
          </p:sp>
        </mc:Choice>
        <mc:Fallback xmlns="">
          <p:sp>
            <p:nvSpPr>
              <p:cNvPr id="3" name="Content Placeholder 2">
                <a:extLst>
                  <a:ext uri="{FF2B5EF4-FFF2-40B4-BE49-F238E27FC236}">
                    <a16:creationId xmlns:a16="http://schemas.microsoft.com/office/drawing/2014/main" id="{A2F362DF-1551-420B-2BAE-5A758E522B31}"/>
                  </a:ext>
                </a:extLst>
              </p:cNvPr>
              <p:cNvSpPr>
                <a:spLocks noGrp="1" noRot="1" noChangeAspect="1" noMove="1" noResize="1" noEditPoints="1" noAdjustHandles="1" noChangeArrowheads="1" noChangeShapeType="1" noTextEdit="1"/>
              </p:cNvSpPr>
              <p:nvPr>
                <p:ph idx="1"/>
              </p:nvPr>
            </p:nvSpPr>
            <p:spPr>
              <a:xfrm>
                <a:off x="838200" y="1494321"/>
                <a:ext cx="10515600" cy="4351338"/>
              </a:xfrm>
              <a:blipFill>
                <a:blip r:embed="rId2"/>
                <a:stretch>
                  <a:fillRect l="-638" b="-700"/>
                </a:stretch>
              </a:blipFill>
            </p:spPr>
            <p:txBody>
              <a:bodyPr/>
              <a:lstStyle/>
              <a:p>
                <a:r>
                  <a:rPr lang="en-US">
                    <a:noFill/>
                  </a:rPr>
                  <a:t> </a:t>
                </a:r>
              </a:p>
            </p:txBody>
          </p:sp>
        </mc:Fallback>
      </mc:AlternateContent>
    </p:spTree>
    <p:extLst>
      <p:ext uri="{BB962C8B-B14F-4D97-AF65-F5344CB8AC3E}">
        <p14:creationId xmlns:p14="http://schemas.microsoft.com/office/powerpoint/2010/main" val="3515351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750F2-BACC-D31D-DB06-CB7822D0FAC6}"/>
              </a:ext>
            </a:extLst>
          </p:cNvPr>
          <p:cNvSpPr>
            <a:spLocks noGrp="1"/>
          </p:cNvSpPr>
          <p:nvPr>
            <p:ph type="title"/>
          </p:nvPr>
        </p:nvSpPr>
        <p:spPr>
          <a:xfrm>
            <a:off x="838200" y="365126"/>
            <a:ext cx="10515600" cy="931412"/>
          </a:xfrm>
        </p:spPr>
        <p:txBody>
          <a:bodyPr/>
          <a:lstStyle/>
          <a:p>
            <a:r>
              <a:rPr lang="en-NZ" dirty="0"/>
              <a:t>Solution</a:t>
            </a: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628E1FC-8F26-7389-EABA-B5C35BD30DE5}"/>
                  </a:ext>
                </a:extLst>
              </p:cNvPr>
              <p:cNvSpPr txBox="1"/>
              <p:nvPr/>
            </p:nvSpPr>
            <p:spPr>
              <a:xfrm>
                <a:off x="3049138" y="970166"/>
                <a:ext cx="6093724" cy="6527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𝑦</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𝑘</m:t>
                          </m:r>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0.5</m:t>
                              </m:r>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𝑧</m:t>
                                  </m:r>
                                </m:e>
                                <m:sup>
                                  <m:r>
                                    <a:rPr lang="en-US" i="0">
                                      <a:latin typeface="Cambria Math" panose="02040503050406030204" pitchFamily="18" charset="0"/>
                                    </a:rPr>
                                    <m:t>−1</m:t>
                                  </m:r>
                                </m:sup>
                              </m:sSup>
                              <m:r>
                                <a:rPr lang="en-US" i="0">
                                  <a:latin typeface="Cambria Math" panose="02040503050406030204" pitchFamily="18" charset="0"/>
                                </a:rPr>
                                <m:t>+0.4</m:t>
                              </m:r>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𝑧</m:t>
                                  </m:r>
                                </m:e>
                                <m:sup>
                                  <m:r>
                                    <a:rPr lang="en-US" i="0">
                                      <a:latin typeface="Cambria Math" panose="02040503050406030204" pitchFamily="18" charset="0"/>
                                    </a:rPr>
                                    <m:t>−2</m:t>
                                  </m:r>
                                </m:sup>
                              </m:sSup>
                            </m:num>
                            <m:den>
                              <m:r>
                                <a:rPr lang="en-US" i="0">
                                  <a:latin typeface="Cambria Math" panose="02040503050406030204" pitchFamily="18" charset="0"/>
                                </a:rPr>
                                <m:t>1−0.8</m:t>
                              </m:r>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𝑧</m:t>
                                  </m:r>
                                </m:e>
                                <m:sup>
                                  <m:r>
                                    <a:rPr lang="en-US" i="0">
                                      <a:latin typeface="Cambria Math" panose="02040503050406030204" pitchFamily="18" charset="0"/>
                                    </a:rPr>
                                    <m:t>−1</m:t>
                                  </m:r>
                                </m:sup>
                              </m:sSup>
                              <m:r>
                                <a:rPr lang="en-US" i="0">
                                  <a:latin typeface="Cambria Math" panose="02040503050406030204" pitchFamily="18" charset="0"/>
                                </a:rPr>
                                <m:t>+0.15</m:t>
                              </m:r>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𝑧</m:t>
                                  </m:r>
                                </m:e>
                                <m:sup>
                                  <m:r>
                                    <a:rPr lang="en-US" i="0">
                                      <a:latin typeface="Cambria Math" panose="02040503050406030204" pitchFamily="18" charset="0"/>
                                    </a:rPr>
                                    <m:t>−2</m:t>
                                  </m:r>
                                </m:sup>
                              </m:sSup>
                            </m:den>
                          </m:f>
                          <m:r>
                            <a:rPr lang="en-US" i="0">
                              <a:latin typeface="Cambria Math" panose="02040503050406030204" pitchFamily="18" charset="0"/>
                            </a:rPr>
                            <m:t> </m:t>
                          </m:r>
                        </m:e>
                        <m:sub>
                          <m:r>
                            <a:rPr lang="en-US" i="0">
                              <a:latin typeface="Cambria Math" panose="02040503050406030204" pitchFamily="18" charset="0"/>
                            </a:rPr>
                            <m:t> </m:t>
                          </m:r>
                        </m:sub>
                      </m:sSub>
                      <m:r>
                        <a:rPr lang="en-US" i="1">
                          <a:latin typeface="Cambria Math" panose="02040503050406030204" pitchFamily="18" charset="0"/>
                        </a:rPr>
                        <m:t>𝑢</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𝑘</m:t>
                          </m:r>
                        </m:e>
                      </m:d>
                    </m:oMath>
                  </m:oMathPara>
                </a14:m>
                <a:endParaRPr lang="en-US" dirty="0"/>
              </a:p>
            </p:txBody>
          </p:sp>
        </mc:Choice>
        <mc:Fallback xmlns="">
          <p:sp>
            <p:nvSpPr>
              <p:cNvPr id="5" name="TextBox 4">
                <a:extLst>
                  <a:ext uri="{FF2B5EF4-FFF2-40B4-BE49-F238E27FC236}">
                    <a16:creationId xmlns:a16="http://schemas.microsoft.com/office/drawing/2014/main" id="{7628E1FC-8F26-7389-EABA-B5C35BD30DE5}"/>
                  </a:ext>
                </a:extLst>
              </p:cNvPr>
              <p:cNvSpPr txBox="1">
                <a:spLocks noRot="1" noChangeAspect="1" noMove="1" noResize="1" noEditPoints="1" noAdjustHandles="1" noChangeArrowheads="1" noChangeShapeType="1" noTextEdit="1"/>
              </p:cNvSpPr>
              <p:nvPr/>
            </p:nvSpPr>
            <p:spPr>
              <a:xfrm>
                <a:off x="3049138" y="970166"/>
                <a:ext cx="6093724" cy="652743"/>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C275838-4019-44A7-0D7A-C34E9E2C0642}"/>
              </a:ext>
            </a:extLst>
          </p:cNvPr>
          <p:cNvSpPr txBox="1"/>
          <p:nvPr/>
        </p:nvSpPr>
        <p:spPr>
          <a:xfrm>
            <a:off x="368488" y="1901578"/>
            <a:ext cx="5254389" cy="880369"/>
          </a:xfrm>
          <a:prstGeom prst="rect">
            <a:avLst/>
          </a:prstGeom>
          <a:noFill/>
        </p:spPr>
        <p:txBody>
          <a:bodyPr wrap="square">
            <a:spAutoFit/>
          </a:bodyPr>
          <a:lstStyle/>
          <a:p>
            <a:pPr marL="914400">
              <a:lnSpc>
                <a:spcPct val="150000"/>
              </a:lnSpc>
              <a:spcAft>
                <a:spcPts val="800"/>
              </a:spcAft>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System is 2nd order (denominator polynomial order)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3A8679D-06E2-B76E-918E-29A4777165CF}"/>
                  </a:ext>
                </a:extLst>
              </p:cNvPr>
              <p:cNvSpPr txBox="1"/>
              <p:nvPr/>
            </p:nvSpPr>
            <p:spPr>
              <a:xfrm>
                <a:off x="1006522" y="2781947"/>
                <a:ext cx="3319818" cy="6229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𝐺</m:t>
                      </m:r>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0.5+0.4</m:t>
                              </m:r>
                            </m:num>
                            <m:den>
                              <m:r>
                                <a:rPr lang="en-US" i="0">
                                  <a:latin typeface="Cambria Math" panose="02040503050406030204" pitchFamily="18" charset="0"/>
                                </a:rPr>
                                <m:t>1−0.8+0.15</m:t>
                              </m:r>
                            </m:den>
                          </m:f>
                          <m:r>
                            <a:rPr lang="en-US" i="0">
                              <a:latin typeface="Cambria Math" panose="02040503050406030204" pitchFamily="18" charset="0"/>
                            </a:rPr>
                            <m:t> </m:t>
                          </m:r>
                        </m:e>
                        <m:sub>
                          <m:r>
                            <a:rPr lang="en-US" i="0">
                              <a:latin typeface="Cambria Math" panose="02040503050406030204" pitchFamily="18" charset="0"/>
                            </a:rPr>
                            <m:t> </m:t>
                          </m:r>
                        </m:sub>
                      </m:sSub>
                      <m:r>
                        <a:rPr lang="en-US" i="0">
                          <a:latin typeface="Cambria Math" panose="02040503050406030204" pitchFamily="18" charset="0"/>
                        </a:rPr>
                        <m:t>=0.29</m:t>
                      </m:r>
                    </m:oMath>
                  </m:oMathPara>
                </a14:m>
                <a:endParaRPr lang="en-US" dirty="0"/>
              </a:p>
            </p:txBody>
          </p:sp>
        </mc:Choice>
        <mc:Fallback xmlns="">
          <p:sp>
            <p:nvSpPr>
              <p:cNvPr id="9" name="TextBox 8">
                <a:extLst>
                  <a:ext uri="{FF2B5EF4-FFF2-40B4-BE49-F238E27FC236}">
                    <a16:creationId xmlns:a16="http://schemas.microsoft.com/office/drawing/2014/main" id="{03A8679D-06E2-B76E-918E-29A4777165CF}"/>
                  </a:ext>
                </a:extLst>
              </p:cNvPr>
              <p:cNvSpPr txBox="1">
                <a:spLocks noRot="1" noChangeAspect="1" noMove="1" noResize="1" noEditPoints="1" noAdjustHandles="1" noChangeArrowheads="1" noChangeShapeType="1" noTextEdit="1"/>
              </p:cNvSpPr>
              <p:nvPr/>
            </p:nvSpPr>
            <p:spPr>
              <a:xfrm>
                <a:off x="1006522" y="2781947"/>
                <a:ext cx="3319818" cy="62292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C53B0C9-C18F-2542-9F19-5679C71B886E}"/>
                  </a:ext>
                </a:extLst>
              </p:cNvPr>
              <p:cNvSpPr txBox="1"/>
              <p:nvPr/>
            </p:nvSpPr>
            <p:spPr>
              <a:xfrm>
                <a:off x="692623" y="3596865"/>
                <a:ext cx="5403377" cy="2817438"/>
              </a:xfrm>
              <a:prstGeom prst="rect">
                <a:avLst/>
              </a:prstGeom>
              <a:noFill/>
            </p:spPr>
            <p:txBody>
              <a:bodyPr wrap="square">
                <a:spAutoFit/>
              </a:bodyPr>
              <a:lstStyle/>
              <a:p>
                <a:pPr algn="ctr">
                  <a:lnSpc>
                    <a:spcPct val="150000"/>
                  </a:lnSpc>
                  <a:spcAft>
                    <a:spcPts val="800"/>
                  </a:spcAft>
                </a:pPr>
                <a14:m>
                  <m:oMath xmlns:m="http://schemas.openxmlformats.org/officeDocument/2006/math">
                    <m:sSup>
                      <m:sSupPr>
                        <m:ctrlPr>
                          <a:rPr lang="en-US" sz="1800" i="1" smtClean="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𝑍</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+0.8</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𝑍</m:t>
                    </m:r>
                    <m:r>
                      <a:rPr lang="en-US" sz="1800" i="1">
                        <a:effectLst/>
                        <a:latin typeface="Cambria Math" panose="02040503050406030204" pitchFamily="18" charset="0"/>
                        <a:ea typeface="Calibri" panose="020F0502020204030204" pitchFamily="34" charset="0"/>
                        <a:cs typeface="Times New Roman" panose="02020603050405020304" pitchFamily="18" charset="0"/>
                      </a:rPr>
                      <m:t>+0.15</m:t>
                    </m:r>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50000"/>
                  </a:lnSpc>
                  <a:spcAft>
                    <a:spcPts val="800"/>
                  </a:spcAft>
                </a:pPr>
                <a14:m>
                  <m:oMath xmlns:m="http://schemas.openxmlformats.org/officeDocument/2006/math">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𝑍</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−0.5</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𝑍</m:t>
                    </m:r>
                    <m:r>
                      <a:rPr lang="en-US" sz="1800" i="1">
                        <a:effectLst/>
                        <a:latin typeface="Cambria Math" panose="02040503050406030204" pitchFamily="18" charset="0"/>
                        <a:ea typeface="Calibri" panose="020F0502020204030204" pitchFamily="34" charset="0"/>
                        <a:cs typeface="Times New Roman" panose="02020603050405020304" pitchFamily="18" charset="0"/>
                      </a:rPr>
                      <m:t>−0.3</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𝑧</m:t>
                    </m:r>
                    <m:r>
                      <a:rPr lang="en-US" sz="1800" i="1">
                        <a:effectLst/>
                        <a:latin typeface="Cambria Math" panose="02040503050406030204" pitchFamily="18" charset="0"/>
                        <a:ea typeface="Calibri" panose="020F0502020204030204" pitchFamily="34" charset="0"/>
                        <a:cs typeface="Times New Roman" panose="02020603050405020304" pitchFamily="18" charset="0"/>
                      </a:rPr>
                      <m:t>+0.15</m:t>
                    </m:r>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14:m>
                  <m:oMathPara xmlns:m="http://schemas.openxmlformats.org/officeDocument/2006/math">
                    <m:oMathParaPr>
                      <m:jc m:val="centerGroup"/>
                    </m:oMathParaPr>
                    <m:oMath xmlns:m="http://schemas.openxmlformats.org/officeDocument/2006/math">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𝑧</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−0.5</m:t>
                          </m:r>
                        </m:e>
                      </m:d>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𝑧</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−0.3</m:t>
                          </m:r>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Roman"/>
                    <a:ea typeface="Calibri" panose="020F0502020204030204" pitchFamily="34" charset="0"/>
                    <a:cs typeface="Times-Roman"/>
                  </a:rPr>
                  <a:t>Hence, the system is defined by two poles, i.e., </a:t>
                </a:r>
                <a:r>
                  <a:rPr lang="en-US" sz="1800" i="1" dirty="0">
                    <a:effectLst/>
                    <a:latin typeface="Times-Italic"/>
                    <a:ea typeface="Calibri" panose="020F0502020204030204" pitchFamily="34" charset="0"/>
                    <a:cs typeface="Times-Italic"/>
                  </a:rPr>
                  <a:t>p</a:t>
                </a:r>
                <a:r>
                  <a:rPr lang="en-US" sz="1800" dirty="0">
                    <a:effectLst/>
                    <a:latin typeface="Times-Roman"/>
                    <a:ea typeface="Calibri" panose="020F0502020204030204" pitchFamily="34" charset="0"/>
                    <a:cs typeface="Times-Roman"/>
                  </a:rPr>
                  <a:t>1 </a:t>
                </a:r>
                <a:r>
                  <a:rPr lang="en-US" sz="1800" dirty="0">
                    <a:effectLst/>
                    <a:latin typeface="MTSY"/>
                    <a:ea typeface="Calibri" panose="020F0502020204030204" pitchFamily="34" charset="0"/>
                    <a:cs typeface="MTSY"/>
                  </a:rPr>
                  <a:t>= </a:t>
                </a:r>
                <a:r>
                  <a:rPr lang="en-US" sz="1800" dirty="0">
                    <a:effectLst/>
                    <a:latin typeface="Times-Roman"/>
                    <a:ea typeface="Calibri" panose="020F0502020204030204" pitchFamily="34" charset="0"/>
                    <a:cs typeface="Times-Roman"/>
                  </a:rPr>
                  <a:t>0</a:t>
                </a:r>
                <a:r>
                  <a:rPr lang="en-US" sz="1800" i="1" dirty="0">
                    <a:effectLst/>
                    <a:latin typeface="RMTMI"/>
                    <a:ea typeface="Calibri" panose="020F0502020204030204" pitchFamily="34" charset="0"/>
                    <a:cs typeface="RMTMI"/>
                  </a:rPr>
                  <a:t>.</a:t>
                </a:r>
                <a:r>
                  <a:rPr lang="en-US" sz="1800" dirty="0">
                    <a:effectLst/>
                    <a:latin typeface="Times-Roman"/>
                    <a:ea typeface="Calibri" panose="020F0502020204030204" pitchFamily="34" charset="0"/>
                    <a:cs typeface="Times-Roman"/>
                  </a:rPr>
                  <a:t>3 and </a:t>
                </a:r>
                <a:r>
                  <a:rPr lang="en-US" sz="1800" i="1" dirty="0">
                    <a:effectLst/>
                    <a:latin typeface="Times-Italic"/>
                    <a:ea typeface="Calibri" panose="020F0502020204030204" pitchFamily="34" charset="0"/>
                    <a:cs typeface="Times-Italic"/>
                  </a:rPr>
                  <a:t>p</a:t>
                </a:r>
                <a:r>
                  <a:rPr lang="en-US" sz="1800" dirty="0">
                    <a:effectLst/>
                    <a:latin typeface="Times-Roman"/>
                    <a:ea typeface="Calibri" panose="020F0502020204030204" pitchFamily="34" charset="0"/>
                    <a:cs typeface="Times-Roman"/>
                  </a:rPr>
                  <a:t>2 </a:t>
                </a:r>
                <a:r>
                  <a:rPr lang="en-US" sz="1800" dirty="0">
                    <a:effectLst/>
                    <a:latin typeface="MTSY"/>
                    <a:ea typeface="Calibri" panose="020F0502020204030204" pitchFamily="34" charset="0"/>
                    <a:cs typeface="MTSY"/>
                  </a:rPr>
                  <a:t>= </a:t>
                </a:r>
                <a:r>
                  <a:rPr lang="en-US" sz="1800" dirty="0">
                    <a:effectLst/>
                    <a:latin typeface="Times-Roman"/>
                    <a:ea typeface="Calibri" panose="020F0502020204030204" pitchFamily="34" charset="0"/>
                    <a:cs typeface="Times-Roman"/>
                  </a:rPr>
                  <a:t>0</a:t>
                </a:r>
                <a:r>
                  <a:rPr lang="en-US" sz="1800" i="1" dirty="0">
                    <a:effectLst/>
                    <a:latin typeface="RMTMI"/>
                    <a:ea typeface="Calibri" panose="020F0502020204030204" pitchFamily="34" charset="0"/>
                    <a:cs typeface="RMTMI"/>
                  </a:rPr>
                  <a:t>.</a:t>
                </a:r>
                <a:r>
                  <a:rPr lang="en-US" sz="1800" dirty="0">
                    <a:effectLst/>
                    <a:latin typeface="Times-Roman"/>
                    <a:ea typeface="Calibri" panose="020F0502020204030204" pitchFamily="34" charset="0"/>
                    <a:cs typeface="Times-Roman"/>
                  </a:rPr>
                  <a:t>5, both lying on the real axis of the complex </a:t>
                </a:r>
                <a:r>
                  <a:rPr lang="en-US" sz="1800" i="1" dirty="0">
                    <a:effectLst/>
                    <a:latin typeface="Times-Italic"/>
                    <a:ea typeface="Calibri" panose="020F0502020204030204" pitchFamily="34" charset="0"/>
                    <a:cs typeface="Times-Italic"/>
                  </a:rPr>
                  <a:t>z</a:t>
                </a:r>
                <a:r>
                  <a:rPr lang="en-US" sz="1800" dirty="0">
                    <a:effectLst/>
                    <a:latin typeface="Times-Roman"/>
                    <a:ea typeface="Calibri" panose="020F0502020204030204" pitchFamily="34" charset="0"/>
                    <a:cs typeface="Times-Roman"/>
                  </a:rPr>
                  <a:t>-plane. In this case, </a:t>
                </a:r>
                <a:r>
                  <a:rPr lang="en-US" sz="1800" dirty="0">
                    <a:effectLst/>
                    <a:latin typeface="MTSY"/>
                    <a:ea typeface="Calibri" panose="020F0502020204030204" pitchFamily="34" charset="0"/>
                    <a:cs typeface="MTSY"/>
                  </a:rPr>
                  <a:t>|</a:t>
                </a:r>
                <a:r>
                  <a:rPr lang="en-US" sz="1800" i="1" dirty="0">
                    <a:effectLst/>
                    <a:latin typeface="Times-Italic"/>
                    <a:ea typeface="Calibri" panose="020F0502020204030204" pitchFamily="34" charset="0"/>
                    <a:cs typeface="Times-Italic"/>
                  </a:rPr>
                  <a:t>pi </a:t>
                </a:r>
                <a:r>
                  <a:rPr lang="en-US" sz="1800" dirty="0">
                    <a:effectLst/>
                    <a:latin typeface="MTSY"/>
                    <a:ea typeface="Calibri" panose="020F0502020204030204" pitchFamily="34" charset="0"/>
                    <a:cs typeface="MTSY"/>
                  </a:rPr>
                  <a:t>| </a:t>
                </a:r>
                <a:r>
                  <a:rPr lang="en-US" sz="1800" i="1" dirty="0">
                    <a:effectLst/>
                    <a:latin typeface="RMTMI"/>
                    <a:ea typeface="Calibri" panose="020F0502020204030204" pitchFamily="34" charset="0"/>
                    <a:cs typeface="RMTMI"/>
                  </a:rPr>
                  <a:t>&lt; </a:t>
                </a:r>
                <a:r>
                  <a:rPr lang="en-US" sz="1800" dirty="0">
                    <a:effectLst/>
                    <a:latin typeface="Times-Roman"/>
                    <a:ea typeface="Calibri" panose="020F0502020204030204" pitchFamily="34" charset="0"/>
                    <a:cs typeface="Times-Roman"/>
                  </a:rPr>
                  <a:t>1 (</a:t>
                </a:r>
                <a:r>
                  <a:rPr lang="en-US" sz="1800" i="1" dirty="0" err="1">
                    <a:effectLst/>
                    <a:latin typeface="Times-Italic"/>
                    <a:ea typeface="Calibri" panose="020F0502020204030204" pitchFamily="34" charset="0"/>
                    <a:cs typeface="Times-Italic"/>
                  </a:rPr>
                  <a:t>i</a:t>
                </a:r>
                <a:r>
                  <a:rPr lang="en-US" sz="1800" i="1" dirty="0">
                    <a:effectLst/>
                    <a:latin typeface="Times-Italic"/>
                    <a:ea typeface="Calibri" panose="020F0502020204030204" pitchFamily="34" charset="0"/>
                    <a:cs typeface="Times-Italic"/>
                  </a:rPr>
                  <a:t> </a:t>
                </a:r>
                <a:r>
                  <a:rPr lang="en-US" sz="1800" dirty="0">
                    <a:effectLst/>
                    <a:latin typeface="MTSY"/>
                    <a:ea typeface="Calibri" panose="020F0502020204030204" pitchFamily="34" charset="0"/>
                    <a:cs typeface="MTSY"/>
                  </a:rPr>
                  <a:t>= </a:t>
                </a:r>
                <a:r>
                  <a:rPr lang="en-US" sz="1800" dirty="0">
                    <a:effectLst/>
                    <a:latin typeface="Times-Roman"/>
                    <a:ea typeface="Calibri" panose="020F0502020204030204" pitchFamily="34" charset="0"/>
                    <a:cs typeface="Times-Roman"/>
                  </a:rPr>
                  <a:t>1</a:t>
                </a:r>
                <a:r>
                  <a:rPr lang="en-US" sz="1800" i="1" dirty="0">
                    <a:effectLst/>
                    <a:latin typeface="RMTMI"/>
                    <a:ea typeface="Calibri" panose="020F0502020204030204" pitchFamily="34" charset="0"/>
                    <a:cs typeface="RMTMI"/>
                  </a:rPr>
                  <a:t>, </a:t>
                </a:r>
                <a:r>
                  <a:rPr lang="en-US" sz="1800" dirty="0">
                    <a:effectLst/>
                    <a:latin typeface="Times-Roman"/>
                    <a:ea typeface="Calibri" panose="020F0502020204030204" pitchFamily="34" charset="0"/>
                    <a:cs typeface="Times-Roman"/>
                  </a:rPr>
                  <a:t>2) and the system is stable.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5C53B0C9-C18F-2542-9F19-5679C71B886E}"/>
                  </a:ext>
                </a:extLst>
              </p:cNvPr>
              <p:cNvSpPr txBox="1">
                <a:spLocks noRot="1" noChangeAspect="1" noMove="1" noResize="1" noEditPoints="1" noAdjustHandles="1" noChangeArrowheads="1" noChangeShapeType="1" noTextEdit="1"/>
              </p:cNvSpPr>
              <p:nvPr/>
            </p:nvSpPr>
            <p:spPr>
              <a:xfrm>
                <a:off x="692623" y="3596865"/>
                <a:ext cx="5403377" cy="2817438"/>
              </a:xfrm>
              <a:prstGeom prst="rect">
                <a:avLst/>
              </a:prstGeom>
              <a:blipFill>
                <a:blip r:embed="rId4"/>
                <a:stretch>
                  <a:fillRect l="-1016" r="-790" b="-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C6BA289-5336-1318-6607-B7F2B96130EA}"/>
                  </a:ext>
                </a:extLst>
              </p:cNvPr>
              <p:cNvSpPr txBox="1"/>
              <p:nvPr/>
            </p:nvSpPr>
            <p:spPr>
              <a:xfrm>
                <a:off x="6595849" y="2341762"/>
                <a:ext cx="5094026" cy="3927935"/>
              </a:xfrm>
              <a:prstGeom prst="rect">
                <a:avLst/>
              </a:prstGeom>
              <a:noFill/>
            </p:spPr>
            <p:txBody>
              <a:bodyPr wrap="square">
                <a:spAutoFit/>
              </a:bodyPr>
              <a:lstStyle/>
              <a:p>
                <a:pPr marL="914400">
                  <a:lnSpc>
                    <a:spcPct val="150000"/>
                  </a:lnSpc>
                </a:pPr>
                <a:r>
                  <a:rPr lang="en-US" sz="1800" dirty="0">
                    <a:effectLst/>
                    <a:latin typeface="Calibri" panose="020F0502020204030204" pitchFamily="34" charset="0"/>
                    <a:ea typeface="Calibri" panose="020F0502020204030204" pitchFamily="34" charset="0"/>
                    <a:cs typeface="Times New Roman" panose="02020603050405020304" pitchFamily="18" charset="0"/>
                  </a:rPr>
                  <a:t>Now replacing b</a:t>
                </a:r>
                <a:r>
                  <a:rPr lang="en-US" sz="1800" baseline="-25000" dirty="0">
                    <a:effectLst/>
                    <a:latin typeface="Calibri" panose="020F0502020204030204" pitchFamily="34" charset="0"/>
                    <a:ea typeface="Calibri" panose="020F0502020204030204" pitchFamily="34" charset="0"/>
                    <a:cs typeface="Times New Roman" panose="02020603050405020304" pitchFamily="18" charset="0"/>
                  </a:rPr>
                  <a:t>1</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b</a:t>
                </a:r>
                <a:r>
                  <a:rPr lang="en-US" sz="18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US" sz="1800" dirty="0">
                    <a:effectLst/>
                    <a:latin typeface="Calibri" panose="020F0502020204030204" pitchFamily="34" charset="0"/>
                    <a:ea typeface="Calibri" panose="020F0502020204030204" pitchFamily="34" charset="0"/>
                    <a:cs typeface="Times New Roman" panose="02020603050405020304" pitchFamily="18" charset="0"/>
                  </a:rPr>
                  <a:t> in above Transfer function</a:t>
                </a:r>
              </a:p>
              <a:p>
                <a:pPr marL="457200" algn="ctr">
                  <a:lnSpc>
                    <a:spcPct val="150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−0.2</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𝑧</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+0.3</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𝑧</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1−0.8</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𝑧</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+0.15</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𝑧</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d>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Roman"/>
                  </a:rPr>
                  <a:t>The stability and steady-state gain are unchanged. However, the new numerator </a:t>
                </a:r>
                <a:r>
                  <a:rPr lang="en-US" sz="1800" i="1" dirty="0">
                    <a:effectLst/>
                    <a:latin typeface="Calibri" panose="020F0502020204030204" pitchFamily="34" charset="0"/>
                    <a:ea typeface="Calibri" panose="020F0502020204030204" pitchFamily="34" charset="0"/>
                    <a:cs typeface="Times-Italic"/>
                  </a:rPr>
                  <a:t>B</a:t>
                </a:r>
                <a:r>
                  <a:rPr lang="en-US" sz="1800" dirty="0">
                    <a:effectLst/>
                    <a:latin typeface="Calibri" panose="020F0502020204030204" pitchFamily="34" charset="0"/>
                    <a:ea typeface="Calibri" panose="020F0502020204030204" pitchFamily="34" charset="0"/>
                    <a:cs typeface="Times-Roman"/>
                  </a:rPr>
                  <a:t>(</a:t>
                </a:r>
                <a:r>
                  <a:rPr lang="en-US" sz="1800" i="1" dirty="0">
                    <a:effectLst/>
                    <a:latin typeface="Calibri" panose="020F0502020204030204" pitchFamily="34" charset="0"/>
                    <a:ea typeface="Calibri" panose="020F0502020204030204" pitchFamily="34" charset="0"/>
                    <a:cs typeface="Times-Italic"/>
                  </a:rPr>
                  <a:t>z</a:t>
                </a:r>
                <a:r>
                  <a:rPr lang="en-US" sz="1800" dirty="0">
                    <a:effectLst/>
                    <a:latin typeface="Calibri" panose="020F0502020204030204" pitchFamily="34" charset="0"/>
                    <a:ea typeface="Calibri" panose="020F0502020204030204" pitchFamily="34" charset="0"/>
                    <a:cs typeface="Times-Roman"/>
                  </a:rPr>
                  <a:t>) </a:t>
                </a:r>
                <a:r>
                  <a:rPr lang="en-US" sz="1800" dirty="0">
                    <a:effectLst/>
                    <a:latin typeface="Calibri" panose="020F0502020204030204" pitchFamily="34" charset="0"/>
                    <a:ea typeface="MTSY"/>
                    <a:cs typeface="MTSY"/>
                  </a:rPr>
                  <a:t>= −</a:t>
                </a:r>
                <a:r>
                  <a:rPr lang="en-US" sz="1800" dirty="0">
                    <a:effectLst/>
                    <a:latin typeface="Calibri" panose="020F0502020204030204" pitchFamily="34" charset="0"/>
                    <a:ea typeface="Calibri" panose="020F0502020204030204" pitchFamily="34" charset="0"/>
                    <a:cs typeface="Times-Roman"/>
                  </a:rPr>
                  <a:t>0</a:t>
                </a:r>
                <a:r>
                  <a:rPr lang="en-US" sz="1800" i="1" dirty="0">
                    <a:effectLst/>
                    <a:latin typeface="Calibri" panose="020F0502020204030204" pitchFamily="34" charset="0"/>
                    <a:ea typeface="Calibri" panose="020F0502020204030204" pitchFamily="34" charset="0"/>
                    <a:cs typeface="RMTMI"/>
                  </a:rPr>
                  <a:t>.</a:t>
                </a:r>
                <a:r>
                  <a:rPr lang="en-US" sz="1800" dirty="0">
                    <a:effectLst/>
                    <a:latin typeface="Calibri" panose="020F0502020204030204" pitchFamily="34" charset="0"/>
                    <a:ea typeface="Calibri" panose="020F0502020204030204" pitchFamily="34" charset="0"/>
                    <a:cs typeface="Times-Roman"/>
                  </a:rPr>
                  <a:t>2</a:t>
                </a:r>
                <a:r>
                  <a:rPr lang="en-US" sz="1800" i="1" dirty="0">
                    <a:effectLst/>
                    <a:latin typeface="Calibri" panose="020F0502020204030204" pitchFamily="34" charset="0"/>
                    <a:ea typeface="Calibri" panose="020F0502020204030204" pitchFamily="34" charset="0"/>
                    <a:cs typeface="Times-Italic"/>
                  </a:rPr>
                  <a:t>z </a:t>
                </a:r>
                <a:r>
                  <a:rPr lang="en-US" sz="1800" dirty="0">
                    <a:effectLst/>
                    <a:latin typeface="Calibri" panose="020F0502020204030204" pitchFamily="34" charset="0"/>
                    <a:ea typeface="MTSY"/>
                    <a:cs typeface="MTSY"/>
                  </a:rPr>
                  <a:t>+ </a:t>
                </a:r>
                <a:r>
                  <a:rPr lang="en-US" sz="1800" dirty="0">
                    <a:effectLst/>
                    <a:latin typeface="Calibri" panose="020F0502020204030204" pitchFamily="34" charset="0"/>
                    <a:ea typeface="Calibri" panose="020F0502020204030204" pitchFamily="34" charset="0"/>
                    <a:cs typeface="Times-Roman"/>
                  </a:rPr>
                  <a:t>0</a:t>
                </a:r>
                <a:r>
                  <a:rPr lang="en-US" sz="1800" i="1" dirty="0">
                    <a:effectLst/>
                    <a:latin typeface="Calibri" panose="020F0502020204030204" pitchFamily="34" charset="0"/>
                    <a:ea typeface="Calibri" panose="020F0502020204030204" pitchFamily="34" charset="0"/>
                    <a:cs typeface="RMTMI"/>
                  </a:rPr>
                  <a:t>.</a:t>
                </a:r>
                <a:r>
                  <a:rPr lang="en-US" sz="1800" dirty="0">
                    <a:effectLst/>
                    <a:latin typeface="Calibri" panose="020F0502020204030204" pitchFamily="34" charset="0"/>
                    <a:ea typeface="Calibri" panose="020F0502020204030204" pitchFamily="34" charset="0"/>
                    <a:cs typeface="Times-Roman"/>
                  </a:rPr>
                  <a:t>3 </a:t>
                </a:r>
                <a:r>
                  <a:rPr lang="en-US" sz="1800" dirty="0">
                    <a:effectLst/>
                    <a:latin typeface="Calibri" panose="020F0502020204030204" pitchFamily="34" charset="0"/>
                    <a:ea typeface="MTSY"/>
                    <a:cs typeface="MTSY"/>
                  </a:rPr>
                  <a:t>= </a:t>
                </a:r>
                <a:r>
                  <a:rPr lang="en-US" sz="1800" dirty="0">
                    <a:effectLst/>
                    <a:latin typeface="Calibri" panose="020F0502020204030204" pitchFamily="34" charset="0"/>
                    <a:ea typeface="Calibri" panose="020F0502020204030204" pitchFamily="34" charset="0"/>
                    <a:cs typeface="Times-Roman"/>
                  </a:rPr>
                  <a:t>0 has one zero, which lies outside the unit circle, i.e., a value of 0</a:t>
                </a:r>
                <a:r>
                  <a:rPr lang="en-US" sz="1800" i="1" dirty="0">
                    <a:effectLst/>
                    <a:latin typeface="Calibri" panose="020F0502020204030204" pitchFamily="34" charset="0"/>
                    <a:ea typeface="Calibri" panose="020F0502020204030204" pitchFamily="34" charset="0"/>
                    <a:cs typeface="RMTMI"/>
                  </a:rPr>
                  <a:t>.</a:t>
                </a:r>
                <a:r>
                  <a:rPr lang="en-US" sz="1800" dirty="0">
                    <a:effectLst/>
                    <a:latin typeface="Calibri" panose="020F0502020204030204" pitchFamily="34" charset="0"/>
                    <a:ea typeface="Calibri" panose="020F0502020204030204" pitchFamily="34" charset="0"/>
                    <a:cs typeface="Times-Roman"/>
                  </a:rPr>
                  <a:t>3</a:t>
                </a:r>
                <a:r>
                  <a:rPr lang="en-US" sz="1800" i="1" dirty="0">
                    <a:effectLst/>
                    <a:latin typeface="Calibri" panose="020F0502020204030204" pitchFamily="34" charset="0"/>
                    <a:ea typeface="Calibri" panose="020F0502020204030204" pitchFamily="34" charset="0"/>
                    <a:cs typeface="RMTMI"/>
                  </a:rPr>
                  <a:t>/</a:t>
                </a:r>
                <a:r>
                  <a:rPr lang="en-US" sz="1800" dirty="0">
                    <a:effectLst/>
                    <a:latin typeface="Calibri" panose="020F0502020204030204" pitchFamily="34" charset="0"/>
                    <a:ea typeface="Calibri" panose="020F0502020204030204" pitchFamily="34" charset="0"/>
                    <a:cs typeface="Times-Roman"/>
                  </a:rPr>
                  <a:t>0</a:t>
                </a:r>
                <a:r>
                  <a:rPr lang="en-US" sz="1800" i="1" dirty="0">
                    <a:effectLst/>
                    <a:latin typeface="Calibri" panose="020F0502020204030204" pitchFamily="34" charset="0"/>
                    <a:ea typeface="Calibri" panose="020F0502020204030204" pitchFamily="34" charset="0"/>
                    <a:cs typeface="RMTMI"/>
                  </a:rPr>
                  <a:t>.</a:t>
                </a:r>
                <a:r>
                  <a:rPr lang="en-US" sz="1800" dirty="0">
                    <a:effectLst/>
                    <a:latin typeface="Calibri" panose="020F0502020204030204" pitchFamily="34" charset="0"/>
                    <a:ea typeface="Calibri" panose="020F0502020204030204" pitchFamily="34" charset="0"/>
                    <a:cs typeface="Times-Roman"/>
                  </a:rPr>
                  <a:t>2 </a:t>
                </a:r>
                <a:r>
                  <a:rPr lang="en-US" sz="1800" dirty="0">
                    <a:effectLst/>
                    <a:latin typeface="Calibri" panose="020F0502020204030204" pitchFamily="34" charset="0"/>
                    <a:ea typeface="MTSY"/>
                    <a:cs typeface="MTSY"/>
                  </a:rPr>
                  <a:t>= </a:t>
                </a:r>
                <a:r>
                  <a:rPr lang="en-US" sz="1800" dirty="0">
                    <a:effectLst/>
                    <a:latin typeface="Calibri" panose="020F0502020204030204" pitchFamily="34" charset="0"/>
                    <a:ea typeface="Calibri" panose="020F0502020204030204" pitchFamily="34" charset="0"/>
                    <a:cs typeface="Times-Roman"/>
                  </a:rPr>
                  <a:t>1</a:t>
                </a:r>
                <a:r>
                  <a:rPr lang="en-US" sz="1800" i="1" dirty="0">
                    <a:effectLst/>
                    <a:latin typeface="Calibri" panose="020F0502020204030204" pitchFamily="34" charset="0"/>
                    <a:ea typeface="Calibri" panose="020F0502020204030204" pitchFamily="34" charset="0"/>
                    <a:cs typeface="RMTMI"/>
                  </a:rPr>
                  <a:t>.</a:t>
                </a:r>
                <a:r>
                  <a:rPr lang="en-US" sz="1800" dirty="0">
                    <a:effectLst/>
                    <a:latin typeface="Calibri" panose="020F0502020204030204" pitchFamily="34" charset="0"/>
                    <a:ea typeface="Calibri" panose="020F0502020204030204" pitchFamily="34" charset="0"/>
                    <a:cs typeface="Times-Roman"/>
                  </a:rPr>
                  <a:t>5 on the real axis. Consequently, the system is said to be </a:t>
                </a:r>
                <a:r>
                  <a:rPr lang="en-US" sz="1800" i="1" dirty="0">
                    <a:effectLst/>
                    <a:latin typeface="Calibri" panose="020F0502020204030204" pitchFamily="34" charset="0"/>
                    <a:ea typeface="Calibri" panose="020F0502020204030204" pitchFamily="34" charset="0"/>
                    <a:cs typeface="Times-Italic"/>
                  </a:rPr>
                  <a:t>non-minimum phase </a:t>
                </a:r>
                <a:r>
                  <a:rPr lang="en-US" sz="1800" dirty="0">
                    <a:effectLst/>
                    <a:latin typeface="Calibri" panose="020F0502020204030204" pitchFamily="34" charset="0"/>
                    <a:ea typeface="Calibri" panose="020F0502020204030204" pitchFamily="34" charset="0"/>
                    <a:cs typeface="Times-Roman"/>
                  </a:rPr>
                  <a:t>this yields an initial negative response to the positive step input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1C6BA289-5336-1318-6607-B7F2B96130EA}"/>
                  </a:ext>
                </a:extLst>
              </p:cNvPr>
              <p:cNvSpPr txBox="1">
                <a:spLocks noRot="1" noChangeAspect="1" noMove="1" noResize="1" noEditPoints="1" noAdjustHandles="1" noChangeArrowheads="1" noChangeShapeType="1" noTextEdit="1"/>
              </p:cNvSpPr>
              <p:nvPr/>
            </p:nvSpPr>
            <p:spPr>
              <a:xfrm>
                <a:off x="6595849" y="2341762"/>
                <a:ext cx="5094026" cy="3927935"/>
              </a:xfrm>
              <a:prstGeom prst="rect">
                <a:avLst/>
              </a:prstGeom>
              <a:blipFill>
                <a:blip r:embed="rId5"/>
                <a:stretch>
                  <a:fillRect l="-1077" r="-1316" b="-1553"/>
                </a:stretch>
              </a:blipFill>
            </p:spPr>
            <p:txBody>
              <a:bodyPr/>
              <a:lstStyle/>
              <a:p>
                <a:r>
                  <a:rPr lang="en-US">
                    <a:noFill/>
                  </a:rPr>
                  <a:t> </a:t>
                </a:r>
              </a:p>
            </p:txBody>
          </p:sp>
        </mc:Fallback>
      </mc:AlternateContent>
    </p:spTree>
    <p:extLst>
      <p:ext uri="{BB962C8B-B14F-4D97-AF65-F5344CB8AC3E}">
        <p14:creationId xmlns:p14="http://schemas.microsoft.com/office/powerpoint/2010/main" val="190585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19E73-D751-E93F-9580-D2B192D28CD2}"/>
              </a:ext>
            </a:extLst>
          </p:cNvPr>
          <p:cNvSpPr>
            <a:spLocks noGrp="1"/>
          </p:cNvSpPr>
          <p:nvPr>
            <p:ph type="title"/>
          </p:nvPr>
        </p:nvSpPr>
        <p:spPr/>
        <p:txBody>
          <a:bodyPr/>
          <a:lstStyle/>
          <a:p>
            <a:r>
              <a:rPr lang="en-NZ" dirty="0"/>
              <a:t>Exercise</a:t>
            </a: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DAEB5C3-7CA8-A035-55A1-4CB770B4E052}"/>
                  </a:ext>
                </a:extLst>
              </p:cNvPr>
              <p:cNvSpPr txBox="1"/>
              <p:nvPr/>
            </p:nvSpPr>
            <p:spPr>
              <a:xfrm>
                <a:off x="1321558" y="1485972"/>
                <a:ext cx="9548883" cy="1289199"/>
              </a:xfrm>
              <a:prstGeom prst="rect">
                <a:avLst/>
              </a:prstGeom>
              <a:noFill/>
            </p:spPr>
            <p:txBody>
              <a:bodyPr wrap="square">
                <a:spAutoFit/>
              </a:bodyPr>
              <a:lstStyle/>
              <a:p>
                <a:pPr lvl="0">
                  <a:lnSpc>
                    <a:spcPct val="107000"/>
                  </a:lnSpc>
                  <a:spcAft>
                    <a:spcPts val="800"/>
                  </a:spcAft>
                  <a:tabLst>
                    <a:tab pos="457200" algn="l"/>
                  </a:tabLs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difference equation for the model is given as:</a:t>
                </a:r>
              </a:p>
              <a:p>
                <a:pPr lvl="0">
                  <a:lnSpc>
                    <a:spcPct val="107000"/>
                  </a:lnSpc>
                  <a:spcAft>
                    <a:spcPts val="800"/>
                  </a:spcAft>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5</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−5</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6</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𝑢</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−6)</m:t>
                      </m:r>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0DAEB5C3-7CA8-A035-55A1-4CB770B4E052}"/>
                  </a:ext>
                </a:extLst>
              </p:cNvPr>
              <p:cNvSpPr txBox="1">
                <a:spLocks noRot="1" noChangeAspect="1" noMove="1" noResize="1" noEditPoints="1" noAdjustHandles="1" noChangeArrowheads="1" noChangeShapeType="1" noTextEdit="1"/>
              </p:cNvSpPr>
              <p:nvPr/>
            </p:nvSpPr>
            <p:spPr>
              <a:xfrm>
                <a:off x="1321558" y="1485972"/>
                <a:ext cx="9548883" cy="1289199"/>
              </a:xfrm>
              <a:prstGeom prst="rect">
                <a:avLst/>
              </a:prstGeom>
              <a:blipFill>
                <a:blip r:embed="rId2"/>
                <a:stretch>
                  <a:fillRect l="-575" t="-23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CFEE145-44FA-710E-81E0-4D6AA512CF16}"/>
                  </a:ext>
                </a:extLst>
              </p:cNvPr>
              <p:cNvSpPr txBox="1"/>
              <p:nvPr/>
            </p:nvSpPr>
            <p:spPr>
              <a:xfrm>
                <a:off x="1321558" y="3004013"/>
                <a:ext cx="10032242" cy="464166"/>
              </a:xfrm>
              <a:prstGeom prst="rect">
                <a:avLst/>
              </a:prstGeom>
              <a:noFill/>
            </p:spPr>
            <p:txBody>
              <a:bodyPr wrap="square">
                <a:spAutoFit/>
              </a:bodyPr>
              <a:lstStyle/>
              <a:p>
                <a:pPr lvl="0">
                  <a:lnSpc>
                    <a:spcPct val="150000"/>
                  </a:lnSpc>
                </a:pPr>
                <a:r>
                  <a:rPr lang="en-US" dirty="0">
                    <a:latin typeface="Calibri" panose="020F0502020204030204" pitchFamily="34" charset="0"/>
                    <a:ea typeface="Calibri" panose="020F0502020204030204" pitchFamily="34" charset="0"/>
                    <a:cs typeface="Times New Roman" panose="02020603050405020304" pitchFamily="18" charset="0"/>
                  </a:rPr>
                  <a:t>Assuming </a:t>
                </a:r>
                <a14:m>
                  <m:oMath xmlns:m="http://schemas.openxmlformats.org/officeDocument/2006/math">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n-US">
                            <a:latin typeface="Cambria Math" panose="02040503050406030204" pitchFamily="18" charset="0"/>
                            <a:ea typeface="Calibri" panose="020F0502020204030204" pitchFamily="34" charset="0"/>
                            <a:cs typeface="Times New Roman" panose="02020603050405020304" pitchFamily="18" charset="0"/>
                          </a:rPr>
                          <m:t>𝒂</m:t>
                        </m:r>
                      </m:e>
                      <m:sub>
                        <m:r>
                          <a:rPr lang="en-US">
                            <a:latin typeface="Cambria Math" panose="02040503050406030204" pitchFamily="18" charset="0"/>
                            <a:ea typeface="Calibri" panose="020F0502020204030204" pitchFamily="34" charset="0"/>
                            <a:cs typeface="Times New Roman" panose="02020603050405020304" pitchFamily="18" charset="0"/>
                          </a:rPr>
                          <m:t>𝟏</m:t>
                        </m:r>
                      </m:sub>
                    </m:sSub>
                  </m:oMath>
                </a14:m>
                <a:r>
                  <a:rPr lang="en-US" dirty="0">
                    <a:latin typeface="Calibri" panose="020F0502020204030204" pitchFamily="34" charset="0"/>
                    <a:ea typeface="Calibri" panose="020F0502020204030204" pitchFamily="34" charset="0"/>
                    <a:cs typeface="Times New Roman" panose="02020603050405020304" pitchFamily="18" charset="0"/>
                  </a:rPr>
                  <a:t>=-5, </a:t>
                </a:r>
                <a14:m>
                  <m:oMath xmlns:m="http://schemas.openxmlformats.org/officeDocument/2006/math">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n-US">
                            <a:latin typeface="Cambria Math" panose="02040503050406030204" pitchFamily="18" charset="0"/>
                            <a:ea typeface="Calibri" panose="020F0502020204030204" pitchFamily="34" charset="0"/>
                            <a:cs typeface="Times New Roman" panose="02020603050405020304" pitchFamily="18" charset="0"/>
                          </a:rPr>
                          <m:t>𝒂</m:t>
                        </m:r>
                      </m:e>
                      <m:sub>
                        <m:r>
                          <a:rPr lang="en-US">
                            <a:latin typeface="Cambria Math" panose="02040503050406030204" pitchFamily="18" charset="0"/>
                            <a:ea typeface="Calibri" panose="020F0502020204030204" pitchFamily="34" charset="0"/>
                            <a:cs typeface="Times New Roman" panose="02020603050405020304" pitchFamily="18" charset="0"/>
                          </a:rPr>
                          <m:t>𝟐</m:t>
                        </m:r>
                      </m:sub>
                    </m:sSub>
                  </m:oMath>
                </a14:m>
                <a:r>
                  <a:rPr lang="en-US" dirty="0">
                    <a:latin typeface="Calibri" panose="020F0502020204030204" pitchFamily="34" charset="0"/>
                    <a:ea typeface="Calibri" panose="020F0502020204030204" pitchFamily="34" charset="0"/>
                    <a:cs typeface="Times New Roman" panose="02020603050405020304" pitchFamily="18" charset="0"/>
                  </a:rPr>
                  <a:t>= 6, what is the stability condition of the system? </a:t>
                </a:r>
                <a:endParaRPr lang="en-US" dirty="0"/>
              </a:p>
            </p:txBody>
          </p:sp>
        </mc:Choice>
        <mc:Fallback xmlns="">
          <p:sp>
            <p:nvSpPr>
              <p:cNvPr id="9" name="TextBox 8">
                <a:extLst>
                  <a:ext uri="{FF2B5EF4-FFF2-40B4-BE49-F238E27FC236}">
                    <a16:creationId xmlns:a16="http://schemas.microsoft.com/office/drawing/2014/main" id="{ACFEE145-44FA-710E-81E0-4D6AA512CF16}"/>
                  </a:ext>
                </a:extLst>
              </p:cNvPr>
              <p:cNvSpPr txBox="1">
                <a:spLocks noRot="1" noChangeAspect="1" noMove="1" noResize="1" noEditPoints="1" noAdjustHandles="1" noChangeArrowheads="1" noChangeShapeType="1" noTextEdit="1"/>
              </p:cNvSpPr>
              <p:nvPr/>
            </p:nvSpPr>
            <p:spPr>
              <a:xfrm>
                <a:off x="1321558" y="3004013"/>
                <a:ext cx="10032242" cy="464166"/>
              </a:xfrm>
              <a:prstGeom prst="rect">
                <a:avLst/>
              </a:prstGeom>
              <a:blipFill>
                <a:blip r:embed="rId3"/>
                <a:stretch>
                  <a:fillRect l="-547" b="-21053"/>
                </a:stretch>
              </a:blipFill>
            </p:spPr>
            <p:txBody>
              <a:bodyPr/>
              <a:lstStyle/>
              <a:p>
                <a:r>
                  <a:rPr lang="en-US">
                    <a:noFill/>
                  </a:rPr>
                  <a:t> </a:t>
                </a:r>
              </a:p>
            </p:txBody>
          </p:sp>
        </mc:Fallback>
      </mc:AlternateContent>
    </p:spTree>
    <p:extLst>
      <p:ext uri="{BB962C8B-B14F-4D97-AF65-F5344CB8AC3E}">
        <p14:creationId xmlns:p14="http://schemas.microsoft.com/office/powerpoint/2010/main" val="4267596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5B2C-80D0-F157-F1A3-92075D1C2611}"/>
              </a:ext>
            </a:extLst>
          </p:cNvPr>
          <p:cNvSpPr>
            <a:spLocks noGrp="1"/>
          </p:cNvSpPr>
          <p:nvPr>
            <p:ph type="title"/>
          </p:nvPr>
        </p:nvSpPr>
        <p:spPr/>
        <p:txBody>
          <a:bodyPr/>
          <a:lstStyle/>
          <a:p>
            <a:r>
              <a:rPr lang="en-NZ" dirty="0"/>
              <a:t>Solution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045FB8-F1D9-09AC-8128-E80B6DFA806B}"/>
                  </a:ext>
                </a:extLst>
              </p:cNvPr>
              <p:cNvSpPr>
                <a:spLocks noGrp="1"/>
              </p:cNvSpPr>
              <p:nvPr>
                <p:ph idx="1"/>
              </p:nvPr>
            </p:nvSpPr>
            <p:spPr>
              <a:xfrm>
                <a:off x="4304730" y="1009935"/>
                <a:ext cx="4511724" cy="914399"/>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sz="2400" i="1" smtClean="0">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n-US" sz="2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5</m:t>
                              </m:r>
                            </m:sub>
                          </m:sSub>
                          <m:sSup>
                            <m:sSup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𝑧</m:t>
                              </m:r>
                            </m:e>
                            <m:sup>
                              <m:r>
                                <a:rPr lang="en-US" sz="2400" i="1">
                                  <a:effectLst/>
                                  <a:latin typeface="Cambria Math" panose="02040503050406030204" pitchFamily="18" charset="0"/>
                                  <a:ea typeface="Calibri" panose="020F0502020204030204" pitchFamily="34" charset="0"/>
                                  <a:cs typeface="Times New Roman" panose="02020603050405020304" pitchFamily="18" charset="0"/>
                                </a:rPr>
                                <m:t>−5</m:t>
                              </m:r>
                            </m:sup>
                          </m:sSup>
                          <m:r>
                            <a:rPr lang="en-US"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6</m:t>
                              </m:r>
                            </m:sub>
                          </m:sSub>
                          <m:sSup>
                            <m:sSup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𝑧</m:t>
                              </m:r>
                            </m:e>
                            <m:sup>
                              <m:r>
                                <a:rPr lang="en-US" sz="2400" i="1">
                                  <a:effectLst/>
                                  <a:latin typeface="Cambria Math" panose="02040503050406030204" pitchFamily="18" charset="0"/>
                                  <a:ea typeface="Calibri" panose="020F0502020204030204" pitchFamily="34" charset="0"/>
                                  <a:cs typeface="Times New Roman" panose="02020603050405020304" pitchFamily="18" charset="0"/>
                                </a:rPr>
                                <m:t>−6</m:t>
                              </m:r>
                            </m:sup>
                          </m:sSup>
                        </m:num>
                        <m:den>
                          <m:sSub>
                            <m:sSub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r>
                                <a:rPr lang="en-US" sz="24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𝑧</m:t>
                              </m:r>
                            </m:e>
                            <m:sup>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sup>
                          </m:sSup>
                          <m:r>
                            <a:rPr lang="en-US" sz="2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b>
                          </m:sSub>
                          <m:sSup>
                            <m:sSup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𝑧</m:t>
                              </m:r>
                            </m:e>
                            <m:sup>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sup>
                          </m:sSup>
                        </m:den>
                      </m:f>
                      <m:r>
                        <a:rPr lang="en-US" sz="2400" i="1">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400" i="1">
                              <a:effectLst/>
                              <a:latin typeface="Cambria Math" panose="02040503050406030204" pitchFamily="18" charset="0"/>
                              <a:ea typeface="Calibri" panose="020F0502020204030204" pitchFamily="34" charset="0"/>
                              <a:cs typeface="Times New Roman" panose="02020603050405020304" pitchFamily="18" charset="0"/>
                            </a:rPr>
                            <m:t>𝑘</m:t>
                          </m:r>
                        </m:e>
                      </m:d>
                    </m:oMath>
                  </m:oMathPara>
                </a14:m>
                <a:endParaRPr lang="en-US" sz="2400" dirty="0"/>
              </a:p>
            </p:txBody>
          </p:sp>
        </mc:Choice>
        <mc:Fallback xmlns="">
          <p:sp>
            <p:nvSpPr>
              <p:cNvPr id="3" name="Content Placeholder 2">
                <a:extLst>
                  <a:ext uri="{FF2B5EF4-FFF2-40B4-BE49-F238E27FC236}">
                    <a16:creationId xmlns:a16="http://schemas.microsoft.com/office/drawing/2014/main" id="{C8045FB8-F1D9-09AC-8128-E80B6DFA806B}"/>
                  </a:ext>
                </a:extLst>
              </p:cNvPr>
              <p:cNvSpPr>
                <a:spLocks noGrp="1" noRot="1" noChangeAspect="1" noMove="1" noResize="1" noEditPoints="1" noAdjustHandles="1" noChangeArrowheads="1" noChangeShapeType="1" noTextEdit="1"/>
              </p:cNvSpPr>
              <p:nvPr>
                <p:ph idx="1"/>
              </p:nvPr>
            </p:nvSpPr>
            <p:spPr>
              <a:xfrm>
                <a:off x="4304730" y="1009935"/>
                <a:ext cx="4511724" cy="914399"/>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F88FBA8-357E-E573-11EB-002473B40EC7}"/>
                  </a:ext>
                </a:extLst>
              </p:cNvPr>
              <p:cNvSpPr txBox="1"/>
              <p:nvPr/>
            </p:nvSpPr>
            <p:spPr>
              <a:xfrm>
                <a:off x="1961296" y="2834883"/>
                <a:ext cx="7279942" cy="2827569"/>
              </a:xfrm>
              <a:prstGeom prst="rect">
                <a:avLst/>
              </a:prstGeom>
              <a:noFill/>
            </p:spPr>
            <p:txBody>
              <a:bodyPr wrap="square">
                <a:spAutoFit/>
              </a:bodyPr>
              <a:lstStyle/>
              <a:p>
                <a:pPr marL="342900" lvl="0" indent="-342900">
                  <a:lnSpc>
                    <a:spcPct val="107000"/>
                  </a:lnSpc>
                  <a:spcAft>
                    <a:spcPts val="800"/>
                  </a:spcAft>
                  <a:buFont typeface="+mj-lt"/>
                  <a:buAutoNum type="romanLcPeriod"/>
                </a:pPr>
                <a:r>
                  <a:rPr lang="en-US" sz="1600" b="1" dirty="0">
                    <a:effectLst/>
                    <a:latin typeface="Calibri" panose="020F0502020204030204" pitchFamily="34" charset="0"/>
                    <a:ea typeface="Calibri" panose="020F0502020204030204" pitchFamily="34" charset="0"/>
                    <a:cs typeface="Times New Roman" panose="02020603050405020304" pitchFamily="18" charset="0"/>
                  </a:rPr>
                  <a:t>Assuming </a:t>
                </a:r>
                <a14:m>
                  <m:oMath xmlns:m="http://schemas.openxmlformats.org/officeDocument/2006/math">
                    <m:sSub>
                      <m:sSubPr>
                        <m:ctrlPr>
                          <a:rPr lang="en-US" sz="16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effectLst/>
                            <a:latin typeface="Cambria Math" panose="02040503050406030204" pitchFamily="18" charset="0"/>
                            <a:ea typeface="Calibri" panose="020F0502020204030204" pitchFamily="34" charset="0"/>
                            <a:cs typeface="Times New Roman" panose="02020603050405020304" pitchFamily="18" charset="0"/>
                          </a:rPr>
                          <m:t>𝒂</m:t>
                        </m:r>
                      </m:e>
                      <m:sub>
                        <m:r>
                          <a:rPr lang="en-US" sz="1600" b="1" i="1">
                            <a:effectLst/>
                            <a:latin typeface="Cambria Math" panose="02040503050406030204" pitchFamily="18" charset="0"/>
                            <a:ea typeface="Calibri" panose="020F0502020204030204" pitchFamily="34" charset="0"/>
                            <a:cs typeface="Times New Roman" panose="02020603050405020304" pitchFamily="18" charset="0"/>
                          </a:rPr>
                          <m:t>𝟏</m:t>
                        </m:r>
                      </m:sub>
                    </m:sSub>
                  </m:oMath>
                </a14:m>
                <a:r>
                  <a:rPr lang="en-US" sz="1600" b="1" dirty="0">
                    <a:effectLst/>
                    <a:latin typeface="Calibri" panose="020F0502020204030204" pitchFamily="34" charset="0"/>
                    <a:ea typeface="Times New Roman" panose="02020603050405020304" pitchFamily="18" charset="0"/>
                    <a:cs typeface="Times New Roman" panose="02020603050405020304" pitchFamily="18" charset="0"/>
                  </a:rPr>
                  <a:t>=-5, </a:t>
                </a:r>
                <a14:m>
                  <m:oMath xmlns:m="http://schemas.openxmlformats.org/officeDocument/2006/math">
                    <m:sSub>
                      <m:sSubPr>
                        <m:ctrlPr>
                          <a:rPr lang="en-US" sz="16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effectLst/>
                            <a:latin typeface="Cambria Math" panose="02040503050406030204" pitchFamily="18" charset="0"/>
                            <a:ea typeface="Calibri" panose="020F0502020204030204" pitchFamily="34" charset="0"/>
                            <a:cs typeface="Times New Roman" panose="02020603050405020304" pitchFamily="18" charset="0"/>
                          </a:rPr>
                          <m:t>𝒂</m:t>
                        </m:r>
                      </m:e>
                      <m:sub>
                        <m:r>
                          <a:rPr lang="en-US" sz="1600" b="1" i="1">
                            <a:effectLst/>
                            <a:latin typeface="Cambria Math" panose="02040503050406030204" pitchFamily="18" charset="0"/>
                            <a:ea typeface="Calibri" panose="020F0502020204030204" pitchFamily="34" charset="0"/>
                            <a:cs typeface="Times New Roman" panose="02020603050405020304" pitchFamily="18" charset="0"/>
                          </a:rPr>
                          <m:t>𝟐</m:t>
                        </m:r>
                      </m:sub>
                    </m:sSub>
                  </m:oMath>
                </a14:m>
                <a:r>
                  <a:rPr lang="en-US" sz="1600" b="1" dirty="0">
                    <a:effectLst/>
                    <a:latin typeface="Calibri" panose="020F0502020204030204" pitchFamily="34" charset="0"/>
                    <a:ea typeface="Times New Roman" panose="02020603050405020304" pitchFamily="18" charset="0"/>
                    <a:cs typeface="Times New Roman" panose="02020603050405020304" pitchFamily="18" charset="0"/>
                  </a:rPr>
                  <a:t>= 6, what is the </a:t>
                </a: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stability condition of the system?</a:t>
                </a: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[4 marks]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nSpc>
                    <a:spcPct val="107000"/>
                  </a:lnSpc>
                  <a:spcAft>
                    <a:spcPts val="8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characteristics equation becomes: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14:m>
                  <m:oMath xmlns:m="http://schemas.openxmlformats.org/officeDocument/2006/math">
                    <m:sSup>
                      <m:sSupPr>
                        <m:ctrlPr>
                          <a:rPr lang="en-US" sz="18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ctrlPr>
                      </m:sSupPr>
                      <m:e>
                        <m:r>
                          <a:rPr lang="en-US" sz="18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𝑧</m:t>
                        </m:r>
                      </m:e>
                      <m:sup>
                        <m:r>
                          <a:rPr lang="en-US" sz="18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2</m:t>
                        </m:r>
                      </m:sup>
                    </m:sSup>
                    <m:r>
                      <a:rPr lang="en-US" sz="18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−5</m:t>
                    </m:r>
                    <m:r>
                      <a:rPr lang="en-US" sz="18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𝑧</m:t>
                    </m:r>
                  </m:oMath>
                </a14:m>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+6=0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d>
                        <m:dPr>
                          <m:ctrlPr>
                            <a:rPr lang="en-US" sz="1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n-US" sz="1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𝑧</m:t>
                          </m:r>
                          <m:r>
                            <a:rPr lang="en-US" sz="1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−3</m:t>
                          </m:r>
                        </m:e>
                      </m:d>
                      <m:d>
                        <m:dPr>
                          <m:ctrlPr>
                            <a:rPr lang="en-US" sz="1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n-US" sz="1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𝑧</m:t>
                          </m:r>
                          <m:r>
                            <a:rPr lang="en-US" sz="1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−2</m:t>
                          </m:r>
                        </m:e>
                      </m:d>
                      <m:r>
                        <a:rPr lang="en-US" sz="18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=0</m:t>
                      </m:r>
                    </m:oMath>
                  </m:oMathPara>
                </a14:m>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poles are 2 and 3. At least one pole is greater than unity (in fact, both are) and hence the system is unstable.  The poles lie on the real axis of the complex plane, hence the response will exponential</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AF88FBA8-357E-E573-11EB-002473B40EC7}"/>
                  </a:ext>
                </a:extLst>
              </p:cNvPr>
              <p:cNvSpPr txBox="1">
                <a:spLocks noRot="1" noChangeAspect="1" noMove="1" noResize="1" noEditPoints="1" noAdjustHandles="1" noChangeArrowheads="1" noChangeShapeType="1" noTextEdit="1"/>
              </p:cNvSpPr>
              <p:nvPr/>
            </p:nvSpPr>
            <p:spPr>
              <a:xfrm>
                <a:off x="1961296" y="2834883"/>
                <a:ext cx="7279942" cy="2827569"/>
              </a:xfrm>
              <a:prstGeom prst="rect">
                <a:avLst/>
              </a:prstGeom>
              <a:blipFill>
                <a:blip r:embed="rId3"/>
                <a:stretch>
                  <a:fillRect l="-503" t="-862" b="-2371"/>
                </a:stretch>
              </a:blipFill>
            </p:spPr>
            <p:txBody>
              <a:bodyPr/>
              <a:lstStyle/>
              <a:p>
                <a:r>
                  <a:rPr lang="en-US">
                    <a:noFill/>
                  </a:rPr>
                  <a:t> </a:t>
                </a:r>
              </a:p>
            </p:txBody>
          </p:sp>
        </mc:Fallback>
      </mc:AlternateContent>
    </p:spTree>
    <p:extLst>
      <p:ext uri="{BB962C8B-B14F-4D97-AF65-F5344CB8AC3E}">
        <p14:creationId xmlns:p14="http://schemas.microsoft.com/office/powerpoint/2010/main" val="1035369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17975" y="96529"/>
            <a:ext cx="8963660" cy="6664959"/>
          </a:xfrm>
          <a:custGeom>
            <a:avLst/>
            <a:gdLst/>
            <a:ahLst/>
            <a:cxnLst/>
            <a:rect l="l" t="t" r="r" b="b"/>
            <a:pathLst>
              <a:path w="8963660" h="6664959">
                <a:moveTo>
                  <a:pt x="0" y="6664756"/>
                </a:moveTo>
                <a:lnTo>
                  <a:pt x="8963466" y="6664756"/>
                </a:lnTo>
                <a:lnTo>
                  <a:pt x="8963466" y="0"/>
                </a:lnTo>
                <a:lnTo>
                  <a:pt x="0" y="0"/>
                </a:lnTo>
                <a:lnTo>
                  <a:pt x="0" y="6664756"/>
                </a:lnTo>
                <a:close/>
              </a:path>
            </a:pathLst>
          </a:custGeom>
          <a:ln w="193039">
            <a:solidFill>
              <a:srgbClr val="E9ECED"/>
            </a:solidFill>
          </a:ln>
        </p:spPr>
        <p:txBody>
          <a:bodyPr wrap="square" lIns="0" tIns="0" rIns="0" bIns="0" rtlCol="0"/>
          <a:lstStyle/>
          <a:p>
            <a:endParaRPr/>
          </a:p>
        </p:txBody>
      </p:sp>
      <p:sp>
        <p:nvSpPr>
          <p:cNvPr id="3" name="object 3"/>
          <p:cNvSpPr/>
          <p:nvPr/>
        </p:nvSpPr>
        <p:spPr>
          <a:xfrm>
            <a:off x="2157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4" name="object 4"/>
          <p:cNvSpPr/>
          <p:nvPr/>
        </p:nvSpPr>
        <p:spPr>
          <a:xfrm>
            <a:off x="7795260" y="763837"/>
            <a:ext cx="2103493" cy="661194"/>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1987931" y="799041"/>
            <a:ext cx="3816350" cy="523220"/>
          </a:xfrm>
          <a:prstGeom prst="rect">
            <a:avLst/>
          </a:prstGeom>
        </p:spPr>
        <p:txBody>
          <a:bodyPr vert="horz" wrap="square" lIns="0" tIns="0" rIns="0" bIns="0" rtlCol="0">
            <a:spAutoFit/>
          </a:bodyPr>
          <a:lstStyle/>
          <a:p>
            <a:pPr marL="12700"/>
            <a:r>
              <a:rPr sz="3400" spc="-90" dirty="0">
                <a:solidFill>
                  <a:srgbClr val="B5121B"/>
                </a:solidFill>
                <a:latin typeface="Calibri"/>
                <a:cs typeface="Calibri"/>
              </a:rPr>
              <a:t>R</a:t>
            </a:r>
            <a:r>
              <a:rPr sz="3400" spc="-15" dirty="0">
                <a:solidFill>
                  <a:srgbClr val="B5121B"/>
                </a:solidFill>
                <a:latin typeface="Calibri"/>
                <a:cs typeface="Calibri"/>
              </a:rPr>
              <a:t>e</a:t>
            </a:r>
            <a:r>
              <a:rPr sz="3400" spc="-25" dirty="0">
                <a:solidFill>
                  <a:srgbClr val="B5121B"/>
                </a:solidFill>
                <a:latin typeface="Calibri"/>
                <a:cs typeface="Calibri"/>
              </a:rPr>
              <a:t>s</a:t>
            </a:r>
            <a:r>
              <a:rPr sz="3400" spc="-15" dirty="0">
                <a:solidFill>
                  <a:srgbClr val="B5121B"/>
                </a:solidFill>
                <a:latin typeface="Calibri"/>
                <a:cs typeface="Calibri"/>
              </a:rPr>
              <a:t>e</a:t>
            </a:r>
            <a:r>
              <a:rPr sz="3400" spc="15" dirty="0">
                <a:solidFill>
                  <a:srgbClr val="B5121B"/>
                </a:solidFill>
                <a:latin typeface="Calibri"/>
                <a:cs typeface="Calibri"/>
              </a:rPr>
              <a:t>r</a:t>
            </a:r>
            <a:r>
              <a:rPr sz="3400" spc="-60" dirty="0">
                <a:solidFill>
                  <a:srgbClr val="B5121B"/>
                </a:solidFill>
                <a:latin typeface="Calibri"/>
                <a:cs typeface="Calibri"/>
              </a:rPr>
              <a:t>v</a:t>
            </a:r>
            <a:r>
              <a:rPr sz="3400" spc="5" dirty="0">
                <a:solidFill>
                  <a:srgbClr val="B5121B"/>
                </a:solidFill>
                <a:latin typeface="Calibri"/>
                <a:cs typeface="Calibri"/>
              </a:rPr>
              <a:t>o</a:t>
            </a:r>
            <a:r>
              <a:rPr sz="3400" spc="-5" dirty="0">
                <a:solidFill>
                  <a:srgbClr val="B5121B"/>
                </a:solidFill>
                <a:latin typeface="Calibri"/>
                <a:cs typeface="Calibri"/>
              </a:rPr>
              <a:t>i</a:t>
            </a:r>
            <a:r>
              <a:rPr sz="3400" spc="-15" dirty="0">
                <a:solidFill>
                  <a:srgbClr val="B5121B"/>
                </a:solidFill>
                <a:latin typeface="Calibri"/>
                <a:cs typeface="Calibri"/>
              </a:rPr>
              <a:t>r</a:t>
            </a:r>
            <a:r>
              <a:rPr sz="3400" spc="-114" dirty="0">
                <a:solidFill>
                  <a:srgbClr val="B5121B"/>
                </a:solidFill>
                <a:latin typeface="Times New Roman"/>
                <a:cs typeface="Times New Roman"/>
              </a:rPr>
              <a:t> </a:t>
            </a:r>
            <a:r>
              <a:rPr sz="3400" spc="-40" dirty="0">
                <a:solidFill>
                  <a:srgbClr val="B5121B"/>
                </a:solidFill>
                <a:latin typeface="Calibri"/>
                <a:cs typeface="Calibri"/>
              </a:rPr>
              <a:t>M</a:t>
            </a:r>
            <a:r>
              <a:rPr sz="3400" spc="5" dirty="0">
                <a:solidFill>
                  <a:srgbClr val="B5121B"/>
                </a:solidFill>
                <a:latin typeface="Calibri"/>
                <a:cs typeface="Calibri"/>
              </a:rPr>
              <a:t>o</a:t>
            </a:r>
            <a:r>
              <a:rPr sz="3400" spc="-10" dirty="0">
                <a:solidFill>
                  <a:srgbClr val="B5121B"/>
                </a:solidFill>
                <a:latin typeface="Calibri"/>
                <a:cs typeface="Calibri"/>
              </a:rPr>
              <a:t>d</a:t>
            </a:r>
            <a:r>
              <a:rPr sz="3400" spc="5" dirty="0">
                <a:solidFill>
                  <a:srgbClr val="B5121B"/>
                </a:solidFill>
                <a:latin typeface="Calibri"/>
                <a:cs typeface="Calibri"/>
              </a:rPr>
              <a:t>e</a:t>
            </a:r>
            <a:r>
              <a:rPr sz="3400" dirty="0">
                <a:solidFill>
                  <a:srgbClr val="B5121B"/>
                </a:solidFill>
                <a:latin typeface="Calibri"/>
                <a:cs typeface="Calibri"/>
              </a:rPr>
              <a:t>l</a:t>
            </a:r>
            <a:r>
              <a:rPr sz="3400" spc="-95" dirty="0">
                <a:solidFill>
                  <a:srgbClr val="B5121B"/>
                </a:solidFill>
                <a:latin typeface="Times New Roman"/>
                <a:cs typeface="Times New Roman"/>
              </a:rPr>
              <a:t> </a:t>
            </a:r>
            <a:r>
              <a:rPr sz="3400" spc="5" dirty="0">
                <a:solidFill>
                  <a:srgbClr val="B5121B"/>
                </a:solidFill>
                <a:latin typeface="Calibri"/>
                <a:cs typeface="Calibri"/>
              </a:rPr>
              <a:t>D</a:t>
            </a:r>
            <a:r>
              <a:rPr sz="3400" spc="-50" dirty="0">
                <a:solidFill>
                  <a:srgbClr val="B5121B"/>
                </a:solidFill>
                <a:latin typeface="Calibri"/>
                <a:cs typeface="Calibri"/>
              </a:rPr>
              <a:t>a</a:t>
            </a:r>
            <a:r>
              <a:rPr sz="3400" spc="-55" dirty="0">
                <a:solidFill>
                  <a:srgbClr val="B5121B"/>
                </a:solidFill>
                <a:latin typeface="Calibri"/>
                <a:cs typeface="Calibri"/>
              </a:rPr>
              <a:t>t</a:t>
            </a:r>
            <a:r>
              <a:rPr sz="3400" dirty="0">
                <a:solidFill>
                  <a:srgbClr val="B5121B"/>
                </a:solidFill>
                <a:latin typeface="Calibri"/>
                <a:cs typeface="Calibri"/>
              </a:rPr>
              <a:t>a</a:t>
            </a:r>
            <a:endParaRPr sz="3400">
              <a:latin typeface="Calibri"/>
              <a:cs typeface="Calibri"/>
            </a:endParaRPr>
          </a:p>
        </p:txBody>
      </p:sp>
      <p:sp>
        <p:nvSpPr>
          <p:cNvPr id="7" name="object 7"/>
          <p:cNvSpPr/>
          <p:nvPr/>
        </p:nvSpPr>
        <p:spPr>
          <a:xfrm>
            <a:off x="6078231" y="2308869"/>
            <a:ext cx="4589769" cy="3545826"/>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7057399" y="4667250"/>
            <a:ext cx="106680" cy="109220"/>
          </a:xfrm>
          <a:custGeom>
            <a:avLst/>
            <a:gdLst/>
            <a:ahLst/>
            <a:cxnLst/>
            <a:rect l="l" t="t" r="r" b="b"/>
            <a:pathLst>
              <a:path w="106679" h="109220">
                <a:moveTo>
                  <a:pt x="53177" y="0"/>
                </a:moveTo>
                <a:lnTo>
                  <a:pt x="15563" y="16047"/>
                </a:lnTo>
                <a:lnTo>
                  <a:pt x="0" y="54613"/>
                </a:lnTo>
                <a:lnTo>
                  <a:pt x="2" y="55101"/>
                </a:lnTo>
                <a:lnTo>
                  <a:pt x="15824" y="93382"/>
                </a:lnTo>
                <a:lnTo>
                  <a:pt x="53740" y="109214"/>
                </a:lnTo>
                <a:lnTo>
                  <a:pt x="67821" y="107176"/>
                </a:lnTo>
                <a:lnTo>
                  <a:pt x="99456" y="81972"/>
                </a:lnTo>
                <a:lnTo>
                  <a:pt x="106679" y="54313"/>
                </a:lnTo>
                <a:lnTo>
                  <a:pt x="104710" y="39862"/>
                </a:lnTo>
                <a:lnTo>
                  <a:pt x="80127" y="7407"/>
                </a:lnTo>
                <a:lnTo>
                  <a:pt x="53177" y="0"/>
                </a:lnTo>
                <a:close/>
              </a:path>
            </a:pathLst>
          </a:custGeom>
          <a:solidFill>
            <a:srgbClr val="4471C4"/>
          </a:solidFill>
        </p:spPr>
        <p:txBody>
          <a:bodyPr wrap="square" lIns="0" tIns="0" rIns="0" bIns="0" rtlCol="0"/>
          <a:lstStyle/>
          <a:p>
            <a:endParaRPr/>
          </a:p>
        </p:txBody>
      </p:sp>
      <p:sp>
        <p:nvSpPr>
          <p:cNvPr id="9" name="object 9"/>
          <p:cNvSpPr/>
          <p:nvPr/>
        </p:nvSpPr>
        <p:spPr>
          <a:xfrm>
            <a:off x="7057399" y="4667250"/>
            <a:ext cx="106680" cy="109220"/>
          </a:xfrm>
          <a:custGeom>
            <a:avLst/>
            <a:gdLst/>
            <a:ahLst/>
            <a:cxnLst/>
            <a:rect l="l" t="t" r="r" b="b"/>
            <a:pathLst>
              <a:path w="106679" h="109220">
                <a:moveTo>
                  <a:pt x="0" y="54613"/>
                </a:moveTo>
                <a:lnTo>
                  <a:pt x="15563" y="16047"/>
                </a:lnTo>
                <a:lnTo>
                  <a:pt x="53177" y="0"/>
                </a:lnTo>
                <a:lnTo>
                  <a:pt x="67375" y="1937"/>
                </a:lnTo>
                <a:lnTo>
                  <a:pt x="99295" y="26884"/>
                </a:lnTo>
                <a:lnTo>
                  <a:pt x="106679" y="54313"/>
                </a:lnTo>
                <a:lnTo>
                  <a:pt x="104790" y="68892"/>
                </a:lnTo>
                <a:lnTo>
                  <a:pt x="80469" y="101620"/>
                </a:lnTo>
                <a:lnTo>
                  <a:pt x="53740" y="109214"/>
                </a:lnTo>
                <a:lnTo>
                  <a:pt x="39460" y="107284"/>
                </a:lnTo>
                <a:lnTo>
                  <a:pt x="7444" y="82434"/>
                </a:lnTo>
                <a:lnTo>
                  <a:pt x="0" y="54613"/>
                </a:lnTo>
                <a:close/>
              </a:path>
            </a:pathLst>
          </a:custGeom>
          <a:ln w="12700">
            <a:solidFill>
              <a:srgbClr val="2E528E"/>
            </a:solidFill>
          </a:ln>
        </p:spPr>
        <p:txBody>
          <a:bodyPr wrap="square" lIns="0" tIns="0" rIns="0" bIns="0" rtlCol="0"/>
          <a:lstStyle/>
          <a:p>
            <a:endParaRPr/>
          </a:p>
        </p:txBody>
      </p:sp>
      <p:sp>
        <p:nvSpPr>
          <p:cNvPr id="10" name="object 10"/>
          <p:cNvSpPr/>
          <p:nvPr/>
        </p:nvSpPr>
        <p:spPr>
          <a:xfrm>
            <a:off x="7202180" y="4288786"/>
            <a:ext cx="106680" cy="109220"/>
          </a:xfrm>
          <a:custGeom>
            <a:avLst/>
            <a:gdLst/>
            <a:ahLst/>
            <a:cxnLst/>
            <a:rect l="l" t="t" r="r" b="b"/>
            <a:pathLst>
              <a:path w="106679" h="109220">
                <a:moveTo>
                  <a:pt x="53177" y="0"/>
                </a:moveTo>
                <a:lnTo>
                  <a:pt x="15563" y="16051"/>
                </a:lnTo>
                <a:lnTo>
                  <a:pt x="0" y="54613"/>
                </a:lnTo>
                <a:lnTo>
                  <a:pt x="2" y="55119"/>
                </a:lnTo>
                <a:lnTo>
                  <a:pt x="15831" y="93396"/>
                </a:lnTo>
                <a:lnTo>
                  <a:pt x="53750" y="109226"/>
                </a:lnTo>
                <a:lnTo>
                  <a:pt x="67829" y="107185"/>
                </a:lnTo>
                <a:lnTo>
                  <a:pt x="99458" y="81974"/>
                </a:lnTo>
                <a:lnTo>
                  <a:pt x="106679" y="54313"/>
                </a:lnTo>
                <a:lnTo>
                  <a:pt x="104710" y="39865"/>
                </a:lnTo>
                <a:lnTo>
                  <a:pt x="80127" y="7409"/>
                </a:lnTo>
                <a:lnTo>
                  <a:pt x="53177" y="0"/>
                </a:lnTo>
                <a:close/>
              </a:path>
            </a:pathLst>
          </a:custGeom>
          <a:solidFill>
            <a:srgbClr val="4471C4"/>
          </a:solidFill>
        </p:spPr>
        <p:txBody>
          <a:bodyPr wrap="square" lIns="0" tIns="0" rIns="0" bIns="0" rtlCol="0"/>
          <a:lstStyle/>
          <a:p>
            <a:endParaRPr/>
          </a:p>
        </p:txBody>
      </p:sp>
      <p:sp>
        <p:nvSpPr>
          <p:cNvPr id="11" name="object 11"/>
          <p:cNvSpPr/>
          <p:nvPr/>
        </p:nvSpPr>
        <p:spPr>
          <a:xfrm>
            <a:off x="7202180" y="4288786"/>
            <a:ext cx="106680" cy="109220"/>
          </a:xfrm>
          <a:custGeom>
            <a:avLst/>
            <a:gdLst/>
            <a:ahLst/>
            <a:cxnLst/>
            <a:rect l="l" t="t" r="r" b="b"/>
            <a:pathLst>
              <a:path w="106679" h="109220">
                <a:moveTo>
                  <a:pt x="0" y="54613"/>
                </a:moveTo>
                <a:lnTo>
                  <a:pt x="15563" y="16051"/>
                </a:lnTo>
                <a:lnTo>
                  <a:pt x="53177" y="0"/>
                </a:lnTo>
                <a:lnTo>
                  <a:pt x="67375" y="1938"/>
                </a:lnTo>
                <a:lnTo>
                  <a:pt x="99295" y="26888"/>
                </a:lnTo>
                <a:lnTo>
                  <a:pt x="106679" y="54313"/>
                </a:lnTo>
                <a:lnTo>
                  <a:pt x="104790" y="68892"/>
                </a:lnTo>
                <a:lnTo>
                  <a:pt x="80475" y="101626"/>
                </a:lnTo>
                <a:lnTo>
                  <a:pt x="53750" y="109226"/>
                </a:lnTo>
                <a:lnTo>
                  <a:pt x="39469" y="107297"/>
                </a:lnTo>
                <a:lnTo>
                  <a:pt x="7450" y="82448"/>
                </a:lnTo>
                <a:lnTo>
                  <a:pt x="0" y="54613"/>
                </a:lnTo>
                <a:close/>
              </a:path>
            </a:pathLst>
          </a:custGeom>
          <a:ln w="12700">
            <a:solidFill>
              <a:srgbClr val="2E528E"/>
            </a:solidFill>
          </a:ln>
        </p:spPr>
        <p:txBody>
          <a:bodyPr wrap="square" lIns="0" tIns="0" rIns="0" bIns="0" rtlCol="0"/>
          <a:lstStyle/>
          <a:p>
            <a:endParaRPr/>
          </a:p>
        </p:txBody>
      </p:sp>
      <p:sp>
        <p:nvSpPr>
          <p:cNvPr id="12" name="object 12"/>
          <p:cNvSpPr/>
          <p:nvPr/>
        </p:nvSpPr>
        <p:spPr>
          <a:xfrm>
            <a:off x="7308860" y="4037326"/>
            <a:ext cx="109220" cy="106680"/>
          </a:xfrm>
          <a:custGeom>
            <a:avLst/>
            <a:gdLst/>
            <a:ahLst/>
            <a:cxnLst/>
            <a:rect l="l" t="t" r="r" b="b"/>
            <a:pathLst>
              <a:path w="109220" h="106679">
                <a:moveTo>
                  <a:pt x="54444" y="0"/>
                </a:moveTo>
                <a:lnTo>
                  <a:pt x="15942" y="15670"/>
                </a:lnTo>
                <a:lnTo>
                  <a:pt x="0" y="53339"/>
                </a:lnTo>
                <a:lnTo>
                  <a:pt x="2" y="53820"/>
                </a:lnTo>
                <a:lnTo>
                  <a:pt x="16204" y="91217"/>
                </a:lnTo>
                <a:lnTo>
                  <a:pt x="54999" y="106678"/>
                </a:lnTo>
                <a:lnTo>
                  <a:pt x="69426" y="104688"/>
                </a:lnTo>
                <a:lnTo>
                  <a:pt x="101818" y="80072"/>
                </a:lnTo>
                <a:lnTo>
                  <a:pt x="109209" y="53052"/>
                </a:lnTo>
                <a:lnTo>
                  <a:pt x="107196" y="38940"/>
                </a:lnTo>
                <a:lnTo>
                  <a:pt x="82039" y="7237"/>
                </a:lnTo>
                <a:lnTo>
                  <a:pt x="54444" y="0"/>
                </a:lnTo>
                <a:close/>
              </a:path>
            </a:pathLst>
          </a:custGeom>
          <a:solidFill>
            <a:srgbClr val="4471C4"/>
          </a:solidFill>
        </p:spPr>
        <p:txBody>
          <a:bodyPr wrap="square" lIns="0" tIns="0" rIns="0" bIns="0" rtlCol="0"/>
          <a:lstStyle/>
          <a:p>
            <a:endParaRPr/>
          </a:p>
        </p:txBody>
      </p:sp>
      <p:sp>
        <p:nvSpPr>
          <p:cNvPr id="13" name="object 13"/>
          <p:cNvSpPr/>
          <p:nvPr/>
        </p:nvSpPr>
        <p:spPr>
          <a:xfrm>
            <a:off x="7308860" y="4037326"/>
            <a:ext cx="109220" cy="106680"/>
          </a:xfrm>
          <a:custGeom>
            <a:avLst/>
            <a:gdLst/>
            <a:ahLst/>
            <a:cxnLst/>
            <a:rect l="l" t="t" r="r" b="b"/>
            <a:pathLst>
              <a:path w="109220" h="106679">
                <a:moveTo>
                  <a:pt x="0" y="53339"/>
                </a:moveTo>
                <a:lnTo>
                  <a:pt x="15942" y="15670"/>
                </a:lnTo>
                <a:lnTo>
                  <a:pt x="54444" y="0"/>
                </a:lnTo>
                <a:lnTo>
                  <a:pt x="68983" y="1893"/>
                </a:lnTo>
                <a:lnTo>
                  <a:pt x="101656" y="26265"/>
                </a:lnTo>
                <a:lnTo>
                  <a:pt x="109209" y="53052"/>
                </a:lnTo>
                <a:lnTo>
                  <a:pt x="107276" y="67294"/>
                </a:lnTo>
                <a:lnTo>
                  <a:pt x="82381" y="99262"/>
                </a:lnTo>
                <a:lnTo>
                  <a:pt x="54999" y="106678"/>
                </a:lnTo>
                <a:lnTo>
                  <a:pt x="40392" y="104794"/>
                </a:lnTo>
                <a:lnTo>
                  <a:pt x="7625" y="80523"/>
                </a:lnTo>
                <a:lnTo>
                  <a:pt x="0" y="53339"/>
                </a:lnTo>
                <a:close/>
              </a:path>
            </a:pathLst>
          </a:custGeom>
          <a:ln w="12700">
            <a:solidFill>
              <a:srgbClr val="2E528E"/>
            </a:solidFill>
          </a:ln>
        </p:spPr>
        <p:txBody>
          <a:bodyPr wrap="square" lIns="0" tIns="0" rIns="0" bIns="0" rtlCol="0"/>
          <a:lstStyle/>
          <a:p>
            <a:endParaRPr/>
          </a:p>
        </p:txBody>
      </p:sp>
      <p:sp>
        <p:nvSpPr>
          <p:cNvPr id="14" name="object 14"/>
          <p:cNvSpPr/>
          <p:nvPr/>
        </p:nvSpPr>
        <p:spPr>
          <a:xfrm>
            <a:off x="7453640" y="3787583"/>
            <a:ext cx="106045" cy="104775"/>
          </a:xfrm>
          <a:custGeom>
            <a:avLst/>
            <a:gdLst/>
            <a:ahLst/>
            <a:cxnLst/>
            <a:rect l="l" t="t" r="r" b="b"/>
            <a:pathLst>
              <a:path w="106045" h="104775">
                <a:moveTo>
                  <a:pt x="39840" y="0"/>
                </a:moveTo>
                <a:lnTo>
                  <a:pt x="7419" y="24465"/>
                </a:lnTo>
                <a:lnTo>
                  <a:pt x="0" y="51623"/>
                </a:lnTo>
                <a:lnTo>
                  <a:pt x="301" y="57306"/>
                </a:lnTo>
                <a:lnTo>
                  <a:pt x="18727" y="91096"/>
                </a:lnTo>
                <a:lnTo>
                  <a:pt x="61133" y="104390"/>
                </a:lnTo>
                <a:lnTo>
                  <a:pt x="73436" y="100895"/>
                </a:lnTo>
                <a:lnTo>
                  <a:pt x="100248" y="72891"/>
                </a:lnTo>
                <a:lnTo>
                  <a:pt x="105653" y="41285"/>
                </a:lnTo>
                <a:lnTo>
                  <a:pt x="101670" y="29621"/>
                </a:lnTo>
                <a:lnTo>
                  <a:pt x="72587" y="4589"/>
                </a:lnTo>
                <a:lnTo>
                  <a:pt x="39840" y="0"/>
                </a:lnTo>
                <a:close/>
              </a:path>
            </a:pathLst>
          </a:custGeom>
          <a:solidFill>
            <a:srgbClr val="4471C4"/>
          </a:solidFill>
        </p:spPr>
        <p:txBody>
          <a:bodyPr wrap="square" lIns="0" tIns="0" rIns="0" bIns="0" rtlCol="0"/>
          <a:lstStyle/>
          <a:p>
            <a:endParaRPr/>
          </a:p>
        </p:txBody>
      </p:sp>
      <p:sp>
        <p:nvSpPr>
          <p:cNvPr id="15" name="object 15"/>
          <p:cNvSpPr/>
          <p:nvPr/>
        </p:nvSpPr>
        <p:spPr>
          <a:xfrm>
            <a:off x="7453640" y="3787583"/>
            <a:ext cx="106045" cy="104775"/>
          </a:xfrm>
          <a:custGeom>
            <a:avLst/>
            <a:gdLst/>
            <a:ahLst/>
            <a:cxnLst/>
            <a:rect l="l" t="t" r="r" b="b"/>
            <a:pathLst>
              <a:path w="106045" h="104775">
                <a:moveTo>
                  <a:pt x="0" y="51623"/>
                </a:moveTo>
                <a:lnTo>
                  <a:pt x="15910" y="13615"/>
                </a:lnTo>
                <a:lnTo>
                  <a:pt x="39840" y="0"/>
                </a:lnTo>
                <a:lnTo>
                  <a:pt x="57488" y="831"/>
                </a:lnTo>
                <a:lnTo>
                  <a:pt x="94770" y="19363"/>
                </a:lnTo>
                <a:lnTo>
                  <a:pt x="105653" y="41285"/>
                </a:lnTo>
                <a:lnTo>
                  <a:pt x="104468" y="58271"/>
                </a:lnTo>
                <a:lnTo>
                  <a:pt x="84326" y="94369"/>
                </a:lnTo>
                <a:lnTo>
                  <a:pt x="61133" y="104390"/>
                </a:lnTo>
                <a:lnTo>
                  <a:pt x="44729" y="102949"/>
                </a:lnTo>
                <a:lnTo>
                  <a:pt x="9604" y="81540"/>
                </a:lnTo>
                <a:lnTo>
                  <a:pt x="0" y="51623"/>
                </a:lnTo>
                <a:close/>
              </a:path>
            </a:pathLst>
          </a:custGeom>
          <a:ln w="12700">
            <a:solidFill>
              <a:srgbClr val="2E528E"/>
            </a:solidFill>
          </a:ln>
        </p:spPr>
        <p:txBody>
          <a:bodyPr wrap="square" lIns="0" tIns="0" rIns="0" bIns="0" rtlCol="0"/>
          <a:lstStyle/>
          <a:p>
            <a:endParaRPr/>
          </a:p>
        </p:txBody>
      </p:sp>
      <p:sp>
        <p:nvSpPr>
          <p:cNvPr id="16" name="object 16"/>
          <p:cNvSpPr/>
          <p:nvPr/>
        </p:nvSpPr>
        <p:spPr>
          <a:xfrm>
            <a:off x="6917680" y="5149031"/>
            <a:ext cx="106045" cy="104775"/>
          </a:xfrm>
          <a:custGeom>
            <a:avLst/>
            <a:gdLst/>
            <a:ahLst/>
            <a:cxnLst/>
            <a:rect l="l" t="t" r="r" b="b"/>
            <a:pathLst>
              <a:path w="106045" h="104775">
                <a:moveTo>
                  <a:pt x="39854" y="0"/>
                </a:moveTo>
                <a:lnTo>
                  <a:pt x="7427" y="24453"/>
                </a:lnTo>
                <a:lnTo>
                  <a:pt x="0" y="51619"/>
                </a:lnTo>
                <a:lnTo>
                  <a:pt x="301" y="57300"/>
                </a:lnTo>
                <a:lnTo>
                  <a:pt x="18738" y="91092"/>
                </a:lnTo>
                <a:lnTo>
                  <a:pt x="61131" y="104387"/>
                </a:lnTo>
                <a:lnTo>
                  <a:pt x="73442" y="100894"/>
                </a:lnTo>
                <a:lnTo>
                  <a:pt x="100253" y="72894"/>
                </a:lnTo>
                <a:lnTo>
                  <a:pt x="105657" y="41291"/>
                </a:lnTo>
                <a:lnTo>
                  <a:pt x="101680" y="29621"/>
                </a:lnTo>
                <a:lnTo>
                  <a:pt x="72611" y="4588"/>
                </a:lnTo>
                <a:lnTo>
                  <a:pt x="39854" y="0"/>
                </a:lnTo>
                <a:close/>
              </a:path>
            </a:pathLst>
          </a:custGeom>
          <a:solidFill>
            <a:srgbClr val="4471C4"/>
          </a:solidFill>
        </p:spPr>
        <p:txBody>
          <a:bodyPr wrap="square" lIns="0" tIns="0" rIns="0" bIns="0" rtlCol="0"/>
          <a:lstStyle/>
          <a:p>
            <a:endParaRPr/>
          </a:p>
        </p:txBody>
      </p:sp>
      <p:sp>
        <p:nvSpPr>
          <p:cNvPr id="17" name="object 17"/>
          <p:cNvSpPr/>
          <p:nvPr/>
        </p:nvSpPr>
        <p:spPr>
          <a:xfrm>
            <a:off x="6917680" y="5149031"/>
            <a:ext cx="106045" cy="104775"/>
          </a:xfrm>
          <a:custGeom>
            <a:avLst/>
            <a:gdLst/>
            <a:ahLst/>
            <a:cxnLst/>
            <a:rect l="l" t="t" r="r" b="b"/>
            <a:pathLst>
              <a:path w="106045" h="104775">
                <a:moveTo>
                  <a:pt x="0" y="51619"/>
                </a:moveTo>
                <a:lnTo>
                  <a:pt x="15923" y="13606"/>
                </a:lnTo>
                <a:lnTo>
                  <a:pt x="39854" y="0"/>
                </a:lnTo>
                <a:lnTo>
                  <a:pt x="57510" y="831"/>
                </a:lnTo>
                <a:lnTo>
                  <a:pt x="94786" y="19361"/>
                </a:lnTo>
                <a:lnTo>
                  <a:pt x="105657" y="41291"/>
                </a:lnTo>
                <a:lnTo>
                  <a:pt x="104472" y="58275"/>
                </a:lnTo>
                <a:lnTo>
                  <a:pt x="84335" y="94370"/>
                </a:lnTo>
                <a:lnTo>
                  <a:pt x="61131" y="104387"/>
                </a:lnTo>
                <a:lnTo>
                  <a:pt x="44738" y="102946"/>
                </a:lnTo>
                <a:lnTo>
                  <a:pt x="9611" y="81535"/>
                </a:lnTo>
                <a:lnTo>
                  <a:pt x="0" y="51619"/>
                </a:lnTo>
                <a:close/>
              </a:path>
            </a:pathLst>
          </a:custGeom>
          <a:ln w="12700">
            <a:solidFill>
              <a:srgbClr val="2E528E"/>
            </a:solidFill>
          </a:ln>
        </p:spPr>
        <p:txBody>
          <a:bodyPr wrap="square" lIns="0" tIns="0" rIns="0" bIns="0" rtlCol="0"/>
          <a:lstStyle/>
          <a:p>
            <a:endParaRPr/>
          </a:p>
        </p:txBody>
      </p:sp>
      <p:graphicFrame>
        <p:nvGraphicFramePr>
          <p:cNvPr id="6" name="object 6"/>
          <p:cNvGraphicFramePr>
            <a:graphicFrameLocks noGrp="1"/>
          </p:cNvGraphicFramePr>
          <p:nvPr/>
        </p:nvGraphicFramePr>
        <p:xfrm>
          <a:off x="1913188" y="2282819"/>
          <a:ext cx="4176458" cy="3745986"/>
        </p:xfrm>
        <a:graphic>
          <a:graphicData uri="http://schemas.openxmlformats.org/drawingml/2006/table">
            <a:tbl>
              <a:tblPr firstRow="1" bandRow="1">
                <a:tableStyleId>{2D5ABB26-0587-4C30-8999-92F81FD0307C}</a:tableStyleId>
              </a:tblPr>
              <a:tblGrid>
                <a:gridCol w="1044116">
                  <a:extLst>
                    <a:ext uri="{9D8B030D-6E8A-4147-A177-3AD203B41FA5}">
                      <a16:colId xmlns:a16="http://schemas.microsoft.com/office/drawing/2014/main" val="20000"/>
                    </a:ext>
                  </a:extLst>
                </a:gridCol>
                <a:gridCol w="1044107">
                  <a:extLst>
                    <a:ext uri="{9D8B030D-6E8A-4147-A177-3AD203B41FA5}">
                      <a16:colId xmlns:a16="http://schemas.microsoft.com/office/drawing/2014/main" val="20001"/>
                    </a:ext>
                  </a:extLst>
                </a:gridCol>
                <a:gridCol w="1044113">
                  <a:extLst>
                    <a:ext uri="{9D8B030D-6E8A-4147-A177-3AD203B41FA5}">
                      <a16:colId xmlns:a16="http://schemas.microsoft.com/office/drawing/2014/main" val="20002"/>
                    </a:ext>
                  </a:extLst>
                </a:gridCol>
                <a:gridCol w="1044122">
                  <a:extLst>
                    <a:ext uri="{9D8B030D-6E8A-4147-A177-3AD203B41FA5}">
                      <a16:colId xmlns:a16="http://schemas.microsoft.com/office/drawing/2014/main" val="20003"/>
                    </a:ext>
                  </a:extLst>
                </a:gridCol>
              </a:tblGrid>
              <a:tr h="535137">
                <a:tc>
                  <a:txBody>
                    <a:bodyPr/>
                    <a:lstStyle/>
                    <a:p>
                      <a:pPr marL="14604" algn="ctr">
                        <a:lnSpc>
                          <a:spcPct val="100000"/>
                        </a:lnSpc>
                      </a:pPr>
                      <a:r>
                        <a:rPr sz="2650" i="1" dirty="0">
                          <a:latin typeface="Times New Roman"/>
                          <a:cs typeface="Times New Roman"/>
                        </a:rPr>
                        <a:t>k</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099">
                      <a:solidFill>
                        <a:srgbClr val="FFFFFF"/>
                      </a:solidFill>
                      <a:prstDash val="solid"/>
                    </a:lnB>
                    <a:solidFill>
                      <a:srgbClr val="4471C4"/>
                    </a:solidFill>
                  </a:tcPr>
                </a:tc>
                <a:tc>
                  <a:txBody>
                    <a:bodyPr/>
                    <a:lstStyle/>
                    <a:p>
                      <a:pPr marL="234950">
                        <a:lnSpc>
                          <a:spcPct val="100000"/>
                        </a:lnSpc>
                      </a:pPr>
                      <a:r>
                        <a:rPr sz="2650" i="1" spc="120" dirty="0">
                          <a:latin typeface="Times New Roman"/>
                          <a:cs typeface="Times New Roman"/>
                        </a:rPr>
                        <a:t>u</a:t>
                      </a:r>
                      <a:r>
                        <a:rPr sz="2650" spc="65" dirty="0">
                          <a:latin typeface="Times New Roman"/>
                          <a:cs typeface="Times New Roman"/>
                        </a:rPr>
                        <a:t>(</a:t>
                      </a:r>
                      <a:r>
                        <a:rPr sz="2650" i="1" dirty="0">
                          <a:latin typeface="Times New Roman"/>
                          <a:cs typeface="Times New Roman"/>
                        </a:rPr>
                        <a:t>k</a:t>
                      </a:r>
                      <a:r>
                        <a:rPr sz="2650" i="1" spc="-434" dirty="0">
                          <a:latin typeface="Times New Roman"/>
                          <a:cs typeface="Times New Roman"/>
                        </a:rPr>
                        <a:t> </a:t>
                      </a:r>
                      <a:r>
                        <a:rPr sz="2650" dirty="0">
                          <a:latin typeface="Times New Roman"/>
                          <a:cs typeface="Times New Roman"/>
                        </a:rPr>
                        <a:t>)</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099">
                      <a:solidFill>
                        <a:srgbClr val="FFFFFF"/>
                      </a:solidFill>
                      <a:prstDash val="solid"/>
                    </a:lnB>
                    <a:solidFill>
                      <a:srgbClr val="4471C4"/>
                    </a:solidFill>
                  </a:tcPr>
                </a:tc>
                <a:tc>
                  <a:txBody>
                    <a:bodyPr/>
                    <a:lstStyle/>
                    <a:p>
                      <a:pPr marL="26034">
                        <a:lnSpc>
                          <a:spcPct val="100000"/>
                        </a:lnSpc>
                      </a:pPr>
                      <a:r>
                        <a:rPr sz="2650" i="1" spc="120" dirty="0">
                          <a:latin typeface="Times New Roman"/>
                          <a:cs typeface="Times New Roman"/>
                        </a:rPr>
                        <a:t>u</a:t>
                      </a:r>
                      <a:r>
                        <a:rPr sz="2650" spc="65" dirty="0">
                          <a:latin typeface="Times New Roman"/>
                          <a:cs typeface="Times New Roman"/>
                        </a:rPr>
                        <a:t>(</a:t>
                      </a:r>
                      <a:r>
                        <a:rPr sz="2650" i="1" dirty="0">
                          <a:latin typeface="Times New Roman"/>
                          <a:cs typeface="Times New Roman"/>
                        </a:rPr>
                        <a:t>k</a:t>
                      </a:r>
                      <a:r>
                        <a:rPr sz="2650" i="1" spc="-20" dirty="0">
                          <a:latin typeface="Times New Roman"/>
                          <a:cs typeface="Times New Roman"/>
                        </a:rPr>
                        <a:t> </a:t>
                      </a:r>
                      <a:r>
                        <a:rPr sz="2650" spc="155" dirty="0">
                          <a:latin typeface="Symbol"/>
                          <a:cs typeface="Symbol"/>
                        </a:rPr>
                        <a:t></a:t>
                      </a:r>
                      <a:r>
                        <a:rPr sz="2650" spc="-210" dirty="0">
                          <a:latin typeface="Times New Roman"/>
                          <a:cs typeface="Times New Roman"/>
                        </a:rPr>
                        <a:t>1)</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099">
                      <a:solidFill>
                        <a:srgbClr val="FFFFFF"/>
                      </a:solidFill>
                      <a:prstDash val="solid"/>
                    </a:lnB>
                    <a:solidFill>
                      <a:srgbClr val="4471C4"/>
                    </a:solidFill>
                  </a:tcPr>
                </a:tc>
                <a:tc>
                  <a:txBody>
                    <a:bodyPr/>
                    <a:lstStyle/>
                    <a:p>
                      <a:pPr marL="169545">
                        <a:lnSpc>
                          <a:spcPct val="100000"/>
                        </a:lnSpc>
                      </a:pPr>
                      <a:r>
                        <a:rPr sz="2650" i="1" spc="105" dirty="0">
                          <a:latin typeface="Times New Roman"/>
                          <a:cs typeface="Times New Roman"/>
                        </a:rPr>
                        <a:t>y</a:t>
                      </a:r>
                      <a:r>
                        <a:rPr sz="2650" spc="70" dirty="0">
                          <a:latin typeface="Times New Roman"/>
                          <a:cs typeface="Times New Roman"/>
                        </a:rPr>
                        <a:t>(</a:t>
                      </a:r>
                      <a:r>
                        <a:rPr sz="2650" i="1" dirty="0">
                          <a:latin typeface="Times New Roman"/>
                          <a:cs typeface="Times New Roman"/>
                        </a:rPr>
                        <a:t>k</a:t>
                      </a:r>
                      <a:r>
                        <a:rPr sz="2650" i="1" spc="-434" dirty="0">
                          <a:latin typeface="Times New Roman"/>
                          <a:cs typeface="Times New Roman"/>
                        </a:rPr>
                        <a:t> </a:t>
                      </a:r>
                      <a:r>
                        <a:rPr sz="2650" dirty="0">
                          <a:latin typeface="Times New Roman"/>
                          <a:cs typeface="Times New Roman"/>
                        </a:rPr>
                        <a:t>)</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099">
                      <a:solidFill>
                        <a:srgbClr val="FFFFFF"/>
                      </a:solidFill>
                      <a:prstDash val="solid"/>
                    </a:lnB>
                    <a:solidFill>
                      <a:srgbClr val="4471C4"/>
                    </a:solidFill>
                  </a:tcPr>
                </a:tc>
                <a:extLst>
                  <a:ext uri="{0D108BD9-81ED-4DB2-BD59-A6C34878D82A}">
                    <a16:rowId xmlns:a16="http://schemas.microsoft.com/office/drawing/2014/main" val="10000"/>
                  </a:ext>
                </a:extLst>
              </a:tr>
              <a:tr h="535137">
                <a:tc>
                  <a:txBody>
                    <a:bodyPr/>
                    <a:lstStyle/>
                    <a:p>
                      <a:pPr marR="44450" algn="ctr">
                        <a:lnSpc>
                          <a:spcPct val="100000"/>
                        </a:lnSpc>
                      </a:pPr>
                      <a:r>
                        <a:rPr sz="2650" dirty="0">
                          <a:latin typeface="Times New Roman"/>
                          <a:cs typeface="Times New Roman"/>
                        </a:rPr>
                        <a:t>2</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38099">
                      <a:solidFill>
                        <a:srgbClr val="FFFFFF"/>
                      </a:solidFill>
                      <a:prstDash val="solid"/>
                    </a:lnT>
                    <a:lnB w="12700">
                      <a:solidFill>
                        <a:srgbClr val="FFFFFF"/>
                      </a:solidFill>
                      <a:prstDash val="solid"/>
                    </a:lnB>
                    <a:solidFill>
                      <a:srgbClr val="CFD5EA"/>
                    </a:solidFill>
                  </a:tcPr>
                </a:tc>
                <a:tc>
                  <a:txBody>
                    <a:bodyPr/>
                    <a:lstStyle/>
                    <a:p>
                      <a:pPr marR="45085" algn="ctr">
                        <a:lnSpc>
                          <a:spcPct val="100000"/>
                        </a:lnSpc>
                      </a:pPr>
                      <a:r>
                        <a:rPr sz="2650" dirty="0">
                          <a:latin typeface="Times New Roman"/>
                          <a:cs typeface="Times New Roman"/>
                        </a:rPr>
                        <a:t>0</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38099">
                      <a:solidFill>
                        <a:srgbClr val="FFFFFF"/>
                      </a:solidFill>
                      <a:prstDash val="solid"/>
                    </a:lnT>
                    <a:lnB w="12700">
                      <a:solidFill>
                        <a:srgbClr val="FFFFFF"/>
                      </a:solidFill>
                      <a:prstDash val="solid"/>
                    </a:lnB>
                    <a:solidFill>
                      <a:srgbClr val="CFD5EA"/>
                    </a:solidFill>
                  </a:tcPr>
                </a:tc>
                <a:tc>
                  <a:txBody>
                    <a:bodyPr/>
                    <a:lstStyle/>
                    <a:p>
                      <a:pPr marR="73025" algn="ctr">
                        <a:lnSpc>
                          <a:spcPct val="100000"/>
                        </a:lnSpc>
                      </a:pPr>
                      <a:r>
                        <a:rPr sz="2650" dirty="0">
                          <a:latin typeface="Times New Roman"/>
                          <a:cs typeface="Times New Roman"/>
                        </a:rPr>
                        <a:t>0</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38099">
                      <a:solidFill>
                        <a:srgbClr val="FFFFFF"/>
                      </a:solidFill>
                      <a:prstDash val="solid"/>
                    </a:lnT>
                    <a:lnB w="12700">
                      <a:solidFill>
                        <a:srgbClr val="FFFFFF"/>
                      </a:solidFill>
                      <a:prstDash val="solid"/>
                    </a:lnB>
                    <a:solidFill>
                      <a:srgbClr val="CFD5EA"/>
                    </a:solidFill>
                  </a:tcPr>
                </a:tc>
                <a:tc>
                  <a:txBody>
                    <a:bodyPr/>
                    <a:lstStyle/>
                    <a:p>
                      <a:pPr marR="109220" algn="ctr">
                        <a:lnSpc>
                          <a:spcPct val="100000"/>
                        </a:lnSpc>
                      </a:pPr>
                      <a:r>
                        <a:rPr sz="2650" dirty="0">
                          <a:latin typeface="Times New Roman"/>
                          <a:cs typeface="Times New Roman"/>
                        </a:rPr>
                        <a:t>0</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38099">
                      <a:solidFill>
                        <a:srgbClr val="FFFFFF"/>
                      </a:solidFill>
                      <a:prstDash val="solid"/>
                    </a:lnT>
                    <a:lnB w="12700">
                      <a:solidFill>
                        <a:srgbClr val="FFFFFF"/>
                      </a:solidFill>
                      <a:prstDash val="solid"/>
                    </a:lnB>
                    <a:solidFill>
                      <a:srgbClr val="CFD5EA"/>
                    </a:solidFill>
                  </a:tcPr>
                </a:tc>
                <a:extLst>
                  <a:ext uri="{0D108BD9-81ED-4DB2-BD59-A6C34878D82A}">
                    <a16:rowId xmlns:a16="http://schemas.microsoft.com/office/drawing/2014/main" val="10001"/>
                  </a:ext>
                </a:extLst>
              </a:tr>
              <a:tr h="535149">
                <a:tc>
                  <a:txBody>
                    <a:bodyPr/>
                    <a:lstStyle/>
                    <a:p>
                      <a:pPr marR="37465" algn="ctr">
                        <a:lnSpc>
                          <a:spcPct val="100000"/>
                        </a:lnSpc>
                      </a:pPr>
                      <a:r>
                        <a:rPr sz="2650" dirty="0">
                          <a:latin typeface="Times New Roman"/>
                          <a:cs typeface="Times New Roman"/>
                        </a:rPr>
                        <a:t>3</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R="19050" algn="ctr">
                        <a:lnSpc>
                          <a:spcPct val="100000"/>
                        </a:lnSpc>
                      </a:pPr>
                      <a:r>
                        <a:rPr sz="2650" dirty="0">
                          <a:latin typeface="Times New Roman"/>
                          <a:cs typeface="Times New Roman"/>
                        </a:rPr>
                        <a:t>1</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R="71120" algn="ctr">
                        <a:lnSpc>
                          <a:spcPct val="100000"/>
                        </a:lnSpc>
                      </a:pPr>
                      <a:r>
                        <a:rPr sz="2650" dirty="0">
                          <a:latin typeface="Times New Roman"/>
                          <a:cs typeface="Times New Roman"/>
                        </a:rPr>
                        <a:t>0</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R="109220" algn="ctr">
                        <a:lnSpc>
                          <a:spcPct val="100000"/>
                        </a:lnSpc>
                      </a:pPr>
                      <a:r>
                        <a:rPr sz="2650" dirty="0">
                          <a:latin typeface="Times New Roman"/>
                          <a:cs typeface="Times New Roman"/>
                        </a:rPr>
                        <a:t>0</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535149">
                <a:tc>
                  <a:txBody>
                    <a:bodyPr/>
                    <a:lstStyle/>
                    <a:p>
                      <a:pPr marR="44450" algn="ctr">
                        <a:lnSpc>
                          <a:spcPct val="100000"/>
                        </a:lnSpc>
                      </a:pPr>
                      <a:r>
                        <a:rPr sz="2650" dirty="0">
                          <a:latin typeface="Times New Roman"/>
                          <a:cs typeface="Times New Roman"/>
                        </a:rPr>
                        <a:t>4</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R="19050" algn="ctr">
                        <a:lnSpc>
                          <a:spcPct val="100000"/>
                        </a:lnSpc>
                      </a:pPr>
                      <a:r>
                        <a:rPr sz="2650" dirty="0">
                          <a:latin typeface="Times New Roman"/>
                          <a:cs typeface="Times New Roman"/>
                        </a:rPr>
                        <a:t>1</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R="50165" algn="ctr">
                        <a:lnSpc>
                          <a:spcPct val="100000"/>
                        </a:lnSpc>
                      </a:pPr>
                      <a:r>
                        <a:rPr sz="2650" dirty="0">
                          <a:latin typeface="Times New Roman"/>
                          <a:cs typeface="Times New Roman"/>
                        </a:rPr>
                        <a:t>1</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224154">
                        <a:lnSpc>
                          <a:spcPct val="100000"/>
                        </a:lnSpc>
                      </a:pPr>
                      <a:r>
                        <a:rPr sz="2650" dirty="0">
                          <a:latin typeface="Times New Roman"/>
                          <a:cs typeface="Times New Roman"/>
                        </a:rPr>
                        <a:t>0.2</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extLst>
                  <a:ext uri="{0D108BD9-81ED-4DB2-BD59-A6C34878D82A}">
                    <a16:rowId xmlns:a16="http://schemas.microsoft.com/office/drawing/2014/main" val="10003"/>
                  </a:ext>
                </a:extLst>
              </a:tr>
              <a:tr h="535137">
                <a:tc>
                  <a:txBody>
                    <a:bodyPr/>
                    <a:lstStyle/>
                    <a:p>
                      <a:pPr marR="37465" algn="ctr">
                        <a:lnSpc>
                          <a:spcPct val="100000"/>
                        </a:lnSpc>
                      </a:pPr>
                      <a:r>
                        <a:rPr sz="2650" dirty="0">
                          <a:latin typeface="Times New Roman"/>
                          <a:cs typeface="Times New Roman"/>
                        </a:rPr>
                        <a:t>5</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R="19050" algn="ctr">
                        <a:lnSpc>
                          <a:spcPct val="100000"/>
                        </a:lnSpc>
                      </a:pPr>
                      <a:r>
                        <a:rPr sz="2650" dirty="0">
                          <a:latin typeface="Times New Roman"/>
                          <a:cs typeface="Times New Roman"/>
                        </a:rPr>
                        <a:t>1</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R="50165" algn="ctr">
                        <a:lnSpc>
                          <a:spcPct val="100000"/>
                        </a:lnSpc>
                      </a:pPr>
                      <a:r>
                        <a:rPr sz="2650" dirty="0">
                          <a:latin typeface="Times New Roman"/>
                          <a:cs typeface="Times New Roman"/>
                        </a:rPr>
                        <a:t>1</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37795">
                        <a:lnSpc>
                          <a:spcPct val="100000"/>
                        </a:lnSpc>
                      </a:pPr>
                      <a:r>
                        <a:rPr sz="2650" dirty="0">
                          <a:latin typeface="Times New Roman"/>
                          <a:cs typeface="Times New Roman"/>
                        </a:rPr>
                        <a:t>0.36</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535140">
                <a:tc>
                  <a:txBody>
                    <a:bodyPr/>
                    <a:lstStyle/>
                    <a:p>
                      <a:pPr marR="57785" algn="ctr">
                        <a:lnSpc>
                          <a:spcPct val="100000"/>
                        </a:lnSpc>
                      </a:pPr>
                      <a:r>
                        <a:rPr sz="2650" dirty="0">
                          <a:latin typeface="Times New Roman"/>
                          <a:cs typeface="Times New Roman"/>
                        </a:rPr>
                        <a:t>6</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R="19050" algn="ctr">
                        <a:lnSpc>
                          <a:spcPct val="100000"/>
                        </a:lnSpc>
                      </a:pPr>
                      <a:r>
                        <a:rPr sz="2650" dirty="0">
                          <a:latin typeface="Times New Roman"/>
                          <a:cs typeface="Times New Roman"/>
                        </a:rPr>
                        <a:t>1</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R="50165" algn="ctr">
                        <a:lnSpc>
                          <a:spcPct val="100000"/>
                        </a:lnSpc>
                      </a:pPr>
                      <a:r>
                        <a:rPr sz="2650" dirty="0">
                          <a:latin typeface="Times New Roman"/>
                          <a:cs typeface="Times New Roman"/>
                        </a:rPr>
                        <a:t>1</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14935">
                        <a:lnSpc>
                          <a:spcPct val="100000"/>
                        </a:lnSpc>
                      </a:pPr>
                      <a:r>
                        <a:rPr sz="2650" dirty="0">
                          <a:latin typeface="Times New Roman"/>
                          <a:cs typeface="Times New Roman"/>
                        </a:rPr>
                        <a:t>0.49</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extLst>
                  <a:ext uri="{0D108BD9-81ED-4DB2-BD59-A6C34878D82A}">
                    <a16:rowId xmlns:a16="http://schemas.microsoft.com/office/drawing/2014/main" val="10005"/>
                  </a:ext>
                </a:extLst>
              </a:tr>
              <a:tr h="535137">
                <a:tc>
                  <a:txBody>
                    <a:bodyPr/>
                    <a:lstStyle/>
                    <a:p>
                      <a:pPr marR="57785" algn="ctr">
                        <a:lnSpc>
                          <a:spcPct val="100000"/>
                        </a:lnSpc>
                      </a:pPr>
                      <a:r>
                        <a:rPr sz="2650" dirty="0">
                          <a:latin typeface="Times New Roman"/>
                          <a:cs typeface="Times New Roman"/>
                        </a:rPr>
                        <a:t>7</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R="19050" algn="ctr">
                        <a:lnSpc>
                          <a:spcPct val="100000"/>
                        </a:lnSpc>
                      </a:pPr>
                      <a:r>
                        <a:rPr sz="2650" dirty="0">
                          <a:latin typeface="Times New Roman"/>
                          <a:cs typeface="Times New Roman"/>
                        </a:rPr>
                        <a:t>1</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R="50165" algn="ctr">
                        <a:lnSpc>
                          <a:spcPct val="100000"/>
                        </a:lnSpc>
                      </a:pPr>
                      <a:r>
                        <a:rPr sz="2650" dirty="0">
                          <a:latin typeface="Times New Roman"/>
                          <a:cs typeface="Times New Roman"/>
                        </a:rPr>
                        <a:t>1</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37795">
                        <a:lnSpc>
                          <a:spcPct val="100000"/>
                        </a:lnSpc>
                      </a:pPr>
                      <a:r>
                        <a:rPr sz="2650" dirty="0">
                          <a:latin typeface="Times New Roman"/>
                          <a:cs typeface="Times New Roman"/>
                        </a:rPr>
                        <a:t>0.59</a:t>
                      </a:r>
                      <a:endParaRPr sz="265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17975" y="96529"/>
            <a:ext cx="8963660" cy="6664959"/>
          </a:xfrm>
          <a:custGeom>
            <a:avLst/>
            <a:gdLst/>
            <a:ahLst/>
            <a:cxnLst/>
            <a:rect l="l" t="t" r="r" b="b"/>
            <a:pathLst>
              <a:path w="8963660" h="6664959">
                <a:moveTo>
                  <a:pt x="0" y="6664756"/>
                </a:moveTo>
                <a:lnTo>
                  <a:pt x="8963466" y="6664756"/>
                </a:lnTo>
                <a:lnTo>
                  <a:pt x="8963466" y="0"/>
                </a:lnTo>
                <a:lnTo>
                  <a:pt x="0" y="0"/>
                </a:lnTo>
                <a:lnTo>
                  <a:pt x="0" y="6664756"/>
                </a:lnTo>
                <a:close/>
              </a:path>
            </a:pathLst>
          </a:custGeom>
          <a:ln w="193039">
            <a:solidFill>
              <a:srgbClr val="E9ECED"/>
            </a:solidFill>
          </a:ln>
        </p:spPr>
        <p:txBody>
          <a:bodyPr wrap="square" lIns="0" tIns="0" rIns="0" bIns="0" rtlCol="0"/>
          <a:lstStyle/>
          <a:p>
            <a:endParaRPr/>
          </a:p>
        </p:txBody>
      </p:sp>
      <p:sp>
        <p:nvSpPr>
          <p:cNvPr id="3" name="object 3"/>
          <p:cNvSpPr/>
          <p:nvPr/>
        </p:nvSpPr>
        <p:spPr>
          <a:xfrm>
            <a:off x="2157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4" name="object 4"/>
          <p:cNvSpPr/>
          <p:nvPr/>
        </p:nvSpPr>
        <p:spPr>
          <a:xfrm>
            <a:off x="7795260" y="763837"/>
            <a:ext cx="2103493" cy="661194"/>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2362200" y="575263"/>
            <a:ext cx="10515600" cy="905286"/>
          </a:xfrm>
          <a:prstGeom prst="rect">
            <a:avLst/>
          </a:prstGeom>
        </p:spPr>
        <p:txBody>
          <a:bodyPr vert="horz" wrap="square" lIns="0" tIns="225971" rIns="0" bIns="0" rtlCol="0" anchor="ctr">
            <a:spAutoFit/>
          </a:bodyPr>
          <a:lstStyle/>
          <a:p>
            <a:pPr marL="163830">
              <a:lnSpc>
                <a:spcPct val="100000"/>
              </a:lnSpc>
            </a:pPr>
            <a:r>
              <a:rPr spc="-90" dirty="0">
                <a:latin typeface="Calibri"/>
                <a:cs typeface="Calibri"/>
              </a:rPr>
              <a:t>R</a:t>
            </a:r>
            <a:r>
              <a:rPr spc="-15" dirty="0">
                <a:latin typeface="Calibri"/>
                <a:cs typeface="Calibri"/>
              </a:rPr>
              <a:t>e</a:t>
            </a:r>
            <a:r>
              <a:rPr spc="-25" dirty="0">
                <a:latin typeface="Calibri"/>
                <a:cs typeface="Calibri"/>
              </a:rPr>
              <a:t>s</a:t>
            </a:r>
            <a:r>
              <a:rPr spc="-15" dirty="0">
                <a:latin typeface="Calibri"/>
                <a:cs typeface="Calibri"/>
              </a:rPr>
              <a:t>e</a:t>
            </a:r>
            <a:r>
              <a:rPr spc="15" dirty="0">
                <a:latin typeface="Calibri"/>
                <a:cs typeface="Calibri"/>
              </a:rPr>
              <a:t>r</a:t>
            </a:r>
            <a:r>
              <a:rPr spc="-60" dirty="0">
                <a:latin typeface="Calibri"/>
                <a:cs typeface="Calibri"/>
              </a:rPr>
              <a:t>v</a:t>
            </a:r>
            <a:r>
              <a:rPr spc="5" dirty="0">
                <a:latin typeface="Calibri"/>
                <a:cs typeface="Calibri"/>
              </a:rPr>
              <a:t>o</a:t>
            </a:r>
            <a:r>
              <a:rPr spc="-5" dirty="0">
                <a:latin typeface="Calibri"/>
                <a:cs typeface="Calibri"/>
              </a:rPr>
              <a:t>i</a:t>
            </a:r>
            <a:r>
              <a:rPr spc="-15" dirty="0">
                <a:latin typeface="Calibri"/>
                <a:cs typeface="Calibri"/>
              </a:rPr>
              <a:t>r</a:t>
            </a:r>
            <a:r>
              <a:rPr spc="-114" dirty="0">
                <a:latin typeface="Times New Roman"/>
                <a:cs typeface="Times New Roman"/>
              </a:rPr>
              <a:t> </a:t>
            </a:r>
            <a:r>
              <a:rPr spc="-40" dirty="0">
                <a:latin typeface="Calibri"/>
                <a:cs typeface="Calibri"/>
              </a:rPr>
              <a:t>M</a:t>
            </a:r>
            <a:r>
              <a:rPr spc="5" dirty="0">
                <a:latin typeface="Calibri"/>
                <a:cs typeface="Calibri"/>
              </a:rPr>
              <a:t>o</a:t>
            </a:r>
            <a:r>
              <a:rPr spc="-10" dirty="0">
                <a:latin typeface="Calibri"/>
                <a:cs typeface="Calibri"/>
              </a:rPr>
              <a:t>d</a:t>
            </a:r>
            <a:r>
              <a:rPr spc="5" dirty="0">
                <a:latin typeface="Calibri"/>
                <a:cs typeface="Calibri"/>
              </a:rPr>
              <a:t>e</a:t>
            </a:r>
            <a:r>
              <a:rPr dirty="0">
                <a:latin typeface="Calibri"/>
                <a:cs typeface="Calibri"/>
              </a:rPr>
              <a:t>l</a:t>
            </a:r>
            <a:r>
              <a:rPr spc="-95" dirty="0">
                <a:latin typeface="Times New Roman"/>
                <a:cs typeface="Times New Roman"/>
              </a:rPr>
              <a:t> </a:t>
            </a:r>
            <a:r>
              <a:rPr dirty="0">
                <a:latin typeface="Calibri"/>
                <a:cs typeface="Calibri"/>
              </a:rPr>
              <a:t>E</a:t>
            </a:r>
            <a:r>
              <a:rPr spc="-75" dirty="0">
                <a:latin typeface="Calibri"/>
                <a:cs typeface="Calibri"/>
              </a:rPr>
              <a:t>x</a:t>
            </a:r>
            <a:r>
              <a:rPr spc="-15" dirty="0">
                <a:latin typeface="Calibri"/>
                <a:cs typeface="Calibri"/>
              </a:rPr>
              <a:t>e</a:t>
            </a:r>
            <a:r>
              <a:rPr spc="-85" dirty="0">
                <a:latin typeface="Calibri"/>
                <a:cs typeface="Calibri"/>
              </a:rPr>
              <a:t>r</a:t>
            </a:r>
            <a:r>
              <a:rPr spc="-15" dirty="0">
                <a:latin typeface="Calibri"/>
                <a:cs typeface="Calibri"/>
              </a:rPr>
              <a:t>c</a:t>
            </a:r>
            <a:r>
              <a:rPr spc="-5" dirty="0">
                <a:latin typeface="Calibri"/>
                <a:cs typeface="Calibri"/>
              </a:rPr>
              <a:t>i</a:t>
            </a:r>
            <a:r>
              <a:rPr spc="-10" dirty="0">
                <a:latin typeface="Calibri"/>
                <a:cs typeface="Calibri"/>
              </a:rPr>
              <a:t>s</a:t>
            </a:r>
            <a:r>
              <a:rPr spc="-20" dirty="0">
                <a:latin typeface="Calibri"/>
                <a:cs typeface="Calibri"/>
              </a:rPr>
              <a:t>e</a:t>
            </a:r>
          </a:p>
        </p:txBody>
      </p:sp>
      <p:sp>
        <p:nvSpPr>
          <p:cNvPr id="6" name="object 6"/>
          <p:cNvSpPr txBox="1"/>
          <p:nvPr/>
        </p:nvSpPr>
        <p:spPr>
          <a:xfrm>
            <a:off x="2231391" y="2127257"/>
            <a:ext cx="7431405" cy="3583032"/>
          </a:xfrm>
          <a:prstGeom prst="rect">
            <a:avLst/>
          </a:prstGeom>
        </p:spPr>
        <p:txBody>
          <a:bodyPr vert="horz" wrap="square" lIns="0" tIns="0" rIns="0" bIns="0" rtlCol="0">
            <a:spAutoFit/>
          </a:bodyPr>
          <a:lstStyle/>
          <a:p>
            <a:pPr marL="241300" indent="-228600">
              <a:buClr>
                <a:srgbClr val="ADB3B8"/>
              </a:buClr>
              <a:buFont typeface="Arial"/>
              <a:buChar char="•"/>
              <a:tabLst>
                <a:tab pos="241300" algn="l"/>
              </a:tabLst>
            </a:pPr>
            <a:r>
              <a:rPr sz="2600" spc="-10" dirty="0">
                <a:latin typeface="Calibri"/>
                <a:cs typeface="Calibri"/>
              </a:rPr>
              <a:t>Ca</a:t>
            </a:r>
            <a:r>
              <a:rPr sz="2600" dirty="0">
                <a:latin typeface="Calibri"/>
                <a:cs typeface="Calibri"/>
              </a:rPr>
              <a:t>l</a:t>
            </a:r>
            <a:r>
              <a:rPr sz="2600" spc="-15" dirty="0">
                <a:latin typeface="Calibri"/>
                <a:cs typeface="Calibri"/>
              </a:rPr>
              <a:t>c</a:t>
            </a:r>
            <a:r>
              <a:rPr sz="2600" spc="-10" dirty="0">
                <a:latin typeface="Calibri"/>
                <a:cs typeface="Calibri"/>
              </a:rPr>
              <a:t>u</a:t>
            </a:r>
            <a:r>
              <a:rPr sz="2600" dirty="0">
                <a:latin typeface="Calibri"/>
                <a:cs typeface="Calibri"/>
              </a:rPr>
              <a:t>l</a:t>
            </a:r>
            <a:r>
              <a:rPr sz="2600" spc="-30" dirty="0">
                <a:latin typeface="Calibri"/>
                <a:cs typeface="Calibri"/>
              </a:rPr>
              <a:t>a</a:t>
            </a:r>
            <a:r>
              <a:rPr sz="2600" spc="-25" dirty="0">
                <a:latin typeface="Calibri"/>
                <a:cs typeface="Calibri"/>
              </a:rPr>
              <a:t>t</a:t>
            </a:r>
            <a:r>
              <a:rPr sz="2600" spc="-15" dirty="0">
                <a:latin typeface="Calibri"/>
                <a:cs typeface="Calibri"/>
              </a:rPr>
              <a:t>e</a:t>
            </a:r>
            <a:r>
              <a:rPr sz="2600" spc="-6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25" dirty="0">
                <a:latin typeface="Calibri"/>
                <a:cs typeface="Calibri"/>
              </a:rPr>
              <a:t>m</a:t>
            </a:r>
            <a:r>
              <a:rPr sz="2600" spc="5" dirty="0">
                <a:latin typeface="Calibri"/>
                <a:cs typeface="Calibri"/>
              </a:rPr>
              <a:t>o</a:t>
            </a:r>
            <a:r>
              <a:rPr sz="2600" spc="-25" dirty="0">
                <a:latin typeface="Calibri"/>
                <a:cs typeface="Calibri"/>
              </a:rPr>
              <a:t>d</a:t>
            </a:r>
            <a:r>
              <a:rPr sz="2600" spc="-10" dirty="0">
                <a:latin typeface="Calibri"/>
                <a:cs typeface="Calibri"/>
              </a:rPr>
              <a:t>e</a:t>
            </a:r>
            <a:r>
              <a:rPr sz="2600" dirty="0">
                <a:latin typeface="Calibri"/>
                <a:cs typeface="Calibri"/>
              </a:rPr>
              <a:t>l</a:t>
            </a:r>
            <a:r>
              <a:rPr sz="2600" spc="-90"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e</a:t>
            </a:r>
            <a:r>
              <a:rPr sz="2600" spc="-15" dirty="0">
                <a:latin typeface="Calibri"/>
                <a:cs typeface="Calibri"/>
              </a:rPr>
              <a:t>f</a:t>
            </a:r>
            <a:r>
              <a:rPr sz="2600" spc="5" dirty="0">
                <a:latin typeface="Calibri"/>
                <a:cs typeface="Calibri"/>
              </a:rPr>
              <a:t>f</a:t>
            </a:r>
            <a:r>
              <a:rPr sz="2600" dirty="0">
                <a:latin typeface="Calibri"/>
                <a:cs typeface="Calibri"/>
              </a:rPr>
              <a:t>i</a:t>
            </a:r>
            <a:r>
              <a:rPr sz="2600" spc="-15" dirty="0">
                <a:latin typeface="Calibri"/>
                <a:cs typeface="Calibri"/>
              </a:rPr>
              <a:t>c</a:t>
            </a:r>
            <a:r>
              <a:rPr sz="2600" dirty="0">
                <a:latin typeface="Calibri"/>
                <a:cs typeface="Calibri"/>
              </a:rPr>
              <a:t>i</a:t>
            </a:r>
            <a:r>
              <a:rPr sz="2600" spc="-10" dirty="0">
                <a:latin typeface="Calibri"/>
                <a:cs typeface="Calibri"/>
              </a:rPr>
              <a:t>e</a:t>
            </a:r>
            <a:r>
              <a:rPr sz="2600" spc="-30" dirty="0">
                <a:latin typeface="Calibri"/>
                <a:cs typeface="Calibri"/>
              </a:rPr>
              <a:t>n</a:t>
            </a:r>
            <a:r>
              <a:rPr sz="2600" spc="-5" dirty="0">
                <a:latin typeface="Calibri"/>
                <a:cs typeface="Calibri"/>
              </a:rPr>
              <a:t>t</a:t>
            </a:r>
            <a:r>
              <a:rPr sz="2600" dirty="0">
                <a:latin typeface="Calibri"/>
                <a:cs typeface="Calibri"/>
              </a:rPr>
              <a:t>s</a:t>
            </a:r>
            <a:r>
              <a:rPr sz="2600" spc="-90" dirty="0">
                <a:latin typeface="Times New Roman"/>
                <a:cs typeface="Times New Roman"/>
              </a:rPr>
              <a:t> </a:t>
            </a:r>
            <a:r>
              <a:rPr sz="2600" spc="5" dirty="0">
                <a:latin typeface="Calibri"/>
                <a:cs typeface="Calibri"/>
              </a:rPr>
              <a:t>f</a:t>
            </a:r>
            <a:r>
              <a:rPr sz="2600" spc="-60" dirty="0">
                <a:latin typeface="Calibri"/>
                <a:cs typeface="Calibri"/>
              </a:rPr>
              <a:t>r</a:t>
            </a:r>
            <a:r>
              <a:rPr sz="2600" spc="5" dirty="0">
                <a:latin typeface="Calibri"/>
                <a:cs typeface="Calibri"/>
              </a:rPr>
              <a:t>o</a:t>
            </a:r>
            <a:r>
              <a:rPr sz="2600" spc="-25" dirty="0">
                <a:latin typeface="Calibri"/>
                <a:cs typeface="Calibri"/>
              </a:rPr>
              <a:t>m</a:t>
            </a:r>
            <a:r>
              <a:rPr sz="2600" spc="-11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85" dirty="0">
                <a:latin typeface="Times New Roman"/>
                <a:cs typeface="Times New Roman"/>
              </a:rPr>
              <a:t> </a:t>
            </a:r>
            <a:r>
              <a:rPr sz="2600" spc="-10" dirty="0">
                <a:latin typeface="Calibri"/>
                <a:cs typeface="Calibri"/>
              </a:rPr>
              <a:t>d</a:t>
            </a:r>
            <a:r>
              <a:rPr sz="2600" spc="-30" dirty="0">
                <a:latin typeface="Calibri"/>
                <a:cs typeface="Calibri"/>
              </a:rPr>
              <a:t>a</a:t>
            </a:r>
            <a:r>
              <a:rPr sz="2600" spc="-45" dirty="0">
                <a:latin typeface="Calibri"/>
                <a:cs typeface="Calibri"/>
              </a:rPr>
              <a:t>t</a:t>
            </a:r>
            <a:r>
              <a:rPr sz="2600" dirty="0">
                <a:latin typeface="Calibri"/>
                <a:cs typeface="Calibri"/>
              </a:rPr>
              <a:t>a</a:t>
            </a:r>
            <a:r>
              <a:rPr sz="2600" spc="-40" dirty="0">
                <a:latin typeface="Times New Roman"/>
                <a:cs typeface="Times New Roman"/>
              </a:rPr>
              <a:t> </a:t>
            </a:r>
            <a:r>
              <a:rPr sz="2600" spc="-10" dirty="0">
                <a:latin typeface="Calibri"/>
                <a:cs typeface="Calibri"/>
              </a:rPr>
              <a:t>ab</a:t>
            </a:r>
            <a:r>
              <a:rPr sz="2600" spc="-15" dirty="0">
                <a:latin typeface="Calibri"/>
                <a:cs typeface="Calibri"/>
              </a:rPr>
              <a:t>o</a:t>
            </a:r>
            <a:r>
              <a:rPr sz="2600" spc="-30" dirty="0">
                <a:latin typeface="Calibri"/>
                <a:cs typeface="Calibri"/>
              </a:rPr>
              <a:t>v</a:t>
            </a:r>
            <a:r>
              <a:rPr sz="2600" spc="-15" dirty="0">
                <a:latin typeface="Calibri"/>
                <a:cs typeface="Calibri"/>
              </a:rPr>
              <a:t>e</a:t>
            </a:r>
            <a:endParaRPr sz="2600" dirty="0">
              <a:latin typeface="Calibri"/>
              <a:cs typeface="Calibri"/>
            </a:endParaRPr>
          </a:p>
          <a:p>
            <a:pPr marL="241300" marR="95885" indent="-228600">
              <a:lnSpc>
                <a:spcPts val="2800"/>
              </a:lnSpc>
              <a:spcBef>
                <a:spcPts val="1060"/>
              </a:spcBef>
              <a:buClr>
                <a:srgbClr val="ADB3B8"/>
              </a:buClr>
              <a:buFont typeface="Arial"/>
              <a:buChar char="•"/>
              <a:tabLst>
                <a:tab pos="241300" algn="l"/>
              </a:tabLst>
            </a:pPr>
            <a:r>
              <a:rPr sz="2600" spc="-10" dirty="0">
                <a:latin typeface="Calibri"/>
                <a:cs typeface="Calibri"/>
              </a:rPr>
              <a:t>Th</a:t>
            </a:r>
            <a:r>
              <a:rPr sz="2600" spc="5" dirty="0">
                <a:latin typeface="Calibri"/>
                <a:cs typeface="Calibri"/>
              </a:rPr>
              <a:t>e</a:t>
            </a:r>
            <a:r>
              <a:rPr sz="2600" dirty="0">
                <a:latin typeface="Calibri"/>
                <a:cs typeface="Calibri"/>
              </a:rPr>
              <a:t>s</a:t>
            </a:r>
            <a:r>
              <a:rPr sz="2600" spc="-15" dirty="0">
                <a:latin typeface="Calibri"/>
                <a:cs typeface="Calibri"/>
              </a:rPr>
              <a:t>e</a:t>
            </a:r>
            <a:r>
              <a:rPr sz="2600" spc="-85" dirty="0">
                <a:latin typeface="Times New Roman"/>
                <a:cs typeface="Times New Roman"/>
              </a:rPr>
              <a:t> </a:t>
            </a:r>
            <a:r>
              <a:rPr sz="2600" spc="-25" dirty="0">
                <a:latin typeface="Calibri"/>
                <a:cs typeface="Calibri"/>
              </a:rPr>
              <a:t>a</a:t>
            </a:r>
            <a:r>
              <a:rPr sz="2600" spc="-60" dirty="0">
                <a:latin typeface="Calibri"/>
                <a:cs typeface="Calibri"/>
              </a:rPr>
              <a:t>r</a:t>
            </a:r>
            <a:r>
              <a:rPr sz="2600" spc="-15" dirty="0">
                <a:latin typeface="Calibri"/>
                <a:cs typeface="Calibri"/>
              </a:rPr>
              <a:t>e</a:t>
            </a:r>
            <a:r>
              <a:rPr sz="2600" spc="-45" dirty="0">
                <a:latin typeface="Times New Roman"/>
                <a:cs typeface="Times New Roman"/>
              </a:rPr>
              <a:t> </a:t>
            </a:r>
            <a:r>
              <a:rPr sz="2600" dirty="0">
                <a:latin typeface="Calibri"/>
                <a:cs typeface="Calibri"/>
              </a:rPr>
              <a:t>si</a:t>
            </a:r>
            <a:r>
              <a:rPr sz="2600" spc="-25" dirty="0">
                <a:latin typeface="Calibri"/>
                <a:cs typeface="Calibri"/>
              </a:rPr>
              <a:t>m</a:t>
            </a:r>
            <a:r>
              <a:rPr sz="2600" spc="-10" dirty="0">
                <a:latin typeface="Calibri"/>
                <a:cs typeface="Calibri"/>
              </a:rPr>
              <a:t>u</a:t>
            </a:r>
            <a:r>
              <a:rPr sz="2600" dirty="0">
                <a:latin typeface="Calibri"/>
                <a:cs typeface="Calibri"/>
              </a:rPr>
              <a:t>l</a:t>
            </a:r>
            <a:r>
              <a:rPr sz="2600" spc="-30" dirty="0">
                <a:latin typeface="Calibri"/>
                <a:cs typeface="Calibri"/>
              </a:rPr>
              <a:t>a</a:t>
            </a:r>
            <a:r>
              <a:rPr sz="2600" spc="-25" dirty="0">
                <a:latin typeface="Calibri"/>
                <a:cs typeface="Calibri"/>
              </a:rPr>
              <a:t>t</a:t>
            </a:r>
            <a:r>
              <a:rPr sz="2600" spc="-10" dirty="0">
                <a:latin typeface="Calibri"/>
                <a:cs typeface="Calibri"/>
              </a:rPr>
              <a:t>e</a:t>
            </a:r>
            <a:r>
              <a:rPr sz="2600" dirty="0">
                <a:latin typeface="Calibri"/>
                <a:cs typeface="Calibri"/>
              </a:rPr>
              <a:t>d</a:t>
            </a:r>
            <a:r>
              <a:rPr sz="2600" spc="-100" dirty="0">
                <a:latin typeface="Times New Roman"/>
                <a:cs typeface="Times New Roman"/>
              </a:rPr>
              <a:t> </a:t>
            </a:r>
            <a:r>
              <a:rPr sz="2600" spc="-10" dirty="0">
                <a:latin typeface="Calibri"/>
                <a:cs typeface="Calibri"/>
              </a:rPr>
              <a:t>d</a:t>
            </a:r>
            <a:r>
              <a:rPr sz="2600" spc="-30" dirty="0">
                <a:latin typeface="Calibri"/>
                <a:cs typeface="Calibri"/>
              </a:rPr>
              <a:t>a</a:t>
            </a:r>
            <a:r>
              <a:rPr sz="2600" spc="-45" dirty="0">
                <a:latin typeface="Calibri"/>
                <a:cs typeface="Calibri"/>
              </a:rPr>
              <a:t>t</a:t>
            </a:r>
            <a:r>
              <a:rPr sz="2600" spc="-25" dirty="0">
                <a:latin typeface="Calibri"/>
                <a:cs typeface="Calibri"/>
              </a:rPr>
              <a:t>a</a:t>
            </a:r>
            <a:r>
              <a:rPr sz="2600" spc="-10" dirty="0">
                <a:latin typeface="Calibri"/>
                <a:cs typeface="Calibri"/>
              </a:rPr>
              <a:t>,</a:t>
            </a:r>
            <a:r>
              <a:rPr sz="2600" spc="-40" dirty="0">
                <a:latin typeface="Times New Roman"/>
                <a:cs typeface="Times New Roman"/>
              </a:rPr>
              <a:t> </a:t>
            </a:r>
            <a:r>
              <a:rPr sz="2600" spc="-10" dirty="0">
                <a:latin typeface="Calibri"/>
                <a:cs typeface="Calibri"/>
              </a:rPr>
              <a:t>an</a:t>
            </a:r>
            <a:r>
              <a:rPr sz="2600" dirty="0">
                <a:latin typeface="Calibri"/>
                <a:cs typeface="Calibri"/>
              </a:rPr>
              <a:t>d</a:t>
            </a:r>
            <a:r>
              <a:rPr sz="2600" spc="-60"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25" dirty="0">
                <a:latin typeface="Calibri"/>
                <a:cs typeface="Calibri"/>
              </a:rPr>
              <a:t>m</a:t>
            </a:r>
            <a:r>
              <a:rPr sz="2600" spc="5" dirty="0">
                <a:latin typeface="Calibri"/>
                <a:cs typeface="Calibri"/>
              </a:rPr>
              <a:t>o</a:t>
            </a:r>
            <a:r>
              <a:rPr sz="2600" spc="-25" dirty="0">
                <a:latin typeface="Calibri"/>
                <a:cs typeface="Calibri"/>
              </a:rPr>
              <a:t>d</a:t>
            </a:r>
            <a:r>
              <a:rPr sz="2600" spc="-10" dirty="0">
                <a:latin typeface="Calibri"/>
                <a:cs typeface="Calibri"/>
              </a:rPr>
              <a:t>e</a:t>
            </a:r>
            <a:r>
              <a:rPr sz="2600" dirty="0">
                <a:latin typeface="Calibri"/>
                <a:cs typeface="Calibri"/>
              </a:rPr>
              <a:t>l</a:t>
            </a:r>
            <a:r>
              <a:rPr sz="2600" spc="-90" dirty="0">
                <a:latin typeface="Times New Roman"/>
                <a:cs typeface="Times New Roman"/>
              </a:rPr>
              <a:t> </a:t>
            </a:r>
            <a:r>
              <a:rPr sz="2600" spc="-35" dirty="0">
                <a:latin typeface="Calibri"/>
                <a:cs typeface="Calibri"/>
              </a:rPr>
              <a:t>c</a:t>
            </a:r>
            <a:r>
              <a:rPr sz="2600" spc="5" dirty="0">
                <a:latin typeface="Calibri"/>
                <a:cs typeface="Calibri"/>
              </a:rPr>
              <a:t>o</a:t>
            </a:r>
            <a:r>
              <a:rPr sz="2600" spc="-30" dirty="0">
                <a:latin typeface="Calibri"/>
                <a:cs typeface="Calibri"/>
              </a:rPr>
              <a:t>e</a:t>
            </a:r>
            <a:r>
              <a:rPr sz="2600" spc="-15" dirty="0">
                <a:latin typeface="Calibri"/>
                <a:cs typeface="Calibri"/>
              </a:rPr>
              <a:t>f</a:t>
            </a:r>
            <a:r>
              <a:rPr sz="2600" spc="5" dirty="0">
                <a:latin typeface="Calibri"/>
                <a:cs typeface="Calibri"/>
              </a:rPr>
              <a:t>f</a:t>
            </a:r>
            <a:r>
              <a:rPr sz="2600" dirty="0">
                <a:latin typeface="Calibri"/>
                <a:cs typeface="Calibri"/>
              </a:rPr>
              <a:t>i</a:t>
            </a:r>
            <a:r>
              <a:rPr sz="2600" spc="-15" dirty="0">
                <a:latin typeface="Calibri"/>
                <a:cs typeface="Calibri"/>
              </a:rPr>
              <a:t>c</a:t>
            </a:r>
            <a:r>
              <a:rPr sz="2600" dirty="0">
                <a:latin typeface="Calibri"/>
                <a:cs typeface="Calibri"/>
              </a:rPr>
              <a:t>i</a:t>
            </a:r>
            <a:r>
              <a:rPr sz="2600" spc="-10" dirty="0">
                <a:latin typeface="Calibri"/>
                <a:cs typeface="Calibri"/>
              </a:rPr>
              <a:t>e</a:t>
            </a:r>
            <a:r>
              <a:rPr sz="2600" spc="-30" dirty="0">
                <a:latin typeface="Calibri"/>
                <a:cs typeface="Calibri"/>
              </a:rPr>
              <a:t>n</a:t>
            </a:r>
            <a:r>
              <a:rPr sz="2600" spc="-5" dirty="0">
                <a:latin typeface="Calibri"/>
                <a:cs typeface="Calibri"/>
              </a:rPr>
              <a:t>t</a:t>
            </a:r>
            <a:r>
              <a:rPr sz="2600" dirty="0">
                <a:latin typeface="Calibri"/>
                <a:cs typeface="Calibri"/>
              </a:rPr>
              <a:t>s</a:t>
            </a:r>
            <a:r>
              <a:rPr sz="2600" dirty="0">
                <a:latin typeface="Times New Roman"/>
                <a:cs typeface="Times New Roman"/>
              </a:rPr>
              <a:t> </a:t>
            </a:r>
            <a:r>
              <a:rPr sz="2600" spc="-10" dirty="0">
                <a:latin typeface="Calibri"/>
                <a:cs typeface="Calibri"/>
              </a:rPr>
              <a:t>a</a:t>
            </a:r>
            <a:r>
              <a:rPr sz="2600" spc="-60" dirty="0">
                <a:latin typeface="Calibri"/>
                <a:cs typeface="Calibri"/>
              </a:rPr>
              <a:t>r</a:t>
            </a:r>
            <a:r>
              <a:rPr sz="2600" spc="-15" dirty="0">
                <a:latin typeface="Calibri"/>
                <a:cs typeface="Calibri"/>
              </a:rPr>
              <a:t>e</a:t>
            </a:r>
            <a:r>
              <a:rPr sz="2600" spc="-45" dirty="0">
                <a:latin typeface="Times New Roman"/>
                <a:cs typeface="Times New Roman"/>
              </a:rPr>
              <a:t> </a:t>
            </a:r>
            <a:r>
              <a:rPr sz="2600" spc="-50" dirty="0">
                <a:latin typeface="Calibri"/>
                <a:cs typeface="Calibri"/>
              </a:rPr>
              <a:t>ex</a:t>
            </a:r>
            <a:r>
              <a:rPr sz="2600" spc="-10" dirty="0">
                <a:latin typeface="Calibri"/>
                <a:cs typeface="Calibri"/>
              </a:rPr>
              <a:t>a</a:t>
            </a:r>
            <a:r>
              <a:rPr sz="2600" spc="-15" dirty="0">
                <a:latin typeface="Calibri"/>
                <a:cs typeface="Calibri"/>
              </a:rPr>
              <a:t>c</a:t>
            </a:r>
            <a:r>
              <a:rPr sz="2600" spc="-5" dirty="0">
                <a:latin typeface="Calibri"/>
                <a:cs typeface="Calibri"/>
              </a:rPr>
              <a:t>t</a:t>
            </a:r>
            <a:r>
              <a:rPr sz="2600" dirty="0">
                <a:latin typeface="Calibri"/>
                <a:cs typeface="Calibri"/>
              </a:rPr>
              <a:t>l</a:t>
            </a:r>
            <a:r>
              <a:rPr sz="2600" spc="-15" dirty="0">
                <a:latin typeface="Calibri"/>
                <a:cs typeface="Calibri"/>
              </a:rPr>
              <a:t>y</a:t>
            </a:r>
            <a:r>
              <a:rPr sz="2600" spc="-70" dirty="0">
                <a:latin typeface="Times New Roman"/>
                <a:cs typeface="Times New Roman"/>
              </a:rPr>
              <a:t> </a:t>
            </a:r>
            <a:r>
              <a:rPr sz="2600" spc="-20" dirty="0">
                <a:latin typeface="Calibri"/>
                <a:cs typeface="Calibri"/>
              </a:rPr>
              <a:t>k</a:t>
            </a:r>
            <a:r>
              <a:rPr sz="2600" spc="-10" dirty="0">
                <a:latin typeface="Calibri"/>
                <a:cs typeface="Calibri"/>
              </a:rPr>
              <a:t>n</a:t>
            </a:r>
            <a:r>
              <a:rPr sz="2600" spc="-15" dirty="0">
                <a:latin typeface="Calibri"/>
                <a:cs typeface="Calibri"/>
              </a:rPr>
              <a:t>o</a:t>
            </a:r>
            <a:r>
              <a:rPr sz="2600" spc="-20" dirty="0">
                <a:latin typeface="Calibri"/>
                <a:cs typeface="Calibri"/>
              </a:rPr>
              <a:t>w</a:t>
            </a:r>
            <a:r>
              <a:rPr sz="2600" dirty="0">
                <a:latin typeface="Calibri"/>
                <a:cs typeface="Calibri"/>
              </a:rPr>
              <a:t>n</a:t>
            </a:r>
            <a:r>
              <a:rPr sz="2600" spc="-10" dirty="0">
                <a:latin typeface="Calibri"/>
                <a:cs typeface="Calibri"/>
              </a:rPr>
              <a:t>:</a:t>
            </a:r>
            <a:endParaRPr sz="2600" dirty="0">
              <a:latin typeface="Calibri"/>
              <a:cs typeface="Calibri"/>
            </a:endParaRPr>
          </a:p>
          <a:p>
            <a:pPr marL="1676400">
              <a:spcBef>
                <a:spcPts val="2310"/>
              </a:spcBef>
            </a:pPr>
            <a:r>
              <a:rPr sz="2650" i="1" spc="80" dirty="0">
                <a:latin typeface="Times New Roman"/>
                <a:cs typeface="Times New Roman"/>
              </a:rPr>
              <a:t>y</a:t>
            </a:r>
            <a:r>
              <a:rPr sz="2650" spc="55" dirty="0">
                <a:latin typeface="Times New Roman"/>
                <a:cs typeface="Times New Roman"/>
              </a:rPr>
              <a:t>(</a:t>
            </a:r>
            <a:r>
              <a:rPr sz="2650" i="1" spc="200" dirty="0">
                <a:latin typeface="Times New Roman"/>
                <a:cs typeface="Times New Roman"/>
              </a:rPr>
              <a:t>k</a:t>
            </a:r>
            <a:r>
              <a:rPr sz="2650" spc="-10" dirty="0">
                <a:latin typeface="Times New Roman"/>
                <a:cs typeface="Times New Roman"/>
              </a:rPr>
              <a:t>)</a:t>
            </a:r>
            <a:r>
              <a:rPr sz="2650" spc="-15" dirty="0">
                <a:latin typeface="Times New Roman"/>
                <a:cs typeface="Times New Roman"/>
              </a:rPr>
              <a:t> </a:t>
            </a:r>
            <a:r>
              <a:rPr sz="2650" spc="-15" dirty="0">
                <a:latin typeface="Symbol"/>
                <a:cs typeface="Symbol"/>
              </a:rPr>
              <a:t></a:t>
            </a:r>
            <a:r>
              <a:rPr sz="2650" spc="-50" dirty="0">
                <a:latin typeface="Times New Roman"/>
                <a:cs typeface="Times New Roman"/>
              </a:rPr>
              <a:t> </a:t>
            </a:r>
            <a:r>
              <a:rPr sz="2650" spc="-15" dirty="0">
                <a:latin typeface="Times New Roman"/>
                <a:cs typeface="Times New Roman"/>
              </a:rPr>
              <a:t>0.8</a:t>
            </a:r>
            <a:r>
              <a:rPr sz="2650" spc="-415" dirty="0">
                <a:latin typeface="Times New Roman"/>
                <a:cs typeface="Times New Roman"/>
              </a:rPr>
              <a:t> </a:t>
            </a:r>
            <a:r>
              <a:rPr sz="2650" i="1" spc="75" dirty="0">
                <a:latin typeface="Times New Roman"/>
                <a:cs typeface="Times New Roman"/>
              </a:rPr>
              <a:t>y</a:t>
            </a:r>
            <a:r>
              <a:rPr sz="2650" spc="55" dirty="0">
                <a:latin typeface="Times New Roman"/>
                <a:cs typeface="Times New Roman"/>
              </a:rPr>
              <a:t>(</a:t>
            </a:r>
            <a:r>
              <a:rPr sz="2650" i="1" spc="-25" dirty="0">
                <a:latin typeface="Times New Roman"/>
                <a:cs typeface="Times New Roman"/>
              </a:rPr>
              <a:t>k</a:t>
            </a:r>
            <a:r>
              <a:rPr sz="2650" i="1" spc="-10" dirty="0">
                <a:latin typeface="Times New Roman"/>
                <a:cs typeface="Times New Roman"/>
              </a:rPr>
              <a:t> </a:t>
            </a:r>
            <a:r>
              <a:rPr sz="2650" spc="150" dirty="0">
                <a:latin typeface="Symbol"/>
                <a:cs typeface="Symbol"/>
              </a:rPr>
              <a:t></a:t>
            </a:r>
            <a:r>
              <a:rPr sz="2650" spc="-220" dirty="0">
                <a:latin typeface="Times New Roman"/>
                <a:cs typeface="Times New Roman"/>
              </a:rPr>
              <a:t>1</a:t>
            </a:r>
            <a:r>
              <a:rPr sz="2650" spc="-10" dirty="0">
                <a:latin typeface="Times New Roman"/>
                <a:cs typeface="Times New Roman"/>
              </a:rPr>
              <a:t>)</a:t>
            </a:r>
            <a:r>
              <a:rPr sz="2650" spc="-210" dirty="0">
                <a:latin typeface="Times New Roman"/>
                <a:cs typeface="Times New Roman"/>
              </a:rPr>
              <a:t> </a:t>
            </a:r>
            <a:r>
              <a:rPr sz="2650" spc="-15" dirty="0">
                <a:latin typeface="Symbol"/>
                <a:cs typeface="Symbol"/>
              </a:rPr>
              <a:t></a:t>
            </a:r>
            <a:r>
              <a:rPr sz="2650" spc="-204" dirty="0">
                <a:latin typeface="Times New Roman"/>
                <a:cs typeface="Times New Roman"/>
              </a:rPr>
              <a:t> </a:t>
            </a:r>
            <a:r>
              <a:rPr sz="2650" spc="-10" dirty="0">
                <a:latin typeface="Times New Roman"/>
                <a:cs typeface="Times New Roman"/>
              </a:rPr>
              <a:t>0.</a:t>
            </a:r>
            <a:r>
              <a:rPr sz="2650" spc="-55" dirty="0">
                <a:latin typeface="Times New Roman"/>
                <a:cs typeface="Times New Roman"/>
              </a:rPr>
              <a:t>2</a:t>
            </a:r>
            <a:r>
              <a:rPr sz="2650" i="1" spc="100" dirty="0">
                <a:latin typeface="Times New Roman"/>
                <a:cs typeface="Times New Roman"/>
              </a:rPr>
              <a:t>u</a:t>
            </a:r>
            <a:r>
              <a:rPr sz="2650" spc="55" dirty="0">
                <a:latin typeface="Times New Roman"/>
                <a:cs typeface="Times New Roman"/>
              </a:rPr>
              <a:t>(</a:t>
            </a:r>
            <a:r>
              <a:rPr sz="2650" i="1" spc="-25" dirty="0">
                <a:latin typeface="Times New Roman"/>
                <a:cs typeface="Times New Roman"/>
              </a:rPr>
              <a:t>k</a:t>
            </a:r>
            <a:r>
              <a:rPr sz="2650" i="1" spc="-10" dirty="0">
                <a:latin typeface="Times New Roman"/>
                <a:cs typeface="Times New Roman"/>
              </a:rPr>
              <a:t> </a:t>
            </a:r>
            <a:r>
              <a:rPr sz="2650" spc="150" dirty="0">
                <a:latin typeface="Symbol"/>
                <a:cs typeface="Symbol"/>
              </a:rPr>
              <a:t></a:t>
            </a:r>
            <a:r>
              <a:rPr sz="2650" spc="-220" dirty="0">
                <a:latin typeface="Times New Roman"/>
                <a:cs typeface="Times New Roman"/>
              </a:rPr>
              <a:t>1</a:t>
            </a:r>
            <a:r>
              <a:rPr sz="2650" spc="-10" dirty="0">
                <a:latin typeface="Times New Roman"/>
                <a:cs typeface="Times New Roman"/>
              </a:rPr>
              <a:t>)</a:t>
            </a:r>
            <a:endParaRPr sz="2650" dirty="0">
              <a:latin typeface="Times New Roman"/>
              <a:cs typeface="Times New Roman"/>
            </a:endParaRPr>
          </a:p>
          <a:p>
            <a:pPr>
              <a:spcBef>
                <a:spcPts val="6"/>
              </a:spcBef>
            </a:pPr>
            <a:endParaRPr sz="2700" dirty="0">
              <a:latin typeface="Times New Roman"/>
              <a:cs typeface="Times New Roman"/>
            </a:endParaRPr>
          </a:p>
          <a:p>
            <a:pPr marL="241300" marR="101600" indent="-228600">
              <a:lnSpc>
                <a:spcPts val="2820"/>
              </a:lnSpc>
              <a:buClr>
                <a:srgbClr val="ADB3B8"/>
              </a:buClr>
              <a:buFont typeface="Arial"/>
              <a:buChar char="•"/>
              <a:tabLst>
                <a:tab pos="241300" algn="l"/>
              </a:tabLst>
            </a:pPr>
            <a:r>
              <a:rPr sz="2600" dirty="0">
                <a:latin typeface="Calibri"/>
                <a:cs typeface="Calibri"/>
              </a:rPr>
              <a:t>H</a:t>
            </a:r>
            <a:r>
              <a:rPr sz="2600" spc="-10" dirty="0">
                <a:latin typeface="Calibri"/>
                <a:cs typeface="Calibri"/>
              </a:rPr>
              <a:t>en</a:t>
            </a:r>
            <a:r>
              <a:rPr sz="2600" spc="-15" dirty="0">
                <a:latin typeface="Calibri"/>
                <a:cs typeface="Calibri"/>
              </a:rPr>
              <a:t>ce</a:t>
            </a:r>
            <a:r>
              <a:rPr sz="2600" spc="-65" dirty="0">
                <a:latin typeface="Times New Roman"/>
                <a:cs typeface="Times New Roman"/>
              </a:rPr>
              <a:t> </a:t>
            </a:r>
            <a:r>
              <a:rPr sz="2600" spc="-5" dirty="0">
                <a:latin typeface="Calibri"/>
                <a:cs typeface="Calibri"/>
              </a:rPr>
              <a:t>t</a:t>
            </a:r>
            <a:r>
              <a:rPr sz="2600" spc="-10" dirty="0">
                <a:latin typeface="Calibri"/>
                <a:cs typeface="Calibri"/>
              </a:rPr>
              <a:t>h</a:t>
            </a:r>
            <a:r>
              <a:rPr sz="2600" dirty="0">
                <a:latin typeface="Calibri"/>
                <a:cs typeface="Calibri"/>
              </a:rPr>
              <a:t>is</a:t>
            </a:r>
            <a:r>
              <a:rPr sz="2600" spc="-90" dirty="0">
                <a:latin typeface="Times New Roman"/>
                <a:cs typeface="Times New Roman"/>
              </a:rPr>
              <a:t> </a:t>
            </a:r>
            <a:r>
              <a:rPr sz="2600" spc="-50" dirty="0">
                <a:latin typeface="Calibri"/>
                <a:cs typeface="Calibri"/>
              </a:rPr>
              <a:t>e</a:t>
            </a:r>
            <a:r>
              <a:rPr sz="2600" spc="-70" dirty="0">
                <a:latin typeface="Calibri"/>
                <a:cs typeface="Calibri"/>
              </a:rPr>
              <a:t>x</a:t>
            </a:r>
            <a:r>
              <a:rPr sz="2600" spc="-10" dirty="0">
                <a:latin typeface="Calibri"/>
                <a:cs typeface="Calibri"/>
              </a:rPr>
              <a:t>e</a:t>
            </a:r>
            <a:r>
              <a:rPr sz="2600" spc="-60" dirty="0">
                <a:latin typeface="Calibri"/>
                <a:cs typeface="Calibri"/>
              </a:rPr>
              <a:t>r</a:t>
            </a:r>
            <a:r>
              <a:rPr sz="2600" spc="-15" dirty="0">
                <a:latin typeface="Calibri"/>
                <a:cs typeface="Calibri"/>
              </a:rPr>
              <a:t>c</a:t>
            </a:r>
            <a:r>
              <a:rPr sz="2600" dirty="0">
                <a:latin typeface="Calibri"/>
                <a:cs typeface="Calibri"/>
              </a:rPr>
              <a:t>i</a:t>
            </a:r>
            <a:r>
              <a:rPr sz="2600" spc="-15" dirty="0">
                <a:latin typeface="Calibri"/>
                <a:cs typeface="Calibri"/>
              </a:rPr>
              <a:t>se</a:t>
            </a:r>
            <a:r>
              <a:rPr sz="2600" spc="-85" dirty="0">
                <a:latin typeface="Times New Roman"/>
                <a:cs typeface="Times New Roman"/>
              </a:rPr>
              <a:t> </a:t>
            </a:r>
            <a:r>
              <a:rPr sz="2600" dirty="0">
                <a:latin typeface="Calibri"/>
                <a:cs typeface="Calibri"/>
              </a:rPr>
              <a:t>is</a:t>
            </a:r>
            <a:r>
              <a:rPr sz="2600" spc="-70" dirty="0">
                <a:latin typeface="Times New Roman"/>
                <a:cs typeface="Times New Roman"/>
              </a:rPr>
              <a:t> </a:t>
            </a:r>
            <a:r>
              <a:rPr sz="2600" dirty="0">
                <a:latin typeface="Calibri"/>
                <a:cs typeface="Calibri"/>
              </a:rPr>
              <a:t>sim</a:t>
            </a:r>
            <a:r>
              <a:rPr sz="2600" spc="-10" dirty="0">
                <a:latin typeface="Calibri"/>
                <a:cs typeface="Calibri"/>
              </a:rPr>
              <a:t>p</a:t>
            </a:r>
            <a:r>
              <a:rPr sz="2600" dirty="0">
                <a:latin typeface="Calibri"/>
                <a:cs typeface="Calibri"/>
              </a:rPr>
              <a:t>l</a:t>
            </a:r>
            <a:r>
              <a:rPr sz="2600" spc="-15" dirty="0">
                <a:latin typeface="Calibri"/>
                <a:cs typeface="Calibri"/>
              </a:rPr>
              <a:t>y</a:t>
            </a:r>
            <a:r>
              <a:rPr sz="2600" spc="-70" dirty="0">
                <a:latin typeface="Times New Roman"/>
                <a:cs typeface="Times New Roman"/>
              </a:rPr>
              <a:t> </a:t>
            </a:r>
            <a:r>
              <a:rPr sz="2600" spc="-25" dirty="0">
                <a:latin typeface="Calibri"/>
                <a:cs typeface="Calibri"/>
              </a:rPr>
              <a:t>t</a:t>
            </a:r>
            <a:r>
              <a:rPr sz="2600" dirty="0">
                <a:latin typeface="Calibri"/>
                <a:cs typeface="Calibri"/>
              </a:rPr>
              <a:t>o</a:t>
            </a:r>
            <a:r>
              <a:rPr sz="2600" spc="-85" dirty="0">
                <a:latin typeface="Times New Roman"/>
                <a:cs typeface="Times New Roman"/>
              </a:rPr>
              <a:t> </a:t>
            </a:r>
            <a:r>
              <a:rPr sz="2600" spc="-10" dirty="0">
                <a:latin typeface="Calibri"/>
                <a:cs typeface="Calibri"/>
              </a:rPr>
              <a:t>de</a:t>
            </a:r>
            <a:r>
              <a:rPr sz="2600" dirty="0">
                <a:latin typeface="Calibri"/>
                <a:cs typeface="Calibri"/>
              </a:rPr>
              <a:t>m</a:t>
            </a:r>
            <a:r>
              <a:rPr sz="2600" spc="5" dirty="0">
                <a:latin typeface="Calibri"/>
                <a:cs typeface="Calibri"/>
              </a:rPr>
              <a:t>o</a:t>
            </a:r>
            <a:r>
              <a:rPr sz="2600" spc="-10" dirty="0">
                <a:latin typeface="Calibri"/>
                <a:cs typeface="Calibri"/>
              </a:rPr>
              <a:t>n</a:t>
            </a:r>
            <a:r>
              <a:rPr sz="2600" spc="-20" dirty="0">
                <a:latin typeface="Calibri"/>
                <a:cs typeface="Calibri"/>
              </a:rPr>
              <a:t>s</a:t>
            </a:r>
            <a:r>
              <a:rPr sz="2600" spc="-5" dirty="0">
                <a:latin typeface="Calibri"/>
                <a:cs typeface="Calibri"/>
              </a:rPr>
              <a:t>t</a:t>
            </a:r>
            <a:r>
              <a:rPr sz="2600" spc="-80" dirty="0">
                <a:latin typeface="Calibri"/>
                <a:cs typeface="Calibri"/>
              </a:rPr>
              <a:t>r</a:t>
            </a:r>
            <a:r>
              <a:rPr sz="2600" spc="-30" dirty="0">
                <a:latin typeface="Calibri"/>
                <a:cs typeface="Calibri"/>
              </a:rPr>
              <a:t>a</a:t>
            </a:r>
            <a:r>
              <a:rPr sz="2600" spc="-25" dirty="0">
                <a:latin typeface="Calibri"/>
                <a:cs typeface="Calibri"/>
              </a:rPr>
              <a:t>t</a:t>
            </a:r>
            <a:r>
              <a:rPr sz="2600" spc="-15" dirty="0">
                <a:latin typeface="Calibri"/>
                <a:cs typeface="Calibri"/>
              </a:rPr>
              <a:t>e</a:t>
            </a:r>
            <a:r>
              <a:rPr sz="2600" spc="-85" dirty="0">
                <a:latin typeface="Times New Roman"/>
                <a:cs typeface="Times New Roman"/>
              </a:rPr>
              <a:t> </a:t>
            </a:r>
            <a:r>
              <a:rPr sz="2600" spc="-5" dirty="0">
                <a:latin typeface="Calibri"/>
                <a:cs typeface="Calibri"/>
              </a:rPr>
              <a:t>t</a:t>
            </a:r>
            <a:r>
              <a:rPr sz="2600" spc="-10" dirty="0">
                <a:latin typeface="Calibri"/>
                <a:cs typeface="Calibri"/>
              </a:rPr>
              <a:t>h</a:t>
            </a:r>
            <a:r>
              <a:rPr sz="2600" spc="-30" dirty="0">
                <a:latin typeface="Calibri"/>
                <a:cs typeface="Calibri"/>
              </a:rPr>
              <a:t>a</a:t>
            </a:r>
            <a:r>
              <a:rPr sz="2600" spc="-10" dirty="0">
                <a:latin typeface="Calibri"/>
                <a:cs typeface="Calibri"/>
              </a:rPr>
              <a:t>t</a:t>
            </a:r>
            <a:r>
              <a:rPr sz="2600" spc="-65" dirty="0">
                <a:latin typeface="Times New Roman"/>
                <a:cs typeface="Times New Roman"/>
              </a:rPr>
              <a:t> </a:t>
            </a:r>
            <a:r>
              <a:rPr sz="2600" spc="-5" dirty="0">
                <a:latin typeface="Calibri"/>
                <a:cs typeface="Calibri"/>
              </a:rPr>
              <a:t>t</a:t>
            </a:r>
            <a:r>
              <a:rPr sz="2600" spc="-10" dirty="0">
                <a:latin typeface="Calibri"/>
                <a:cs typeface="Calibri"/>
              </a:rPr>
              <a:t>h</a:t>
            </a:r>
            <a:r>
              <a:rPr sz="2600" spc="-15" dirty="0">
                <a:latin typeface="Calibri"/>
                <a:cs typeface="Calibri"/>
              </a:rPr>
              <a:t>e</a:t>
            </a:r>
            <a:r>
              <a:rPr sz="2600" spc="-10" dirty="0">
                <a:latin typeface="Times New Roman"/>
                <a:cs typeface="Times New Roman"/>
              </a:rPr>
              <a:t> </a:t>
            </a:r>
            <a:r>
              <a:rPr sz="2600" spc="-10" dirty="0">
                <a:latin typeface="Calibri"/>
                <a:cs typeface="Calibri"/>
              </a:rPr>
              <a:t>equ</a:t>
            </a:r>
            <a:r>
              <a:rPr sz="2600" spc="-30" dirty="0">
                <a:latin typeface="Calibri"/>
                <a:cs typeface="Calibri"/>
              </a:rPr>
              <a:t>a</a:t>
            </a:r>
            <a:r>
              <a:rPr sz="2600" spc="-5" dirty="0">
                <a:latin typeface="Calibri"/>
                <a:cs typeface="Calibri"/>
              </a:rPr>
              <a:t>t</a:t>
            </a:r>
            <a:r>
              <a:rPr sz="2600" dirty="0">
                <a:latin typeface="Calibri"/>
                <a:cs typeface="Calibri"/>
              </a:rPr>
              <a:t>i</a:t>
            </a:r>
            <a:r>
              <a:rPr sz="2600" spc="5" dirty="0">
                <a:latin typeface="Calibri"/>
                <a:cs typeface="Calibri"/>
              </a:rPr>
              <a:t>o</a:t>
            </a:r>
            <a:r>
              <a:rPr sz="2600" dirty="0">
                <a:latin typeface="Calibri"/>
                <a:cs typeface="Calibri"/>
              </a:rPr>
              <a:t>n</a:t>
            </a:r>
            <a:r>
              <a:rPr sz="2600" spc="-80" dirty="0">
                <a:latin typeface="Times New Roman"/>
                <a:cs typeface="Times New Roman"/>
              </a:rPr>
              <a:t> </a:t>
            </a:r>
            <a:r>
              <a:rPr sz="2600" spc="-10" dirty="0">
                <a:latin typeface="Calibri"/>
                <a:cs typeface="Calibri"/>
              </a:rPr>
              <a:t>e</a:t>
            </a:r>
            <a:r>
              <a:rPr sz="2600" spc="-20" dirty="0">
                <a:latin typeface="Calibri"/>
                <a:cs typeface="Calibri"/>
              </a:rPr>
              <a:t>r</a:t>
            </a:r>
            <a:r>
              <a:rPr sz="2600" spc="-60" dirty="0">
                <a:latin typeface="Calibri"/>
                <a:cs typeface="Calibri"/>
              </a:rPr>
              <a:t>r</a:t>
            </a:r>
            <a:r>
              <a:rPr sz="2600" spc="5" dirty="0">
                <a:latin typeface="Calibri"/>
                <a:cs typeface="Calibri"/>
              </a:rPr>
              <a:t>o</a:t>
            </a:r>
            <a:r>
              <a:rPr sz="2600" spc="-10" dirty="0">
                <a:latin typeface="Calibri"/>
                <a:cs typeface="Calibri"/>
              </a:rPr>
              <a:t>r</a:t>
            </a:r>
            <a:r>
              <a:rPr sz="2600" spc="-60" dirty="0">
                <a:latin typeface="Times New Roman"/>
                <a:cs typeface="Times New Roman"/>
              </a:rPr>
              <a:t> </a:t>
            </a:r>
            <a:r>
              <a:rPr sz="2600" spc="-25" dirty="0">
                <a:latin typeface="Calibri"/>
                <a:cs typeface="Calibri"/>
              </a:rPr>
              <a:t>m</a:t>
            </a:r>
            <a:r>
              <a:rPr sz="2600" spc="-30" dirty="0">
                <a:latin typeface="Calibri"/>
                <a:cs typeface="Calibri"/>
              </a:rPr>
              <a:t>e</a:t>
            </a:r>
            <a:r>
              <a:rPr sz="2600" spc="-5" dirty="0">
                <a:latin typeface="Calibri"/>
                <a:cs typeface="Calibri"/>
              </a:rPr>
              <a:t>t</a:t>
            </a:r>
            <a:r>
              <a:rPr sz="2600" spc="-10" dirty="0">
                <a:latin typeface="Calibri"/>
                <a:cs typeface="Calibri"/>
              </a:rPr>
              <a:t>h</a:t>
            </a:r>
            <a:r>
              <a:rPr sz="2600" spc="5" dirty="0">
                <a:latin typeface="Calibri"/>
                <a:cs typeface="Calibri"/>
              </a:rPr>
              <a:t>o</a:t>
            </a:r>
            <a:r>
              <a:rPr sz="2600" dirty="0">
                <a:latin typeface="Calibri"/>
                <a:cs typeface="Calibri"/>
              </a:rPr>
              <a:t>d</a:t>
            </a:r>
            <a:r>
              <a:rPr sz="2600" spc="-80" dirty="0">
                <a:latin typeface="Times New Roman"/>
                <a:cs typeface="Times New Roman"/>
              </a:rPr>
              <a:t> </a:t>
            </a:r>
            <a:r>
              <a:rPr sz="2600" spc="-35" dirty="0">
                <a:latin typeface="Calibri"/>
                <a:cs typeface="Calibri"/>
              </a:rPr>
              <a:t>c</a:t>
            </a:r>
            <a:r>
              <a:rPr sz="2600" spc="-10" dirty="0">
                <a:latin typeface="Calibri"/>
                <a:cs typeface="Calibri"/>
              </a:rPr>
              <a:t>a</a:t>
            </a:r>
            <a:r>
              <a:rPr sz="2600" dirty="0">
                <a:latin typeface="Calibri"/>
                <a:cs typeface="Calibri"/>
              </a:rPr>
              <a:t>n</a:t>
            </a:r>
            <a:r>
              <a:rPr sz="2600" spc="-60" dirty="0">
                <a:latin typeface="Times New Roman"/>
                <a:cs typeface="Times New Roman"/>
              </a:rPr>
              <a:t> </a:t>
            </a:r>
            <a:r>
              <a:rPr sz="2600" spc="-5" dirty="0">
                <a:latin typeface="Calibri"/>
                <a:cs typeface="Calibri"/>
              </a:rPr>
              <a:t>g</a:t>
            </a:r>
            <a:r>
              <a:rPr sz="2600" dirty="0">
                <a:latin typeface="Calibri"/>
                <a:cs typeface="Calibri"/>
              </a:rPr>
              <a:t>i</a:t>
            </a:r>
            <a:r>
              <a:rPr sz="2600" spc="-30" dirty="0">
                <a:latin typeface="Calibri"/>
                <a:cs typeface="Calibri"/>
              </a:rPr>
              <a:t>v</a:t>
            </a:r>
            <a:r>
              <a:rPr sz="2600" spc="-15" dirty="0">
                <a:latin typeface="Calibri"/>
                <a:cs typeface="Calibri"/>
              </a:rPr>
              <a:t>e</a:t>
            </a:r>
            <a:r>
              <a:rPr sz="2600" spc="-85" dirty="0">
                <a:latin typeface="Times New Roman"/>
                <a:cs typeface="Times New Roman"/>
              </a:rPr>
              <a:t> </a:t>
            </a:r>
            <a:r>
              <a:rPr sz="2600" spc="-5" dirty="0">
                <a:latin typeface="Calibri"/>
                <a:cs typeface="Calibri"/>
              </a:rPr>
              <a:t>t</a:t>
            </a:r>
            <a:r>
              <a:rPr sz="2600" spc="-25" dirty="0">
                <a:latin typeface="Calibri"/>
                <a:cs typeface="Calibri"/>
              </a:rPr>
              <a:t>h</a:t>
            </a:r>
            <a:r>
              <a:rPr sz="2600" spc="-15" dirty="0">
                <a:latin typeface="Calibri"/>
                <a:cs typeface="Calibri"/>
              </a:rPr>
              <a:t>e</a:t>
            </a:r>
            <a:r>
              <a:rPr sz="2600" spc="-65" dirty="0">
                <a:latin typeface="Times New Roman"/>
                <a:cs typeface="Times New Roman"/>
              </a:rPr>
              <a:t> </a:t>
            </a:r>
            <a:r>
              <a:rPr sz="2600" spc="-140" dirty="0">
                <a:latin typeface="Calibri"/>
                <a:cs typeface="Calibri"/>
              </a:rPr>
              <a:t>‘</a:t>
            </a:r>
            <a:r>
              <a:rPr sz="2600" spc="-35" dirty="0">
                <a:latin typeface="Calibri"/>
                <a:cs typeface="Calibri"/>
              </a:rPr>
              <a:t>c</a:t>
            </a:r>
            <a:r>
              <a:rPr sz="2600" spc="5" dirty="0">
                <a:latin typeface="Calibri"/>
                <a:cs typeface="Calibri"/>
              </a:rPr>
              <a:t>o</a:t>
            </a:r>
            <a:r>
              <a:rPr sz="2600" spc="-20" dirty="0">
                <a:latin typeface="Calibri"/>
                <a:cs typeface="Calibri"/>
              </a:rPr>
              <a:t>r</a:t>
            </a:r>
            <a:r>
              <a:rPr sz="2600" spc="-60" dirty="0">
                <a:latin typeface="Calibri"/>
                <a:cs typeface="Calibri"/>
              </a:rPr>
              <a:t>r</a:t>
            </a:r>
            <a:r>
              <a:rPr sz="2600" spc="-10" dirty="0">
                <a:latin typeface="Calibri"/>
                <a:cs typeface="Calibri"/>
              </a:rPr>
              <a:t>e</a:t>
            </a:r>
            <a:r>
              <a:rPr sz="2600" spc="-15" dirty="0">
                <a:latin typeface="Calibri"/>
                <a:cs typeface="Calibri"/>
              </a:rPr>
              <a:t>c</a:t>
            </a:r>
            <a:r>
              <a:rPr sz="2600" spc="95" dirty="0">
                <a:latin typeface="Calibri"/>
                <a:cs typeface="Calibri"/>
              </a:rPr>
              <a:t>t</a:t>
            </a:r>
            <a:r>
              <a:rPr sz="2600" spc="-10" dirty="0">
                <a:latin typeface="Calibri"/>
                <a:cs typeface="Calibri"/>
              </a:rPr>
              <a:t>’</a:t>
            </a:r>
            <a:r>
              <a:rPr sz="2600" spc="-60" dirty="0">
                <a:latin typeface="Times New Roman"/>
                <a:cs typeface="Times New Roman"/>
              </a:rPr>
              <a:t> </a:t>
            </a:r>
            <a:r>
              <a:rPr sz="2600" spc="-10" dirty="0">
                <a:latin typeface="Calibri"/>
                <a:cs typeface="Calibri"/>
              </a:rPr>
              <a:t>an</a:t>
            </a:r>
            <a:r>
              <a:rPr sz="2600" spc="-20" dirty="0">
                <a:latin typeface="Calibri"/>
                <a:cs typeface="Calibri"/>
              </a:rPr>
              <a:t>s</a:t>
            </a:r>
            <a:r>
              <a:rPr sz="2600" spc="-40" dirty="0">
                <a:latin typeface="Calibri"/>
                <a:cs typeface="Calibri"/>
              </a:rPr>
              <a:t>w</a:t>
            </a:r>
            <a:r>
              <a:rPr sz="2600" spc="-10" dirty="0">
                <a:latin typeface="Calibri"/>
                <a:cs typeface="Calibri"/>
              </a:rPr>
              <a:t>er</a:t>
            </a:r>
            <a:endParaRPr sz="2600" dirty="0">
              <a:latin typeface="Calibri"/>
              <a:cs typeface="Calibri"/>
            </a:endParaRPr>
          </a:p>
          <a:p>
            <a:pPr marL="241300" marR="5080" indent="-228600">
              <a:lnSpc>
                <a:spcPts val="2800"/>
              </a:lnSpc>
              <a:spcBef>
                <a:spcPts val="995"/>
              </a:spcBef>
              <a:buClr>
                <a:srgbClr val="ADB3B8"/>
              </a:buClr>
              <a:buFont typeface="Arial"/>
              <a:buChar char="•"/>
              <a:tabLst>
                <a:tab pos="241300" algn="l"/>
              </a:tabLst>
            </a:pPr>
            <a:r>
              <a:rPr sz="2600" spc="5" dirty="0">
                <a:latin typeface="Calibri"/>
                <a:cs typeface="Calibri"/>
              </a:rPr>
              <a:t>F</a:t>
            </a:r>
            <a:r>
              <a:rPr sz="2600" dirty="0">
                <a:latin typeface="Calibri"/>
                <a:cs typeface="Calibri"/>
              </a:rPr>
              <a:t>i</a:t>
            </a:r>
            <a:r>
              <a:rPr sz="2600" spc="-10" dirty="0">
                <a:latin typeface="Calibri"/>
                <a:cs typeface="Calibri"/>
              </a:rPr>
              <a:t>na</a:t>
            </a:r>
            <a:r>
              <a:rPr sz="2600" dirty="0">
                <a:latin typeface="Calibri"/>
                <a:cs typeface="Calibri"/>
              </a:rPr>
              <a:t>l</a:t>
            </a:r>
            <a:r>
              <a:rPr sz="2600" spc="-50" dirty="0">
                <a:latin typeface="Times New Roman"/>
                <a:cs typeface="Times New Roman"/>
              </a:rPr>
              <a:t> </a:t>
            </a:r>
            <a:r>
              <a:rPr sz="2600" spc="-10" dirty="0">
                <a:latin typeface="Calibri"/>
                <a:cs typeface="Calibri"/>
              </a:rPr>
              <a:t>an</a:t>
            </a:r>
            <a:r>
              <a:rPr sz="2600" spc="-20" dirty="0">
                <a:latin typeface="Calibri"/>
                <a:cs typeface="Calibri"/>
              </a:rPr>
              <a:t>s</a:t>
            </a:r>
            <a:r>
              <a:rPr sz="2600" spc="-40" dirty="0">
                <a:latin typeface="Calibri"/>
                <a:cs typeface="Calibri"/>
              </a:rPr>
              <a:t>w</a:t>
            </a:r>
            <a:r>
              <a:rPr sz="2600" spc="-10" dirty="0">
                <a:latin typeface="Calibri"/>
                <a:cs typeface="Calibri"/>
              </a:rPr>
              <a:t>er</a:t>
            </a:r>
            <a:r>
              <a:rPr sz="2600" spc="-60" dirty="0">
                <a:latin typeface="Times New Roman"/>
                <a:cs typeface="Times New Roman"/>
              </a:rPr>
              <a:t> </a:t>
            </a:r>
            <a:r>
              <a:rPr sz="2600" dirty="0">
                <a:latin typeface="Calibri"/>
                <a:cs typeface="Calibri"/>
              </a:rPr>
              <a:t>is</a:t>
            </a:r>
            <a:r>
              <a:rPr sz="2600" spc="-70" dirty="0">
                <a:latin typeface="Times New Roman"/>
                <a:cs typeface="Times New Roman"/>
              </a:rPr>
              <a:t> </a:t>
            </a:r>
            <a:r>
              <a:rPr sz="2600" spc="-10" dirty="0">
                <a:latin typeface="Calibri"/>
                <a:cs typeface="Calibri"/>
              </a:rPr>
              <a:t>ab</a:t>
            </a:r>
            <a:r>
              <a:rPr sz="2600" spc="-15" dirty="0">
                <a:latin typeface="Calibri"/>
                <a:cs typeface="Calibri"/>
              </a:rPr>
              <a:t>o</a:t>
            </a:r>
            <a:r>
              <a:rPr sz="2600" spc="-30" dirty="0">
                <a:latin typeface="Calibri"/>
                <a:cs typeface="Calibri"/>
              </a:rPr>
              <a:t>v</a:t>
            </a:r>
            <a:r>
              <a:rPr sz="2600" spc="-10" dirty="0">
                <a:latin typeface="Calibri"/>
                <a:cs typeface="Calibri"/>
              </a:rPr>
              <a:t>e,</a:t>
            </a:r>
            <a:r>
              <a:rPr sz="2600" spc="-60" dirty="0">
                <a:latin typeface="Times New Roman"/>
                <a:cs typeface="Times New Roman"/>
              </a:rPr>
              <a:t> </a:t>
            </a:r>
            <a:r>
              <a:rPr sz="2600" spc="-10" dirty="0">
                <a:latin typeface="Calibri"/>
                <a:cs typeface="Calibri"/>
              </a:rPr>
              <a:t>bu</a:t>
            </a:r>
            <a:r>
              <a:rPr sz="2600" dirty="0">
                <a:latin typeface="Calibri"/>
                <a:cs typeface="Calibri"/>
              </a:rPr>
              <a:t>t</a:t>
            </a:r>
            <a:r>
              <a:rPr sz="2600" spc="-65" dirty="0">
                <a:latin typeface="Times New Roman"/>
                <a:cs typeface="Times New Roman"/>
              </a:rPr>
              <a:t> </a:t>
            </a:r>
            <a:r>
              <a:rPr lang="en-NZ" sz="2600" spc="-5" dirty="0">
                <a:latin typeface="Calibri"/>
                <a:cs typeface="Calibri"/>
              </a:rPr>
              <a:t>you need to prove it:</a:t>
            </a:r>
            <a:endParaRPr sz="2600" dirty="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object 34"/>
          <p:cNvSpPr/>
          <p:nvPr/>
        </p:nvSpPr>
        <p:spPr>
          <a:xfrm>
            <a:off x="6962029" y="2029571"/>
            <a:ext cx="1241425" cy="967740"/>
          </a:xfrm>
          <a:custGeom>
            <a:avLst/>
            <a:gdLst/>
            <a:ahLst/>
            <a:cxnLst/>
            <a:rect l="l" t="t" r="r" b="b"/>
            <a:pathLst>
              <a:path w="1241425" h="967739">
                <a:moveTo>
                  <a:pt x="1079997" y="0"/>
                </a:moveTo>
                <a:lnTo>
                  <a:pt x="147141" y="610"/>
                </a:lnTo>
                <a:lnTo>
                  <a:pt x="105409" y="9941"/>
                </a:lnTo>
                <a:lnTo>
                  <a:pt x="68542" y="29320"/>
                </a:lnTo>
                <a:lnTo>
                  <a:pt x="38088" y="57197"/>
                </a:lnTo>
                <a:lnTo>
                  <a:pt x="15594" y="92023"/>
                </a:lnTo>
                <a:lnTo>
                  <a:pt x="2609" y="132248"/>
                </a:lnTo>
                <a:lnTo>
                  <a:pt x="0" y="161300"/>
                </a:lnTo>
                <a:lnTo>
                  <a:pt x="608" y="820575"/>
                </a:lnTo>
                <a:lnTo>
                  <a:pt x="9931" y="862312"/>
                </a:lnTo>
                <a:lnTo>
                  <a:pt x="29301" y="899185"/>
                </a:lnTo>
                <a:lnTo>
                  <a:pt x="57171" y="929644"/>
                </a:lnTo>
                <a:lnTo>
                  <a:pt x="91992" y="952142"/>
                </a:lnTo>
                <a:lnTo>
                  <a:pt x="132216" y="965129"/>
                </a:lnTo>
                <a:lnTo>
                  <a:pt x="161269" y="967739"/>
                </a:lnTo>
                <a:lnTo>
                  <a:pt x="1094126" y="967129"/>
                </a:lnTo>
                <a:lnTo>
                  <a:pt x="1135861" y="957802"/>
                </a:lnTo>
                <a:lnTo>
                  <a:pt x="1172734" y="938429"/>
                </a:lnTo>
                <a:lnTo>
                  <a:pt x="1203196" y="910560"/>
                </a:lnTo>
                <a:lnTo>
                  <a:pt x="1225697" y="875741"/>
                </a:lnTo>
                <a:lnTo>
                  <a:pt x="1238687" y="835520"/>
                </a:lnTo>
                <a:lnTo>
                  <a:pt x="1241297" y="806470"/>
                </a:lnTo>
                <a:lnTo>
                  <a:pt x="1240685" y="147148"/>
                </a:lnTo>
                <a:lnTo>
                  <a:pt x="1231350" y="105418"/>
                </a:lnTo>
                <a:lnTo>
                  <a:pt x="1211969" y="68551"/>
                </a:lnTo>
                <a:lnTo>
                  <a:pt x="1184092" y="38094"/>
                </a:lnTo>
                <a:lnTo>
                  <a:pt x="1149268" y="15597"/>
                </a:lnTo>
                <a:lnTo>
                  <a:pt x="1109046" y="2610"/>
                </a:lnTo>
                <a:lnTo>
                  <a:pt x="1079997" y="0"/>
                </a:lnTo>
                <a:close/>
              </a:path>
            </a:pathLst>
          </a:custGeom>
          <a:solidFill>
            <a:srgbClr val="FF0000"/>
          </a:solidFill>
        </p:spPr>
        <p:txBody>
          <a:bodyPr wrap="square" lIns="0" tIns="0" rIns="0" bIns="0" rtlCol="0"/>
          <a:lstStyle/>
          <a:p>
            <a:endParaRPr/>
          </a:p>
        </p:txBody>
      </p:sp>
      <p:sp>
        <p:nvSpPr>
          <p:cNvPr id="2" name="object 2"/>
          <p:cNvSpPr/>
          <p:nvPr/>
        </p:nvSpPr>
        <p:spPr>
          <a:xfrm>
            <a:off x="2155697" y="1858518"/>
            <a:ext cx="1583690" cy="0"/>
          </a:xfrm>
          <a:custGeom>
            <a:avLst/>
            <a:gdLst/>
            <a:ahLst/>
            <a:cxnLst/>
            <a:rect l="l" t="t" r="r" b="b"/>
            <a:pathLst>
              <a:path w="1583689">
                <a:moveTo>
                  <a:pt x="0" y="0"/>
                </a:moveTo>
                <a:lnTo>
                  <a:pt x="1583603" y="0"/>
                </a:lnTo>
              </a:path>
            </a:pathLst>
          </a:custGeom>
          <a:ln w="16763">
            <a:solidFill>
              <a:srgbClr val="A5ACB0"/>
            </a:solidFill>
          </a:ln>
        </p:spPr>
        <p:txBody>
          <a:bodyPr wrap="square" lIns="0" tIns="0" rIns="0" bIns="0" rtlCol="0"/>
          <a:lstStyle/>
          <a:p>
            <a:endParaRPr/>
          </a:p>
        </p:txBody>
      </p:sp>
      <p:sp>
        <p:nvSpPr>
          <p:cNvPr id="3" name="object 3"/>
          <p:cNvSpPr/>
          <p:nvPr/>
        </p:nvSpPr>
        <p:spPr>
          <a:xfrm>
            <a:off x="7796022" y="763837"/>
            <a:ext cx="2101463" cy="661956"/>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2211568" y="728417"/>
            <a:ext cx="4612005" cy="915035"/>
          </a:xfrm>
          <a:prstGeom prst="rect">
            <a:avLst/>
          </a:prstGeom>
        </p:spPr>
        <p:txBody>
          <a:bodyPr vert="horz" wrap="square" lIns="0" tIns="0" rIns="0" bIns="0" rtlCol="0">
            <a:spAutoFit/>
          </a:bodyPr>
          <a:lstStyle/>
          <a:p>
            <a:pPr marL="12700" marR="5080">
              <a:lnSpc>
                <a:spcPts val="3600"/>
              </a:lnSpc>
            </a:pPr>
            <a:r>
              <a:rPr sz="3400" spc="-170" dirty="0">
                <a:solidFill>
                  <a:srgbClr val="B5121B"/>
                </a:solidFill>
                <a:latin typeface="Calibri"/>
                <a:cs typeface="Calibri"/>
              </a:rPr>
              <a:t>V</a:t>
            </a:r>
            <a:r>
              <a:rPr sz="3400" spc="-25" dirty="0">
                <a:solidFill>
                  <a:srgbClr val="B5121B"/>
                </a:solidFill>
                <a:latin typeface="Calibri"/>
                <a:cs typeface="Calibri"/>
              </a:rPr>
              <a:t>e</a:t>
            </a:r>
            <a:r>
              <a:rPr sz="3400" dirty="0">
                <a:solidFill>
                  <a:srgbClr val="B5121B"/>
                </a:solidFill>
                <a:latin typeface="Calibri"/>
                <a:cs typeface="Calibri"/>
              </a:rPr>
              <a:t>c</a:t>
            </a:r>
            <a:r>
              <a:rPr sz="3400" spc="-40" dirty="0">
                <a:solidFill>
                  <a:srgbClr val="B5121B"/>
                </a:solidFill>
                <a:latin typeface="Calibri"/>
                <a:cs typeface="Calibri"/>
              </a:rPr>
              <a:t>t</a:t>
            </a:r>
            <a:r>
              <a:rPr sz="3400" spc="-10" dirty="0">
                <a:solidFill>
                  <a:srgbClr val="B5121B"/>
                </a:solidFill>
                <a:latin typeface="Calibri"/>
                <a:cs typeface="Calibri"/>
              </a:rPr>
              <a:t>o</a:t>
            </a:r>
            <a:r>
              <a:rPr sz="3400" dirty="0">
                <a:solidFill>
                  <a:srgbClr val="B5121B"/>
                </a:solidFill>
                <a:latin typeface="Calibri"/>
                <a:cs typeface="Calibri"/>
              </a:rPr>
              <a:t>r</a:t>
            </a:r>
            <a:r>
              <a:rPr sz="3400" spc="-5" dirty="0">
                <a:solidFill>
                  <a:srgbClr val="B5121B"/>
                </a:solidFill>
                <a:latin typeface="Calibri"/>
                <a:cs typeface="Calibri"/>
              </a:rPr>
              <a:t>–</a:t>
            </a:r>
            <a:r>
              <a:rPr sz="3400" dirty="0">
                <a:solidFill>
                  <a:srgbClr val="B5121B"/>
                </a:solidFill>
                <a:latin typeface="Calibri"/>
                <a:cs typeface="Calibri"/>
              </a:rPr>
              <a:t>M</a:t>
            </a:r>
            <a:r>
              <a:rPr sz="3400" spc="-35" dirty="0">
                <a:solidFill>
                  <a:srgbClr val="B5121B"/>
                </a:solidFill>
                <a:latin typeface="Calibri"/>
                <a:cs typeface="Calibri"/>
              </a:rPr>
              <a:t>a</a:t>
            </a:r>
            <a:r>
              <a:rPr sz="3400" spc="-10" dirty="0">
                <a:solidFill>
                  <a:srgbClr val="B5121B"/>
                </a:solidFill>
                <a:latin typeface="Calibri"/>
                <a:cs typeface="Calibri"/>
              </a:rPr>
              <a:t>t</a:t>
            </a:r>
            <a:r>
              <a:rPr sz="3400" dirty="0">
                <a:solidFill>
                  <a:srgbClr val="B5121B"/>
                </a:solidFill>
                <a:latin typeface="Calibri"/>
                <a:cs typeface="Calibri"/>
              </a:rPr>
              <a:t>r</a:t>
            </a:r>
            <a:r>
              <a:rPr sz="3400" spc="-10" dirty="0">
                <a:solidFill>
                  <a:srgbClr val="B5121B"/>
                </a:solidFill>
                <a:latin typeface="Calibri"/>
                <a:cs typeface="Calibri"/>
              </a:rPr>
              <a:t>i</a:t>
            </a:r>
            <a:r>
              <a:rPr sz="3400" dirty="0">
                <a:solidFill>
                  <a:srgbClr val="B5121B"/>
                </a:solidFill>
                <a:latin typeface="Calibri"/>
                <a:cs typeface="Calibri"/>
              </a:rPr>
              <a:t>x</a:t>
            </a:r>
            <a:r>
              <a:rPr sz="3400" spc="-105" dirty="0">
                <a:solidFill>
                  <a:srgbClr val="B5121B"/>
                </a:solidFill>
                <a:latin typeface="Times New Roman"/>
                <a:cs typeface="Times New Roman"/>
              </a:rPr>
              <a:t> </a:t>
            </a:r>
            <a:r>
              <a:rPr sz="3400" spc="-75" dirty="0">
                <a:solidFill>
                  <a:srgbClr val="B5121B"/>
                </a:solidFill>
                <a:latin typeface="Calibri"/>
                <a:cs typeface="Calibri"/>
              </a:rPr>
              <a:t>f</a:t>
            </a:r>
            <a:r>
              <a:rPr sz="3400" spc="-5" dirty="0">
                <a:solidFill>
                  <a:srgbClr val="B5121B"/>
                </a:solidFill>
                <a:latin typeface="Calibri"/>
                <a:cs typeface="Calibri"/>
              </a:rPr>
              <a:t>or</a:t>
            </a:r>
            <a:r>
              <a:rPr sz="3400" dirty="0">
                <a:solidFill>
                  <a:srgbClr val="B5121B"/>
                </a:solidFill>
                <a:latin typeface="Calibri"/>
                <a:cs typeface="Calibri"/>
              </a:rPr>
              <a:t>m</a:t>
            </a:r>
            <a:r>
              <a:rPr sz="3400" spc="-95" dirty="0">
                <a:solidFill>
                  <a:srgbClr val="B5121B"/>
                </a:solidFill>
                <a:latin typeface="Times New Roman"/>
                <a:cs typeface="Times New Roman"/>
              </a:rPr>
              <a:t> </a:t>
            </a:r>
            <a:r>
              <a:rPr sz="3400" spc="-5" dirty="0">
                <a:solidFill>
                  <a:srgbClr val="B5121B"/>
                </a:solidFill>
                <a:latin typeface="Calibri"/>
                <a:cs typeface="Calibri"/>
              </a:rPr>
              <a:t>o</a:t>
            </a:r>
            <a:r>
              <a:rPr sz="3400" dirty="0">
                <a:solidFill>
                  <a:srgbClr val="B5121B"/>
                </a:solidFill>
                <a:latin typeface="Calibri"/>
                <a:cs typeface="Calibri"/>
              </a:rPr>
              <a:t>f</a:t>
            </a:r>
            <a:r>
              <a:rPr sz="3400" spc="-95" dirty="0">
                <a:solidFill>
                  <a:srgbClr val="B5121B"/>
                </a:solidFill>
                <a:latin typeface="Times New Roman"/>
                <a:cs typeface="Times New Roman"/>
              </a:rPr>
              <a:t> </a:t>
            </a:r>
            <a:r>
              <a:rPr sz="3400" dirty="0">
                <a:solidFill>
                  <a:srgbClr val="B5121B"/>
                </a:solidFill>
                <a:latin typeface="Calibri"/>
                <a:cs typeface="Calibri"/>
              </a:rPr>
              <a:t>th</a:t>
            </a:r>
            <a:r>
              <a:rPr sz="3400" spc="-20" dirty="0">
                <a:solidFill>
                  <a:srgbClr val="B5121B"/>
                </a:solidFill>
                <a:latin typeface="Calibri"/>
                <a:cs typeface="Calibri"/>
              </a:rPr>
              <a:t>e</a:t>
            </a:r>
            <a:r>
              <a:rPr sz="3400" spc="-10" dirty="0">
                <a:solidFill>
                  <a:srgbClr val="B5121B"/>
                </a:solidFill>
                <a:latin typeface="Times New Roman"/>
                <a:cs typeface="Times New Roman"/>
              </a:rPr>
              <a:t> </a:t>
            </a:r>
            <a:r>
              <a:rPr sz="3400" spc="-25" dirty="0">
                <a:solidFill>
                  <a:srgbClr val="B5121B"/>
                </a:solidFill>
                <a:latin typeface="Calibri"/>
                <a:cs typeface="Calibri"/>
              </a:rPr>
              <a:t>N</a:t>
            </a:r>
            <a:r>
              <a:rPr sz="3400" spc="-5" dirty="0">
                <a:solidFill>
                  <a:srgbClr val="B5121B"/>
                </a:solidFill>
                <a:latin typeface="Calibri"/>
                <a:cs typeface="Calibri"/>
              </a:rPr>
              <a:t>orm</a:t>
            </a:r>
            <a:r>
              <a:rPr sz="3400" spc="5" dirty="0">
                <a:solidFill>
                  <a:srgbClr val="B5121B"/>
                </a:solidFill>
                <a:latin typeface="Calibri"/>
                <a:cs typeface="Calibri"/>
              </a:rPr>
              <a:t>a</a:t>
            </a:r>
            <a:r>
              <a:rPr sz="3400" dirty="0">
                <a:solidFill>
                  <a:srgbClr val="B5121B"/>
                </a:solidFill>
                <a:latin typeface="Calibri"/>
                <a:cs typeface="Calibri"/>
              </a:rPr>
              <a:t>l</a:t>
            </a:r>
            <a:r>
              <a:rPr sz="3400" spc="-110" dirty="0">
                <a:solidFill>
                  <a:srgbClr val="B5121B"/>
                </a:solidFill>
                <a:latin typeface="Times New Roman"/>
                <a:cs typeface="Times New Roman"/>
              </a:rPr>
              <a:t> </a:t>
            </a:r>
            <a:r>
              <a:rPr sz="3400" spc="-50" dirty="0">
                <a:solidFill>
                  <a:srgbClr val="B5121B"/>
                </a:solidFill>
                <a:latin typeface="Calibri"/>
                <a:cs typeface="Calibri"/>
              </a:rPr>
              <a:t>E</a:t>
            </a:r>
            <a:r>
              <a:rPr sz="3400" dirty="0">
                <a:solidFill>
                  <a:srgbClr val="B5121B"/>
                </a:solidFill>
                <a:latin typeface="Calibri"/>
                <a:cs typeface="Calibri"/>
              </a:rPr>
              <a:t>qu</a:t>
            </a:r>
            <a:r>
              <a:rPr sz="3400" spc="-30" dirty="0">
                <a:solidFill>
                  <a:srgbClr val="B5121B"/>
                </a:solidFill>
                <a:latin typeface="Calibri"/>
                <a:cs typeface="Calibri"/>
              </a:rPr>
              <a:t>a</a:t>
            </a:r>
            <a:r>
              <a:rPr sz="3400" dirty="0">
                <a:solidFill>
                  <a:srgbClr val="B5121B"/>
                </a:solidFill>
                <a:latin typeface="Calibri"/>
                <a:cs typeface="Calibri"/>
              </a:rPr>
              <a:t>ti</a:t>
            </a:r>
            <a:r>
              <a:rPr sz="3400" spc="-10" dirty="0">
                <a:solidFill>
                  <a:srgbClr val="B5121B"/>
                </a:solidFill>
                <a:latin typeface="Calibri"/>
                <a:cs typeface="Calibri"/>
              </a:rPr>
              <a:t>on</a:t>
            </a:r>
            <a:r>
              <a:rPr sz="3400" dirty="0">
                <a:solidFill>
                  <a:srgbClr val="B5121B"/>
                </a:solidFill>
                <a:latin typeface="Calibri"/>
                <a:cs typeface="Calibri"/>
              </a:rPr>
              <a:t>s</a:t>
            </a:r>
            <a:endParaRPr sz="3400">
              <a:latin typeface="Calibri"/>
              <a:cs typeface="Calibri"/>
            </a:endParaRPr>
          </a:p>
        </p:txBody>
      </p:sp>
      <p:sp>
        <p:nvSpPr>
          <p:cNvPr id="5" name="object 5"/>
          <p:cNvSpPr txBox="1"/>
          <p:nvPr/>
        </p:nvSpPr>
        <p:spPr>
          <a:xfrm>
            <a:off x="3303884" y="3522254"/>
            <a:ext cx="588645" cy="369332"/>
          </a:xfrm>
          <a:prstGeom prst="rect">
            <a:avLst/>
          </a:prstGeom>
        </p:spPr>
        <p:txBody>
          <a:bodyPr vert="horz" wrap="square" lIns="0" tIns="0" rIns="0" bIns="0" rtlCol="0">
            <a:spAutoFit/>
          </a:bodyPr>
          <a:lstStyle/>
          <a:p>
            <a:pPr marL="12700"/>
            <a:r>
              <a:rPr sz="3600" baseline="-28935" dirty="0">
                <a:latin typeface="Symbol"/>
                <a:cs typeface="Symbol"/>
              </a:rPr>
              <a:t></a:t>
            </a:r>
            <a:r>
              <a:rPr sz="3600" spc="-37" baseline="-28935" dirty="0">
                <a:latin typeface="Times New Roman"/>
                <a:cs typeface="Times New Roman"/>
              </a:rPr>
              <a:t> </a:t>
            </a:r>
            <a:r>
              <a:rPr sz="3600" i="1" spc="217" baseline="-25462" dirty="0">
                <a:latin typeface="Times New Roman"/>
                <a:cs typeface="Times New Roman"/>
              </a:rPr>
              <a:t>y</a:t>
            </a:r>
            <a:r>
              <a:rPr dirty="0">
                <a:latin typeface="Times New Roman"/>
                <a:cs typeface="Times New Roman"/>
              </a:rPr>
              <a:t>2</a:t>
            </a:r>
            <a:endParaRPr>
              <a:latin typeface="Times New Roman"/>
              <a:cs typeface="Times New Roman"/>
            </a:endParaRPr>
          </a:p>
        </p:txBody>
      </p:sp>
      <p:sp>
        <p:nvSpPr>
          <p:cNvPr id="6" name="object 6"/>
          <p:cNvSpPr txBox="1"/>
          <p:nvPr/>
        </p:nvSpPr>
        <p:spPr>
          <a:xfrm>
            <a:off x="6632251" y="3704563"/>
            <a:ext cx="725805" cy="474938"/>
          </a:xfrm>
          <a:prstGeom prst="rect">
            <a:avLst/>
          </a:prstGeom>
        </p:spPr>
        <p:txBody>
          <a:bodyPr vert="horz" wrap="square" lIns="0" tIns="0" rIns="0" bIns="0" rtlCol="0">
            <a:spAutoFit/>
          </a:bodyPr>
          <a:lstStyle/>
          <a:p>
            <a:pPr marL="12700">
              <a:lnSpc>
                <a:spcPts val="1505"/>
              </a:lnSpc>
            </a:pPr>
            <a:r>
              <a:rPr dirty="0">
                <a:latin typeface="Times New Roman"/>
                <a:cs typeface="Times New Roman"/>
              </a:rPr>
              <a:t>1</a:t>
            </a:r>
            <a:endParaRPr>
              <a:latin typeface="Times New Roman"/>
              <a:cs typeface="Times New Roman"/>
            </a:endParaRPr>
          </a:p>
          <a:p>
            <a:pPr marL="153035">
              <a:lnSpc>
                <a:spcPts val="2225"/>
              </a:lnSpc>
            </a:pPr>
            <a:r>
              <a:rPr sz="3600" baseline="-9259" dirty="0">
                <a:latin typeface="Symbol"/>
                <a:cs typeface="Symbol"/>
              </a:rPr>
              <a:t></a:t>
            </a:r>
            <a:r>
              <a:rPr sz="3600" spc="30" baseline="-9259" dirty="0">
                <a:latin typeface="Times New Roman"/>
                <a:cs typeface="Times New Roman"/>
              </a:rPr>
              <a:t> </a:t>
            </a:r>
            <a:r>
              <a:rPr sz="2400" dirty="0">
                <a:latin typeface="Symbol"/>
                <a:cs typeface="Symbol"/>
              </a:rPr>
              <a:t></a:t>
            </a:r>
            <a:r>
              <a:rPr sz="2400" dirty="0">
                <a:latin typeface="Times New Roman"/>
                <a:cs typeface="Times New Roman"/>
              </a:rPr>
              <a:t> </a:t>
            </a:r>
            <a:r>
              <a:rPr sz="3600" baseline="-15046" dirty="0">
                <a:latin typeface="Symbol"/>
                <a:cs typeface="Symbol"/>
              </a:rPr>
              <a:t></a:t>
            </a:r>
            <a:endParaRPr sz="3600" baseline="-15046">
              <a:latin typeface="Symbol"/>
              <a:cs typeface="Symbol"/>
            </a:endParaRPr>
          </a:p>
        </p:txBody>
      </p:sp>
      <p:sp>
        <p:nvSpPr>
          <p:cNvPr id="7" name="object 7"/>
          <p:cNvSpPr txBox="1"/>
          <p:nvPr/>
        </p:nvSpPr>
        <p:spPr>
          <a:xfrm>
            <a:off x="3734284" y="3735141"/>
            <a:ext cx="377190" cy="276999"/>
          </a:xfrm>
          <a:prstGeom prst="rect">
            <a:avLst/>
          </a:prstGeom>
        </p:spPr>
        <p:txBody>
          <a:bodyPr vert="horz" wrap="square" lIns="0" tIns="0" rIns="0" bIns="0" rtlCol="0">
            <a:spAutoFit/>
          </a:bodyPr>
          <a:lstStyle/>
          <a:p>
            <a:pPr marL="12700"/>
            <a:r>
              <a:rPr i="1" dirty="0">
                <a:latin typeface="Times New Roman"/>
                <a:cs typeface="Times New Roman"/>
              </a:rPr>
              <a:t>k</a:t>
            </a:r>
            <a:r>
              <a:rPr i="1" spc="-254" dirty="0">
                <a:latin typeface="Times New Roman"/>
                <a:cs typeface="Times New Roman"/>
              </a:rPr>
              <a:t> </a:t>
            </a:r>
            <a:r>
              <a:rPr spc="-140" dirty="0">
                <a:latin typeface="Symbol"/>
                <a:cs typeface="Symbol"/>
              </a:rPr>
              <a:t></a:t>
            </a:r>
            <a:r>
              <a:rPr dirty="0">
                <a:latin typeface="Times New Roman"/>
                <a:cs typeface="Times New Roman"/>
              </a:rPr>
              <a:t>1</a:t>
            </a:r>
            <a:endParaRPr>
              <a:latin typeface="Times New Roman"/>
              <a:cs typeface="Times New Roman"/>
            </a:endParaRPr>
          </a:p>
        </p:txBody>
      </p:sp>
      <p:sp>
        <p:nvSpPr>
          <p:cNvPr id="8" name="object 8"/>
          <p:cNvSpPr txBox="1"/>
          <p:nvPr/>
        </p:nvSpPr>
        <p:spPr>
          <a:xfrm>
            <a:off x="5331391" y="3735140"/>
            <a:ext cx="1186815" cy="369332"/>
          </a:xfrm>
          <a:prstGeom prst="rect">
            <a:avLst/>
          </a:prstGeom>
        </p:spPr>
        <p:txBody>
          <a:bodyPr vert="horz" wrap="square" lIns="0" tIns="0" rIns="0" bIns="0" rtlCol="0">
            <a:spAutoFit/>
          </a:bodyPr>
          <a:lstStyle/>
          <a:p>
            <a:pPr marL="12700">
              <a:tabLst>
                <a:tab pos="506095" algn="l"/>
              </a:tabLst>
            </a:pPr>
            <a:r>
              <a:rPr i="1" dirty="0">
                <a:latin typeface="Times New Roman"/>
                <a:cs typeface="Times New Roman"/>
              </a:rPr>
              <a:t>k</a:t>
            </a:r>
            <a:r>
              <a:rPr i="1" spc="-254" dirty="0">
                <a:latin typeface="Times New Roman"/>
                <a:cs typeface="Times New Roman"/>
              </a:rPr>
              <a:t> </a:t>
            </a:r>
            <a:r>
              <a:rPr spc="-140" dirty="0">
                <a:latin typeface="Symbol"/>
                <a:cs typeface="Symbol"/>
              </a:rPr>
              <a:t></a:t>
            </a:r>
            <a:r>
              <a:rPr dirty="0">
                <a:latin typeface="Times New Roman"/>
                <a:cs typeface="Times New Roman"/>
              </a:rPr>
              <a:t>1	</a:t>
            </a:r>
            <a:r>
              <a:rPr i="1" dirty="0">
                <a:latin typeface="Times New Roman"/>
                <a:cs typeface="Times New Roman"/>
              </a:rPr>
              <a:t>k</a:t>
            </a:r>
            <a:r>
              <a:rPr i="1" spc="-254" dirty="0">
                <a:latin typeface="Times New Roman"/>
                <a:cs typeface="Times New Roman"/>
              </a:rPr>
              <a:t> </a:t>
            </a:r>
            <a:r>
              <a:rPr spc="-140" dirty="0">
                <a:latin typeface="Symbol"/>
                <a:cs typeface="Symbol"/>
              </a:rPr>
              <a:t></a:t>
            </a:r>
            <a:r>
              <a:rPr dirty="0">
                <a:latin typeface="Times New Roman"/>
                <a:cs typeface="Times New Roman"/>
              </a:rPr>
              <a:t>1</a:t>
            </a:r>
            <a:r>
              <a:rPr spc="-250" dirty="0">
                <a:latin typeface="Times New Roman"/>
                <a:cs typeface="Times New Roman"/>
              </a:rPr>
              <a:t> </a:t>
            </a:r>
            <a:r>
              <a:rPr sz="3600" baseline="-28935" dirty="0">
                <a:latin typeface="Symbol"/>
                <a:cs typeface="Symbol"/>
              </a:rPr>
              <a:t></a:t>
            </a:r>
            <a:r>
              <a:rPr sz="3600" spc="-254" baseline="-28935" dirty="0">
                <a:latin typeface="Times New Roman"/>
                <a:cs typeface="Times New Roman"/>
              </a:rPr>
              <a:t> </a:t>
            </a:r>
            <a:r>
              <a:rPr sz="3600" baseline="-37037" dirty="0">
                <a:latin typeface="Symbol"/>
                <a:cs typeface="Symbol"/>
              </a:rPr>
              <a:t></a:t>
            </a:r>
            <a:endParaRPr sz="3600" baseline="-37037">
              <a:latin typeface="Symbol"/>
              <a:cs typeface="Symbol"/>
            </a:endParaRPr>
          </a:p>
        </p:txBody>
      </p:sp>
      <p:sp>
        <p:nvSpPr>
          <p:cNvPr id="9" name="object 9"/>
          <p:cNvSpPr txBox="1"/>
          <p:nvPr/>
        </p:nvSpPr>
        <p:spPr>
          <a:xfrm>
            <a:off x="7954137" y="3735141"/>
            <a:ext cx="822325" cy="525785"/>
          </a:xfrm>
          <a:prstGeom prst="rect">
            <a:avLst/>
          </a:prstGeom>
        </p:spPr>
        <p:txBody>
          <a:bodyPr vert="horz" wrap="square" lIns="0" tIns="0" rIns="0" bIns="0" rtlCol="0">
            <a:spAutoFit/>
          </a:bodyPr>
          <a:lstStyle/>
          <a:p>
            <a:pPr marL="12700">
              <a:lnSpc>
                <a:spcPts val="1705"/>
              </a:lnSpc>
              <a:tabLst>
                <a:tab pos="313690" algn="l"/>
              </a:tabLst>
            </a:pPr>
            <a:r>
              <a:rPr i="1" dirty="0">
                <a:latin typeface="Times New Roman"/>
                <a:cs typeface="Times New Roman"/>
              </a:rPr>
              <a:t>k	k</a:t>
            </a:r>
            <a:r>
              <a:rPr i="1" spc="-254" dirty="0">
                <a:latin typeface="Times New Roman"/>
                <a:cs typeface="Times New Roman"/>
              </a:rPr>
              <a:t> </a:t>
            </a:r>
            <a:r>
              <a:rPr spc="-140" dirty="0">
                <a:latin typeface="Symbol"/>
                <a:cs typeface="Symbol"/>
              </a:rPr>
              <a:t></a:t>
            </a:r>
            <a:r>
              <a:rPr dirty="0">
                <a:latin typeface="Times New Roman"/>
                <a:cs typeface="Times New Roman"/>
              </a:rPr>
              <a:t>1</a:t>
            </a:r>
            <a:endParaRPr>
              <a:latin typeface="Times New Roman"/>
              <a:cs typeface="Times New Roman"/>
            </a:endParaRPr>
          </a:p>
          <a:p>
            <a:pPr marR="5080" algn="r">
              <a:lnSpc>
                <a:spcPts val="2425"/>
              </a:lnSpc>
            </a:pPr>
            <a:r>
              <a:rPr sz="2400" dirty="0">
                <a:latin typeface="Symbol"/>
                <a:cs typeface="Symbol"/>
              </a:rPr>
              <a:t></a:t>
            </a:r>
            <a:endParaRPr sz="2400">
              <a:latin typeface="Symbol"/>
              <a:cs typeface="Symbol"/>
            </a:endParaRPr>
          </a:p>
        </p:txBody>
      </p:sp>
      <p:sp>
        <p:nvSpPr>
          <p:cNvPr id="10" name="object 10"/>
          <p:cNvSpPr txBox="1"/>
          <p:nvPr/>
        </p:nvSpPr>
        <p:spPr>
          <a:xfrm>
            <a:off x="5068454" y="4058822"/>
            <a:ext cx="788670" cy="369332"/>
          </a:xfrm>
          <a:prstGeom prst="rect">
            <a:avLst/>
          </a:prstGeom>
        </p:spPr>
        <p:txBody>
          <a:bodyPr vert="horz" wrap="square" lIns="0" tIns="0" rIns="0" bIns="0" rtlCol="0">
            <a:spAutoFit/>
          </a:bodyPr>
          <a:lstStyle/>
          <a:p>
            <a:pPr marL="12700"/>
            <a:r>
              <a:rPr sz="3600" baseline="-28935" dirty="0">
                <a:latin typeface="Symbol"/>
                <a:cs typeface="Symbol"/>
              </a:rPr>
              <a:t></a:t>
            </a:r>
            <a:r>
              <a:rPr sz="3600" spc="-487" baseline="-28935" dirty="0">
                <a:latin typeface="Times New Roman"/>
                <a:cs typeface="Times New Roman"/>
              </a:rPr>
              <a:t> </a:t>
            </a:r>
            <a:r>
              <a:rPr sz="3600" i="1" spc="247" baseline="-25462" dirty="0">
                <a:latin typeface="Times New Roman"/>
                <a:cs typeface="Times New Roman"/>
              </a:rPr>
              <a:t>u</a:t>
            </a:r>
            <a:r>
              <a:rPr dirty="0">
                <a:latin typeface="Times New Roman"/>
                <a:cs typeface="Times New Roman"/>
              </a:rPr>
              <a:t>2 </a:t>
            </a:r>
            <a:r>
              <a:rPr spc="-90" dirty="0">
                <a:latin typeface="Times New Roman"/>
                <a:cs typeface="Times New Roman"/>
              </a:rPr>
              <a:t> </a:t>
            </a:r>
            <a:r>
              <a:rPr sz="2700" baseline="-52469" dirty="0">
                <a:latin typeface="Times New Roman"/>
                <a:cs typeface="Times New Roman"/>
              </a:rPr>
              <a:t>1</a:t>
            </a:r>
            <a:endParaRPr sz="2700" baseline="-52469">
              <a:latin typeface="Times New Roman"/>
              <a:cs typeface="Times New Roman"/>
            </a:endParaRPr>
          </a:p>
        </p:txBody>
      </p:sp>
      <p:sp>
        <p:nvSpPr>
          <p:cNvPr id="11" name="object 11"/>
          <p:cNvSpPr txBox="1"/>
          <p:nvPr/>
        </p:nvSpPr>
        <p:spPr>
          <a:xfrm>
            <a:off x="7214400" y="4056238"/>
            <a:ext cx="1561465" cy="920765"/>
          </a:xfrm>
          <a:prstGeom prst="rect">
            <a:avLst/>
          </a:prstGeom>
        </p:spPr>
        <p:txBody>
          <a:bodyPr vert="horz" wrap="square" lIns="0" tIns="0" rIns="0" bIns="0" rtlCol="0">
            <a:spAutoFit/>
          </a:bodyPr>
          <a:lstStyle/>
          <a:p>
            <a:pPr marL="12700"/>
            <a:r>
              <a:rPr sz="2400" dirty="0">
                <a:latin typeface="Symbol"/>
                <a:cs typeface="Symbol"/>
              </a:rPr>
              <a:t></a:t>
            </a:r>
            <a:r>
              <a:rPr sz="2400" spc="280" dirty="0">
                <a:latin typeface="Times New Roman"/>
                <a:cs typeface="Times New Roman"/>
              </a:rPr>
              <a:t> </a:t>
            </a:r>
            <a:r>
              <a:rPr sz="3600" baseline="11574" dirty="0">
                <a:latin typeface="Symbol"/>
                <a:cs typeface="Symbol"/>
              </a:rPr>
              <a:t></a:t>
            </a:r>
            <a:r>
              <a:rPr sz="3600" spc="-30" baseline="11574" dirty="0">
                <a:latin typeface="Times New Roman"/>
                <a:cs typeface="Times New Roman"/>
              </a:rPr>
              <a:t> </a:t>
            </a:r>
            <a:r>
              <a:rPr sz="3600" i="1" spc="15" baseline="15046" dirty="0">
                <a:latin typeface="Times New Roman"/>
                <a:cs typeface="Times New Roman"/>
              </a:rPr>
              <a:t>y</a:t>
            </a:r>
            <a:r>
              <a:rPr sz="2700" i="1" spc="270" baseline="1543" dirty="0">
                <a:latin typeface="Times New Roman"/>
                <a:cs typeface="Times New Roman"/>
              </a:rPr>
              <a:t>k</a:t>
            </a:r>
            <a:r>
              <a:rPr sz="3600" i="1" spc="37" baseline="15046" dirty="0">
                <a:latin typeface="Times New Roman"/>
                <a:cs typeface="Times New Roman"/>
              </a:rPr>
              <a:t>u</a:t>
            </a:r>
            <a:r>
              <a:rPr sz="2700" i="1" baseline="1543" dirty="0">
                <a:latin typeface="Times New Roman"/>
                <a:cs typeface="Times New Roman"/>
              </a:rPr>
              <a:t>k</a:t>
            </a:r>
            <a:r>
              <a:rPr sz="2700" i="1" spc="-382" baseline="1543" dirty="0">
                <a:latin typeface="Times New Roman"/>
                <a:cs typeface="Times New Roman"/>
              </a:rPr>
              <a:t> </a:t>
            </a:r>
            <a:r>
              <a:rPr sz="2700" spc="-217" baseline="1543" dirty="0">
                <a:latin typeface="Symbol"/>
                <a:cs typeface="Symbol"/>
              </a:rPr>
              <a:t></a:t>
            </a:r>
            <a:r>
              <a:rPr sz="2700" baseline="1543" dirty="0">
                <a:latin typeface="Times New Roman"/>
                <a:cs typeface="Times New Roman"/>
              </a:rPr>
              <a:t>1 </a:t>
            </a:r>
            <a:r>
              <a:rPr sz="2700" spc="104" baseline="1543" dirty="0">
                <a:latin typeface="Times New Roman"/>
                <a:cs typeface="Times New Roman"/>
              </a:rPr>
              <a:t> </a:t>
            </a:r>
            <a:r>
              <a:rPr sz="2400" dirty="0">
                <a:latin typeface="Symbol"/>
                <a:cs typeface="Symbol"/>
              </a:rPr>
              <a:t></a:t>
            </a:r>
            <a:endParaRPr sz="2400">
              <a:latin typeface="Symbol"/>
              <a:cs typeface="Symbol"/>
            </a:endParaRPr>
          </a:p>
          <a:p>
            <a:pPr marL="309880" algn="ctr">
              <a:spcBef>
                <a:spcPts val="670"/>
              </a:spcBef>
            </a:pPr>
            <a:r>
              <a:rPr sz="3000" b="1" i="1" dirty="0">
                <a:latin typeface="Times New Roman"/>
                <a:cs typeface="Times New Roman"/>
              </a:rPr>
              <a:t>b</a:t>
            </a:r>
            <a:endParaRPr sz="3000">
              <a:latin typeface="Times New Roman"/>
              <a:cs typeface="Times New Roman"/>
            </a:endParaRPr>
          </a:p>
        </p:txBody>
      </p:sp>
      <p:sp>
        <p:nvSpPr>
          <p:cNvPr id="12" name="object 12"/>
          <p:cNvSpPr txBox="1"/>
          <p:nvPr/>
        </p:nvSpPr>
        <p:spPr>
          <a:xfrm>
            <a:off x="6201373" y="4093539"/>
            <a:ext cx="715010" cy="369332"/>
          </a:xfrm>
          <a:prstGeom prst="rect">
            <a:avLst/>
          </a:prstGeom>
        </p:spPr>
        <p:txBody>
          <a:bodyPr vert="horz" wrap="square" lIns="0" tIns="0" rIns="0" bIns="0" rtlCol="0">
            <a:spAutoFit/>
          </a:bodyPr>
          <a:lstStyle/>
          <a:p>
            <a:pPr marL="12700"/>
            <a:r>
              <a:rPr sz="3600" baseline="8101" dirty="0">
                <a:latin typeface="Symbol"/>
                <a:cs typeface="Symbol"/>
              </a:rPr>
              <a:t></a:t>
            </a:r>
            <a:r>
              <a:rPr sz="3600" spc="-254" baseline="8101" dirty="0">
                <a:latin typeface="Times New Roman"/>
                <a:cs typeface="Times New Roman"/>
              </a:rPr>
              <a:t> </a:t>
            </a:r>
            <a:r>
              <a:rPr sz="2400" spc="-930" dirty="0">
                <a:latin typeface="Symbol"/>
                <a:cs typeface="Symbol"/>
              </a:rPr>
              <a:t></a:t>
            </a:r>
            <a:r>
              <a:rPr sz="3600" spc="179" baseline="9259" dirty="0">
                <a:latin typeface="Symbol"/>
                <a:cs typeface="Symbol"/>
              </a:rPr>
              <a:t></a:t>
            </a:r>
            <a:r>
              <a:rPr sz="3600" i="1" spc="-487" baseline="15046" dirty="0">
                <a:latin typeface="Times New Roman"/>
                <a:cs typeface="Times New Roman"/>
              </a:rPr>
              <a:t>b</a:t>
            </a:r>
            <a:r>
              <a:rPr dirty="0">
                <a:latin typeface="Times New Roman"/>
                <a:cs typeface="Times New Roman"/>
              </a:rPr>
              <a:t>1</a:t>
            </a:r>
            <a:r>
              <a:rPr spc="-160" dirty="0">
                <a:latin typeface="Times New Roman"/>
                <a:cs typeface="Times New Roman"/>
              </a:rPr>
              <a:t> </a:t>
            </a:r>
            <a:r>
              <a:rPr sz="2400" spc="-930" dirty="0">
                <a:latin typeface="Symbol"/>
                <a:cs typeface="Symbol"/>
              </a:rPr>
              <a:t></a:t>
            </a:r>
            <a:r>
              <a:rPr sz="3600" baseline="9259" dirty="0">
                <a:latin typeface="Symbol"/>
                <a:cs typeface="Symbol"/>
              </a:rPr>
              <a:t></a:t>
            </a:r>
            <a:endParaRPr sz="3600" baseline="9259">
              <a:latin typeface="Symbol"/>
              <a:cs typeface="Symbol"/>
            </a:endParaRPr>
          </a:p>
        </p:txBody>
      </p:sp>
      <p:sp>
        <p:nvSpPr>
          <p:cNvPr id="13" name="object 13"/>
          <p:cNvSpPr txBox="1"/>
          <p:nvPr/>
        </p:nvSpPr>
        <p:spPr>
          <a:xfrm>
            <a:off x="3703202" y="4134199"/>
            <a:ext cx="742950" cy="351058"/>
          </a:xfrm>
          <a:prstGeom prst="rect">
            <a:avLst/>
          </a:prstGeom>
        </p:spPr>
        <p:txBody>
          <a:bodyPr vert="horz" wrap="square" lIns="0" tIns="0" rIns="0" bIns="0" rtlCol="0">
            <a:spAutoFit/>
          </a:bodyPr>
          <a:lstStyle/>
          <a:p>
            <a:pPr marL="12700">
              <a:lnSpc>
                <a:spcPts val="2855"/>
              </a:lnSpc>
            </a:pPr>
            <a:r>
              <a:rPr spc="-145" dirty="0">
                <a:latin typeface="Symbol"/>
                <a:cs typeface="Symbol"/>
              </a:rPr>
              <a:t></a:t>
            </a:r>
            <a:r>
              <a:rPr spc="-120" dirty="0">
                <a:latin typeface="Times New Roman"/>
                <a:cs typeface="Times New Roman"/>
              </a:rPr>
              <a:t>1</a:t>
            </a:r>
            <a:r>
              <a:rPr sz="3600" i="1" spc="37" baseline="15046" dirty="0">
                <a:latin typeface="Times New Roman"/>
                <a:cs typeface="Times New Roman"/>
              </a:rPr>
              <a:t>u</a:t>
            </a:r>
            <a:r>
              <a:rPr i="1" dirty="0">
                <a:latin typeface="Times New Roman"/>
                <a:cs typeface="Times New Roman"/>
              </a:rPr>
              <a:t>k</a:t>
            </a:r>
            <a:r>
              <a:rPr i="1" spc="-254" dirty="0">
                <a:latin typeface="Times New Roman"/>
                <a:cs typeface="Times New Roman"/>
              </a:rPr>
              <a:t> </a:t>
            </a:r>
            <a:r>
              <a:rPr spc="-145" dirty="0">
                <a:latin typeface="Symbol"/>
                <a:cs typeface="Symbol"/>
              </a:rPr>
              <a:t></a:t>
            </a:r>
            <a:r>
              <a:rPr dirty="0">
                <a:latin typeface="Times New Roman"/>
                <a:cs typeface="Times New Roman"/>
              </a:rPr>
              <a:t>1</a:t>
            </a:r>
            <a:endParaRPr>
              <a:latin typeface="Times New Roman"/>
              <a:cs typeface="Times New Roman"/>
            </a:endParaRPr>
          </a:p>
        </p:txBody>
      </p:sp>
      <p:sp>
        <p:nvSpPr>
          <p:cNvPr id="14" name="object 14"/>
          <p:cNvSpPr txBox="1"/>
          <p:nvPr/>
        </p:nvSpPr>
        <p:spPr>
          <a:xfrm>
            <a:off x="6201671" y="3537079"/>
            <a:ext cx="715010" cy="375285"/>
          </a:xfrm>
          <a:prstGeom prst="rect">
            <a:avLst/>
          </a:prstGeom>
        </p:spPr>
        <p:txBody>
          <a:bodyPr vert="horz" wrap="square" lIns="0" tIns="0" rIns="0" bIns="0" rtlCol="0">
            <a:spAutoFit/>
          </a:bodyPr>
          <a:lstStyle/>
          <a:p>
            <a:pPr marL="12700"/>
            <a:r>
              <a:rPr sz="3600" baseline="8101" dirty="0">
                <a:latin typeface="Symbol"/>
                <a:cs typeface="Symbol"/>
              </a:rPr>
              <a:t></a:t>
            </a:r>
            <a:r>
              <a:rPr sz="3600" spc="-254" baseline="8101" dirty="0">
                <a:latin typeface="Times New Roman"/>
                <a:cs typeface="Times New Roman"/>
              </a:rPr>
              <a:t> </a:t>
            </a:r>
            <a:r>
              <a:rPr sz="2400" spc="100" dirty="0">
                <a:latin typeface="Symbol"/>
                <a:cs typeface="Symbol"/>
              </a:rPr>
              <a:t></a:t>
            </a:r>
            <a:r>
              <a:rPr sz="3600" i="1" spc="-1297" baseline="4629" dirty="0">
                <a:latin typeface="Times New Roman"/>
                <a:cs typeface="Times New Roman"/>
              </a:rPr>
              <a:t>a</a:t>
            </a:r>
            <a:r>
              <a:rPr sz="3600" baseline="6944" dirty="0">
                <a:latin typeface="Times New Roman"/>
                <a:cs typeface="Times New Roman"/>
              </a:rPr>
              <a:t>ˆ </a:t>
            </a:r>
            <a:r>
              <a:rPr sz="3600" spc="-375" baseline="6944" dirty="0">
                <a:latin typeface="Times New Roman"/>
                <a:cs typeface="Times New Roman"/>
              </a:rPr>
              <a:t> </a:t>
            </a:r>
            <a:r>
              <a:rPr sz="2400" dirty="0">
                <a:latin typeface="Symbol"/>
                <a:cs typeface="Symbol"/>
              </a:rPr>
              <a:t></a:t>
            </a:r>
            <a:endParaRPr sz="2400">
              <a:latin typeface="Symbol"/>
              <a:cs typeface="Symbol"/>
            </a:endParaRPr>
          </a:p>
        </p:txBody>
      </p:sp>
      <p:sp>
        <p:nvSpPr>
          <p:cNvPr id="15" name="object 15"/>
          <p:cNvSpPr txBox="1"/>
          <p:nvPr/>
        </p:nvSpPr>
        <p:spPr>
          <a:xfrm>
            <a:off x="6564280" y="4002775"/>
            <a:ext cx="128270" cy="369332"/>
          </a:xfrm>
          <a:prstGeom prst="rect">
            <a:avLst/>
          </a:prstGeom>
        </p:spPr>
        <p:txBody>
          <a:bodyPr vert="horz" wrap="square" lIns="0" tIns="0" rIns="0" bIns="0" rtlCol="0">
            <a:spAutoFit/>
          </a:bodyPr>
          <a:lstStyle/>
          <a:p>
            <a:pPr marL="12700"/>
            <a:r>
              <a:rPr sz="2400" dirty="0">
                <a:latin typeface="Times New Roman"/>
                <a:cs typeface="Times New Roman"/>
              </a:rPr>
              <a:t>ˆ</a:t>
            </a:r>
            <a:endParaRPr sz="2400">
              <a:latin typeface="Times New Roman"/>
              <a:cs typeface="Times New Roman"/>
            </a:endParaRPr>
          </a:p>
        </p:txBody>
      </p:sp>
      <p:sp>
        <p:nvSpPr>
          <p:cNvPr id="16" name="object 16"/>
          <p:cNvSpPr txBox="1"/>
          <p:nvPr/>
        </p:nvSpPr>
        <p:spPr>
          <a:xfrm>
            <a:off x="2836261" y="4122808"/>
            <a:ext cx="867410" cy="369332"/>
          </a:xfrm>
          <a:prstGeom prst="rect">
            <a:avLst/>
          </a:prstGeom>
        </p:spPr>
        <p:txBody>
          <a:bodyPr vert="horz" wrap="square" lIns="0" tIns="0" rIns="0" bIns="0" rtlCol="0">
            <a:spAutoFit/>
          </a:bodyPr>
          <a:lstStyle/>
          <a:p>
            <a:pPr marL="12700"/>
            <a:r>
              <a:rPr sz="3600" spc="150" baseline="1157" dirty="0">
                <a:latin typeface="Symbol"/>
                <a:cs typeface="Symbol"/>
              </a:rPr>
              <a:t></a:t>
            </a:r>
            <a:r>
              <a:rPr sz="2400" spc="70" dirty="0">
                <a:latin typeface="Symbol"/>
                <a:cs typeface="Symbol"/>
              </a:rPr>
              <a:t></a:t>
            </a:r>
            <a:r>
              <a:rPr sz="3600" baseline="-3472" dirty="0">
                <a:latin typeface="Symbol"/>
                <a:cs typeface="Symbol"/>
              </a:rPr>
              <a:t></a:t>
            </a:r>
            <a:r>
              <a:rPr sz="3600" spc="-30" baseline="-3472" dirty="0">
                <a:latin typeface="Times New Roman"/>
                <a:cs typeface="Times New Roman"/>
              </a:rPr>
              <a:t> </a:t>
            </a:r>
            <a:r>
              <a:rPr sz="2400" i="1" spc="10" dirty="0">
                <a:latin typeface="Times New Roman"/>
                <a:cs typeface="Times New Roman"/>
              </a:rPr>
              <a:t>y</a:t>
            </a:r>
            <a:r>
              <a:rPr sz="2700" i="1" baseline="-20061" dirty="0">
                <a:latin typeface="Times New Roman"/>
                <a:cs typeface="Times New Roman"/>
              </a:rPr>
              <a:t>k</a:t>
            </a:r>
            <a:endParaRPr sz="2700" baseline="-20061">
              <a:latin typeface="Times New Roman"/>
              <a:cs typeface="Times New Roman"/>
            </a:endParaRPr>
          </a:p>
        </p:txBody>
      </p:sp>
      <p:sp>
        <p:nvSpPr>
          <p:cNvPr id="17" name="object 17"/>
          <p:cNvSpPr txBox="1"/>
          <p:nvPr/>
        </p:nvSpPr>
        <p:spPr>
          <a:xfrm>
            <a:off x="5480216" y="4213295"/>
            <a:ext cx="864235" cy="369332"/>
          </a:xfrm>
          <a:prstGeom prst="rect">
            <a:avLst/>
          </a:prstGeom>
        </p:spPr>
        <p:txBody>
          <a:bodyPr vert="horz" wrap="square" lIns="0" tIns="0" rIns="0" bIns="0" rtlCol="0">
            <a:spAutoFit/>
          </a:bodyPr>
          <a:lstStyle/>
          <a:p>
            <a:pPr marL="12700">
              <a:tabLst>
                <a:tab pos="733425" algn="l"/>
              </a:tabLst>
            </a:pPr>
            <a:r>
              <a:rPr sz="2700" i="1" baseline="1543" dirty="0">
                <a:latin typeface="Times New Roman"/>
                <a:cs typeface="Times New Roman"/>
              </a:rPr>
              <a:t>k</a:t>
            </a:r>
            <a:r>
              <a:rPr sz="2700" i="1" spc="-382" baseline="1543" dirty="0">
                <a:latin typeface="Times New Roman"/>
                <a:cs typeface="Times New Roman"/>
              </a:rPr>
              <a:t> </a:t>
            </a:r>
            <a:r>
              <a:rPr sz="2700" baseline="1543" dirty="0">
                <a:latin typeface="Symbol"/>
                <a:cs typeface="Symbol"/>
              </a:rPr>
              <a:t></a:t>
            </a:r>
            <a:r>
              <a:rPr sz="2700" baseline="1543" dirty="0">
                <a:latin typeface="Times New Roman"/>
                <a:cs typeface="Times New Roman"/>
              </a:rPr>
              <a:t>	</a:t>
            </a:r>
            <a:r>
              <a:rPr sz="2400" dirty="0">
                <a:latin typeface="Symbol"/>
                <a:cs typeface="Symbol"/>
              </a:rPr>
              <a:t></a:t>
            </a:r>
            <a:endParaRPr sz="2400">
              <a:latin typeface="Symbol"/>
              <a:cs typeface="Symbol"/>
            </a:endParaRPr>
          </a:p>
        </p:txBody>
      </p:sp>
      <p:sp>
        <p:nvSpPr>
          <p:cNvPr id="18" name="object 18"/>
          <p:cNvSpPr txBox="1"/>
          <p:nvPr/>
        </p:nvSpPr>
        <p:spPr>
          <a:xfrm>
            <a:off x="4723317" y="3592716"/>
            <a:ext cx="1123950" cy="369332"/>
          </a:xfrm>
          <a:prstGeom prst="rect">
            <a:avLst/>
          </a:prstGeom>
        </p:spPr>
        <p:txBody>
          <a:bodyPr vert="horz" wrap="square" lIns="0" tIns="0" rIns="0" bIns="0" rtlCol="0">
            <a:spAutoFit/>
          </a:bodyPr>
          <a:lstStyle/>
          <a:p>
            <a:pPr marL="12700">
              <a:tabLst>
                <a:tab pos="956944" algn="l"/>
              </a:tabLst>
            </a:pPr>
            <a:r>
              <a:rPr sz="2400" spc="70" dirty="0">
                <a:latin typeface="Symbol"/>
                <a:cs typeface="Symbol"/>
              </a:rPr>
              <a:t></a:t>
            </a:r>
            <a:r>
              <a:rPr sz="3600" baseline="-3472" dirty="0">
                <a:latin typeface="Symbol"/>
                <a:cs typeface="Symbol"/>
              </a:rPr>
              <a:t></a:t>
            </a:r>
            <a:r>
              <a:rPr sz="3600" spc="-37" baseline="-3472" dirty="0">
                <a:latin typeface="Times New Roman"/>
                <a:cs typeface="Times New Roman"/>
              </a:rPr>
              <a:t> </a:t>
            </a:r>
            <a:r>
              <a:rPr sz="2400" i="1" dirty="0">
                <a:latin typeface="Times New Roman"/>
                <a:cs typeface="Times New Roman"/>
              </a:rPr>
              <a:t>y	u</a:t>
            </a:r>
            <a:endParaRPr sz="2400">
              <a:latin typeface="Times New Roman"/>
              <a:cs typeface="Times New Roman"/>
            </a:endParaRPr>
          </a:p>
        </p:txBody>
      </p:sp>
      <p:sp>
        <p:nvSpPr>
          <p:cNvPr id="19" name="object 19"/>
          <p:cNvSpPr txBox="1"/>
          <p:nvPr/>
        </p:nvSpPr>
        <p:spPr>
          <a:xfrm>
            <a:off x="7214713" y="3592716"/>
            <a:ext cx="1065530" cy="369332"/>
          </a:xfrm>
          <a:prstGeom prst="rect">
            <a:avLst/>
          </a:prstGeom>
        </p:spPr>
        <p:txBody>
          <a:bodyPr vert="horz" wrap="square" lIns="0" tIns="0" rIns="0" bIns="0" rtlCol="0">
            <a:spAutoFit/>
          </a:bodyPr>
          <a:lstStyle/>
          <a:p>
            <a:pPr marL="12700">
              <a:tabLst>
                <a:tab pos="915669" algn="l"/>
              </a:tabLst>
            </a:pPr>
            <a:r>
              <a:rPr sz="3600" spc="157" baseline="-4629" dirty="0">
                <a:latin typeface="Symbol"/>
                <a:cs typeface="Symbol"/>
              </a:rPr>
              <a:t></a:t>
            </a:r>
            <a:r>
              <a:rPr sz="2400" spc="70" dirty="0">
                <a:latin typeface="Symbol"/>
                <a:cs typeface="Symbol"/>
              </a:rPr>
              <a:t></a:t>
            </a:r>
            <a:r>
              <a:rPr sz="3600" baseline="-3472" dirty="0">
                <a:latin typeface="Symbol"/>
                <a:cs typeface="Symbol"/>
              </a:rPr>
              <a:t></a:t>
            </a:r>
            <a:r>
              <a:rPr sz="3600" spc="-37" baseline="-3472" dirty="0">
                <a:latin typeface="Times New Roman"/>
                <a:cs typeface="Times New Roman"/>
              </a:rPr>
              <a:t> </a:t>
            </a:r>
            <a:r>
              <a:rPr sz="2400" i="1" dirty="0">
                <a:latin typeface="Times New Roman"/>
                <a:cs typeface="Times New Roman"/>
              </a:rPr>
              <a:t>y	y</a:t>
            </a:r>
            <a:endParaRPr sz="2400">
              <a:latin typeface="Times New Roman"/>
              <a:cs typeface="Times New Roman"/>
            </a:endParaRPr>
          </a:p>
        </p:txBody>
      </p:sp>
      <p:sp>
        <p:nvSpPr>
          <p:cNvPr id="20" name="object 20"/>
          <p:cNvSpPr txBox="1"/>
          <p:nvPr/>
        </p:nvSpPr>
        <p:spPr>
          <a:xfrm>
            <a:off x="2836558" y="3537078"/>
            <a:ext cx="143510" cy="369332"/>
          </a:xfrm>
          <a:prstGeom prst="rect">
            <a:avLst/>
          </a:prstGeom>
        </p:spPr>
        <p:txBody>
          <a:bodyPr vert="horz" wrap="square" lIns="0" tIns="0" rIns="0" bIns="0" rtlCol="0">
            <a:spAutoFit/>
          </a:bodyPr>
          <a:lstStyle/>
          <a:p>
            <a:pPr marL="12700"/>
            <a:r>
              <a:rPr sz="2400" dirty="0">
                <a:latin typeface="Symbol"/>
                <a:cs typeface="Symbol"/>
              </a:rPr>
              <a:t></a:t>
            </a:r>
            <a:endParaRPr sz="2400">
              <a:latin typeface="Symbol"/>
              <a:cs typeface="Symbol"/>
            </a:endParaRPr>
          </a:p>
        </p:txBody>
      </p:sp>
      <p:sp>
        <p:nvSpPr>
          <p:cNvPr id="21" name="object 21"/>
          <p:cNvSpPr txBox="1"/>
          <p:nvPr/>
        </p:nvSpPr>
        <p:spPr>
          <a:xfrm>
            <a:off x="8632554" y="3615028"/>
            <a:ext cx="143510" cy="369332"/>
          </a:xfrm>
          <a:prstGeom prst="rect">
            <a:avLst/>
          </a:prstGeom>
        </p:spPr>
        <p:txBody>
          <a:bodyPr vert="horz" wrap="square" lIns="0" tIns="0" rIns="0" bIns="0" rtlCol="0">
            <a:spAutoFit/>
          </a:bodyPr>
          <a:lstStyle/>
          <a:p>
            <a:pPr marL="12700"/>
            <a:r>
              <a:rPr sz="2400" dirty="0">
                <a:latin typeface="Symbol"/>
                <a:cs typeface="Symbol"/>
              </a:rPr>
              <a:t></a:t>
            </a:r>
            <a:endParaRPr sz="2400">
              <a:latin typeface="Symbol"/>
              <a:cs typeface="Symbol"/>
            </a:endParaRPr>
          </a:p>
        </p:txBody>
      </p:sp>
      <p:sp>
        <p:nvSpPr>
          <p:cNvPr id="22" name="object 22"/>
          <p:cNvSpPr txBox="1"/>
          <p:nvPr/>
        </p:nvSpPr>
        <p:spPr>
          <a:xfrm>
            <a:off x="2836558" y="3829937"/>
            <a:ext cx="143510" cy="369332"/>
          </a:xfrm>
          <a:prstGeom prst="rect">
            <a:avLst/>
          </a:prstGeom>
        </p:spPr>
        <p:txBody>
          <a:bodyPr vert="horz" wrap="square" lIns="0" tIns="0" rIns="0" bIns="0" rtlCol="0">
            <a:spAutoFit/>
          </a:bodyPr>
          <a:lstStyle/>
          <a:p>
            <a:pPr marL="12700"/>
            <a:r>
              <a:rPr sz="2400" dirty="0">
                <a:latin typeface="Symbol"/>
                <a:cs typeface="Symbol"/>
              </a:rPr>
              <a:t></a:t>
            </a:r>
            <a:endParaRPr sz="2400">
              <a:latin typeface="Symbol"/>
              <a:cs typeface="Symbol"/>
            </a:endParaRPr>
          </a:p>
        </p:txBody>
      </p:sp>
      <p:sp>
        <p:nvSpPr>
          <p:cNvPr id="23" name="object 23"/>
          <p:cNvSpPr txBox="1"/>
          <p:nvPr/>
        </p:nvSpPr>
        <p:spPr>
          <a:xfrm>
            <a:off x="2835951" y="4213295"/>
            <a:ext cx="143510" cy="369332"/>
          </a:xfrm>
          <a:prstGeom prst="rect">
            <a:avLst/>
          </a:prstGeom>
        </p:spPr>
        <p:txBody>
          <a:bodyPr vert="horz" wrap="square" lIns="0" tIns="0" rIns="0" bIns="0" rtlCol="0">
            <a:spAutoFit/>
          </a:bodyPr>
          <a:lstStyle/>
          <a:p>
            <a:pPr marL="12700"/>
            <a:r>
              <a:rPr sz="2400" dirty="0">
                <a:latin typeface="Symbol"/>
                <a:cs typeface="Symbol"/>
              </a:rPr>
              <a:t></a:t>
            </a:r>
            <a:endParaRPr sz="2400">
              <a:latin typeface="Symbol"/>
              <a:cs typeface="Symbol"/>
            </a:endParaRPr>
          </a:p>
        </p:txBody>
      </p:sp>
      <p:sp>
        <p:nvSpPr>
          <p:cNvPr id="24" name="object 24"/>
          <p:cNvSpPr txBox="1"/>
          <p:nvPr/>
        </p:nvSpPr>
        <p:spPr>
          <a:xfrm>
            <a:off x="5512449" y="5492139"/>
            <a:ext cx="1677035" cy="553998"/>
          </a:xfrm>
          <a:prstGeom prst="rect">
            <a:avLst/>
          </a:prstGeom>
        </p:spPr>
        <p:txBody>
          <a:bodyPr vert="horz" wrap="square" lIns="0" tIns="0" rIns="0" bIns="0" rtlCol="0">
            <a:spAutoFit/>
          </a:bodyPr>
          <a:lstStyle/>
          <a:p>
            <a:pPr marL="12700"/>
            <a:r>
              <a:rPr sz="3600" b="1" i="1" spc="-1260" dirty="0">
                <a:latin typeface="Times New Roman"/>
                <a:cs typeface="Times New Roman"/>
              </a:rPr>
              <a:t>a</a:t>
            </a:r>
            <a:r>
              <a:rPr sz="5400" baseline="3858" dirty="0">
                <a:latin typeface="Times New Roman"/>
                <a:cs typeface="Times New Roman"/>
              </a:rPr>
              <a:t>ˆ</a:t>
            </a:r>
            <a:r>
              <a:rPr sz="5400" spc="82" baseline="3858" dirty="0">
                <a:latin typeface="Times New Roman"/>
                <a:cs typeface="Times New Roman"/>
              </a:rPr>
              <a:t> </a:t>
            </a:r>
            <a:r>
              <a:rPr sz="3600" b="1" i="1" dirty="0">
                <a:latin typeface="Times New Roman"/>
                <a:cs typeface="Times New Roman"/>
              </a:rPr>
              <a:t>=</a:t>
            </a:r>
            <a:r>
              <a:rPr sz="3600" b="1" i="1" spc="315" dirty="0">
                <a:latin typeface="Times New Roman"/>
                <a:cs typeface="Times New Roman"/>
              </a:rPr>
              <a:t> </a:t>
            </a:r>
            <a:r>
              <a:rPr sz="3600" b="1" i="1" spc="35" dirty="0">
                <a:latin typeface="Times New Roman"/>
                <a:cs typeface="Times New Roman"/>
              </a:rPr>
              <a:t>A</a:t>
            </a:r>
            <a:r>
              <a:rPr sz="4050" spc="-22" baseline="32921" dirty="0">
                <a:latin typeface="Symbol"/>
                <a:cs typeface="Symbol"/>
              </a:rPr>
              <a:t></a:t>
            </a:r>
            <a:r>
              <a:rPr sz="4050" spc="-172" baseline="32921" dirty="0">
                <a:latin typeface="Times New Roman"/>
                <a:cs typeface="Times New Roman"/>
              </a:rPr>
              <a:t>1</a:t>
            </a:r>
            <a:r>
              <a:rPr sz="3600" b="1" i="1" dirty="0">
                <a:latin typeface="Times New Roman"/>
                <a:cs typeface="Times New Roman"/>
              </a:rPr>
              <a:t>b</a:t>
            </a:r>
            <a:endParaRPr sz="3600">
              <a:latin typeface="Times New Roman"/>
              <a:cs typeface="Times New Roman"/>
            </a:endParaRPr>
          </a:p>
        </p:txBody>
      </p:sp>
      <p:sp>
        <p:nvSpPr>
          <p:cNvPr id="25" name="object 25"/>
          <p:cNvSpPr txBox="1"/>
          <p:nvPr/>
        </p:nvSpPr>
        <p:spPr>
          <a:xfrm>
            <a:off x="4564534" y="4627822"/>
            <a:ext cx="280670" cy="461665"/>
          </a:xfrm>
          <a:prstGeom prst="rect">
            <a:avLst/>
          </a:prstGeom>
        </p:spPr>
        <p:txBody>
          <a:bodyPr vert="horz" wrap="square" lIns="0" tIns="0" rIns="0" bIns="0" rtlCol="0">
            <a:spAutoFit/>
          </a:bodyPr>
          <a:lstStyle/>
          <a:p>
            <a:pPr marL="12700"/>
            <a:r>
              <a:rPr sz="3000" b="1" i="1" dirty="0">
                <a:latin typeface="Times New Roman"/>
                <a:cs typeface="Times New Roman"/>
              </a:rPr>
              <a:t>A</a:t>
            </a:r>
            <a:endParaRPr sz="3000">
              <a:latin typeface="Times New Roman"/>
              <a:cs typeface="Times New Roman"/>
            </a:endParaRPr>
          </a:p>
        </p:txBody>
      </p:sp>
      <p:sp>
        <p:nvSpPr>
          <p:cNvPr id="26" name="object 26"/>
          <p:cNvSpPr txBox="1"/>
          <p:nvPr/>
        </p:nvSpPr>
        <p:spPr>
          <a:xfrm>
            <a:off x="6546540" y="4599238"/>
            <a:ext cx="211454" cy="461665"/>
          </a:xfrm>
          <a:prstGeom prst="rect">
            <a:avLst/>
          </a:prstGeom>
        </p:spPr>
        <p:txBody>
          <a:bodyPr vert="horz" wrap="square" lIns="0" tIns="0" rIns="0" bIns="0" rtlCol="0">
            <a:spAutoFit/>
          </a:bodyPr>
          <a:lstStyle/>
          <a:p>
            <a:pPr marL="12700"/>
            <a:r>
              <a:rPr sz="4500" b="1" i="1" spc="-1567" baseline="-3703" dirty="0">
                <a:latin typeface="Times New Roman"/>
                <a:cs typeface="Times New Roman"/>
              </a:rPr>
              <a:t>a</a:t>
            </a:r>
            <a:r>
              <a:rPr sz="3000" dirty="0">
                <a:latin typeface="Times New Roman"/>
                <a:cs typeface="Times New Roman"/>
              </a:rPr>
              <a:t>ˆ</a:t>
            </a:r>
            <a:endParaRPr sz="3000">
              <a:latin typeface="Times New Roman"/>
              <a:cs typeface="Times New Roman"/>
            </a:endParaRPr>
          </a:p>
        </p:txBody>
      </p:sp>
      <p:sp>
        <p:nvSpPr>
          <p:cNvPr id="27" name="object 27"/>
          <p:cNvSpPr/>
          <p:nvPr/>
        </p:nvSpPr>
        <p:spPr>
          <a:xfrm>
            <a:off x="8204851" y="2537064"/>
            <a:ext cx="733425" cy="1905"/>
          </a:xfrm>
          <a:custGeom>
            <a:avLst/>
            <a:gdLst/>
            <a:ahLst/>
            <a:cxnLst/>
            <a:rect l="l" t="t" r="r" b="b"/>
            <a:pathLst>
              <a:path w="733425" h="1905">
                <a:moveTo>
                  <a:pt x="0" y="0"/>
                </a:moveTo>
                <a:lnTo>
                  <a:pt x="733226" y="1402"/>
                </a:lnTo>
              </a:path>
            </a:pathLst>
          </a:custGeom>
          <a:ln w="25145">
            <a:solidFill>
              <a:srgbClr val="4471C4"/>
            </a:solidFill>
          </a:ln>
        </p:spPr>
        <p:txBody>
          <a:bodyPr wrap="square" lIns="0" tIns="0" rIns="0" bIns="0" rtlCol="0"/>
          <a:lstStyle/>
          <a:p>
            <a:endParaRPr/>
          </a:p>
        </p:txBody>
      </p:sp>
      <p:sp>
        <p:nvSpPr>
          <p:cNvPr id="28" name="object 28"/>
          <p:cNvSpPr/>
          <p:nvPr/>
        </p:nvSpPr>
        <p:spPr>
          <a:xfrm>
            <a:off x="8861786" y="2493873"/>
            <a:ext cx="76835" cy="88900"/>
          </a:xfrm>
          <a:custGeom>
            <a:avLst/>
            <a:gdLst/>
            <a:ahLst/>
            <a:cxnLst/>
            <a:rect l="l" t="t" r="r" b="b"/>
            <a:pathLst>
              <a:path w="76834" h="88900">
                <a:moveTo>
                  <a:pt x="152" y="0"/>
                </a:moveTo>
                <a:lnTo>
                  <a:pt x="76291" y="44592"/>
                </a:lnTo>
                <a:lnTo>
                  <a:pt x="0" y="88879"/>
                </a:lnTo>
              </a:path>
            </a:pathLst>
          </a:custGeom>
          <a:ln w="25145">
            <a:solidFill>
              <a:srgbClr val="4471C4"/>
            </a:solidFill>
          </a:ln>
        </p:spPr>
        <p:txBody>
          <a:bodyPr wrap="square" lIns="0" tIns="0" rIns="0" bIns="0" rtlCol="0"/>
          <a:lstStyle/>
          <a:p>
            <a:endParaRPr/>
          </a:p>
        </p:txBody>
      </p:sp>
      <p:sp>
        <p:nvSpPr>
          <p:cNvPr id="29" name="object 29"/>
          <p:cNvSpPr/>
          <p:nvPr/>
        </p:nvSpPr>
        <p:spPr>
          <a:xfrm>
            <a:off x="7081402" y="2498603"/>
            <a:ext cx="1002665" cy="0"/>
          </a:xfrm>
          <a:custGeom>
            <a:avLst/>
            <a:gdLst/>
            <a:ahLst/>
            <a:cxnLst/>
            <a:rect l="l" t="t" r="r" b="b"/>
            <a:pathLst>
              <a:path w="1002665">
                <a:moveTo>
                  <a:pt x="0" y="0"/>
                </a:moveTo>
                <a:lnTo>
                  <a:pt x="1002458" y="0"/>
                </a:lnTo>
              </a:path>
            </a:pathLst>
          </a:custGeom>
          <a:ln w="11450">
            <a:solidFill>
              <a:srgbClr val="000000"/>
            </a:solidFill>
          </a:ln>
        </p:spPr>
        <p:txBody>
          <a:bodyPr wrap="square" lIns="0" tIns="0" rIns="0" bIns="0" rtlCol="0"/>
          <a:lstStyle/>
          <a:p>
            <a:endParaRPr/>
          </a:p>
        </p:txBody>
      </p:sp>
      <p:sp>
        <p:nvSpPr>
          <p:cNvPr id="30" name="object 30"/>
          <p:cNvSpPr txBox="1"/>
          <p:nvPr/>
        </p:nvSpPr>
        <p:spPr>
          <a:xfrm>
            <a:off x="7628463" y="2087753"/>
            <a:ext cx="255904" cy="246221"/>
          </a:xfrm>
          <a:prstGeom prst="rect">
            <a:avLst/>
          </a:prstGeom>
        </p:spPr>
        <p:txBody>
          <a:bodyPr vert="horz" wrap="square" lIns="0" tIns="0" rIns="0" bIns="0" rtlCol="0">
            <a:spAutoFit/>
          </a:bodyPr>
          <a:lstStyle/>
          <a:p>
            <a:pPr marL="12700"/>
            <a:r>
              <a:rPr sz="1600" spc="60" dirty="0">
                <a:latin typeface="Symbol"/>
                <a:cs typeface="Symbol"/>
              </a:rPr>
              <a:t></a:t>
            </a:r>
            <a:r>
              <a:rPr sz="1600" spc="60" dirty="0">
                <a:latin typeface="Times New Roman"/>
                <a:cs typeface="Times New Roman"/>
              </a:rPr>
              <a:t>1</a:t>
            </a:r>
            <a:endParaRPr sz="1600">
              <a:latin typeface="Times New Roman"/>
              <a:cs typeface="Times New Roman"/>
            </a:endParaRPr>
          </a:p>
        </p:txBody>
      </p:sp>
      <p:sp>
        <p:nvSpPr>
          <p:cNvPr id="31" name="object 31"/>
          <p:cNvSpPr txBox="1"/>
          <p:nvPr/>
        </p:nvSpPr>
        <p:spPr>
          <a:xfrm>
            <a:off x="7267544" y="2158849"/>
            <a:ext cx="366395" cy="330860"/>
          </a:xfrm>
          <a:prstGeom prst="rect">
            <a:avLst/>
          </a:prstGeom>
        </p:spPr>
        <p:txBody>
          <a:bodyPr vert="horz" wrap="square" lIns="0" tIns="0" rIns="0" bIns="0" rtlCol="0">
            <a:spAutoFit/>
          </a:bodyPr>
          <a:lstStyle/>
          <a:p>
            <a:pPr marL="12700"/>
            <a:r>
              <a:rPr sz="2150" i="1" spc="-240" dirty="0">
                <a:latin typeface="Times New Roman"/>
                <a:cs typeface="Times New Roman"/>
              </a:rPr>
              <a:t>b</a:t>
            </a:r>
            <a:r>
              <a:rPr sz="2400" spc="187" baseline="-19097" dirty="0">
                <a:latin typeface="Times New Roman"/>
                <a:cs typeface="Times New Roman"/>
              </a:rPr>
              <a:t>1</a:t>
            </a:r>
            <a:r>
              <a:rPr sz="2150" i="1" spc="55" dirty="0">
                <a:latin typeface="Times New Roman"/>
                <a:cs typeface="Times New Roman"/>
              </a:rPr>
              <a:t>z</a:t>
            </a:r>
            <a:endParaRPr sz="2150">
              <a:latin typeface="Times New Roman"/>
              <a:cs typeface="Times New Roman"/>
            </a:endParaRPr>
          </a:p>
        </p:txBody>
      </p:sp>
      <p:sp>
        <p:nvSpPr>
          <p:cNvPr id="32" name="object 32"/>
          <p:cNvSpPr txBox="1"/>
          <p:nvPr/>
        </p:nvSpPr>
        <p:spPr>
          <a:xfrm>
            <a:off x="7816534" y="2508614"/>
            <a:ext cx="255904" cy="246221"/>
          </a:xfrm>
          <a:prstGeom prst="rect">
            <a:avLst/>
          </a:prstGeom>
        </p:spPr>
        <p:txBody>
          <a:bodyPr vert="horz" wrap="square" lIns="0" tIns="0" rIns="0" bIns="0" rtlCol="0">
            <a:spAutoFit/>
          </a:bodyPr>
          <a:lstStyle/>
          <a:p>
            <a:pPr marL="12700"/>
            <a:r>
              <a:rPr sz="1600" spc="60" dirty="0">
                <a:latin typeface="Symbol"/>
                <a:cs typeface="Symbol"/>
              </a:rPr>
              <a:t></a:t>
            </a:r>
            <a:r>
              <a:rPr sz="1600" spc="60" dirty="0">
                <a:latin typeface="Times New Roman"/>
                <a:cs typeface="Times New Roman"/>
              </a:rPr>
              <a:t>1</a:t>
            </a:r>
            <a:endParaRPr sz="1600">
              <a:latin typeface="Times New Roman"/>
              <a:cs typeface="Times New Roman"/>
            </a:endParaRPr>
          </a:p>
        </p:txBody>
      </p:sp>
      <p:sp>
        <p:nvSpPr>
          <p:cNvPr id="33" name="object 33"/>
          <p:cNvSpPr txBox="1"/>
          <p:nvPr/>
        </p:nvSpPr>
        <p:spPr>
          <a:xfrm>
            <a:off x="7056505" y="2575251"/>
            <a:ext cx="765810" cy="330860"/>
          </a:xfrm>
          <a:prstGeom prst="rect">
            <a:avLst/>
          </a:prstGeom>
        </p:spPr>
        <p:txBody>
          <a:bodyPr vert="horz" wrap="square" lIns="0" tIns="0" rIns="0" bIns="0" rtlCol="0">
            <a:spAutoFit/>
          </a:bodyPr>
          <a:lstStyle/>
          <a:p>
            <a:pPr marL="12700"/>
            <a:r>
              <a:rPr sz="2150" spc="254" dirty="0">
                <a:latin typeface="Times New Roman"/>
                <a:cs typeface="Times New Roman"/>
              </a:rPr>
              <a:t>1</a:t>
            </a:r>
            <a:r>
              <a:rPr sz="2150" spc="80" dirty="0">
                <a:latin typeface="Symbol"/>
                <a:cs typeface="Symbol"/>
              </a:rPr>
              <a:t></a:t>
            </a:r>
            <a:r>
              <a:rPr sz="2150" spc="-110" dirty="0">
                <a:latin typeface="Times New Roman"/>
                <a:cs typeface="Times New Roman"/>
              </a:rPr>
              <a:t> </a:t>
            </a:r>
            <a:r>
              <a:rPr sz="2150" i="1" spc="-135" dirty="0">
                <a:latin typeface="Times New Roman"/>
                <a:cs typeface="Times New Roman"/>
              </a:rPr>
              <a:t>a</a:t>
            </a:r>
            <a:r>
              <a:rPr sz="2400" spc="187" baseline="-19097" dirty="0">
                <a:latin typeface="Times New Roman"/>
                <a:cs typeface="Times New Roman"/>
              </a:rPr>
              <a:t>1</a:t>
            </a:r>
            <a:r>
              <a:rPr sz="2150" i="1" spc="55" dirty="0">
                <a:latin typeface="Times New Roman"/>
                <a:cs typeface="Times New Roman"/>
              </a:rPr>
              <a:t>z</a:t>
            </a:r>
            <a:endParaRPr sz="2150">
              <a:latin typeface="Times New Roman"/>
              <a:cs typeface="Times New Roman"/>
            </a:endParaRPr>
          </a:p>
        </p:txBody>
      </p:sp>
      <p:sp>
        <p:nvSpPr>
          <p:cNvPr id="35" name="object 35"/>
          <p:cNvSpPr/>
          <p:nvPr/>
        </p:nvSpPr>
        <p:spPr>
          <a:xfrm>
            <a:off x="6962029" y="2029571"/>
            <a:ext cx="1241425" cy="967740"/>
          </a:xfrm>
          <a:custGeom>
            <a:avLst/>
            <a:gdLst/>
            <a:ahLst/>
            <a:cxnLst/>
            <a:rect l="l" t="t" r="r" b="b"/>
            <a:pathLst>
              <a:path w="1241425" h="967739">
                <a:moveTo>
                  <a:pt x="0" y="161300"/>
                </a:moveTo>
                <a:lnTo>
                  <a:pt x="5786" y="118336"/>
                </a:lnTo>
                <a:lnTo>
                  <a:pt x="22112" y="79738"/>
                </a:lnTo>
                <a:lnTo>
                  <a:pt x="47431" y="47056"/>
                </a:lnTo>
                <a:lnTo>
                  <a:pt x="80195" y="21839"/>
                </a:lnTo>
                <a:lnTo>
                  <a:pt x="118856" y="5638"/>
                </a:lnTo>
                <a:lnTo>
                  <a:pt x="1079997" y="0"/>
                </a:lnTo>
                <a:lnTo>
                  <a:pt x="1094707" y="662"/>
                </a:lnTo>
                <a:lnTo>
                  <a:pt x="1136384" y="10135"/>
                </a:lnTo>
                <a:lnTo>
                  <a:pt x="1173179" y="29634"/>
                </a:lnTo>
                <a:lnTo>
                  <a:pt x="1203544" y="57610"/>
                </a:lnTo>
                <a:lnTo>
                  <a:pt x="1225929" y="92512"/>
                </a:lnTo>
                <a:lnTo>
                  <a:pt x="1238785" y="132794"/>
                </a:lnTo>
                <a:lnTo>
                  <a:pt x="1241297" y="806470"/>
                </a:lnTo>
                <a:lnTo>
                  <a:pt x="1240635" y="821180"/>
                </a:lnTo>
                <a:lnTo>
                  <a:pt x="1231160" y="862858"/>
                </a:lnTo>
                <a:lnTo>
                  <a:pt x="1211658" y="899649"/>
                </a:lnTo>
                <a:lnTo>
                  <a:pt x="1183677" y="930007"/>
                </a:lnTo>
                <a:lnTo>
                  <a:pt x="1148769" y="952384"/>
                </a:lnTo>
                <a:lnTo>
                  <a:pt x="1108482" y="965232"/>
                </a:lnTo>
                <a:lnTo>
                  <a:pt x="161269" y="967739"/>
                </a:lnTo>
                <a:lnTo>
                  <a:pt x="146557" y="967077"/>
                </a:lnTo>
                <a:lnTo>
                  <a:pt x="104876" y="957604"/>
                </a:lnTo>
                <a:lnTo>
                  <a:pt x="68082" y="938105"/>
                </a:lnTo>
                <a:lnTo>
                  <a:pt x="37723" y="910127"/>
                </a:lnTo>
                <a:lnTo>
                  <a:pt x="15348" y="875220"/>
                </a:lnTo>
                <a:lnTo>
                  <a:pt x="2504" y="834932"/>
                </a:lnTo>
                <a:lnTo>
                  <a:pt x="0" y="161300"/>
                </a:lnTo>
                <a:close/>
              </a:path>
            </a:pathLst>
          </a:custGeom>
          <a:ln w="12953">
            <a:solidFill>
              <a:srgbClr val="2E528E"/>
            </a:solidFill>
          </a:ln>
        </p:spPr>
        <p:txBody>
          <a:bodyPr wrap="square" lIns="0" tIns="0" rIns="0" bIns="0" rtlCol="0"/>
          <a:lstStyle/>
          <a:p>
            <a:endParaRPr/>
          </a:p>
        </p:txBody>
      </p:sp>
      <p:sp>
        <p:nvSpPr>
          <p:cNvPr id="36" name="object 36"/>
          <p:cNvSpPr txBox="1"/>
          <p:nvPr/>
        </p:nvSpPr>
        <p:spPr>
          <a:xfrm>
            <a:off x="8357875" y="2084562"/>
            <a:ext cx="249554" cy="330860"/>
          </a:xfrm>
          <a:prstGeom prst="rect">
            <a:avLst/>
          </a:prstGeom>
        </p:spPr>
        <p:txBody>
          <a:bodyPr vert="horz" wrap="square" lIns="0" tIns="0" rIns="0" bIns="0" rtlCol="0">
            <a:spAutoFit/>
          </a:bodyPr>
          <a:lstStyle/>
          <a:p>
            <a:pPr marL="12700"/>
            <a:r>
              <a:rPr sz="2150" i="1" spc="35" dirty="0">
                <a:latin typeface="Times New Roman"/>
                <a:cs typeface="Times New Roman"/>
              </a:rPr>
              <a:t>x</a:t>
            </a:r>
            <a:r>
              <a:rPr sz="2400" i="1" spc="67" baseline="-19097" dirty="0">
                <a:latin typeface="Times New Roman"/>
                <a:cs typeface="Times New Roman"/>
              </a:rPr>
              <a:t>k</a:t>
            </a:r>
            <a:endParaRPr sz="2400" baseline="-19097">
              <a:latin typeface="Times New Roman"/>
              <a:cs typeface="Times New Roman"/>
            </a:endParaRPr>
          </a:p>
        </p:txBody>
      </p:sp>
      <p:sp>
        <p:nvSpPr>
          <p:cNvPr id="37" name="object 37"/>
          <p:cNvSpPr txBox="1"/>
          <p:nvPr/>
        </p:nvSpPr>
        <p:spPr>
          <a:xfrm>
            <a:off x="6387342" y="2102850"/>
            <a:ext cx="272415" cy="330860"/>
          </a:xfrm>
          <a:prstGeom prst="rect">
            <a:avLst/>
          </a:prstGeom>
        </p:spPr>
        <p:txBody>
          <a:bodyPr vert="horz" wrap="square" lIns="0" tIns="0" rIns="0" bIns="0" rtlCol="0">
            <a:spAutoFit/>
          </a:bodyPr>
          <a:lstStyle/>
          <a:p>
            <a:pPr marL="12700"/>
            <a:r>
              <a:rPr sz="2150" i="1" spc="95" dirty="0">
                <a:latin typeface="Times New Roman"/>
                <a:cs typeface="Times New Roman"/>
              </a:rPr>
              <a:t>u</a:t>
            </a:r>
            <a:r>
              <a:rPr sz="2400" i="1" spc="67" baseline="-19097" dirty="0">
                <a:latin typeface="Times New Roman"/>
                <a:cs typeface="Times New Roman"/>
              </a:rPr>
              <a:t>k</a:t>
            </a:r>
            <a:endParaRPr sz="2400" baseline="-19097">
              <a:latin typeface="Times New Roman"/>
              <a:cs typeface="Times New Roman"/>
            </a:endParaRPr>
          </a:p>
        </p:txBody>
      </p:sp>
      <p:sp>
        <p:nvSpPr>
          <p:cNvPr id="38" name="object 38"/>
          <p:cNvSpPr/>
          <p:nvPr/>
        </p:nvSpPr>
        <p:spPr>
          <a:xfrm>
            <a:off x="8962277" y="2309225"/>
            <a:ext cx="483234" cy="451484"/>
          </a:xfrm>
          <a:custGeom>
            <a:avLst/>
            <a:gdLst/>
            <a:ahLst/>
            <a:cxnLst/>
            <a:rect l="l" t="t" r="r" b="b"/>
            <a:pathLst>
              <a:path w="483234" h="451485">
                <a:moveTo>
                  <a:pt x="0" y="225551"/>
                </a:moveTo>
                <a:lnTo>
                  <a:pt x="7019" y="171348"/>
                </a:lnTo>
                <a:lnTo>
                  <a:pt x="26960" y="121896"/>
                </a:lnTo>
                <a:lnTo>
                  <a:pt x="58144" y="78764"/>
                </a:lnTo>
                <a:lnTo>
                  <a:pt x="98893" y="43517"/>
                </a:lnTo>
                <a:lnTo>
                  <a:pt x="147528" y="17724"/>
                </a:lnTo>
                <a:lnTo>
                  <a:pt x="202371" y="2952"/>
                </a:lnTo>
                <a:lnTo>
                  <a:pt x="241553" y="0"/>
                </a:lnTo>
                <a:lnTo>
                  <a:pt x="261361" y="747"/>
                </a:lnTo>
                <a:lnTo>
                  <a:pt x="299593" y="6554"/>
                </a:lnTo>
                <a:lnTo>
                  <a:pt x="352550" y="25175"/>
                </a:lnTo>
                <a:lnTo>
                  <a:pt x="398744" y="54293"/>
                </a:lnTo>
                <a:lnTo>
                  <a:pt x="436494" y="92342"/>
                </a:lnTo>
                <a:lnTo>
                  <a:pt x="464121" y="137755"/>
                </a:lnTo>
                <a:lnTo>
                  <a:pt x="479945" y="188965"/>
                </a:lnTo>
                <a:lnTo>
                  <a:pt x="483107" y="225551"/>
                </a:lnTo>
                <a:lnTo>
                  <a:pt x="482307" y="244055"/>
                </a:lnTo>
                <a:lnTo>
                  <a:pt x="470790" y="296856"/>
                </a:lnTo>
                <a:lnTo>
                  <a:pt x="446911" y="344377"/>
                </a:lnTo>
                <a:lnTo>
                  <a:pt x="412348" y="385053"/>
                </a:lnTo>
                <a:lnTo>
                  <a:pt x="368782" y="417319"/>
                </a:lnTo>
                <a:lnTo>
                  <a:pt x="317893" y="439608"/>
                </a:lnTo>
                <a:lnTo>
                  <a:pt x="280728" y="448152"/>
                </a:lnTo>
                <a:lnTo>
                  <a:pt x="241553" y="451103"/>
                </a:lnTo>
                <a:lnTo>
                  <a:pt x="221742" y="450356"/>
                </a:lnTo>
                <a:lnTo>
                  <a:pt x="183504" y="444550"/>
                </a:lnTo>
                <a:lnTo>
                  <a:pt x="130544" y="425934"/>
                </a:lnTo>
                <a:lnTo>
                  <a:pt x="84351" y="396820"/>
                </a:lnTo>
                <a:lnTo>
                  <a:pt x="46604" y="358774"/>
                </a:lnTo>
                <a:lnTo>
                  <a:pt x="18981" y="313361"/>
                </a:lnTo>
                <a:lnTo>
                  <a:pt x="3161" y="262145"/>
                </a:lnTo>
                <a:lnTo>
                  <a:pt x="0" y="225551"/>
                </a:lnTo>
                <a:close/>
              </a:path>
            </a:pathLst>
          </a:custGeom>
          <a:ln w="12953">
            <a:solidFill>
              <a:srgbClr val="2E528E"/>
            </a:solidFill>
          </a:ln>
        </p:spPr>
        <p:txBody>
          <a:bodyPr wrap="square" lIns="0" tIns="0" rIns="0" bIns="0" rtlCol="0"/>
          <a:lstStyle/>
          <a:p>
            <a:endParaRPr/>
          </a:p>
        </p:txBody>
      </p:sp>
      <p:sp>
        <p:nvSpPr>
          <p:cNvPr id="39" name="object 39"/>
          <p:cNvSpPr/>
          <p:nvPr/>
        </p:nvSpPr>
        <p:spPr>
          <a:xfrm>
            <a:off x="9204502" y="1781159"/>
            <a:ext cx="13970" cy="502920"/>
          </a:xfrm>
          <a:custGeom>
            <a:avLst/>
            <a:gdLst/>
            <a:ahLst/>
            <a:cxnLst/>
            <a:rect l="l" t="t" r="r" b="b"/>
            <a:pathLst>
              <a:path w="13970" h="502919">
                <a:moveTo>
                  <a:pt x="13868" y="0"/>
                </a:moveTo>
                <a:lnTo>
                  <a:pt x="0" y="502828"/>
                </a:lnTo>
              </a:path>
            </a:pathLst>
          </a:custGeom>
          <a:ln w="25145">
            <a:solidFill>
              <a:srgbClr val="4471C4"/>
            </a:solidFill>
          </a:ln>
        </p:spPr>
        <p:txBody>
          <a:bodyPr wrap="square" lIns="0" tIns="0" rIns="0" bIns="0" rtlCol="0"/>
          <a:lstStyle/>
          <a:p>
            <a:endParaRPr/>
          </a:p>
        </p:txBody>
      </p:sp>
      <p:sp>
        <p:nvSpPr>
          <p:cNvPr id="40" name="object 40"/>
          <p:cNvSpPr/>
          <p:nvPr/>
        </p:nvSpPr>
        <p:spPr>
          <a:xfrm>
            <a:off x="9162165" y="2206599"/>
            <a:ext cx="88900" cy="77470"/>
          </a:xfrm>
          <a:custGeom>
            <a:avLst/>
            <a:gdLst/>
            <a:ahLst/>
            <a:cxnLst/>
            <a:rect l="l" t="t" r="r" b="b"/>
            <a:pathLst>
              <a:path w="88900" h="77469">
                <a:moveTo>
                  <a:pt x="88879" y="2438"/>
                </a:moveTo>
                <a:lnTo>
                  <a:pt x="42336" y="77388"/>
                </a:lnTo>
                <a:lnTo>
                  <a:pt x="0" y="0"/>
                </a:lnTo>
              </a:path>
            </a:pathLst>
          </a:custGeom>
          <a:ln w="25145">
            <a:solidFill>
              <a:srgbClr val="4471C4"/>
            </a:solidFill>
          </a:ln>
        </p:spPr>
        <p:txBody>
          <a:bodyPr wrap="square" lIns="0" tIns="0" rIns="0" bIns="0" rtlCol="0"/>
          <a:lstStyle/>
          <a:p>
            <a:endParaRPr/>
          </a:p>
        </p:txBody>
      </p:sp>
      <p:sp>
        <p:nvSpPr>
          <p:cNvPr id="41" name="object 41"/>
          <p:cNvSpPr txBox="1"/>
          <p:nvPr/>
        </p:nvSpPr>
        <p:spPr>
          <a:xfrm>
            <a:off x="9084698" y="2337380"/>
            <a:ext cx="227329" cy="415498"/>
          </a:xfrm>
          <a:prstGeom prst="rect">
            <a:avLst/>
          </a:prstGeom>
        </p:spPr>
        <p:txBody>
          <a:bodyPr vert="horz" wrap="square" lIns="0" tIns="0" rIns="0" bIns="0" rtlCol="0">
            <a:spAutoFit/>
          </a:bodyPr>
          <a:lstStyle/>
          <a:p>
            <a:pPr marL="12700"/>
            <a:r>
              <a:rPr sz="2700" spc="100" dirty="0">
                <a:latin typeface="Symbol"/>
                <a:cs typeface="Symbol"/>
              </a:rPr>
              <a:t></a:t>
            </a:r>
            <a:endParaRPr sz="2700">
              <a:latin typeface="Symbol"/>
              <a:cs typeface="Symbol"/>
            </a:endParaRPr>
          </a:p>
        </p:txBody>
      </p:sp>
      <p:sp>
        <p:nvSpPr>
          <p:cNvPr id="42" name="object 42"/>
          <p:cNvSpPr txBox="1"/>
          <p:nvPr/>
        </p:nvSpPr>
        <p:spPr>
          <a:xfrm>
            <a:off x="9629033" y="2105898"/>
            <a:ext cx="254635" cy="330860"/>
          </a:xfrm>
          <a:prstGeom prst="rect">
            <a:avLst/>
          </a:prstGeom>
        </p:spPr>
        <p:txBody>
          <a:bodyPr vert="horz" wrap="square" lIns="0" tIns="0" rIns="0" bIns="0" rtlCol="0">
            <a:spAutoFit/>
          </a:bodyPr>
          <a:lstStyle/>
          <a:p>
            <a:pPr marL="12700"/>
            <a:r>
              <a:rPr sz="2150" i="1" spc="70" dirty="0">
                <a:latin typeface="Times New Roman"/>
                <a:cs typeface="Times New Roman"/>
              </a:rPr>
              <a:t>y</a:t>
            </a:r>
            <a:r>
              <a:rPr sz="2400" i="1" spc="82" baseline="-19097" dirty="0">
                <a:latin typeface="Times New Roman"/>
                <a:cs typeface="Times New Roman"/>
              </a:rPr>
              <a:t>k</a:t>
            </a:r>
            <a:endParaRPr sz="2400" baseline="-19097">
              <a:latin typeface="Times New Roman"/>
              <a:cs typeface="Times New Roman"/>
            </a:endParaRPr>
          </a:p>
        </p:txBody>
      </p:sp>
      <p:sp>
        <p:nvSpPr>
          <p:cNvPr id="43" name="object 43"/>
          <p:cNvSpPr txBox="1"/>
          <p:nvPr/>
        </p:nvSpPr>
        <p:spPr>
          <a:xfrm>
            <a:off x="8818949" y="1655597"/>
            <a:ext cx="279400" cy="353943"/>
          </a:xfrm>
          <a:prstGeom prst="rect">
            <a:avLst/>
          </a:prstGeom>
        </p:spPr>
        <p:txBody>
          <a:bodyPr vert="horz" wrap="square" lIns="0" tIns="0" rIns="0" bIns="0" rtlCol="0">
            <a:spAutoFit/>
          </a:bodyPr>
          <a:lstStyle/>
          <a:p>
            <a:pPr marL="12700"/>
            <a:r>
              <a:rPr sz="2300" i="1" spc="85" dirty="0">
                <a:latin typeface="Symbol"/>
                <a:cs typeface="Symbol"/>
              </a:rPr>
              <a:t></a:t>
            </a:r>
            <a:r>
              <a:rPr sz="2400" i="1" spc="82" baseline="-19097" dirty="0">
                <a:latin typeface="Times New Roman"/>
                <a:cs typeface="Times New Roman"/>
              </a:rPr>
              <a:t>k</a:t>
            </a:r>
            <a:endParaRPr sz="2400" baseline="-19097">
              <a:latin typeface="Times New Roman"/>
              <a:cs typeface="Times New Roman"/>
            </a:endParaRPr>
          </a:p>
        </p:txBody>
      </p:sp>
      <p:sp>
        <p:nvSpPr>
          <p:cNvPr id="44" name="object 44"/>
          <p:cNvSpPr/>
          <p:nvPr/>
        </p:nvSpPr>
        <p:spPr>
          <a:xfrm>
            <a:off x="6188599" y="2524110"/>
            <a:ext cx="733425" cy="1905"/>
          </a:xfrm>
          <a:custGeom>
            <a:avLst/>
            <a:gdLst/>
            <a:ahLst/>
            <a:cxnLst/>
            <a:rect l="l" t="t" r="r" b="b"/>
            <a:pathLst>
              <a:path w="733425" h="1905">
                <a:moveTo>
                  <a:pt x="0" y="0"/>
                </a:moveTo>
                <a:lnTo>
                  <a:pt x="733226" y="1402"/>
                </a:lnTo>
              </a:path>
            </a:pathLst>
          </a:custGeom>
          <a:ln w="25145">
            <a:solidFill>
              <a:srgbClr val="4471C4"/>
            </a:solidFill>
          </a:ln>
        </p:spPr>
        <p:txBody>
          <a:bodyPr wrap="square" lIns="0" tIns="0" rIns="0" bIns="0" rtlCol="0"/>
          <a:lstStyle/>
          <a:p>
            <a:endParaRPr/>
          </a:p>
        </p:txBody>
      </p:sp>
      <p:sp>
        <p:nvSpPr>
          <p:cNvPr id="45" name="object 45"/>
          <p:cNvSpPr/>
          <p:nvPr/>
        </p:nvSpPr>
        <p:spPr>
          <a:xfrm>
            <a:off x="6845534" y="2480919"/>
            <a:ext cx="76835" cy="88900"/>
          </a:xfrm>
          <a:custGeom>
            <a:avLst/>
            <a:gdLst/>
            <a:ahLst/>
            <a:cxnLst/>
            <a:rect l="l" t="t" r="r" b="b"/>
            <a:pathLst>
              <a:path w="76835" h="88900">
                <a:moveTo>
                  <a:pt x="152" y="0"/>
                </a:moveTo>
                <a:lnTo>
                  <a:pt x="76291" y="44592"/>
                </a:lnTo>
                <a:lnTo>
                  <a:pt x="0" y="88879"/>
                </a:lnTo>
              </a:path>
            </a:pathLst>
          </a:custGeom>
          <a:ln w="25145">
            <a:solidFill>
              <a:srgbClr val="4471C4"/>
            </a:solidFill>
          </a:ln>
        </p:spPr>
        <p:txBody>
          <a:bodyPr wrap="square" lIns="0" tIns="0" rIns="0" bIns="0" rtlCol="0"/>
          <a:lstStyle/>
          <a:p>
            <a:endParaRPr/>
          </a:p>
        </p:txBody>
      </p:sp>
      <p:sp>
        <p:nvSpPr>
          <p:cNvPr id="46" name="object 46"/>
          <p:cNvSpPr/>
          <p:nvPr/>
        </p:nvSpPr>
        <p:spPr>
          <a:xfrm>
            <a:off x="9430147" y="2524110"/>
            <a:ext cx="733425" cy="1905"/>
          </a:xfrm>
          <a:custGeom>
            <a:avLst/>
            <a:gdLst/>
            <a:ahLst/>
            <a:cxnLst/>
            <a:rect l="l" t="t" r="r" b="b"/>
            <a:pathLst>
              <a:path w="733425" h="1905">
                <a:moveTo>
                  <a:pt x="0" y="0"/>
                </a:moveTo>
                <a:lnTo>
                  <a:pt x="733226" y="1402"/>
                </a:lnTo>
              </a:path>
            </a:pathLst>
          </a:custGeom>
          <a:ln w="25145">
            <a:solidFill>
              <a:srgbClr val="4471C4"/>
            </a:solidFill>
          </a:ln>
        </p:spPr>
        <p:txBody>
          <a:bodyPr wrap="square" lIns="0" tIns="0" rIns="0" bIns="0" rtlCol="0"/>
          <a:lstStyle/>
          <a:p>
            <a:endParaRPr/>
          </a:p>
        </p:txBody>
      </p:sp>
      <p:sp>
        <p:nvSpPr>
          <p:cNvPr id="47" name="object 47"/>
          <p:cNvSpPr/>
          <p:nvPr/>
        </p:nvSpPr>
        <p:spPr>
          <a:xfrm>
            <a:off x="10087082" y="2480919"/>
            <a:ext cx="76835" cy="88900"/>
          </a:xfrm>
          <a:custGeom>
            <a:avLst/>
            <a:gdLst/>
            <a:ahLst/>
            <a:cxnLst/>
            <a:rect l="l" t="t" r="r" b="b"/>
            <a:pathLst>
              <a:path w="76834" h="88900">
                <a:moveTo>
                  <a:pt x="152" y="0"/>
                </a:moveTo>
                <a:lnTo>
                  <a:pt x="76291" y="44592"/>
                </a:lnTo>
                <a:lnTo>
                  <a:pt x="0" y="88879"/>
                </a:lnTo>
              </a:path>
            </a:pathLst>
          </a:custGeom>
          <a:ln w="25145">
            <a:solidFill>
              <a:srgbClr val="4471C4"/>
            </a:solidFill>
          </a:ln>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17975" y="96529"/>
            <a:ext cx="8963660" cy="6664959"/>
          </a:xfrm>
          <a:custGeom>
            <a:avLst/>
            <a:gdLst/>
            <a:ahLst/>
            <a:cxnLst/>
            <a:rect l="l" t="t" r="r" b="b"/>
            <a:pathLst>
              <a:path w="8963660" h="6664959">
                <a:moveTo>
                  <a:pt x="0" y="6664756"/>
                </a:moveTo>
                <a:lnTo>
                  <a:pt x="8963466" y="6664756"/>
                </a:lnTo>
                <a:lnTo>
                  <a:pt x="8963466" y="0"/>
                </a:lnTo>
                <a:lnTo>
                  <a:pt x="0" y="0"/>
                </a:lnTo>
                <a:lnTo>
                  <a:pt x="0" y="6664756"/>
                </a:lnTo>
                <a:close/>
              </a:path>
            </a:pathLst>
          </a:custGeom>
          <a:ln w="193039">
            <a:solidFill>
              <a:srgbClr val="E9ECED"/>
            </a:solidFill>
          </a:ln>
        </p:spPr>
        <p:txBody>
          <a:bodyPr wrap="square" lIns="0" tIns="0" rIns="0" bIns="0" rtlCol="0"/>
          <a:lstStyle/>
          <a:p>
            <a:endParaRPr/>
          </a:p>
        </p:txBody>
      </p:sp>
      <p:sp>
        <p:nvSpPr>
          <p:cNvPr id="3" name="object 3"/>
          <p:cNvSpPr/>
          <p:nvPr/>
        </p:nvSpPr>
        <p:spPr>
          <a:xfrm>
            <a:off x="2157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4" name="object 4"/>
          <p:cNvSpPr/>
          <p:nvPr/>
        </p:nvSpPr>
        <p:spPr>
          <a:xfrm>
            <a:off x="7795260" y="763837"/>
            <a:ext cx="2103493" cy="661194"/>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667505" y="2077995"/>
            <a:ext cx="1107440" cy="458470"/>
          </a:xfrm>
          <a:custGeom>
            <a:avLst/>
            <a:gdLst/>
            <a:ahLst/>
            <a:cxnLst/>
            <a:rect l="l" t="t" r="r" b="b"/>
            <a:pathLst>
              <a:path w="1107440" h="458469">
                <a:moveTo>
                  <a:pt x="0" y="458093"/>
                </a:moveTo>
                <a:lnTo>
                  <a:pt x="1107125" y="458093"/>
                </a:lnTo>
                <a:lnTo>
                  <a:pt x="1107125" y="0"/>
                </a:lnTo>
                <a:lnTo>
                  <a:pt x="0" y="0"/>
                </a:lnTo>
                <a:lnTo>
                  <a:pt x="0" y="458093"/>
                </a:lnTo>
                <a:close/>
              </a:path>
            </a:pathLst>
          </a:custGeom>
          <a:solidFill>
            <a:srgbClr val="D6DCE5"/>
          </a:solidFill>
        </p:spPr>
        <p:txBody>
          <a:bodyPr wrap="square" lIns="0" tIns="0" rIns="0" bIns="0" rtlCol="0"/>
          <a:lstStyle/>
          <a:p>
            <a:endParaRPr/>
          </a:p>
        </p:txBody>
      </p:sp>
      <p:sp>
        <p:nvSpPr>
          <p:cNvPr id="6" name="object 6"/>
          <p:cNvSpPr/>
          <p:nvPr/>
        </p:nvSpPr>
        <p:spPr>
          <a:xfrm>
            <a:off x="2774634" y="2077995"/>
            <a:ext cx="1107440" cy="458470"/>
          </a:xfrm>
          <a:custGeom>
            <a:avLst/>
            <a:gdLst/>
            <a:ahLst/>
            <a:cxnLst/>
            <a:rect l="l" t="t" r="r" b="b"/>
            <a:pathLst>
              <a:path w="1107439" h="458469">
                <a:moveTo>
                  <a:pt x="0" y="458093"/>
                </a:moveTo>
                <a:lnTo>
                  <a:pt x="1107125" y="458093"/>
                </a:lnTo>
                <a:lnTo>
                  <a:pt x="1107125" y="0"/>
                </a:lnTo>
                <a:lnTo>
                  <a:pt x="0" y="0"/>
                </a:lnTo>
                <a:lnTo>
                  <a:pt x="0" y="458093"/>
                </a:lnTo>
                <a:close/>
              </a:path>
            </a:pathLst>
          </a:custGeom>
          <a:solidFill>
            <a:srgbClr val="D6DCE5"/>
          </a:solidFill>
        </p:spPr>
        <p:txBody>
          <a:bodyPr wrap="square" lIns="0" tIns="0" rIns="0" bIns="0" rtlCol="0"/>
          <a:lstStyle/>
          <a:p>
            <a:endParaRPr/>
          </a:p>
        </p:txBody>
      </p:sp>
      <p:sp>
        <p:nvSpPr>
          <p:cNvPr id="7" name="object 7"/>
          <p:cNvSpPr/>
          <p:nvPr/>
        </p:nvSpPr>
        <p:spPr>
          <a:xfrm>
            <a:off x="3881758" y="2077995"/>
            <a:ext cx="1107440" cy="458470"/>
          </a:xfrm>
          <a:custGeom>
            <a:avLst/>
            <a:gdLst/>
            <a:ahLst/>
            <a:cxnLst/>
            <a:rect l="l" t="t" r="r" b="b"/>
            <a:pathLst>
              <a:path w="1107439" h="458469">
                <a:moveTo>
                  <a:pt x="0" y="458093"/>
                </a:moveTo>
                <a:lnTo>
                  <a:pt x="1107115" y="458093"/>
                </a:lnTo>
                <a:lnTo>
                  <a:pt x="1107115" y="0"/>
                </a:lnTo>
                <a:lnTo>
                  <a:pt x="0" y="0"/>
                </a:lnTo>
                <a:lnTo>
                  <a:pt x="0" y="458093"/>
                </a:lnTo>
                <a:close/>
              </a:path>
            </a:pathLst>
          </a:custGeom>
          <a:solidFill>
            <a:srgbClr val="D6DCE5"/>
          </a:solidFill>
        </p:spPr>
        <p:txBody>
          <a:bodyPr wrap="square" lIns="0" tIns="0" rIns="0" bIns="0" rtlCol="0"/>
          <a:lstStyle/>
          <a:p>
            <a:endParaRPr/>
          </a:p>
        </p:txBody>
      </p:sp>
      <p:sp>
        <p:nvSpPr>
          <p:cNvPr id="8" name="object 8"/>
          <p:cNvSpPr/>
          <p:nvPr/>
        </p:nvSpPr>
        <p:spPr>
          <a:xfrm>
            <a:off x="4988874" y="2077995"/>
            <a:ext cx="1107440" cy="458470"/>
          </a:xfrm>
          <a:custGeom>
            <a:avLst/>
            <a:gdLst/>
            <a:ahLst/>
            <a:cxnLst/>
            <a:rect l="l" t="t" r="r" b="b"/>
            <a:pathLst>
              <a:path w="1107439" h="458469">
                <a:moveTo>
                  <a:pt x="0" y="458093"/>
                </a:moveTo>
                <a:lnTo>
                  <a:pt x="1107125" y="458093"/>
                </a:lnTo>
                <a:lnTo>
                  <a:pt x="1107125" y="0"/>
                </a:lnTo>
                <a:lnTo>
                  <a:pt x="0" y="0"/>
                </a:lnTo>
                <a:lnTo>
                  <a:pt x="0" y="458093"/>
                </a:lnTo>
                <a:close/>
              </a:path>
            </a:pathLst>
          </a:custGeom>
          <a:solidFill>
            <a:srgbClr val="D6DCE5"/>
          </a:solidFill>
        </p:spPr>
        <p:txBody>
          <a:bodyPr wrap="square" lIns="0" tIns="0" rIns="0" bIns="0" rtlCol="0"/>
          <a:lstStyle/>
          <a:p>
            <a:endParaRPr/>
          </a:p>
        </p:txBody>
      </p:sp>
      <p:sp>
        <p:nvSpPr>
          <p:cNvPr id="9" name="object 9"/>
          <p:cNvSpPr/>
          <p:nvPr/>
        </p:nvSpPr>
        <p:spPr>
          <a:xfrm>
            <a:off x="6096000" y="2077995"/>
            <a:ext cx="1107440" cy="458470"/>
          </a:xfrm>
          <a:custGeom>
            <a:avLst/>
            <a:gdLst/>
            <a:ahLst/>
            <a:cxnLst/>
            <a:rect l="l" t="t" r="r" b="b"/>
            <a:pathLst>
              <a:path w="1107439" h="458469">
                <a:moveTo>
                  <a:pt x="0" y="458093"/>
                </a:moveTo>
                <a:lnTo>
                  <a:pt x="1107125" y="458093"/>
                </a:lnTo>
                <a:lnTo>
                  <a:pt x="1107125" y="0"/>
                </a:lnTo>
                <a:lnTo>
                  <a:pt x="0" y="0"/>
                </a:lnTo>
                <a:lnTo>
                  <a:pt x="0" y="458093"/>
                </a:lnTo>
                <a:close/>
              </a:path>
            </a:pathLst>
          </a:custGeom>
          <a:solidFill>
            <a:srgbClr val="D6DCE5"/>
          </a:solidFill>
        </p:spPr>
        <p:txBody>
          <a:bodyPr wrap="square" lIns="0" tIns="0" rIns="0" bIns="0" rtlCol="0"/>
          <a:lstStyle/>
          <a:p>
            <a:endParaRPr/>
          </a:p>
        </p:txBody>
      </p:sp>
      <p:sp>
        <p:nvSpPr>
          <p:cNvPr id="10" name="object 10"/>
          <p:cNvSpPr/>
          <p:nvPr/>
        </p:nvSpPr>
        <p:spPr>
          <a:xfrm>
            <a:off x="7203125" y="2077995"/>
            <a:ext cx="1107440" cy="458470"/>
          </a:xfrm>
          <a:custGeom>
            <a:avLst/>
            <a:gdLst/>
            <a:ahLst/>
            <a:cxnLst/>
            <a:rect l="l" t="t" r="r" b="b"/>
            <a:pathLst>
              <a:path w="1107440" h="458469">
                <a:moveTo>
                  <a:pt x="0" y="458093"/>
                </a:moveTo>
                <a:lnTo>
                  <a:pt x="1107115" y="458093"/>
                </a:lnTo>
                <a:lnTo>
                  <a:pt x="1107115" y="0"/>
                </a:lnTo>
                <a:lnTo>
                  <a:pt x="0" y="0"/>
                </a:lnTo>
                <a:lnTo>
                  <a:pt x="0" y="458093"/>
                </a:lnTo>
                <a:close/>
              </a:path>
            </a:pathLst>
          </a:custGeom>
          <a:solidFill>
            <a:srgbClr val="D6DCE5"/>
          </a:solidFill>
        </p:spPr>
        <p:txBody>
          <a:bodyPr wrap="square" lIns="0" tIns="0" rIns="0" bIns="0" rtlCol="0"/>
          <a:lstStyle/>
          <a:p>
            <a:endParaRPr/>
          </a:p>
        </p:txBody>
      </p:sp>
      <p:sp>
        <p:nvSpPr>
          <p:cNvPr id="11" name="object 11"/>
          <p:cNvSpPr/>
          <p:nvPr/>
        </p:nvSpPr>
        <p:spPr>
          <a:xfrm>
            <a:off x="8310250" y="2077995"/>
            <a:ext cx="1107440" cy="458470"/>
          </a:xfrm>
          <a:custGeom>
            <a:avLst/>
            <a:gdLst/>
            <a:ahLst/>
            <a:cxnLst/>
            <a:rect l="l" t="t" r="r" b="b"/>
            <a:pathLst>
              <a:path w="1107440" h="458469">
                <a:moveTo>
                  <a:pt x="0" y="458093"/>
                </a:moveTo>
                <a:lnTo>
                  <a:pt x="1107125" y="458093"/>
                </a:lnTo>
                <a:lnTo>
                  <a:pt x="1107125" y="0"/>
                </a:lnTo>
                <a:lnTo>
                  <a:pt x="0" y="0"/>
                </a:lnTo>
                <a:lnTo>
                  <a:pt x="0" y="458093"/>
                </a:lnTo>
                <a:close/>
              </a:path>
            </a:pathLst>
          </a:custGeom>
          <a:solidFill>
            <a:srgbClr val="D6DCE5"/>
          </a:solidFill>
        </p:spPr>
        <p:txBody>
          <a:bodyPr wrap="square" lIns="0" tIns="0" rIns="0" bIns="0" rtlCol="0"/>
          <a:lstStyle/>
          <a:p>
            <a:endParaRPr/>
          </a:p>
        </p:txBody>
      </p:sp>
      <p:sp>
        <p:nvSpPr>
          <p:cNvPr id="12" name="object 12"/>
          <p:cNvSpPr/>
          <p:nvPr/>
        </p:nvSpPr>
        <p:spPr>
          <a:xfrm>
            <a:off x="9417374" y="2077995"/>
            <a:ext cx="1107440" cy="458470"/>
          </a:xfrm>
          <a:custGeom>
            <a:avLst/>
            <a:gdLst/>
            <a:ahLst/>
            <a:cxnLst/>
            <a:rect l="l" t="t" r="r" b="b"/>
            <a:pathLst>
              <a:path w="1107440" h="458469">
                <a:moveTo>
                  <a:pt x="0" y="458093"/>
                </a:moveTo>
                <a:lnTo>
                  <a:pt x="1107125" y="458093"/>
                </a:lnTo>
                <a:lnTo>
                  <a:pt x="1107125" y="0"/>
                </a:lnTo>
                <a:lnTo>
                  <a:pt x="0" y="0"/>
                </a:lnTo>
                <a:lnTo>
                  <a:pt x="0" y="458093"/>
                </a:lnTo>
                <a:close/>
              </a:path>
            </a:pathLst>
          </a:custGeom>
          <a:solidFill>
            <a:srgbClr val="D6DCE5"/>
          </a:solidFill>
        </p:spPr>
        <p:txBody>
          <a:bodyPr wrap="square" lIns="0" tIns="0" rIns="0" bIns="0" rtlCol="0"/>
          <a:lstStyle/>
          <a:p>
            <a:endParaRPr/>
          </a:p>
        </p:txBody>
      </p:sp>
      <p:sp>
        <p:nvSpPr>
          <p:cNvPr id="13" name="object 13"/>
          <p:cNvSpPr/>
          <p:nvPr/>
        </p:nvSpPr>
        <p:spPr>
          <a:xfrm>
            <a:off x="1667505" y="2536091"/>
            <a:ext cx="1107440" cy="458470"/>
          </a:xfrm>
          <a:custGeom>
            <a:avLst/>
            <a:gdLst/>
            <a:ahLst/>
            <a:cxnLst/>
            <a:rect l="l" t="t" r="r" b="b"/>
            <a:pathLst>
              <a:path w="1107440" h="458469">
                <a:moveTo>
                  <a:pt x="0" y="458080"/>
                </a:moveTo>
                <a:lnTo>
                  <a:pt x="1107125" y="458080"/>
                </a:lnTo>
                <a:lnTo>
                  <a:pt x="1107125" y="0"/>
                </a:lnTo>
                <a:lnTo>
                  <a:pt x="0" y="0"/>
                </a:lnTo>
                <a:lnTo>
                  <a:pt x="0" y="458080"/>
                </a:lnTo>
                <a:close/>
              </a:path>
            </a:pathLst>
          </a:custGeom>
          <a:solidFill>
            <a:srgbClr val="CFD5EA"/>
          </a:solidFill>
        </p:spPr>
        <p:txBody>
          <a:bodyPr wrap="square" lIns="0" tIns="0" rIns="0" bIns="0" rtlCol="0"/>
          <a:lstStyle/>
          <a:p>
            <a:endParaRPr/>
          </a:p>
        </p:txBody>
      </p:sp>
      <p:sp>
        <p:nvSpPr>
          <p:cNvPr id="14" name="object 14"/>
          <p:cNvSpPr/>
          <p:nvPr/>
        </p:nvSpPr>
        <p:spPr>
          <a:xfrm>
            <a:off x="2774634" y="2536091"/>
            <a:ext cx="1107440" cy="458470"/>
          </a:xfrm>
          <a:custGeom>
            <a:avLst/>
            <a:gdLst/>
            <a:ahLst/>
            <a:cxnLst/>
            <a:rect l="l" t="t" r="r" b="b"/>
            <a:pathLst>
              <a:path w="1107439" h="458469">
                <a:moveTo>
                  <a:pt x="0" y="458080"/>
                </a:moveTo>
                <a:lnTo>
                  <a:pt x="1107125" y="458080"/>
                </a:lnTo>
                <a:lnTo>
                  <a:pt x="1107125" y="0"/>
                </a:lnTo>
                <a:lnTo>
                  <a:pt x="0" y="0"/>
                </a:lnTo>
                <a:lnTo>
                  <a:pt x="0" y="458080"/>
                </a:lnTo>
                <a:close/>
              </a:path>
            </a:pathLst>
          </a:custGeom>
          <a:solidFill>
            <a:srgbClr val="CFD5EA"/>
          </a:solidFill>
        </p:spPr>
        <p:txBody>
          <a:bodyPr wrap="square" lIns="0" tIns="0" rIns="0" bIns="0" rtlCol="0"/>
          <a:lstStyle/>
          <a:p>
            <a:endParaRPr/>
          </a:p>
        </p:txBody>
      </p:sp>
      <p:sp>
        <p:nvSpPr>
          <p:cNvPr id="15" name="object 15"/>
          <p:cNvSpPr/>
          <p:nvPr/>
        </p:nvSpPr>
        <p:spPr>
          <a:xfrm>
            <a:off x="3881758" y="2536091"/>
            <a:ext cx="1107440" cy="458470"/>
          </a:xfrm>
          <a:custGeom>
            <a:avLst/>
            <a:gdLst/>
            <a:ahLst/>
            <a:cxnLst/>
            <a:rect l="l" t="t" r="r" b="b"/>
            <a:pathLst>
              <a:path w="1107439" h="458469">
                <a:moveTo>
                  <a:pt x="0" y="458080"/>
                </a:moveTo>
                <a:lnTo>
                  <a:pt x="1107115" y="458080"/>
                </a:lnTo>
                <a:lnTo>
                  <a:pt x="1107115" y="0"/>
                </a:lnTo>
                <a:lnTo>
                  <a:pt x="0" y="0"/>
                </a:lnTo>
                <a:lnTo>
                  <a:pt x="0" y="458080"/>
                </a:lnTo>
                <a:close/>
              </a:path>
            </a:pathLst>
          </a:custGeom>
          <a:solidFill>
            <a:srgbClr val="CFD5EA"/>
          </a:solidFill>
        </p:spPr>
        <p:txBody>
          <a:bodyPr wrap="square" lIns="0" tIns="0" rIns="0" bIns="0" rtlCol="0"/>
          <a:lstStyle/>
          <a:p>
            <a:endParaRPr/>
          </a:p>
        </p:txBody>
      </p:sp>
      <p:sp>
        <p:nvSpPr>
          <p:cNvPr id="16" name="object 16"/>
          <p:cNvSpPr/>
          <p:nvPr/>
        </p:nvSpPr>
        <p:spPr>
          <a:xfrm>
            <a:off x="4988874" y="2536091"/>
            <a:ext cx="1107440" cy="458470"/>
          </a:xfrm>
          <a:custGeom>
            <a:avLst/>
            <a:gdLst/>
            <a:ahLst/>
            <a:cxnLst/>
            <a:rect l="l" t="t" r="r" b="b"/>
            <a:pathLst>
              <a:path w="1107439" h="458469">
                <a:moveTo>
                  <a:pt x="0" y="458080"/>
                </a:moveTo>
                <a:lnTo>
                  <a:pt x="1107125" y="458080"/>
                </a:lnTo>
                <a:lnTo>
                  <a:pt x="1107125" y="0"/>
                </a:lnTo>
                <a:lnTo>
                  <a:pt x="0" y="0"/>
                </a:lnTo>
                <a:lnTo>
                  <a:pt x="0" y="458080"/>
                </a:lnTo>
                <a:close/>
              </a:path>
            </a:pathLst>
          </a:custGeom>
          <a:solidFill>
            <a:srgbClr val="CFD5EA"/>
          </a:solidFill>
        </p:spPr>
        <p:txBody>
          <a:bodyPr wrap="square" lIns="0" tIns="0" rIns="0" bIns="0" rtlCol="0"/>
          <a:lstStyle/>
          <a:p>
            <a:endParaRPr/>
          </a:p>
        </p:txBody>
      </p:sp>
      <p:sp>
        <p:nvSpPr>
          <p:cNvPr id="17" name="object 17"/>
          <p:cNvSpPr/>
          <p:nvPr/>
        </p:nvSpPr>
        <p:spPr>
          <a:xfrm>
            <a:off x="6096000" y="2536091"/>
            <a:ext cx="1107440" cy="458470"/>
          </a:xfrm>
          <a:custGeom>
            <a:avLst/>
            <a:gdLst/>
            <a:ahLst/>
            <a:cxnLst/>
            <a:rect l="l" t="t" r="r" b="b"/>
            <a:pathLst>
              <a:path w="1107439" h="458469">
                <a:moveTo>
                  <a:pt x="0" y="458080"/>
                </a:moveTo>
                <a:lnTo>
                  <a:pt x="1107125" y="458080"/>
                </a:lnTo>
                <a:lnTo>
                  <a:pt x="1107125" y="0"/>
                </a:lnTo>
                <a:lnTo>
                  <a:pt x="0" y="0"/>
                </a:lnTo>
                <a:lnTo>
                  <a:pt x="0" y="458080"/>
                </a:lnTo>
                <a:close/>
              </a:path>
            </a:pathLst>
          </a:custGeom>
          <a:solidFill>
            <a:srgbClr val="CFD5EA"/>
          </a:solidFill>
        </p:spPr>
        <p:txBody>
          <a:bodyPr wrap="square" lIns="0" tIns="0" rIns="0" bIns="0" rtlCol="0"/>
          <a:lstStyle/>
          <a:p>
            <a:endParaRPr/>
          </a:p>
        </p:txBody>
      </p:sp>
      <p:sp>
        <p:nvSpPr>
          <p:cNvPr id="18" name="object 18"/>
          <p:cNvSpPr/>
          <p:nvPr/>
        </p:nvSpPr>
        <p:spPr>
          <a:xfrm>
            <a:off x="7203125" y="2536091"/>
            <a:ext cx="1107440" cy="458470"/>
          </a:xfrm>
          <a:custGeom>
            <a:avLst/>
            <a:gdLst/>
            <a:ahLst/>
            <a:cxnLst/>
            <a:rect l="l" t="t" r="r" b="b"/>
            <a:pathLst>
              <a:path w="1107440" h="458469">
                <a:moveTo>
                  <a:pt x="0" y="458080"/>
                </a:moveTo>
                <a:lnTo>
                  <a:pt x="1107115" y="458080"/>
                </a:lnTo>
                <a:lnTo>
                  <a:pt x="1107115" y="0"/>
                </a:lnTo>
                <a:lnTo>
                  <a:pt x="0" y="0"/>
                </a:lnTo>
                <a:lnTo>
                  <a:pt x="0" y="458080"/>
                </a:lnTo>
                <a:close/>
              </a:path>
            </a:pathLst>
          </a:custGeom>
          <a:solidFill>
            <a:srgbClr val="CFD5EA"/>
          </a:solidFill>
        </p:spPr>
        <p:txBody>
          <a:bodyPr wrap="square" lIns="0" tIns="0" rIns="0" bIns="0" rtlCol="0"/>
          <a:lstStyle/>
          <a:p>
            <a:endParaRPr/>
          </a:p>
        </p:txBody>
      </p:sp>
      <p:sp>
        <p:nvSpPr>
          <p:cNvPr id="19" name="object 19"/>
          <p:cNvSpPr/>
          <p:nvPr/>
        </p:nvSpPr>
        <p:spPr>
          <a:xfrm>
            <a:off x="8310250" y="2536091"/>
            <a:ext cx="1107440" cy="458470"/>
          </a:xfrm>
          <a:custGeom>
            <a:avLst/>
            <a:gdLst/>
            <a:ahLst/>
            <a:cxnLst/>
            <a:rect l="l" t="t" r="r" b="b"/>
            <a:pathLst>
              <a:path w="1107440" h="458469">
                <a:moveTo>
                  <a:pt x="0" y="458080"/>
                </a:moveTo>
                <a:lnTo>
                  <a:pt x="1107125" y="458080"/>
                </a:lnTo>
                <a:lnTo>
                  <a:pt x="1107125" y="0"/>
                </a:lnTo>
                <a:lnTo>
                  <a:pt x="0" y="0"/>
                </a:lnTo>
                <a:lnTo>
                  <a:pt x="0" y="458080"/>
                </a:lnTo>
                <a:close/>
              </a:path>
            </a:pathLst>
          </a:custGeom>
          <a:solidFill>
            <a:srgbClr val="CFD5EA"/>
          </a:solidFill>
        </p:spPr>
        <p:txBody>
          <a:bodyPr wrap="square" lIns="0" tIns="0" rIns="0" bIns="0" rtlCol="0"/>
          <a:lstStyle/>
          <a:p>
            <a:endParaRPr/>
          </a:p>
        </p:txBody>
      </p:sp>
      <p:sp>
        <p:nvSpPr>
          <p:cNvPr id="20" name="object 20"/>
          <p:cNvSpPr/>
          <p:nvPr/>
        </p:nvSpPr>
        <p:spPr>
          <a:xfrm>
            <a:off x="9417374" y="2536091"/>
            <a:ext cx="1107440" cy="458470"/>
          </a:xfrm>
          <a:custGeom>
            <a:avLst/>
            <a:gdLst/>
            <a:ahLst/>
            <a:cxnLst/>
            <a:rect l="l" t="t" r="r" b="b"/>
            <a:pathLst>
              <a:path w="1107440" h="458469">
                <a:moveTo>
                  <a:pt x="0" y="458080"/>
                </a:moveTo>
                <a:lnTo>
                  <a:pt x="1107125" y="458080"/>
                </a:lnTo>
                <a:lnTo>
                  <a:pt x="1107125" y="0"/>
                </a:lnTo>
                <a:lnTo>
                  <a:pt x="0" y="0"/>
                </a:lnTo>
                <a:lnTo>
                  <a:pt x="0" y="458080"/>
                </a:lnTo>
                <a:close/>
              </a:path>
            </a:pathLst>
          </a:custGeom>
          <a:solidFill>
            <a:srgbClr val="CFD5EA"/>
          </a:solidFill>
        </p:spPr>
        <p:txBody>
          <a:bodyPr wrap="square" lIns="0" tIns="0" rIns="0" bIns="0" rtlCol="0"/>
          <a:lstStyle/>
          <a:p>
            <a:endParaRPr/>
          </a:p>
        </p:txBody>
      </p:sp>
      <p:sp>
        <p:nvSpPr>
          <p:cNvPr id="21" name="object 21"/>
          <p:cNvSpPr/>
          <p:nvPr/>
        </p:nvSpPr>
        <p:spPr>
          <a:xfrm>
            <a:off x="2774634" y="2071664"/>
            <a:ext cx="0" cy="4593590"/>
          </a:xfrm>
          <a:custGeom>
            <a:avLst/>
            <a:gdLst/>
            <a:ahLst/>
            <a:cxnLst/>
            <a:rect l="l" t="t" r="r" b="b"/>
            <a:pathLst>
              <a:path h="4593590">
                <a:moveTo>
                  <a:pt x="0" y="0"/>
                </a:moveTo>
                <a:lnTo>
                  <a:pt x="0" y="4593549"/>
                </a:lnTo>
              </a:path>
            </a:pathLst>
          </a:custGeom>
          <a:ln w="12700">
            <a:solidFill>
              <a:srgbClr val="FFFFFF"/>
            </a:solidFill>
          </a:ln>
        </p:spPr>
        <p:txBody>
          <a:bodyPr wrap="square" lIns="0" tIns="0" rIns="0" bIns="0" rtlCol="0"/>
          <a:lstStyle/>
          <a:p>
            <a:endParaRPr/>
          </a:p>
        </p:txBody>
      </p:sp>
      <p:sp>
        <p:nvSpPr>
          <p:cNvPr id="22" name="object 22"/>
          <p:cNvSpPr/>
          <p:nvPr/>
        </p:nvSpPr>
        <p:spPr>
          <a:xfrm>
            <a:off x="3881758" y="2071664"/>
            <a:ext cx="0" cy="4593590"/>
          </a:xfrm>
          <a:custGeom>
            <a:avLst/>
            <a:gdLst/>
            <a:ahLst/>
            <a:cxnLst/>
            <a:rect l="l" t="t" r="r" b="b"/>
            <a:pathLst>
              <a:path h="4593590">
                <a:moveTo>
                  <a:pt x="0" y="0"/>
                </a:moveTo>
                <a:lnTo>
                  <a:pt x="0" y="4593549"/>
                </a:lnTo>
              </a:path>
            </a:pathLst>
          </a:custGeom>
          <a:ln w="12700">
            <a:solidFill>
              <a:srgbClr val="FFFFFF"/>
            </a:solidFill>
          </a:ln>
        </p:spPr>
        <p:txBody>
          <a:bodyPr wrap="square" lIns="0" tIns="0" rIns="0" bIns="0" rtlCol="0"/>
          <a:lstStyle/>
          <a:p>
            <a:endParaRPr/>
          </a:p>
        </p:txBody>
      </p:sp>
      <p:sp>
        <p:nvSpPr>
          <p:cNvPr id="23" name="object 23"/>
          <p:cNvSpPr/>
          <p:nvPr/>
        </p:nvSpPr>
        <p:spPr>
          <a:xfrm>
            <a:off x="4988874" y="2071664"/>
            <a:ext cx="0" cy="4593590"/>
          </a:xfrm>
          <a:custGeom>
            <a:avLst/>
            <a:gdLst/>
            <a:ahLst/>
            <a:cxnLst/>
            <a:rect l="l" t="t" r="r" b="b"/>
            <a:pathLst>
              <a:path h="4593590">
                <a:moveTo>
                  <a:pt x="0" y="0"/>
                </a:moveTo>
                <a:lnTo>
                  <a:pt x="0" y="4593549"/>
                </a:lnTo>
              </a:path>
            </a:pathLst>
          </a:custGeom>
          <a:ln w="12700">
            <a:solidFill>
              <a:srgbClr val="FFFFFF"/>
            </a:solidFill>
          </a:ln>
        </p:spPr>
        <p:txBody>
          <a:bodyPr wrap="square" lIns="0" tIns="0" rIns="0" bIns="0" rtlCol="0"/>
          <a:lstStyle/>
          <a:p>
            <a:endParaRPr/>
          </a:p>
        </p:txBody>
      </p:sp>
      <p:sp>
        <p:nvSpPr>
          <p:cNvPr id="24" name="object 24"/>
          <p:cNvSpPr/>
          <p:nvPr/>
        </p:nvSpPr>
        <p:spPr>
          <a:xfrm>
            <a:off x="6096000" y="2071664"/>
            <a:ext cx="0" cy="4593590"/>
          </a:xfrm>
          <a:custGeom>
            <a:avLst/>
            <a:gdLst/>
            <a:ahLst/>
            <a:cxnLst/>
            <a:rect l="l" t="t" r="r" b="b"/>
            <a:pathLst>
              <a:path h="4593590">
                <a:moveTo>
                  <a:pt x="0" y="0"/>
                </a:moveTo>
                <a:lnTo>
                  <a:pt x="0" y="4593549"/>
                </a:lnTo>
              </a:path>
            </a:pathLst>
          </a:custGeom>
          <a:ln w="12700">
            <a:solidFill>
              <a:srgbClr val="FFFFFF"/>
            </a:solidFill>
          </a:ln>
        </p:spPr>
        <p:txBody>
          <a:bodyPr wrap="square" lIns="0" tIns="0" rIns="0" bIns="0" rtlCol="0"/>
          <a:lstStyle/>
          <a:p>
            <a:endParaRPr/>
          </a:p>
        </p:txBody>
      </p:sp>
      <p:sp>
        <p:nvSpPr>
          <p:cNvPr id="25" name="object 25"/>
          <p:cNvSpPr/>
          <p:nvPr/>
        </p:nvSpPr>
        <p:spPr>
          <a:xfrm>
            <a:off x="7203125" y="2071664"/>
            <a:ext cx="0" cy="4593590"/>
          </a:xfrm>
          <a:custGeom>
            <a:avLst/>
            <a:gdLst/>
            <a:ahLst/>
            <a:cxnLst/>
            <a:rect l="l" t="t" r="r" b="b"/>
            <a:pathLst>
              <a:path h="4593590">
                <a:moveTo>
                  <a:pt x="0" y="0"/>
                </a:moveTo>
                <a:lnTo>
                  <a:pt x="0" y="4593549"/>
                </a:lnTo>
              </a:path>
            </a:pathLst>
          </a:custGeom>
          <a:ln w="12700">
            <a:solidFill>
              <a:srgbClr val="FFFFFF"/>
            </a:solidFill>
          </a:ln>
        </p:spPr>
        <p:txBody>
          <a:bodyPr wrap="square" lIns="0" tIns="0" rIns="0" bIns="0" rtlCol="0"/>
          <a:lstStyle/>
          <a:p>
            <a:endParaRPr/>
          </a:p>
        </p:txBody>
      </p:sp>
      <p:sp>
        <p:nvSpPr>
          <p:cNvPr id="26" name="object 26"/>
          <p:cNvSpPr/>
          <p:nvPr/>
        </p:nvSpPr>
        <p:spPr>
          <a:xfrm>
            <a:off x="8310250" y="2071664"/>
            <a:ext cx="0" cy="4593590"/>
          </a:xfrm>
          <a:custGeom>
            <a:avLst/>
            <a:gdLst/>
            <a:ahLst/>
            <a:cxnLst/>
            <a:rect l="l" t="t" r="r" b="b"/>
            <a:pathLst>
              <a:path h="4593590">
                <a:moveTo>
                  <a:pt x="0" y="0"/>
                </a:moveTo>
                <a:lnTo>
                  <a:pt x="0" y="4593549"/>
                </a:lnTo>
              </a:path>
            </a:pathLst>
          </a:custGeom>
          <a:ln w="12700">
            <a:solidFill>
              <a:srgbClr val="FFFFFF"/>
            </a:solidFill>
          </a:ln>
        </p:spPr>
        <p:txBody>
          <a:bodyPr wrap="square" lIns="0" tIns="0" rIns="0" bIns="0" rtlCol="0"/>
          <a:lstStyle/>
          <a:p>
            <a:endParaRPr/>
          </a:p>
        </p:txBody>
      </p:sp>
      <p:sp>
        <p:nvSpPr>
          <p:cNvPr id="27" name="object 27"/>
          <p:cNvSpPr/>
          <p:nvPr/>
        </p:nvSpPr>
        <p:spPr>
          <a:xfrm>
            <a:off x="9417374" y="2071664"/>
            <a:ext cx="0" cy="4593590"/>
          </a:xfrm>
          <a:custGeom>
            <a:avLst/>
            <a:gdLst/>
            <a:ahLst/>
            <a:cxnLst/>
            <a:rect l="l" t="t" r="r" b="b"/>
            <a:pathLst>
              <a:path h="4593590">
                <a:moveTo>
                  <a:pt x="0" y="0"/>
                </a:moveTo>
                <a:lnTo>
                  <a:pt x="0" y="4593549"/>
                </a:lnTo>
              </a:path>
            </a:pathLst>
          </a:custGeom>
          <a:ln w="12700">
            <a:solidFill>
              <a:srgbClr val="FFFFFF"/>
            </a:solidFill>
          </a:ln>
        </p:spPr>
        <p:txBody>
          <a:bodyPr wrap="square" lIns="0" tIns="0" rIns="0" bIns="0" rtlCol="0"/>
          <a:lstStyle/>
          <a:p>
            <a:endParaRPr/>
          </a:p>
        </p:txBody>
      </p:sp>
      <p:sp>
        <p:nvSpPr>
          <p:cNvPr id="28" name="object 28"/>
          <p:cNvSpPr/>
          <p:nvPr/>
        </p:nvSpPr>
        <p:spPr>
          <a:xfrm>
            <a:off x="1661160" y="2536088"/>
            <a:ext cx="8869680" cy="0"/>
          </a:xfrm>
          <a:custGeom>
            <a:avLst/>
            <a:gdLst/>
            <a:ahLst/>
            <a:cxnLst/>
            <a:rect l="l" t="t" r="r" b="b"/>
            <a:pathLst>
              <a:path w="8869680">
                <a:moveTo>
                  <a:pt x="0" y="0"/>
                </a:moveTo>
                <a:lnTo>
                  <a:pt x="8869679" y="0"/>
                </a:lnTo>
              </a:path>
            </a:pathLst>
          </a:custGeom>
          <a:ln w="38099">
            <a:solidFill>
              <a:srgbClr val="FFFFFF"/>
            </a:solidFill>
          </a:ln>
        </p:spPr>
        <p:txBody>
          <a:bodyPr wrap="square" lIns="0" tIns="0" rIns="0" bIns="0" rtlCol="0"/>
          <a:lstStyle/>
          <a:p>
            <a:endParaRPr/>
          </a:p>
        </p:txBody>
      </p:sp>
      <p:sp>
        <p:nvSpPr>
          <p:cNvPr id="29" name="object 29"/>
          <p:cNvSpPr/>
          <p:nvPr/>
        </p:nvSpPr>
        <p:spPr>
          <a:xfrm>
            <a:off x="1667505" y="2071664"/>
            <a:ext cx="0" cy="4593590"/>
          </a:xfrm>
          <a:custGeom>
            <a:avLst/>
            <a:gdLst/>
            <a:ahLst/>
            <a:cxnLst/>
            <a:rect l="l" t="t" r="r" b="b"/>
            <a:pathLst>
              <a:path h="4593590">
                <a:moveTo>
                  <a:pt x="0" y="0"/>
                </a:moveTo>
                <a:lnTo>
                  <a:pt x="0" y="4593549"/>
                </a:lnTo>
              </a:path>
            </a:pathLst>
          </a:custGeom>
          <a:ln w="12700">
            <a:solidFill>
              <a:srgbClr val="FFFFFF"/>
            </a:solidFill>
          </a:ln>
        </p:spPr>
        <p:txBody>
          <a:bodyPr wrap="square" lIns="0" tIns="0" rIns="0" bIns="0" rtlCol="0"/>
          <a:lstStyle/>
          <a:p>
            <a:endParaRPr/>
          </a:p>
        </p:txBody>
      </p:sp>
      <p:sp>
        <p:nvSpPr>
          <p:cNvPr id="30" name="object 30"/>
          <p:cNvSpPr/>
          <p:nvPr/>
        </p:nvSpPr>
        <p:spPr>
          <a:xfrm>
            <a:off x="10524500" y="2071664"/>
            <a:ext cx="0" cy="4593590"/>
          </a:xfrm>
          <a:custGeom>
            <a:avLst/>
            <a:gdLst/>
            <a:ahLst/>
            <a:cxnLst/>
            <a:rect l="l" t="t" r="r" b="b"/>
            <a:pathLst>
              <a:path h="4593590">
                <a:moveTo>
                  <a:pt x="0" y="0"/>
                </a:moveTo>
                <a:lnTo>
                  <a:pt x="0" y="4593549"/>
                </a:lnTo>
              </a:path>
            </a:pathLst>
          </a:custGeom>
          <a:ln w="12700">
            <a:solidFill>
              <a:srgbClr val="FFFFFF"/>
            </a:solidFill>
          </a:ln>
        </p:spPr>
        <p:txBody>
          <a:bodyPr wrap="square" lIns="0" tIns="0" rIns="0" bIns="0" rtlCol="0"/>
          <a:lstStyle/>
          <a:p>
            <a:endParaRPr/>
          </a:p>
        </p:txBody>
      </p:sp>
      <p:sp>
        <p:nvSpPr>
          <p:cNvPr id="31" name="object 31"/>
          <p:cNvSpPr/>
          <p:nvPr/>
        </p:nvSpPr>
        <p:spPr>
          <a:xfrm>
            <a:off x="1661160" y="2078004"/>
            <a:ext cx="8869680" cy="0"/>
          </a:xfrm>
          <a:custGeom>
            <a:avLst/>
            <a:gdLst/>
            <a:ahLst/>
            <a:cxnLst/>
            <a:rect l="l" t="t" r="r" b="b"/>
            <a:pathLst>
              <a:path w="8869680">
                <a:moveTo>
                  <a:pt x="0" y="0"/>
                </a:moveTo>
                <a:lnTo>
                  <a:pt x="8869679" y="0"/>
                </a:lnTo>
              </a:path>
            </a:pathLst>
          </a:custGeom>
          <a:ln w="12700">
            <a:solidFill>
              <a:srgbClr val="FFFFFF"/>
            </a:solidFill>
          </a:ln>
        </p:spPr>
        <p:txBody>
          <a:bodyPr wrap="square" lIns="0" tIns="0" rIns="0" bIns="0" rtlCol="0"/>
          <a:lstStyle/>
          <a:p>
            <a:endParaRPr/>
          </a:p>
        </p:txBody>
      </p:sp>
      <p:sp>
        <p:nvSpPr>
          <p:cNvPr id="33" name="object 33"/>
          <p:cNvSpPr txBox="1">
            <a:spLocks noGrp="1"/>
          </p:cNvSpPr>
          <p:nvPr>
            <p:ph type="title"/>
          </p:nvPr>
        </p:nvSpPr>
        <p:spPr>
          <a:xfrm>
            <a:off x="2362200" y="652207"/>
            <a:ext cx="10515600" cy="751398"/>
          </a:xfrm>
          <a:prstGeom prst="rect">
            <a:avLst/>
          </a:prstGeom>
        </p:spPr>
        <p:txBody>
          <a:bodyPr vert="horz" wrap="square" lIns="0" tIns="225971" rIns="0" bIns="0" rtlCol="0" anchor="ctr">
            <a:spAutoFit/>
          </a:bodyPr>
          <a:lstStyle/>
          <a:p>
            <a:pPr marL="163830">
              <a:lnSpc>
                <a:spcPct val="100000"/>
              </a:lnSpc>
            </a:pPr>
            <a:r>
              <a:rPr spc="-5" dirty="0"/>
              <a:t>S</a:t>
            </a:r>
            <a:r>
              <a:rPr spc="5" dirty="0"/>
              <a:t>o</a:t>
            </a:r>
            <a:r>
              <a:rPr spc="-5" dirty="0"/>
              <a:t>l</a:t>
            </a:r>
            <a:r>
              <a:rPr spc="-10" dirty="0"/>
              <a:t>u</a:t>
            </a:r>
            <a:r>
              <a:rPr dirty="0">
                <a:latin typeface="Calibri"/>
                <a:cs typeface="Calibri"/>
              </a:rPr>
              <a:t>ti</a:t>
            </a:r>
            <a:r>
              <a:rPr spc="5" dirty="0"/>
              <a:t>o</a:t>
            </a:r>
            <a:r>
              <a:rPr dirty="0">
                <a:latin typeface="Calibri"/>
                <a:cs typeface="Calibri"/>
              </a:rPr>
              <a:t>n</a:t>
            </a:r>
            <a:r>
              <a:rPr spc="-120" dirty="0">
                <a:latin typeface="Times New Roman"/>
                <a:cs typeface="Times New Roman"/>
              </a:rPr>
              <a:t> </a:t>
            </a:r>
            <a:r>
              <a:rPr spc="5" dirty="0"/>
              <a:t>(</a:t>
            </a:r>
            <a:r>
              <a:rPr spc="-25" dirty="0"/>
              <a:t>1</a:t>
            </a:r>
            <a:r>
              <a:rPr dirty="0">
                <a:latin typeface="Calibri"/>
                <a:cs typeface="Calibri"/>
              </a:rPr>
              <a:t>)</a:t>
            </a:r>
          </a:p>
        </p:txBody>
      </p:sp>
      <p:sp>
        <p:nvSpPr>
          <p:cNvPr id="34" name="object 34"/>
          <p:cNvSpPr txBox="1"/>
          <p:nvPr/>
        </p:nvSpPr>
        <p:spPr>
          <a:xfrm>
            <a:off x="5412743" y="2058215"/>
            <a:ext cx="151130" cy="300082"/>
          </a:xfrm>
          <a:prstGeom prst="rect">
            <a:avLst/>
          </a:prstGeom>
        </p:spPr>
        <p:txBody>
          <a:bodyPr vert="horz" wrap="square" lIns="0" tIns="0" rIns="0" bIns="0" rtlCol="0">
            <a:spAutoFit/>
          </a:bodyPr>
          <a:lstStyle/>
          <a:p>
            <a:pPr marL="12700"/>
            <a:r>
              <a:rPr sz="1950" spc="5" dirty="0">
                <a:latin typeface="Times New Roman"/>
                <a:cs typeface="Times New Roman"/>
              </a:rPr>
              <a:t>2</a:t>
            </a:r>
            <a:endParaRPr sz="1950">
              <a:latin typeface="Times New Roman"/>
              <a:cs typeface="Times New Roman"/>
            </a:endParaRPr>
          </a:p>
        </p:txBody>
      </p:sp>
      <p:sp>
        <p:nvSpPr>
          <p:cNvPr id="35" name="object 35"/>
          <p:cNvSpPr txBox="1"/>
          <p:nvPr/>
        </p:nvSpPr>
        <p:spPr>
          <a:xfrm>
            <a:off x="5243351" y="2141301"/>
            <a:ext cx="559435" cy="397545"/>
          </a:xfrm>
          <a:prstGeom prst="rect">
            <a:avLst/>
          </a:prstGeom>
        </p:spPr>
        <p:txBody>
          <a:bodyPr vert="horz" wrap="square" lIns="0" tIns="0" rIns="0" bIns="0" rtlCol="0">
            <a:spAutoFit/>
          </a:bodyPr>
          <a:lstStyle/>
          <a:p>
            <a:pPr marL="12700">
              <a:lnSpc>
                <a:spcPts val="3140"/>
              </a:lnSpc>
            </a:pPr>
            <a:r>
              <a:rPr sz="3975" i="1" spc="-7" baseline="14675" dirty="0">
                <a:latin typeface="Times New Roman"/>
                <a:cs typeface="Times New Roman"/>
              </a:rPr>
              <a:t>y</a:t>
            </a:r>
            <a:r>
              <a:rPr sz="1950" i="1" spc="5" dirty="0">
                <a:latin typeface="Times New Roman"/>
                <a:cs typeface="Times New Roman"/>
              </a:rPr>
              <a:t>k</a:t>
            </a:r>
            <a:r>
              <a:rPr sz="1950" i="1" spc="-275" dirty="0">
                <a:latin typeface="Times New Roman"/>
                <a:cs typeface="Times New Roman"/>
              </a:rPr>
              <a:t> </a:t>
            </a:r>
            <a:r>
              <a:rPr sz="1950" spc="-145" dirty="0">
                <a:latin typeface="Symbol"/>
                <a:cs typeface="Symbol"/>
              </a:rPr>
              <a:t></a:t>
            </a:r>
            <a:r>
              <a:rPr sz="1950" spc="5" dirty="0">
                <a:latin typeface="Times New Roman"/>
                <a:cs typeface="Times New Roman"/>
              </a:rPr>
              <a:t>1</a:t>
            </a:r>
            <a:endParaRPr sz="1950">
              <a:latin typeface="Times New Roman"/>
              <a:cs typeface="Times New Roman"/>
            </a:endParaRPr>
          </a:p>
        </p:txBody>
      </p:sp>
      <p:sp>
        <p:nvSpPr>
          <p:cNvPr id="36" name="object 36"/>
          <p:cNvSpPr txBox="1"/>
          <p:nvPr/>
        </p:nvSpPr>
        <p:spPr>
          <a:xfrm>
            <a:off x="2138522" y="2155905"/>
            <a:ext cx="174625" cy="407804"/>
          </a:xfrm>
          <a:prstGeom prst="rect">
            <a:avLst/>
          </a:prstGeom>
        </p:spPr>
        <p:txBody>
          <a:bodyPr vert="horz" wrap="square" lIns="0" tIns="0" rIns="0" bIns="0" rtlCol="0">
            <a:spAutoFit/>
          </a:bodyPr>
          <a:lstStyle/>
          <a:p>
            <a:pPr marL="12700"/>
            <a:r>
              <a:rPr sz="2650" i="1" spc="-15" dirty="0">
                <a:latin typeface="Times New Roman"/>
                <a:cs typeface="Times New Roman"/>
              </a:rPr>
              <a:t>k</a:t>
            </a:r>
            <a:endParaRPr sz="2650">
              <a:latin typeface="Times New Roman"/>
              <a:cs typeface="Times New Roman"/>
            </a:endParaRPr>
          </a:p>
        </p:txBody>
      </p:sp>
      <p:sp>
        <p:nvSpPr>
          <p:cNvPr id="37" name="object 37"/>
          <p:cNvSpPr txBox="1"/>
          <p:nvPr/>
        </p:nvSpPr>
        <p:spPr>
          <a:xfrm>
            <a:off x="3221509" y="2087325"/>
            <a:ext cx="287655" cy="407804"/>
          </a:xfrm>
          <a:prstGeom prst="rect">
            <a:avLst/>
          </a:prstGeom>
        </p:spPr>
        <p:txBody>
          <a:bodyPr vert="horz" wrap="square" lIns="0" tIns="0" rIns="0" bIns="0" rtlCol="0">
            <a:spAutoFit/>
          </a:bodyPr>
          <a:lstStyle/>
          <a:p>
            <a:pPr marL="12700"/>
            <a:r>
              <a:rPr sz="2650" i="1" spc="-5" dirty="0">
                <a:latin typeface="Times New Roman"/>
                <a:cs typeface="Times New Roman"/>
              </a:rPr>
              <a:t>y</a:t>
            </a:r>
            <a:r>
              <a:rPr sz="2925" i="1" spc="7" baseline="-19943" dirty="0">
                <a:latin typeface="Times New Roman"/>
                <a:cs typeface="Times New Roman"/>
              </a:rPr>
              <a:t>k</a:t>
            </a:r>
            <a:endParaRPr sz="2925" baseline="-19943">
              <a:latin typeface="Times New Roman"/>
              <a:cs typeface="Times New Roman"/>
            </a:endParaRPr>
          </a:p>
        </p:txBody>
      </p:sp>
      <p:sp>
        <p:nvSpPr>
          <p:cNvPr id="38" name="object 38"/>
          <p:cNvSpPr txBox="1"/>
          <p:nvPr/>
        </p:nvSpPr>
        <p:spPr>
          <a:xfrm>
            <a:off x="6336670" y="2157881"/>
            <a:ext cx="947419" cy="307777"/>
          </a:xfrm>
          <a:prstGeom prst="rect">
            <a:avLst/>
          </a:prstGeom>
        </p:spPr>
        <p:txBody>
          <a:bodyPr vert="horz" wrap="square" lIns="0" tIns="0" rIns="0" bIns="0" rtlCol="0">
            <a:spAutoFit/>
          </a:bodyPr>
          <a:lstStyle/>
          <a:p>
            <a:pPr marL="12700">
              <a:tabLst>
                <a:tab pos="551180" algn="l"/>
              </a:tabLst>
            </a:pPr>
            <a:r>
              <a:rPr sz="2000" i="1" spc="-20" dirty="0">
                <a:latin typeface="Times New Roman"/>
                <a:cs typeface="Times New Roman"/>
              </a:rPr>
              <a:t>k</a:t>
            </a:r>
            <a:r>
              <a:rPr sz="2000" i="1" spc="-290" dirty="0">
                <a:latin typeface="Times New Roman"/>
                <a:cs typeface="Times New Roman"/>
              </a:rPr>
              <a:t> </a:t>
            </a:r>
            <a:r>
              <a:rPr sz="2000" spc="-170" dirty="0">
                <a:latin typeface="Symbol"/>
                <a:cs typeface="Symbol"/>
              </a:rPr>
              <a:t></a:t>
            </a:r>
            <a:r>
              <a:rPr sz="2000" spc="-10" dirty="0">
                <a:latin typeface="Times New Roman"/>
                <a:cs typeface="Times New Roman"/>
              </a:rPr>
              <a:t>1</a:t>
            </a:r>
            <a:r>
              <a:rPr sz="2000" dirty="0">
                <a:latin typeface="Times New Roman"/>
                <a:cs typeface="Times New Roman"/>
              </a:rPr>
              <a:t>	</a:t>
            </a:r>
            <a:r>
              <a:rPr sz="2000" i="1" spc="-20" dirty="0">
                <a:latin typeface="Times New Roman"/>
                <a:cs typeface="Times New Roman"/>
              </a:rPr>
              <a:t>k</a:t>
            </a:r>
            <a:r>
              <a:rPr sz="2000" i="1" spc="-290" dirty="0">
                <a:latin typeface="Times New Roman"/>
                <a:cs typeface="Times New Roman"/>
              </a:rPr>
              <a:t> </a:t>
            </a:r>
            <a:r>
              <a:rPr sz="2000" spc="-170" dirty="0">
                <a:latin typeface="Symbol"/>
                <a:cs typeface="Symbol"/>
              </a:rPr>
              <a:t></a:t>
            </a:r>
            <a:r>
              <a:rPr sz="2000" spc="-10" dirty="0">
                <a:latin typeface="Times New Roman"/>
                <a:cs typeface="Times New Roman"/>
              </a:rPr>
              <a:t>1</a:t>
            </a:r>
            <a:endParaRPr sz="2000">
              <a:latin typeface="Times New Roman"/>
              <a:cs typeface="Times New Roman"/>
            </a:endParaRPr>
          </a:p>
        </p:txBody>
      </p:sp>
      <p:sp>
        <p:nvSpPr>
          <p:cNvPr id="39" name="object 39"/>
          <p:cNvSpPr txBox="1"/>
          <p:nvPr/>
        </p:nvSpPr>
        <p:spPr>
          <a:xfrm>
            <a:off x="5961231" y="2000989"/>
            <a:ext cx="935990" cy="407804"/>
          </a:xfrm>
          <a:prstGeom prst="rect">
            <a:avLst/>
          </a:prstGeom>
        </p:spPr>
        <p:txBody>
          <a:bodyPr vert="horz" wrap="square" lIns="0" tIns="0" rIns="0" bIns="0" rtlCol="0">
            <a:spAutoFit/>
          </a:bodyPr>
          <a:lstStyle/>
          <a:p>
            <a:pPr marL="12700">
              <a:tabLst>
                <a:tab pos="755015" algn="l"/>
              </a:tabLst>
            </a:pPr>
            <a:r>
              <a:rPr sz="2650" spc="-15" dirty="0">
                <a:latin typeface="Symbol"/>
                <a:cs typeface="Symbol"/>
              </a:rPr>
              <a:t></a:t>
            </a:r>
            <a:r>
              <a:rPr sz="2650" spc="-340" dirty="0">
                <a:latin typeface="Times New Roman"/>
                <a:cs typeface="Times New Roman"/>
              </a:rPr>
              <a:t> </a:t>
            </a:r>
            <a:r>
              <a:rPr sz="2650" i="1" spc="-15" dirty="0">
                <a:latin typeface="Times New Roman"/>
                <a:cs typeface="Times New Roman"/>
              </a:rPr>
              <a:t>y</a:t>
            </a:r>
            <a:r>
              <a:rPr sz="2650" i="1" dirty="0">
                <a:latin typeface="Times New Roman"/>
                <a:cs typeface="Times New Roman"/>
              </a:rPr>
              <a:t>	</a:t>
            </a:r>
            <a:r>
              <a:rPr sz="2650" i="1" spc="-15" dirty="0">
                <a:latin typeface="Times New Roman"/>
                <a:cs typeface="Times New Roman"/>
              </a:rPr>
              <a:t>u</a:t>
            </a:r>
            <a:endParaRPr sz="2650">
              <a:latin typeface="Times New Roman"/>
              <a:cs typeface="Times New Roman"/>
            </a:endParaRPr>
          </a:p>
        </p:txBody>
      </p:sp>
      <p:sp>
        <p:nvSpPr>
          <p:cNvPr id="40" name="object 40"/>
          <p:cNvSpPr txBox="1"/>
          <p:nvPr/>
        </p:nvSpPr>
        <p:spPr>
          <a:xfrm>
            <a:off x="7670169" y="2002055"/>
            <a:ext cx="151130" cy="300082"/>
          </a:xfrm>
          <a:prstGeom prst="rect">
            <a:avLst/>
          </a:prstGeom>
        </p:spPr>
        <p:txBody>
          <a:bodyPr vert="horz" wrap="square" lIns="0" tIns="0" rIns="0" bIns="0" rtlCol="0">
            <a:spAutoFit/>
          </a:bodyPr>
          <a:lstStyle/>
          <a:p>
            <a:pPr marL="12700"/>
            <a:r>
              <a:rPr sz="1950" spc="5" dirty="0">
                <a:latin typeface="Times New Roman"/>
                <a:cs typeface="Times New Roman"/>
              </a:rPr>
              <a:t>2</a:t>
            </a:r>
            <a:endParaRPr sz="1950">
              <a:latin typeface="Times New Roman"/>
              <a:cs typeface="Times New Roman"/>
            </a:endParaRPr>
          </a:p>
        </p:txBody>
      </p:sp>
      <p:sp>
        <p:nvSpPr>
          <p:cNvPr id="41" name="object 41"/>
          <p:cNvSpPr txBox="1"/>
          <p:nvPr/>
        </p:nvSpPr>
        <p:spPr>
          <a:xfrm>
            <a:off x="7479822" y="2084786"/>
            <a:ext cx="580390" cy="397545"/>
          </a:xfrm>
          <a:prstGeom prst="rect">
            <a:avLst/>
          </a:prstGeom>
        </p:spPr>
        <p:txBody>
          <a:bodyPr vert="horz" wrap="square" lIns="0" tIns="0" rIns="0" bIns="0" rtlCol="0">
            <a:spAutoFit/>
          </a:bodyPr>
          <a:lstStyle/>
          <a:p>
            <a:pPr marL="12700">
              <a:lnSpc>
                <a:spcPts val="3135"/>
              </a:lnSpc>
            </a:pPr>
            <a:r>
              <a:rPr sz="3975" i="1" spc="15" baseline="14675" dirty="0">
                <a:latin typeface="Times New Roman"/>
                <a:cs typeface="Times New Roman"/>
              </a:rPr>
              <a:t>u</a:t>
            </a:r>
            <a:r>
              <a:rPr sz="1950" i="1" spc="5" dirty="0">
                <a:latin typeface="Times New Roman"/>
                <a:cs typeface="Times New Roman"/>
              </a:rPr>
              <a:t>k</a:t>
            </a:r>
            <a:r>
              <a:rPr sz="1950" i="1" spc="-275" dirty="0">
                <a:latin typeface="Times New Roman"/>
                <a:cs typeface="Times New Roman"/>
              </a:rPr>
              <a:t> </a:t>
            </a:r>
            <a:r>
              <a:rPr sz="1950" spc="-145" dirty="0">
                <a:latin typeface="Symbol"/>
                <a:cs typeface="Symbol"/>
              </a:rPr>
              <a:t></a:t>
            </a:r>
            <a:r>
              <a:rPr sz="1950" spc="5" dirty="0">
                <a:latin typeface="Times New Roman"/>
                <a:cs typeface="Times New Roman"/>
              </a:rPr>
              <a:t>1</a:t>
            </a:r>
            <a:endParaRPr sz="1950">
              <a:latin typeface="Times New Roman"/>
              <a:cs typeface="Times New Roman"/>
            </a:endParaRPr>
          </a:p>
        </p:txBody>
      </p:sp>
      <p:sp>
        <p:nvSpPr>
          <p:cNvPr id="42" name="object 42"/>
          <p:cNvSpPr txBox="1"/>
          <p:nvPr/>
        </p:nvSpPr>
        <p:spPr>
          <a:xfrm>
            <a:off x="4251492" y="2092405"/>
            <a:ext cx="308610" cy="407804"/>
          </a:xfrm>
          <a:prstGeom prst="rect">
            <a:avLst/>
          </a:prstGeom>
        </p:spPr>
        <p:txBody>
          <a:bodyPr vert="horz" wrap="square" lIns="0" tIns="0" rIns="0" bIns="0" rtlCol="0">
            <a:spAutoFit/>
          </a:bodyPr>
          <a:lstStyle/>
          <a:p>
            <a:pPr marL="12700"/>
            <a:r>
              <a:rPr sz="2650" i="1" spc="10" dirty="0">
                <a:latin typeface="Times New Roman"/>
                <a:cs typeface="Times New Roman"/>
              </a:rPr>
              <a:t>u</a:t>
            </a:r>
            <a:r>
              <a:rPr sz="2925" i="1" spc="7" baseline="-19943" dirty="0">
                <a:latin typeface="Times New Roman"/>
                <a:cs typeface="Times New Roman"/>
              </a:rPr>
              <a:t>k</a:t>
            </a:r>
            <a:endParaRPr sz="2925" baseline="-19943">
              <a:latin typeface="Times New Roman"/>
              <a:cs typeface="Times New Roman"/>
            </a:endParaRPr>
          </a:p>
        </p:txBody>
      </p:sp>
      <p:sp>
        <p:nvSpPr>
          <p:cNvPr id="43" name="object 43"/>
          <p:cNvSpPr txBox="1"/>
          <p:nvPr/>
        </p:nvSpPr>
        <p:spPr>
          <a:xfrm>
            <a:off x="8272620" y="2043870"/>
            <a:ext cx="2094864" cy="407804"/>
          </a:xfrm>
          <a:prstGeom prst="rect">
            <a:avLst/>
          </a:prstGeom>
        </p:spPr>
        <p:txBody>
          <a:bodyPr vert="horz" wrap="square" lIns="0" tIns="0" rIns="0" bIns="0" rtlCol="0">
            <a:spAutoFit/>
          </a:bodyPr>
          <a:lstStyle/>
          <a:p>
            <a:pPr marL="12700">
              <a:tabLst>
                <a:tab pos="1240155" algn="l"/>
              </a:tabLst>
            </a:pPr>
            <a:r>
              <a:rPr sz="3975" spc="-22" baseline="14675" dirty="0">
                <a:latin typeface="Symbol"/>
                <a:cs typeface="Symbol"/>
              </a:rPr>
              <a:t></a:t>
            </a:r>
            <a:r>
              <a:rPr sz="3975" spc="-509" baseline="14675" dirty="0">
                <a:latin typeface="Times New Roman"/>
                <a:cs typeface="Times New Roman"/>
              </a:rPr>
              <a:t> </a:t>
            </a:r>
            <a:r>
              <a:rPr sz="3975" i="1" spc="-7" baseline="14675" dirty="0">
                <a:latin typeface="Times New Roman"/>
                <a:cs typeface="Times New Roman"/>
              </a:rPr>
              <a:t>y</a:t>
            </a:r>
            <a:r>
              <a:rPr sz="1950" i="1" spc="5" dirty="0">
                <a:latin typeface="Times New Roman"/>
                <a:cs typeface="Times New Roman"/>
              </a:rPr>
              <a:t>k</a:t>
            </a:r>
            <a:r>
              <a:rPr sz="1950" i="1" spc="40" dirty="0">
                <a:latin typeface="Times New Roman"/>
                <a:cs typeface="Times New Roman"/>
              </a:rPr>
              <a:t> </a:t>
            </a:r>
            <a:r>
              <a:rPr sz="3975" i="1" spc="-7" baseline="14675" dirty="0">
                <a:latin typeface="Times New Roman"/>
                <a:cs typeface="Times New Roman"/>
              </a:rPr>
              <a:t>y</a:t>
            </a:r>
            <a:r>
              <a:rPr sz="1950" i="1" spc="5" dirty="0">
                <a:latin typeface="Times New Roman"/>
                <a:cs typeface="Times New Roman"/>
              </a:rPr>
              <a:t>k</a:t>
            </a:r>
            <a:r>
              <a:rPr sz="1950" i="1" spc="-275" dirty="0">
                <a:latin typeface="Times New Roman"/>
                <a:cs typeface="Times New Roman"/>
              </a:rPr>
              <a:t> </a:t>
            </a:r>
            <a:r>
              <a:rPr sz="1950" spc="-145" dirty="0">
                <a:latin typeface="Symbol"/>
                <a:cs typeface="Symbol"/>
              </a:rPr>
              <a:t></a:t>
            </a:r>
            <a:r>
              <a:rPr sz="1950" spc="5" dirty="0">
                <a:latin typeface="Times New Roman"/>
                <a:cs typeface="Times New Roman"/>
              </a:rPr>
              <a:t>1</a:t>
            </a:r>
            <a:r>
              <a:rPr sz="1950" dirty="0">
                <a:latin typeface="Times New Roman"/>
                <a:cs typeface="Times New Roman"/>
              </a:rPr>
              <a:t>	</a:t>
            </a:r>
            <a:r>
              <a:rPr sz="3975" i="1" spc="-7" baseline="8385" dirty="0">
                <a:latin typeface="Times New Roman"/>
                <a:cs typeface="Times New Roman"/>
              </a:rPr>
              <a:t>y</a:t>
            </a:r>
            <a:r>
              <a:rPr sz="2925" i="1" spc="307" baseline="-8547" dirty="0">
                <a:latin typeface="Times New Roman"/>
                <a:cs typeface="Times New Roman"/>
              </a:rPr>
              <a:t>k</a:t>
            </a:r>
            <a:r>
              <a:rPr sz="3975" i="1" spc="15" baseline="8385" dirty="0">
                <a:latin typeface="Times New Roman"/>
                <a:cs typeface="Times New Roman"/>
              </a:rPr>
              <a:t>u</a:t>
            </a:r>
            <a:r>
              <a:rPr sz="2925" i="1" spc="7" baseline="-8547" dirty="0">
                <a:latin typeface="Times New Roman"/>
                <a:cs typeface="Times New Roman"/>
              </a:rPr>
              <a:t>k</a:t>
            </a:r>
            <a:r>
              <a:rPr sz="2925" i="1" spc="-412" baseline="-8547" dirty="0">
                <a:latin typeface="Times New Roman"/>
                <a:cs typeface="Times New Roman"/>
              </a:rPr>
              <a:t> </a:t>
            </a:r>
            <a:r>
              <a:rPr sz="2925" spc="-217" baseline="-8547" dirty="0">
                <a:latin typeface="Symbol"/>
                <a:cs typeface="Symbol"/>
              </a:rPr>
              <a:t></a:t>
            </a:r>
            <a:r>
              <a:rPr sz="2925" spc="7" baseline="-8547" dirty="0">
                <a:latin typeface="Times New Roman"/>
                <a:cs typeface="Times New Roman"/>
              </a:rPr>
              <a:t>1</a:t>
            </a:r>
            <a:endParaRPr sz="2925" baseline="-8547">
              <a:latin typeface="Times New Roman"/>
              <a:cs typeface="Times New Roman"/>
            </a:endParaRPr>
          </a:p>
        </p:txBody>
      </p:sp>
      <p:graphicFrame>
        <p:nvGraphicFramePr>
          <p:cNvPr id="32" name="object 32"/>
          <p:cNvGraphicFramePr>
            <a:graphicFrameLocks noGrp="1"/>
          </p:cNvGraphicFramePr>
          <p:nvPr/>
        </p:nvGraphicFramePr>
        <p:xfrm>
          <a:off x="1617976" y="2587275"/>
          <a:ext cx="8957323" cy="4077939"/>
        </p:xfrm>
        <a:graphic>
          <a:graphicData uri="http://schemas.openxmlformats.org/drawingml/2006/table">
            <a:tbl>
              <a:tblPr firstRow="1" bandRow="1">
                <a:tableStyleId>{2D5ABB26-0587-4C30-8999-92F81FD0307C}</a:tableStyleId>
              </a:tblPr>
              <a:tblGrid>
                <a:gridCol w="1156658">
                  <a:extLst>
                    <a:ext uri="{9D8B030D-6E8A-4147-A177-3AD203B41FA5}">
                      <a16:colId xmlns:a16="http://schemas.microsoft.com/office/drawing/2014/main" val="20000"/>
                    </a:ext>
                  </a:extLst>
                </a:gridCol>
                <a:gridCol w="1107125">
                  <a:extLst>
                    <a:ext uri="{9D8B030D-6E8A-4147-A177-3AD203B41FA5}">
                      <a16:colId xmlns:a16="http://schemas.microsoft.com/office/drawing/2014/main" val="20001"/>
                    </a:ext>
                  </a:extLst>
                </a:gridCol>
                <a:gridCol w="1107115">
                  <a:extLst>
                    <a:ext uri="{9D8B030D-6E8A-4147-A177-3AD203B41FA5}">
                      <a16:colId xmlns:a16="http://schemas.microsoft.com/office/drawing/2014/main" val="20002"/>
                    </a:ext>
                  </a:extLst>
                </a:gridCol>
                <a:gridCol w="1107125">
                  <a:extLst>
                    <a:ext uri="{9D8B030D-6E8A-4147-A177-3AD203B41FA5}">
                      <a16:colId xmlns:a16="http://schemas.microsoft.com/office/drawing/2014/main" val="20003"/>
                    </a:ext>
                  </a:extLst>
                </a:gridCol>
                <a:gridCol w="1107125">
                  <a:extLst>
                    <a:ext uri="{9D8B030D-6E8A-4147-A177-3AD203B41FA5}">
                      <a16:colId xmlns:a16="http://schemas.microsoft.com/office/drawing/2014/main" val="20004"/>
                    </a:ext>
                  </a:extLst>
                </a:gridCol>
                <a:gridCol w="1107125">
                  <a:extLst>
                    <a:ext uri="{9D8B030D-6E8A-4147-A177-3AD203B41FA5}">
                      <a16:colId xmlns:a16="http://schemas.microsoft.com/office/drawing/2014/main" val="20005"/>
                    </a:ext>
                  </a:extLst>
                </a:gridCol>
                <a:gridCol w="1107125">
                  <a:extLst>
                    <a:ext uri="{9D8B030D-6E8A-4147-A177-3AD203B41FA5}">
                      <a16:colId xmlns:a16="http://schemas.microsoft.com/office/drawing/2014/main" val="20006"/>
                    </a:ext>
                  </a:extLst>
                </a:gridCol>
                <a:gridCol w="1157925">
                  <a:extLst>
                    <a:ext uri="{9D8B030D-6E8A-4147-A177-3AD203B41FA5}">
                      <a16:colId xmlns:a16="http://schemas.microsoft.com/office/drawing/2014/main" val="20007"/>
                    </a:ext>
                  </a:extLst>
                </a:gridCol>
              </a:tblGrid>
              <a:tr h="413247">
                <a:tc>
                  <a:txBody>
                    <a:bodyPr/>
                    <a:lstStyle/>
                    <a:p>
                      <a:pPr marL="52705" algn="ctr">
                        <a:lnSpc>
                          <a:spcPct val="100000"/>
                        </a:lnSpc>
                      </a:pPr>
                      <a:r>
                        <a:rPr sz="2000" b="0" dirty="0">
                          <a:latin typeface="Calibri Light"/>
                          <a:cs typeface="Calibri Light"/>
                        </a:rPr>
                        <a:t>1</a:t>
                      </a:r>
                      <a:endParaRPr sz="2000">
                        <a:latin typeface="Calibri Light"/>
                        <a:cs typeface="Calibri Light"/>
                      </a:endParaRPr>
                    </a:p>
                  </a:txBody>
                  <a:tcPr marL="0" marR="0" marT="0" marB="0">
                    <a:lnR w="12700">
                      <a:solidFill>
                        <a:srgbClr val="FFFFFF"/>
                      </a:solidFill>
                      <a:prstDash val="solid"/>
                    </a:lnR>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B w="12700">
                      <a:solidFill>
                        <a:srgbClr val="FFFFFF"/>
                      </a:solidFill>
                      <a:prstDash val="solid"/>
                    </a:lnB>
                    <a:solidFill>
                      <a:srgbClr val="CFD5EA"/>
                    </a:solidFill>
                  </a:tcPr>
                </a:tc>
                <a:tc>
                  <a:txBody>
                    <a:bodyPr/>
                    <a:lstStyle/>
                    <a:p>
                      <a:pPr marR="50800"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B w="12700">
                      <a:solidFill>
                        <a:srgbClr val="FFFFFF"/>
                      </a:solidFill>
                      <a:prstDash val="solid"/>
                    </a:lnB>
                    <a:solidFill>
                      <a:srgbClr val="CFD5EA"/>
                    </a:solidFill>
                  </a:tcPr>
                </a:tc>
                <a:extLst>
                  <a:ext uri="{0D108BD9-81ED-4DB2-BD59-A6C34878D82A}">
                    <a16:rowId xmlns:a16="http://schemas.microsoft.com/office/drawing/2014/main" val="10000"/>
                  </a:ext>
                </a:extLst>
              </a:tr>
              <a:tr h="458083">
                <a:tc>
                  <a:txBody>
                    <a:bodyPr/>
                    <a:lstStyle/>
                    <a:p>
                      <a:pPr marL="53975" algn="ctr">
                        <a:lnSpc>
                          <a:spcPct val="100000"/>
                        </a:lnSpc>
                      </a:pPr>
                      <a:r>
                        <a:rPr sz="2000" b="0" dirty="0">
                          <a:latin typeface="Calibri Light"/>
                          <a:cs typeface="Calibri Light"/>
                        </a:rPr>
                        <a:t>2</a:t>
                      </a:r>
                      <a:endParaRPr sz="2000">
                        <a:latin typeface="Calibri Light"/>
                        <a:cs typeface="Calibri Light"/>
                      </a:endParaRPr>
                    </a:p>
                  </a:txBody>
                  <a:tcPr marL="0" marR="0" marT="0" marB="0">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R="50165"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1"/>
                  </a:ext>
                </a:extLst>
              </a:tr>
              <a:tr h="458090">
                <a:tc>
                  <a:txBody>
                    <a:bodyPr/>
                    <a:lstStyle/>
                    <a:p>
                      <a:pPr marL="55244" algn="ctr">
                        <a:lnSpc>
                          <a:spcPct val="100000"/>
                        </a:lnSpc>
                      </a:pPr>
                      <a:r>
                        <a:rPr sz="2000" b="0" dirty="0">
                          <a:latin typeface="Calibri Light"/>
                          <a:cs typeface="Calibri Light"/>
                        </a:rPr>
                        <a:t>3</a:t>
                      </a:r>
                      <a:endParaRPr sz="2000">
                        <a:latin typeface="Calibri Light"/>
                        <a:cs typeface="Calibri Light"/>
                      </a:endParaRPr>
                    </a:p>
                  </a:txBody>
                  <a:tcPr marL="0" marR="0" marT="0" marB="0">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R="48895"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T w="12700">
                      <a:solidFill>
                        <a:srgbClr val="FFFFFF"/>
                      </a:solidFill>
                      <a:prstDash val="solid"/>
                    </a:lnT>
                    <a:lnB w="12700">
                      <a:solidFill>
                        <a:srgbClr val="FFFFFF"/>
                      </a:solidFill>
                      <a:prstDash val="solid"/>
                    </a:lnB>
                    <a:solidFill>
                      <a:srgbClr val="CFD5EA"/>
                    </a:solidFill>
                  </a:tcPr>
                </a:tc>
                <a:extLst>
                  <a:ext uri="{0D108BD9-81ED-4DB2-BD59-A6C34878D82A}">
                    <a16:rowId xmlns:a16="http://schemas.microsoft.com/office/drawing/2014/main" val="10002"/>
                  </a:ext>
                </a:extLst>
              </a:tr>
              <a:tr h="458093">
                <a:tc>
                  <a:txBody>
                    <a:bodyPr/>
                    <a:lstStyle/>
                    <a:p>
                      <a:pPr marL="55880" algn="ctr">
                        <a:lnSpc>
                          <a:spcPct val="100000"/>
                        </a:lnSpc>
                      </a:pPr>
                      <a:r>
                        <a:rPr sz="2000" b="0" dirty="0">
                          <a:latin typeface="Calibri Light"/>
                          <a:cs typeface="Calibri Light"/>
                        </a:rPr>
                        <a:t>4</a:t>
                      </a:r>
                      <a:endParaRPr sz="2000">
                        <a:latin typeface="Calibri Light"/>
                        <a:cs typeface="Calibri Light"/>
                      </a:endParaRPr>
                    </a:p>
                  </a:txBody>
                  <a:tcPr marL="0" marR="0" marT="0" marB="0">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pPr>
                      <a:r>
                        <a:rPr sz="2000" b="0" spc="5" dirty="0">
                          <a:latin typeface="Calibri Light"/>
                          <a:cs typeface="Calibri Light"/>
                        </a:rPr>
                        <a:t>0</a:t>
                      </a:r>
                      <a:r>
                        <a:rPr sz="2000" b="0" spc="-10" dirty="0">
                          <a:latin typeface="Calibri Light"/>
                          <a:cs typeface="Calibri Light"/>
                        </a:rPr>
                        <a:t>.2</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 algn="ctr">
                        <a:lnSpc>
                          <a:spcPct val="100000"/>
                        </a:lnSpc>
                      </a:pPr>
                      <a:r>
                        <a:rPr sz="2000" b="0" dirty="0">
                          <a:latin typeface="Calibri Light"/>
                          <a:cs typeface="Calibri Light"/>
                        </a:rPr>
                        <a:t>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R="46355" algn="ctr">
                        <a:lnSpc>
                          <a:spcPct val="100000"/>
                        </a:lnSpc>
                      </a:pPr>
                      <a:r>
                        <a:rPr sz="2000" b="0" spc="5" dirty="0">
                          <a:latin typeface="Calibri Light"/>
                          <a:cs typeface="Calibri Light"/>
                        </a:rPr>
                        <a:t>0</a:t>
                      </a:r>
                      <a:r>
                        <a:rPr sz="2000" b="0" spc="-10" dirty="0">
                          <a:latin typeface="Calibri Light"/>
                          <a:cs typeface="Calibri Light"/>
                        </a:rPr>
                        <a:t>.2</a:t>
                      </a:r>
                      <a:endParaRPr sz="2000">
                        <a:latin typeface="Calibri Light"/>
                        <a:cs typeface="Calibri Light"/>
                      </a:endParaRPr>
                    </a:p>
                  </a:txBody>
                  <a:tcPr marL="0" marR="0" marT="0" marB="0">
                    <a:lnL w="12700">
                      <a:solidFill>
                        <a:srgbClr val="FFFFFF"/>
                      </a:solidFill>
                      <a:prstDash val="solid"/>
                    </a:lnL>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3"/>
                  </a:ext>
                </a:extLst>
              </a:tr>
              <a:tr h="458080">
                <a:tc>
                  <a:txBody>
                    <a:bodyPr/>
                    <a:lstStyle/>
                    <a:p>
                      <a:pPr marL="57150" algn="ctr">
                        <a:lnSpc>
                          <a:spcPct val="100000"/>
                        </a:lnSpc>
                      </a:pPr>
                      <a:r>
                        <a:rPr sz="2000" b="0" dirty="0">
                          <a:latin typeface="Calibri Light"/>
                          <a:cs typeface="Calibri Light"/>
                        </a:rPr>
                        <a:t>5</a:t>
                      </a:r>
                      <a:endParaRPr sz="2000">
                        <a:latin typeface="Calibri Light"/>
                        <a:cs typeface="Calibri Light"/>
                      </a:endParaRPr>
                    </a:p>
                  </a:txBody>
                  <a:tcPr marL="0" marR="0" marT="0" marB="0">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323215">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36</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270"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323215">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04</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3175" algn="ctr">
                        <a:lnSpc>
                          <a:spcPct val="100000"/>
                        </a:lnSpc>
                      </a:pPr>
                      <a:r>
                        <a:rPr sz="2000" b="0" spc="5" dirty="0">
                          <a:latin typeface="Calibri Light"/>
                          <a:cs typeface="Calibri Light"/>
                        </a:rPr>
                        <a:t>0</a:t>
                      </a:r>
                      <a:r>
                        <a:rPr sz="2000" b="0" spc="-10" dirty="0">
                          <a:latin typeface="Calibri Light"/>
                          <a:cs typeface="Calibri Light"/>
                        </a:rPr>
                        <a:t>.2</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905"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5621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0720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32385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36</a:t>
                      </a:r>
                      <a:endParaRPr sz="2000">
                        <a:latin typeface="Calibri Light"/>
                        <a:cs typeface="Calibri Light"/>
                      </a:endParaRPr>
                    </a:p>
                  </a:txBody>
                  <a:tcPr marL="0" marR="0" marT="0" marB="0">
                    <a:lnL w="12700">
                      <a:solidFill>
                        <a:srgbClr val="FFFFFF"/>
                      </a:solidFill>
                      <a:prstDash val="solid"/>
                    </a:lnL>
                    <a:lnT w="12700">
                      <a:solidFill>
                        <a:srgbClr val="FFFFFF"/>
                      </a:solidFill>
                      <a:prstDash val="solid"/>
                    </a:lnT>
                    <a:lnB w="12700">
                      <a:solidFill>
                        <a:srgbClr val="FFFFFF"/>
                      </a:solidFill>
                      <a:prstDash val="solid"/>
                    </a:lnB>
                    <a:solidFill>
                      <a:srgbClr val="CFD5EA"/>
                    </a:solidFill>
                  </a:tcPr>
                </a:tc>
                <a:extLst>
                  <a:ext uri="{0D108BD9-81ED-4DB2-BD59-A6C34878D82A}">
                    <a16:rowId xmlns:a16="http://schemas.microsoft.com/office/drawing/2014/main" val="10004"/>
                  </a:ext>
                </a:extLst>
              </a:tr>
              <a:tr h="458093">
                <a:tc>
                  <a:txBody>
                    <a:bodyPr/>
                    <a:lstStyle/>
                    <a:p>
                      <a:pPr marL="57785" algn="ctr">
                        <a:lnSpc>
                          <a:spcPct val="100000"/>
                        </a:lnSpc>
                      </a:pPr>
                      <a:r>
                        <a:rPr sz="2000" b="0" dirty="0">
                          <a:latin typeface="Calibri Light"/>
                          <a:cs typeface="Calibri Light"/>
                        </a:rPr>
                        <a:t>6</a:t>
                      </a:r>
                      <a:endParaRPr sz="2000">
                        <a:latin typeface="Calibri Light"/>
                        <a:cs typeface="Calibri Light"/>
                      </a:endParaRPr>
                    </a:p>
                  </a:txBody>
                  <a:tcPr marL="0" marR="0" marT="0" marB="0">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9431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4880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2540"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9431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1296</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28575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36</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2540"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5621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1757</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94945">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4880</a:t>
                      </a:r>
                      <a:endParaRPr sz="2000">
                        <a:latin typeface="Calibri Light"/>
                        <a:cs typeface="Calibri Light"/>
                      </a:endParaRPr>
                    </a:p>
                  </a:txBody>
                  <a:tcPr marL="0" marR="0" marT="0" marB="0">
                    <a:lnL w="12700">
                      <a:solidFill>
                        <a:srgbClr val="FFFFFF"/>
                      </a:solidFill>
                      <a:prstDash val="solid"/>
                    </a:lnL>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5"/>
                  </a:ext>
                </a:extLst>
              </a:tr>
              <a:tr h="458080">
                <a:tc>
                  <a:txBody>
                    <a:bodyPr/>
                    <a:lstStyle/>
                    <a:p>
                      <a:pPr marL="59055" algn="ctr">
                        <a:lnSpc>
                          <a:spcPct val="100000"/>
                        </a:lnSpc>
                      </a:pPr>
                      <a:r>
                        <a:rPr sz="2000" b="0" dirty="0">
                          <a:latin typeface="Calibri Light"/>
                          <a:cs typeface="Calibri Light"/>
                        </a:rPr>
                        <a:t>7</a:t>
                      </a:r>
                      <a:endParaRPr sz="2000">
                        <a:latin typeface="Calibri Light"/>
                        <a:cs typeface="Calibri Light"/>
                      </a:endParaRPr>
                    </a:p>
                  </a:txBody>
                  <a:tcPr marL="0" marR="0" marT="0" marB="0">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94945">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5904</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3175"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94945">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2381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56845">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4880</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3810"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56845">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2881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94945">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5904</a:t>
                      </a:r>
                      <a:endParaRPr sz="2000">
                        <a:latin typeface="Calibri Light"/>
                        <a:cs typeface="Calibri Light"/>
                      </a:endParaRPr>
                    </a:p>
                  </a:txBody>
                  <a:tcPr marL="0" marR="0" marT="0" marB="0">
                    <a:lnL w="12700">
                      <a:solidFill>
                        <a:srgbClr val="FFFFFF"/>
                      </a:solidFill>
                      <a:prstDash val="solid"/>
                    </a:lnL>
                    <a:lnT w="12700">
                      <a:solidFill>
                        <a:srgbClr val="FFFFFF"/>
                      </a:solidFill>
                      <a:prstDash val="solid"/>
                    </a:lnT>
                    <a:lnB w="12700">
                      <a:solidFill>
                        <a:srgbClr val="FFFFFF"/>
                      </a:solidFill>
                      <a:prstDash val="solid"/>
                    </a:lnB>
                    <a:solidFill>
                      <a:srgbClr val="CFD5EA"/>
                    </a:solidFill>
                  </a:tcPr>
                </a:tc>
                <a:extLst>
                  <a:ext uri="{0D108BD9-81ED-4DB2-BD59-A6C34878D82A}">
                    <a16:rowId xmlns:a16="http://schemas.microsoft.com/office/drawing/2014/main" val="10006"/>
                  </a:ext>
                </a:extLst>
              </a:tr>
              <a:tr h="458093">
                <a:tc>
                  <a:txBody>
                    <a:bodyPr/>
                    <a:lstStyle/>
                    <a:p>
                      <a:pPr marL="60325" algn="ctr">
                        <a:lnSpc>
                          <a:spcPct val="100000"/>
                        </a:lnSpc>
                      </a:pPr>
                      <a:r>
                        <a:rPr sz="2000" b="0" dirty="0">
                          <a:latin typeface="Calibri Light"/>
                          <a:cs typeface="Calibri Light"/>
                        </a:rPr>
                        <a:t>8</a:t>
                      </a:r>
                      <a:endParaRPr sz="2000">
                        <a:latin typeface="Calibri Light"/>
                        <a:cs typeface="Calibri Light"/>
                      </a:endParaRPr>
                    </a:p>
                  </a:txBody>
                  <a:tcPr marL="0" marR="0" marT="0" marB="0">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9558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6723</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4445"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9558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3486</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5748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5904</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5080" algn="ctr">
                        <a:lnSpc>
                          <a:spcPct val="100000"/>
                        </a:lnSpc>
                      </a:pPr>
                      <a:r>
                        <a:rPr sz="2000" b="0" dirty="0">
                          <a:latin typeface="Calibri Light"/>
                          <a:cs typeface="Calibri Light"/>
                        </a:rPr>
                        <a:t>1</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5748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3969</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9558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6723</a:t>
                      </a:r>
                      <a:endParaRPr sz="2000">
                        <a:latin typeface="Calibri Light"/>
                        <a:cs typeface="Calibri Light"/>
                      </a:endParaRPr>
                    </a:p>
                  </a:txBody>
                  <a:tcPr marL="0" marR="0" marT="0" marB="0">
                    <a:lnL w="12700">
                      <a:solidFill>
                        <a:srgbClr val="FFFFFF"/>
                      </a:solidFill>
                      <a:prstDash val="solid"/>
                    </a:lnL>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7"/>
                  </a:ext>
                </a:extLst>
              </a:tr>
              <a:tr h="458080">
                <a:tc>
                  <a:txBody>
                    <a:bodyPr/>
                    <a:lstStyle/>
                    <a:p>
                      <a:pPr marL="99060" algn="ctr">
                        <a:lnSpc>
                          <a:spcPct val="100000"/>
                        </a:lnSpc>
                      </a:pPr>
                      <a:r>
                        <a:rPr sz="2650" dirty="0">
                          <a:latin typeface="Symbol"/>
                          <a:cs typeface="Symbol"/>
                        </a:rPr>
                        <a:t></a:t>
                      </a:r>
                      <a:endParaRPr sz="2650">
                        <a:latin typeface="Symbol"/>
                        <a:cs typeface="Symbol"/>
                      </a:endParaRPr>
                    </a:p>
                  </a:txBody>
                  <a:tcPr marL="0" marR="0" marT="0" marB="0">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endParaRPr sz="2650">
                        <a:latin typeface="Symbol"/>
                        <a:cs typeface="Symbo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endParaRPr sz="2650">
                        <a:latin typeface="Symbol"/>
                        <a:cs typeface="Symbo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9558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7563</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57480">
                        <a:lnSpc>
                          <a:spcPct val="100000"/>
                        </a:lnSpc>
                      </a:pPr>
                      <a:r>
                        <a:rPr sz="2000" b="0" spc="5" dirty="0">
                          <a:latin typeface="Calibri Light"/>
                          <a:cs typeface="Calibri Light"/>
                        </a:rPr>
                        <a:t>-1</a:t>
                      </a:r>
                      <a:r>
                        <a:rPr sz="2000" b="0" spc="-10" dirty="0">
                          <a:latin typeface="Calibri Light"/>
                          <a:cs typeface="Calibri Light"/>
                        </a:rPr>
                        <a:t>.</a:t>
                      </a:r>
                      <a:r>
                        <a:rPr sz="2000" b="0" spc="5" dirty="0">
                          <a:latin typeface="Calibri Light"/>
                          <a:cs typeface="Calibri Light"/>
                        </a:rPr>
                        <a:t>6384</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5080" algn="ctr">
                        <a:lnSpc>
                          <a:spcPct val="100000"/>
                        </a:lnSpc>
                      </a:pPr>
                      <a:r>
                        <a:rPr sz="2000" b="0" dirty="0">
                          <a:latin typeface="Calibri Light"/>
                          <a:cs typeface="Calibri Light"/>
                        </a:rPr>
                        <a:t>5</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57480">
                        <a:lnSpc>
                          <a:spcPct val="100000"/>
                        </a:lnSpc>
                      </a:pPr>
                      <a:r>
                        <a:rPr sz="2000" b="0" spc="5" dirty="0">
                          <a:latin typeface="Calibri Light"/>
                          <a:cs typeface="Calibri Light"/>
                        </a:rPr>
                        <a:t>-0</a:t>
                      </a:r>
                      <a:r>
                        <a:rPr sz="2000" b="0" spc="-10" dirty="0">
                          <a:latin typeface="Calibri Light"/>
                          <a:cs typeface="Calibri Light"/>
                        </a:rPr>
                        <a:t>.</a:t>
                      </a:r>
                      <a:r>
                        <a:rPr sz="2000" b="0" spc="5" dirty="0">
                          <a:latin typeface="Calibri Light"/>
                          <a:cs typeface="Calibri Light"/>
                        </a:rPr>
                        <a:t>9327</a:t>
                      </a:r>
                      <a:endParaRPr sz="2000">
                        <a:latin typeface="Calibri Light"/>
                        <a:cs typeface="Calibri Light"/>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195580">
                        <a:lnSpc>
                          <a:spcPct val="100000"/>
                        </a:lnSpc>
                      </a:pPr>
                      <a:r>
                        <a:rPr sz="2000" b="0" spc="5" dirty="0">
                          <a:latin typeface="Calibri Light"/>
                          <a:cs typeface="Calibri Light"/>
                        </a:rPr>
                        <a:t>2</a:t>
                      </a:r>
                      <a:r>
                        <a:rPr sz="2000" b="0" spc="-10" dirty="0">
                          <a:latin typeface="Calibri Light"/>
                          <a:cs typeface="Calibri Light"/>
                        </a:rPr>
                        <a:t>.</a:t>
                      </a:r>
                      <a:r>
                        <a:rPr sz="2000" b="0" spc="5" dirty="0">
                          <a:latin typeface="Calibri Light"/>
                          <a:cs typeface="Calibri Light"/>
                        </a:rPr>
                        <a:t>3107</a:t>
                      </a:r>
                      <a:endParaRPr sz="2000">
                        <a:latin typeface="Calibri Light"/>
                        <a:cs typeface="Calibri Light"/>
                      </a:endParaRPr>
                    </a:p>
                  </a:txBody>
                  <a:tcPr marL="0" marR="0" marT="0" marB="0">
                    <a:lnL w="12700">
                      <a:solidFill>
                        <a:srgbClr val="FFFFFF"/>
                      </a:solidFill>
                      <a:prstDash val="solid"/>
                    </a:lnL>
                    <a:lnT w="12700">
                      <a:solidFill>
                        <a:srgbClr val="FFFFFF"/>
                      </a:solidFill>
                      <a:prstDash val="solid"/>
                    </a:lnT>
                    <a:lnB w="12700">
                      <a:solidFill>
                        <a:srgbClr val="FFFFFF"/>
                      </a:solidFill>
                      <a:prstDash val="solid"/>
                    </a:lnB>
                    <a:solidFill>
                      <a:srgbClr val="CFD5EA"/>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17975" y="96529"/>
            <a:ext cx="8963660" cy="6664959"/>
          </a:xfrm>
          <a:custGeom>
            <a:avLst/>
            <a:gdLst/>
            <a:ahLst/>
            <a:cxnLst/>
            <a:rect l="l" t="t" r="r" b="b"/>
            <a:pathLst>
              <a:path w="8963660" h="6664959">
                <a:moveTo>
                  <a:pt x="0" y="6664756"/>
                </a:moveTo>
                <a:lnTo>
                  <a:pt x="8963466" y="6664756"/>
                </a:lnTo>
                <a:lnTo>
                  <a:pt x="8963466" y="0"/>
                </a:lnTo>
                <a:lnTo>
                  <a:pt x="0" y="0"/>
                </a:lnTo>
                <a:lnTo>
                  <a:pt x="0" y="6664756"/>
                </a:lnTo>
                <a:close/>
              </a:path>
            </a:pathLst>
          </a:custGeom>
          <a:ln w="193039">
            <a:solidFill>
              <a:srgbClr val="E9ECED"/>
            </a:solidFill>
          </a:ln>
        </p:spPr>
        <p:txBody>
          <a:bodyPr wrap="square" lIns="0" tIns="0" rIns="0" bIns="0" rtlCol="0"/>
          <a:lstStyle/>
          <a:p>
            <a:endParaRPr/>
          </a:p>
        </p:txBody>
      </p:sp>
      <p:sp>
        <p:nvSpPr>
          <p:cNvPr id="3" name="object 3"/>
          <p:cNvSpPr/>
          <p:nvPr/>
        </p:nvSpPr>
        <p:spPr>
          <a:xfrm>
            <a:off x="2157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4" name="object 4"/>
          <p:cNvSpPr/>
          <p:nvPr/>
        </p:nvSpPr>
        <p:spPr>
          <a:xfrm>
            <a:off x="7795260" y="763837"/>
            <a:ext cx="2103493" cy="661194"/>
          </a:xfrm>
          <a:prstGeom prst="rect">
            <a:avLst/>
          </a:prstGeom>
          <a:blipFill>
            <a:blip r:embed="rId3"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2362200" y="575263"/>
            <a:ext cx="10515600" cy="905286"/>
          </a:xfrm>
          <a:prstGeom prst="rect">
            <a:avLst/>
          </a:prstGeom>
        </p:spPr>
        <p:txBody>
          <a:bodyPr vert="horz" wrap="square" lIns="0" tIns="225971" rIns="0" bIns="0" rtlCol="0" anchor="ctr">
            <a:spAutoFit/>
          </a:bodyPr>
          <a:lstStyle/>
          <a:p>
            <a:pPr marL="163830">
              <a:lnSpc>
                <a:spcPct val="100000"/>
              </a:lnSpc>
            </a:pPr>
            <a:r>
              <a:rPr spc="-5" dirty="0">
                <a:latin typeface="Calibri"/>
                <a:cs typeface="Calibri"/>
              </a:rPr>
              <a:t>S</a:t>
            </a:r>
            <a:r>
              <a:rPr spc="5" dirty="0">
                <a:latin typeface="Calibri"/>
                <a:cs typeface="Calibri"/>
              </a:rPr>
              <a:t>o</a:t>
            </a:r>
            <a:r>
              <a:rPr spc="-5" dirty="0">
                <a:latin typeface="Calibri"/>
                <a:cs typeface="Calibri"/>
              </a:rPr>
              <a:t>l</a:t>
            </a:r>
            <a:r>
              <a:rPr spc="-10" dirty="0">
                <a:latin typeface="Calibri"/>
                <a:cs typeface="Calibri"/>
              </a:rPr>
              <a:t>u</a:t>
            </a:r>
            <a:r>
              <a:rPr dirty="0">
                <a:latin typeface="Calibri"/>
                <a:cs typeface="Calibri"/>
              </a:rPr>
              <a:t>ti</a:t>
            </a:r>
            <a:r>
              <a:rPr spc="5" dirty="0">
                <a:latin typeface="Calibri"/>
                <a:cs typeface="Calibri"/>
              </a:rPr>
              <a:t>o</a:t>
            </a:r>
            <a:r>
              <a:rPr dirty="0">
                <a:latin typeface="Calibri"/>
                <a:cs typeface="Calibri"/>
              </a:rPr>
              <a:t>n</a:t>
            </a:r>
            <a:r>
              <a:rPr spc="-120" dirty="0">
                <a:latin typeface="Times New Roman"/>
                <a:cs typeface="Times New Roman"/>
              </a:rPr>
              <a:t> </a:t>
            </a:r>
            <a:r>
              <a:rPr spc="5" dirty="0">
                <a:latin typeface="Calibri"/>
                <a:cs typeface="Calibri"/>
              </a:rPr>
              <a:t>(</a:t>
            </a:r>
            <a:r>
              <a:rPr spc="-25" dirty="0">
                <a:latin typeface="Calibri"/>
                <a:cs typeface="Calibri"/>
              </a:rPr>
              <a:t>2</a:t>
            </a:r>
            <a:r>
              <a:rPr dirty="0">
                <a:latin typeface="Calibri"/>
                <a:cs typeface="Calibri"/>
              </a:rPr>
              <a:t>)</a:t>
            </a:r>
          </a:p>
        </p:txBody>
      </p:sp>
      <p:sp>
        <p:nvSpPr>
          <p:cNvPr id="6" name="object 6"/>
          <p:cNvSpPr txBox="1"/>
          <p:nvPr/>
        </p:nvSpPr>
        <p:spPr>
          <a:xfrm>
            <a:off x="7792726" y="2635986"/>
            <a:ext cx="132715" cy="330860"/>
          </a:xfrm>
          <a:prstGeom prst="rect">
            <a:avLst/>
          </a:prstGeom>
        </p:spPr>
        <p:txBody>
          <a:bodyPr vert="horz" wrap="square" lIns="0" tIns="0" rIns="0" bIns="0" rtlCol="0">
            <a:spAutoFit/>
          </a:bodyPr>
          <a:lstStyle/>
          <a:p>
            <a:pPr marL="12700"/>
            <a:r>
              <a:rPr sz="2150" spc="15" dirty="0">
                <a:latin typeface="Symbol"/>
                <a:cs typeface="Symbol"/>
              </a:rPr>
              <a:t></a:t>
            </a:r>
            <a:endParaRPr sz="2150">
              <a:latin typeface="Symbol"/>
              <a:cs typeface="Symbol"/>
            </a:endParaRPr>
          </a:p>
        </p:txBody>
      </p:sp>
      <p:sp>
        <p:nvSpPr>
          <p:cNvPr id="7" name="object 7"/>
          <p:cNvSpPr txBox="1"/>
          <p:nvPr/>
        </p:nvSpPr>
        <p:spPr>
          <a:xfrm>
            <a:off x="6697756" y="2754781"/>
            <a:ext cx="1228090" cy="895117"/>
          </a:xfrm>
          <a:prstGeom prst="rect">
            <a:avLst/>
          </a:prstGeom>
        </p:spPr>
        <p:txBody>
          <a:bodyPr vert="horz" wrap="square" lIns="0" tIns="0" rIns="0" bIns="0" rtlCol="0">
            <a:spAutoFit/>
          </a:bodyPr>
          <a:lstStyle/>
          <a:p>
            <a:pPr algn="ctr">
              <a:lnSpc>
                <a:spcPct val="100000"/>
              </a:lnSpc>
            </a:pPr>
            <a:r>
              <a:rPr sz="3225" spc="22" baseline="-11627" dirty="0">
                <a:latin typeface="Symbol"/>
                <a:cs typeface="Symbol"/>
              </a:rPr>
              <a:t></a:t>
            </a:r>
            <a:r>
              <a:rPr sz="3225" spc="22" baseline="-11627" dirty="0">
                <a:latin typeface="Times New Roman"/>
                <a:cs typeface="Times New Roman"/>
              </a:rPr>
              <a:t> </a:t>
            </a:r>
            <a:r>
              <a:rPr sz="3225" spc="-345" baseline="-11627" dirty="0">
                <a:latin typeface="Times New Roman"/>
                <a:cs typeface="Times New Roman"/>
              </a:rPr>
              <a:t> </a:t>
            </a:r>
            <a:r>
              <a:rPr sz="2150" spc="15" dirty="0">
                <a:latin typeface="Times New Roman"/>
                <a:cs typeface="Times New Roman"/>
              </a:rPr>
              <a:t>2.3107</a:t>
            </a:r>
            <a:r>
              <a:rPr sz="2150" dirty="0">
                <a:latin typeface="Times New Roman"/>
                <a:cs typeface="Times New Roman"/>
              </a:rPr>
              <a:t> </a:t>
            </a:r>
            <a:r>
              <a:rPr sz="2150" spc="-200" dirty="0">
                <a:latin typeface="Times New Roman"/>
                <a:cs typeface="Times New Roman"/>
              </a:rPr>
              <a:t> </a:t>
            </a:r>
            <a:r>
              <a:rPr sz="3225" spc="22" baseline="-11627" dirty="0">
                <a:latin typeface="Symbol"/>
                <a:cs typeface="Symbol"/>
              </a:rPr>
              <a:t></a:t>
            </a:r>
            <a:endParaRPr sz="3225" baseline="-11627">
              <a:latin typeface="Symbol"/>
              <a:cs typeface="Symbol"/>
            </a:endParaRPr>
          </a:p>
          <a:p>
            <a:pPr algn="ctr">
              <a:spcBef>
                <a:spcPts val="830"/>
              </a:spcBef>
            </a:pPr>
            <a:r>
              <a:rPr sz="3000" b="1" i="1" dirty="0">
                <a:latin typeface="Times New Roman"/>
                <a:cs typeface="Times New Roman"/>
              </a:rPr>
              <a:t>b</a:t>
            </a:r>
            <a:endParaRPr sz="3000">
              <a:latin typeface="Times New Roman"/>
              <a:cs typeface="Times New Roman"/>
            </a:endParaRPr>
          </a:p>
        </p:txBody>
      </p:sp>
      <p:sp>
        <p:nvSpPr>
          <p:cNvPr id="8" name="object 8"/>
          <p:cNvSpPr txBox="1"/>
          <p:nvPr/>
        </p:nvSpPr>
        <p:spPr>
          <a:xfrm>
            <a:off x="4948443" y="2333996"/>
            <a:ext cx="2977515" cy="330860"/>
          </a:xfrm>
          <a:prstGeom prst="rect">
            <a:avLst/>
          </a:prstGeom>
        </p:spPr>
        <p:txBody>
          <a:bodyPr vert="horz" wrap="square" lIns="0" tIns="0" rIns="0" bIns="0" rtlCol="0">
            <a:spAutoFit/>
          </a:bodyPr>
          <a:lstStyle/>
          <a:p>
            <a:pPr marL="12700"/>
            <a:r>
              <a:rPr sz="2150" spc="20" dirty="0">
                <a:latin typeface="Symbol"/>
                <a:cs typeface="Symbol"/>
              </a:rPr>
              <a:t></a:t>
            </a:r>
            <a:r>
              <a:rPr sz="2150" spc="-350" dirty="0">
                <a:latin typeface="Times New Roman"/>
                <a:cs typeface="Times New Roman"/>
              </a:rPr>
              <a:t> </a:t>
            </a:r>
            <a:r>
              <a:rPr sz="2150" spc="15" dirty="0">
                <a:latin typeface="Times New Roman"/>
                <a:cs typeface="Times New Roman"/>
              </a:rPr>
              <a:t>1.638</a:t>
            </a:r>
            <a:r>
              <a:rPr sz="2150" spc="50" dirty="0">
                <a:latin typeface="Times New Roman"/>
                <a:cs typeface="Times New Roman"/>
              </a:rPr>
              <a:t>4</a:t>
            </a:r>
            <a:r>
              <a:rPr sz="3225" spc="247" baseline="-5167" dirty="0">
                <a:latin typeface="Symbol"/>
                <a:cs typeface="Symbol"/>
              </a:rPr>
              <a:t></a:t>
            </a:r>
            <a:r>
              <a:rPr sz="3225" spc="82" baseline="-5167" dirty="0">
                <a:latin typeface="Symbol"/>
                <a:cs typeface="Symbol"/>
              </a:rPr>
              <a:t></a:t>
            </a:r>
            <a:r>
              <a:rPr sz="2150" i="1" spc="-765" dirty="0">
                <a:latin typeface="Times New Roman"/>
                <a:cs typeface="Times New Roman"/>
              </a:rPr>
              <a:t>a</a:t>
            </a:r>
            <a:r>
              <a:rPr sz="2150" spc="170" dirty="0">
                <a:latin typeface="Times New Roman"/>
                <a:cs typeface="Times New Roman"/>
              </a:rPr>
              <a:t>ˆ</a:t>
            </a:r>
            <a:r>
              <a:rPr sz="3225" spc="22" baseline="-5167" dirty="0">
                <a:latin typeface="Symbol"/>
                <a:cs typeface="Symbol"/>
              </a:rPr>
              <a:t></a:t>
            </a:r>
            <a:r>
              <a:rPr sz="3225" spc="52" baseline="-5167" dirty="0">
                <a:latin typeface="Times New Roman"/>
                <a:cs typeface="Times New Roman"/>
              </a:rPr>
              <a:t> </a:t>
            </a:r>
            <a:r>
              <a:rPr sz="3225" spc="30" baseline="-41343" dirty="0">
                <a:latin typeface="Symbol"/>
                <a:cs typeface="Symbol"/>
              </a:rPr>
              <a:t></a:t>
            </a:r>
            <a:r>
              <a:rPr sz="3225" spc="30" baseline="-41343" dirty="0">
                <a:latin typeface="Times New Roman"/>
                <a:cs typeface="Times New Roman"/>
              </a:rPr>
              <a:t> </a:t>
            </a:r>
            <a:r>
              <a:rPr sz="3225" spc="82" baseline="-5167" dirty="0">
                <a:latin typeface="Symbol"/>
                <a:cs typeface="Symbol"/>
              </a:rPr>
              <a:t></a:t>
            </a:r>
            <a:r>
              <a:rPr sz="2150" spc="20" dirty="0">
                <a:latin typeface="Symbol"/>
                <a:cs typeface="Symbol"/>
              </a:rPr>
              <a:t></a:t>
            </a:r>
            <a:r>
              <a:rPr sz="2150" spc="-145" dirty="0">
                <a:latin typeface="Times New Roman"/>
                <a:cs typeface="Times New Roman"/>
              </a:rPr>
              <a:t> </a:t>
            </a:r>
            <a:r>
              <a:rPr sz="2150" spc="15" dirty="0">
                <a:latin typeface="Times New Roman"/>
                <a:cs typeface="Times New Roman"/>
              </a:rPr>
              <a:t>0.932</a:t>
            </a:r>
            <a:r>
              <a:rPr sz="2150" spc="85" dirty="0">
                <a:latin typeface="Times New Roman"/>
                <a:cs typeface="Times New Roman"/>
              </a:rPr>
              <a:t>7</a:t>
            </a:r>
            <a:r>
              <a:rPr sz="3225" spc="22" baseline="-5167" dirty="0">
                <a:latin typeface="Symbol"/>
                <a:cs typeface="Symbol"/>
              </a:rPr>
              <a:t></a:t>
            </a:r>
            <a:endParaRPr sz="3225" baseline="-5167">
              <a:latin typeface="Symbol"/>
              <a:cs typeface="Symbol"/>
            </a:endParaRPr>
          </a:p>
        </p:txBody>
      </p:sp>
      <p:sp>
        <p:nvSpPr>
          <p:cNvPr id="9" name="object 9"/>
          <p:cNvSpPr txBox="1"/>
          <p:nvPr/>
        </p:nvSpPr>
        <p:spPr>
          <a:xfrm>
            <a:off x="5899514" y="2635986"/>
            <a:ext cx="930910" cy="330860"/>
          </a:xfrm>
          <a:prstGeom prst="rect">
            <a:avLst/>
          </a:prstGeom>
        </p:spPr>
        <p:txBody>
          <a:bodyPr vert="horz" wrap="square" lIns="0" tIns="0" rIns="0" bIns="0" rtlCol="0">
            <a:spAutoFit/>
          </a:bodyPr>
          <a:lstStyle/>
          <a:p>
            <a:pPr marL="12700">
              <a:tabLst>
                <a:tab pos="810260" algn="l"/>
              </a:tabLst>
            </a:pPr>
            <a:r>
              <a:rPr sz="2150" spc="165" dirty="0">
                <a:latin typeface="Symbol"/>
                <a:cs typeface="Symbol"/>
              </a:rPr>
              <a:t></a:t>
            </a:r>
            <a:r>
              <a:rPr sz="2150" spc="15" dirty="0">
                <a:latin typeface="Symbol"/>
                <a:cs typeface="Symbol"/>
              </a:rPr>
              <a:t></a:t>
            </a:r>
            <a:r>
              <a:rPr sz="2150" spc="-114" dirty="0">
                <a:latin typeface="Times New Roman"/>
                <a:cs typeface="Times New Roman"/>
              </a:rPr>
              <a:t> </a:t>
            </a:r>
            <a:r>
              <a:rPr sz="3225" spc="165" baseline="-10335" dirty="0">
                <a:latin typeface="Times New Roman"/>
                <a:cs typeface="Times New Roman"/>
              </a:rPr>
              <a:t>ˆ</a:t>
            </a:r>
            <a:r>
              <a:rPr sz="2150" spc="15" dirty="0">
                <a:latin typeface="Symbol"/>
                <a:cs typeface="Symbol"/>
              </a:rPr>
              <a:t></a:t>
            </a:r>
            <a:r>
              <a:rPr sz="2150" dirty="0">
                <a:latin typeface="Times New Roman"/>
                <a:cs typeface="Times New Roman"/>
              </a:rPr>
              <a:t>	</a:t>
            </a:r>
            <a:r>
              <a:rPr sz="2150" spc="15" dirty="0">
                <a:latin typeface="Symbol"/>
                <a:cs typeface="Symbol"/>
              </a:rPr>
              <a:t></a:t>
            </a:r>
            <a:endParaRPr sz="2150">
              <a:latin typeface="Symbol"/>
              <a:cs typeface="Symbol"/>
            </a:endParaRPr>
          </a:p>
        </p:txBody>
      </p:sp>
      <p:sp>
        <p:nvSpPr>
          <p:cNvPr id="10" name="object 10"/>
          <p:cNvSpPr txBox="1"/>
          <p:nvPr/>
        </p:nvSpPr>
        <p:spPr>
          <a:xfrm>
            <a:off x="5899515" y="2754781"/>
            <a:ext cx="526415" cy="818173"/>
          </a:xfrm>
          <a:prstGeom prst="rect">
            <a:avLst/>
          </a:prstGeom>
        </p:spPr>
        <p:txBody>
          <a:bodyPr vert="horz" wrap="square" lIns="0" tIns="0" rIns="0" bIns="0" rtlCol="0">
            <a:spAutoFit/>
          </a:bodyPr>
          <a:lstStyle/>
          <a:p>
            <a:pPr algn="ctr">
              <a:lnSpc>
                <a:spcPct val="100000"/>
              </a:lnSpc>
            </a:pPr>
            <a:r>
              <a:rPr sz="2150" spc="165" dirty="0">
                <a:latin typeface="Symbol"/>
                <a:cs typeface="Symbol"/>
              </a:rPr>
              <a:t></a:t>
            </a:r>
            <a:r>
              <a:rPr sz="2150" spc="25" dirty="0">
                <a:latin typeface="Symbol"/>
                <a:cs typeface="Symbol"/>
              </a:rPr>
              <a:t></a:t>
            </a:r>
            <a:r>
              <a:rPr sz="3225" i="1" spc="225" baseline="11627" dirty="0">
                <a:latin typeface="Times New Roman"/>
                <a:cs typeface="Times New Roman"/>
              </a:rPr>
              <a:t>b</a:t>
            </a:r>
            <a:r>
              <a:rPr sz="2150" spc="15" dirty="0">
                <a:latin typeface="Symbol"/>
                <a:cs typeface="Symbol"/>
              </a:rPr>
              <a:t></a:t>
            </a:r>
            <a:endParaRPr sz="2150">
              <a:latin typeface="Symbol"/>
              <a:cs typeface="Symbol"/>
            </a:endParaRPr>
          </a:p>
          <a:p>
            <a:pPr marL="50800" algn="ctr">
              <a:spcBef>
                <a:spcPts val="235"/>
              </a:spcBef>
            </a:pPr>
            <a:r>
              <a:rPr sz="4500" b="1" i="1" spc="-1575" baseline="-3703" dirty="0">
                <a:latin typeface="Times New Roman"/>
                <a:cs typeface="Times New Roman"/>
              </a:rPr>
              <a:t>a</a:t>
            </a:r>
            <a:r>
              <a:rPr sz="3000" dirty="0">
                <a:latin typeface="Times New Roman"/>
                <a:cs typeface="Times New Roman"/>
              </a:rPr>
              <a:t>ˆ</a:t>
            </a:r>
            <a:endParaRPr sz="3000">
              <a:latin typeface="Times New Roman"/>
              <a:cs typeface="Times New Roman"/>
            </a:endParaRPr>
          </a:p>
        </p:txBody>
      </p:sp>
      <p:sp>
        <p:nvSpPr>
          <p:cNvPr id="11" name="object 11"/>
          <p:cNvSpPr txBox="1"/>
          <p:nvPr/>
        </p:nvSpPr>
        <p:spPr>
          <a:xfrm>
            <a:off x="3766584" y="2635986"/>
            <a:ext cx="132715" cy="330860"/>
          </a:xfrm>
          <a:prstGeom prst="rect">
            <a:avLst/>
          </a:prstGeom>
        </p:spPr>
        <p:txBody>
          <a:bodyPr vert="horz" wrap="square" lIns="0" tIns="0" rIns="0" bIns="0" rtlCol="0">
            <a:spAutoFit/>
          </a:bodyPr>
          <a:lstStyle/>
          <a:p>
            <a:pPr marL="12700"/>
            <a:r>
              <a:rPr sz="2150" spc="15" dirty="0">
                <a:latin typeface="Symbol"/>
                <a:cs typeface="Symbol"/>
              </a:rPr>
              <a:t></a:t>
            </a:r>
            <a:endParaRPr sz="2150">
              <a:latin typeface="Symbol"/>
              <a:cs typeface="Symbol"/>
            </a:endParaRPr>
          </a:p>
        </p:txBody>
      </p:sp>
      <p:sp>
        <p:nvSpPr>
          <p:cNvPr id="12" name="object 12"/>
          <p:cNvSpPr txBox="1"/>
          <p:nvPr/>
        </p:nvSpPr>
        <p:spPr>
          <a:xfrm>
            <a:off x="3766584" y="2338431"/>
            <a:ext cx="1748789" cy="771525"/>
          </a:xfrm>
          <a:prstGeom prst="rect">
            <a:avLst/>
          </a:prstGeom>
        </p:spPr>
        <p:txBody>
          <a:bodyPr vert="horz" wrap="square" lIns="0" tIns="0" rIns="0" bIns="0" rtlCol="0">
            <a:spAutoFit/>
          </a:bodyPr>
          <a:lstStyle/>
          <a:p>
            <a:pPr marL="12700"/>
            <a:r>
              <a:rPr sz="3225" spc="22" baseline="-6459" dirty="0">
                <a:latin typeface="Symbol"/>
                <a:cs typeface="Symbol"/>
              </a:rPr>
              <a:t></a:t>
            </a:r>
            <a:r>
              <a:rPr sz="3225" spc="337" baseline="-6459" dirty="0">
                <a:latin typeface="Times New Roman"/>
                <a:cs typeface="Times New Roman"/>
              </a:rPr>
              <a:t> </a:t>
            </a:r>
            <a:r>
              <a:rPr sz="2150" spc="15" dirty="0">
                <a:latin typeface="Times New Roman"/>
                <a:cs typeface="Times New Roman"/>
              </a:rPr>
              <a:t>0.7563</a:t>
            </a:r>
            <a:endParaRPr sz="2150">
              <a:latin typeface="Times New Roman"/>
              <a:cs typeface="Times New Roman"/>
            </a:endParaRPr>
          </a:p>
          <a:p>
            <a:pPr marL="12700">
              <a:spcBef>
                <a:spcPts val="695"/>
              </a:spcBef>
              <a:tabLst>
                <a:tab pos="1595120" algn="l"/>
              </a:tabLst>
            </a:pPr>
            <a:r>
              <a:rPr sz="3225" spc="82" baseline="-11627" dirty="0">
                <a:latin typeface="Symbol"/>
                <a:cs typeface="Symbol"/>
              </a:rPr>
              <a:t></a:t>
            </a:r>
            <a:r>
              <a:rPr sz="2150" spc="20" dirty="0">
                <a:latin typeface="Symbol"/>
                <a:cs typeface="Symbol"/>
              </a:rPr>
              <a:t></a:t>
            </a:r>
            <a:r>
              <a:rPr sz="2150" spc="-350" dirty="0">
                <a:latin typeface="Times New Roman"/>
                <a:cs typeface="Times New Roman"/>
              </a:rPr>
              <a:t> </a:t>
            </a:r>
            <a:r>
              <a:rPr sz="2150" spc="15" dirty="0">
                <a:latin typeface="Times New Roman"/>
                <a:cs typeface="Times New Roman"/>
              </a:rPr>
              <a:t>1.6384</a:t>
            </a:r>
            <a:r>
              <a:rPr sz="2150" dirty="0">
                <a:latin typeface="Times New Roman"/>
                <a:cs typeface="Times New Roman"/>
              </a:rPr>
              <a:t>	</a:t>
            </a:r>
            <a:r>
              <a:rPr sz="2150" spc="20" dirty="0">
                <a:latin typeface="Times New Roman"/>
                <a:cs typeface="Times New Roman"/>
              </a:rPr>
              <a:t>5</a:t>
            </a:r>
            <a:endParaRPr sz="2150">
              <a:latin typeface="Times New Roman"/>
              <a:cs typeface="Times New Roman"/>
            </a:endParaRPr>
          </a:p>
        </p:txBody>
      </p:sp>
      <p:sp>
        <p:nvSpPr>
          <p:cNvPr id="13" name="object 13"/>
          <p:cNvSpPr txBox="1"/>
          <p:nvPr/>
        </p:nvSpPr>
        <p:spPr>
          <a:xfrm>
            <a:off x="4842474" y="3199751"/>
            <a:ext cx="280670" cy="461665"/>
          </a:xfrm>
          <a:prstGeom prst="rect">
            <a:avLst/>
          </a:prstGeom>
        </p:spPr>
        <p:txBody>
          <a:bodyPr vert="horz" wrap="square" lIns="0" tIns="0" rIns="0" bIns="0" rtlCol="0">
            <a:spAutoFit/>
          </a:bodyPr>
          <a:lstStyle/>
          <a:p>
            <a:pPr marL="12700"/>
            <a:r>
              <a:rPr sz="3000" b="1" i="1" dirty="0">
                <a:latin typeface="Times New Roman"/>
                <a:cs typeface="Times New Roman"/>
              </a:rPr>
              <a:t>A</a:t>
            </a:r>
            <a:endParaRPr sz="3000">
              <a:latin typeface="Times New Roman"/>
              <a:cs typeface="Times New Roman"/>
            </a:endParaRPr>
          </a:p>
        </p:txBody>
      </p:sp>
      <p:sp>
        <p:nvSpPr>
          <p:cNvPr id="14" name="object 14"/>
          <p:cNvSpPr txBox="1"/>
          <p:nvPr/>
        </p:nvSpPr>
        <p:spPr>
          <a:xfrm>
            <a:off x="4219810" y="4616572"/>
            <a:ext cx="4601210" cy="330860"/>
          </a:xfrm>
          <a:prstGeom prst="rect">
            <a:avLst/>
          </a:prstGeom>
        </p:spPr>
        <p:txBody>
          <a:bodyPr vert="horz" wrap="square" lIns="0" tIns="0" rIns="0" bIns="0" rtlCol="0">
            <a:spAutoFit/>
          </a:bodyPr>
          <a:lstStyle/>
          <a:p>
            <a:pPr marL="12700">
              <a:tabLst>
                <a:tab pos="1011555" algn="l"/>
                <a:tab pos="3390265" algn="l"/>
              </a:tabLst>
            </a:pPr>
            <a:r>
              <a:rPr sz="3225" spc="-82" baseline="-11627" dirty="0">
                <a:latin typeface="Symbol"/>
                <a:cs typeface="Symbol"/>
              </a:rPr>
              <a:t></a:t>
            </a:r>
            <a:r>
              <a:rPr sz="2150" spc="15" dirty="0">
                <a:latin typeface="Times New Roman"/>
                <a:cs typeface="Times New Roman"/>
              </a:rPr>
              <a:t>1.4932</a:t>
            </a:r>
            <a:r>
              <a:rPr sz="2150" dirty="0">
                <a:latin typeface="Times New Roman"/>
                <a:cs typeface="Times New Roman"/>
              </a:rPr>
              <a:t>	</a:t>
            </a:r>
            <a:r>
              <a:rPr sz="2150" spc="15" dirty="0">
                <a:latin typeface="Times New Roman"/>
                <a:cs typeface="Times New Roman"/>
              </a:rPr>
              <a:t>0.689</a:t>
            </a:r>
            <a:r>
              <a:rPr sz="2150" spc="-15" dirty="0">
                <a:latin typeface="Times New Roman"/>
                <a:cs typeface="Times New Roman"/>
              </a:rPr>
              <a:t>3</a:t>
            </a:r>
            <a:r>
              <a:rPr sz="3225" spc="254" baseline="-11627" dirty="0">
                <a:latin typeface="Symbol"/>
                <a:cs typeface="Symbol"/>
              </a:rPr>
              <a:t></a:t>
            </a:r>
            <a:r>
              <a:rPr sz="3225" spc="22" baseline="-11627" dirty="0">
                <a:latin typeface="Symbol"/>
                <a:cs typeface="Symbol"/>
              </a:rPr>
              <a:t></a:t>
            </a:r>
            <a:r>
              <a:rPr sz="3225" baseline="-11627" dirty="0">
                <a:latin typeface="Times New Roman"/>
                <a:cs typeface="Times New Roman"/>
              </a:rPr>
              <a:t> </a:t>
            </a:r>
            <a:r>
              <a:rPr sz="3225" spc="-330" baseline="-11627" dirty="0">
                <a:latin typeface="Times New Roman"/>
                <a:cs typeface="Times New Roman"/>
              </a:rPr>
              <a:t> </a:t>
            </a:r>
            <a:r>
              <a:rPr sz="2150" spc="15" dirty="0">
                <a:latin typeface="Times New Roman"/>
                <a:cs typeface="Times New Roman"/>
              </a:rPr>
              <a:t>2.3107</a:t>
            </a:r>
            <a:r>
              <a:rPr sz="2150" dirty="0">
                <a:latin typeface="Times New Roman"/>
                <a:cs typeface="Times New Roman"/>
              </a:rPr>
              <a:t> </a:t>
            </a:r>
            <a:r>
              <a:rPr sz="2150" spc="-204" dirty="0">
                <a:latin typeface="Times New Roman"/>
                <a:cs typeface="Times New Roman"/>
              </a:rPr>
              <a:t> </a:t>
            </a:r>
            <a:r>
              <a:rPr sz="3225" spc="22" baseline="-11627" dirty="0">
                <a:latin typeface="Symbol"/>
                <a:cs typeface="Symbol"/>
              </a:rPr>
              <a:t></a:t>
            </a:r>
            <a:r>
              <a:rPr sz="3225" baseline="-11627" dirty="0">
                <a:latin typeface="Times New Roman"/>
                <a:cs typeface="Times New Roman"/>
              </a:rPr>
              <a:t>	</a:t>
            </a:r>
            <a:r>
              <a:rPr sz="3225" spc="22" baseline="-11627" dirty="0">
                <a:latin typeface="Symbol"/>
                <a:cs typeface="Symbol"/>
              </a:rPr>
              <a:t></a:t>
            </a:r>
            <a:r>
              <a:rPr sz="3225" baseline="-11627" dirty="0">
                <a:latin typeface="Times New Roman"/>
                <a:cs typeface="Times New Roman"/>
              </a:rPr>
              <a:t> </a:t>
            </a:r>
            <a:r>
              <a:rPr sz="3225" spc="-359" baseline="-11627" dirty="0">
                <a:latin typeface="Times New Roman"/>
                <a:cs typeface="Times New Roman"/>
              </a:rPr>
              <a:t> </a:t>
            </a:r>
            <a:r>
              <a:rPr sz="2150" spc="15" dirty="0">
                <a:latin typeface="Times New Roman"/>
                <a:cs typeface="Times New Roman"/>
              </a:rPr>
              <a:t>0.2000</a:t>
            </a:r>
            <a:r>
              <a:rPr sz="2150" dirty="0">
                <a:latin typeface="Times New Roman"/>
                <a:cs typeface="Times New Roman"/>
              </a:rPr>
              <a:t> </a:t>
            </a:r>
            <a:r>
              <a:rPr sz="2150" spc="-220" dirty="0">
                <a:latin typeface="Times New Roman"/>
                <a:cs typeface="Times New Roman"/>
              </a:rPr>
              <a:t> </a:t>
            </a:r>
            <a:r>
              <a:rPr sz="3225" spc="22" baseline="-11627" dirty="0">
                <a:latin typeface="Symbol"/>
                <a:cs typeface="Symbol"/>
              </a:rPr>
              <a:t></a:t>
            </a:r>
            <a:endParaRPr sz="3225" baseline="-11627">
              <a:latin typeface="Symbol"/>
              <a:cs typeface="Symbol"/>
            </a:endParaRPr>
          </a:p>
        </p:txBody>
      </p:sp>
      <p:sp>
        <p:nvSpPr>
          <p:cNvPr id="15" name="object 15"/>
          <p:cNvSpPr txBox="1"/>
          <p:nvPr/>
        </p:nvSpPr>
        <p:spPr>
          <a:xfrm>
            <a:off x="7597710" y="4195800"/>
            <a:ext cx="1223010" cy="334010"/>
          </a:xfrm>
          <a:prstGeom prst="rect">
            <a:avLst/>
          </a:prstGeom>
        </p:spPr>
        <p:txBody>
          <a:bodyPr vert="horz" wrap="square" lIns="0" tIns="0" rIns="0" bIns="0" rtlCol="0">
            <a:spAutoFit/>
          </a:bodyPr>
          <a:lstStyle/>
          <a:p>
            <a:pPr marL="12700"/>
            <a:r>
              <a:rPr sz="3225" spc="97" baseline="-6459" dirty="0">
                <a:latin typeface="Symbol"/>
                <a:cs typeface="Symbol"/>
              </a:rPr>
              <a:t></a:t>
            </a:r>
            <a:r>
              <a:rPr sz="2150" spc="20" dirty="0">
                <a:latin typeface="Symbol"/>
                <a:cs typeface="Symbol"/>
              </a:rPr>
              <a:t></a:t>
            </a:r>
            <a:r>
              <a:rPr sz="2150" spc="-140" dirty="0">
                <a:latin typeface="Times New Roman"/>
                <a:cs typeface="Times New Roman"/>
              </a:rPr>
              <a:t> </a:t>
            </a:r>
            <a:r>
              <a:rPr sz="2150" spc="15" dirty="0">
                <a:latin typeface="Times New Roman"/>
                <a:cs typeface="Times New Roman"/>
              </a:rPr>
              <a:t>0.800</a:t>
            </a:r>
            <a:r>
              <a:rPr sz="2150" spc="50" dirty="0">
                <a:latin typeface="Times New Roman"/>
                <a:cs typeface="Times New Roman"/>
              </a:rPr>
              <a:t>0</a:t>
            </a:r>
            <a:r>
              <a:rPr sz="3225" spc="22" baseline="-6459" dirty="0">
                <a:latin typeface="Symbol"/>
                <a:cs typeface="Symbol"/>
              </a:rPr>
              <a:t></a:t>
            </a:r>
            <a:endParaRPr sz="3225" baseline="-6459">
              <a:latin typeface="Symbol"/>
              <a:cs typeface="Symbol"/>
            </a:endParaRPr>
          </a:p>
        </p:txBody>
      </p:sp>
      <p:sp>
        <p:nvSpPr>
          <p:cNvPr id="16" name="object 16"/>
          <p:cNvSpPr txBox="1"/>
          <p:nvPr/>
        </p:nvSpPr>
        <p:spPr>
          <a:xfrm>
            <a:off x="7204972" y="4404069"/>
            <a:ext cx="525780" cy="330860"/>
          </a:xfrm>
          <a:prstGeom prst="rect">
            <a:avLst/>
          </a:prstGeom>
        </p:spPr>
        <p:txBody>
          <a:bodyPr vert="horz" wrap="square" lIns="0" tIns="0" rIns="0" bIns="0" rtlCol="0">
            <a:spAutoFit/>
          </a:bodyPr>
          <a:lstStyle/>
          <a:p>
            <a:pPr marL="12700"/>
            <a:r>
              <a:rPr sz="2150" spc="15" dirty="0">
                <a:latin typeface="Symbol"/>
                <a:cs typeface="Symbol"/>
              </a:rPr>
              <a:t></a:t>
            </a:r>
            <a:r>
              <a:rPr sz="2150" spc="-45" dirty="0">
                <a:latin typeface="Times New Roman"/>
                <a:cs typeface="Times New Roman"/>
              </a:rPr>
              <a:t> </a:t>
            </a:r>
            <a:r>
              <a:rPr sz="3225" spc="30" baseline="19379" dirty="0">
                <a:latin typeface="Times New Roman"/>
                <a:cs typeface="Times New Roman"/>
              </a:rPr>
              <a:t>=</a:t>
            </a:r>
            <a:r>
              <a:rPr sz="3225" spc="-44" baseline="19379" dirty="0">
                <a:latin typeface="Times New Roman"/>
                <a:cs typeface="Times New Roman"/>
              </a:rPr>
              <a:t> </a:t>
            </a:r>
            <a:r>
              <a:rPr sz="2150" spc="15" dirty="0">
                <a:latin typeface="Symbol"/>
                <a:cs typeface="Symbol"/>
              </a:rPr>
              <a:t></a:t>
            </a:r>
            <a:endParaRPr sz="2150">
              <a:latin typeface="Symbol"/>
              <a:cs typeface="Symbol"/>
            </a:endParaRPr>
          </a:p>
        </p:txBody>
      </p:sp>
      <p:sp>
        <p:nvSpPr>
          <p:cNvPr id="17" name="object 17"/>
          <p:cNvSpPr txBox="1"/>
          <p:nvPr/>
        </p:nvSpPr>
        <p:spPr>
          <a:xfrm>
            <a:off x="3107866" y="4195799"/>
            <a:ext cx="4229735" cy="330860"/>
          </a:xfrm>
          <a:prstGeom prst="rect">
            <a:avLst/>
          </a:prstGeom>
        </p:spPr>
        <p:txBody>
          <a:bodyPr vert="horz" wrap="square" lIns="0" tIns="0" rIns="0" bIns="0" rtlCol="0">
            <a:spAutoFit/>
          </a:bodyPr>
          <a:lstStyle/>
          <a:p>
            <a:pPr marL="12700"/>
            <a:r>
              <a:rPr sz="3225" b="1" i="1" spc="30" baseline="-41343" dirty="0">
                <a:latin typeface="Times New Roman"/>
                <a:cs typeface="Times New Roman"/>
              </a:rPr>
              <a:t>a</a:t>
            </a:r>
            <a:r>
              <a:rPr sz="3225" b="1" i="1" spc="89" baseline="-41343" dirty="0">
                <a:latin typeface="Times New Roman"/>
                <a:cs typeface="Times New Roman"/>
              </a:rPr>
              <a:t> </a:t>
            </a:r>
            <a:r>
              <a:rPr sz="3225" spc="30" baseline="-41343" dirty="0">
                <a:latin typeface="Symbol"/>
                <a:cs typeface="Symbol"/>
              </a:rPr>
              <a:t></a:t>
            </a:r>
            <a:r>
              <a:rPr sz="3225" spc="30" baseline="-41343" dirty="0">
                <a:latin typeface="Times New Roman"/>
                <a:cs typeface="Times New Roman"/>
              </a:rPr>
              <a:t> </a:t>
            </a:r>
            <a:r>
              <a:rPr sz="3225" spc="97" baseline="-5167" dirty="0">
                <a:latin typeface="Symbol"/>
                <a:cs typeface="Symbol"/>
              </a:rPr>
              <a:t></a:t>
            </a:r>
            <a:r>
              <a:rPr sz="2150" i="1" spc="-765" dirty="0">
                <a:latin typeface="Times New Roman"/>
                <a:cs typeface="Times New Roman"/>
              </a:rPr>
              <a:t>a</a:t>
            </a:r>
            <a:r>
              <a:rPr sz="2150" spc="165" dirty="0">
                <a:latin typeface="Times New Roman"/>
                <a:cs typeface="Times New Roman"/>
              </a:rPr>
              <a:t>ˆ</a:t>
            </a:r>
            <a:r>
              <a:rPr sz="3225" spc="22" baseline="-5167" dirty="0">
                <a:latin typeface="Symbol"/>
                <a:cs typeface="Symbol"/>
              </a:rPr>
              <a:t></a:t>
            </a:r>
            <a:r>
              <a:rPr sz="3225" spc="60" baseline="-5167" dirty="0">
                <a:latin typeface="Times New Roman"/>
                <a:cs typeface="Times New Roman"/>
              </a:rPr>
              <a:t> </a:t>
            </a:r>
            <a:r>
              <a:rPr sz="3225" spc="30" baseline="-41343" dirty="0">
                <a:latin typeface="Symbol"/>
                <a:cs typeface="Symbol"/>
              </a:rPr>
              <a:t></a:t>
            </a:r>
            <a:r>
              <a:rPr sz="3225" spc="30" baseline="-41343" dirty="0">
                <a:latin typeface="Times New Roman"/>
                <a:cs typeface="Times New Roman"/>
              </a:rPr>
              <a:t> </a:t>
            </a:r>
            <a:r>
              <a:rPr sz="3225" spc="97" baseline="-5167" dirty="0">
                <a:latin typeface="Symbol"/>
                <a:cs typeface="Symbol"/>
              </a:rPr>
              <a:t></a:t>
            </a:r>
            <a:r>
              <a:rPr sz="2150" spc="15" dirty="0">
                <a:latin typeface="Times New Roman"/>
                <a:cs typeface="Times New Roman"/>
              </a:rPr>
              <a:t>4.5569</a:t>
            </a:r>
            <a:r>
              <a:rPr sz="2150" spc="245" dirty="0">
                <a:latin typeface="Times New Roman"/>
                <a:cs typeface="Times New Roman"/>
              </a:rPr>
              <a:t> </a:t>
            </a:r>
            <a:r>
              <a:rPr sz="2150" spc="15" dirty="0">
                <a:latin typeface="Times New Roman"/>
                <a:cs typeface="Times New Roman"/>
              </a:rPr>
              <a:t>1.493</a:t>
            </a:r>
            <a:r>
              <a:rPr sz="2150" spc="125" dirty="0">
                <a:latin typeface="Times New Roman"/>
                <a:cs typeface="Times New Roman"/>
              </a:rPr>
              <a:t>2</a:t>
            </a:r>
            <a:r>
              <a:rPr sz="3225" spc="254" baseline="-5167" dirty="0">
                <a:latin typeface="Symbol"/>
                <a:cs typeface="Symbol"/>
              </a:rPr>
              <a:t></a:t>
            </a:r>
            <a:r>
              <a:rPr sz="3225" spc="97" baseline="-5167" dirty="0">
                <a:latin typeface="Symbol"/>
                <a:cs typeface="Symbol"/>
              </a:rPr>
              <a:t></a:t>
            </a:r>
            <a:r>
              <a:rPr sz="2150" spc="20" dirty="0">
                <a:latin typeface="Symbol"/>
                <a:cs typeface="Symbol"/>
              </a:rPr>
              <a:t></a:t>
            </a:r>
            <a:r>
              <a:rPr sz="2150" spc="-140" dirty="0">
                <a:latin typeface="Times New Roman"/>
                <a:cs typeface="Times New Roman"/>
              </a:rPr>
              <a:t> </a:t>
            </a:r>
            <a:r>
              <a:rPr sz="2150" spc="15" dirty="0">
                <a:latin typeface="Times New Roman"/>
                <a:cs typeface="Times New Roman"/>
              </a:rPr>
              <a:t>0.932</a:t>
            </a:r>
            <a:r>
              <a:rPr sz="2150" spc="85" dirty="0">
                <a:latin typeface="Times New Roman"/>
                <a:cs typeface="Times New Roman"/>
              </a:rPr>
              <a:t>7</a:t>
            </a:r>
            <a:r>
              <a:rPr sz="3225" spc="22" baseline="-5167" dirty="0">
                <a:latin typeface="Symbol"/>
                <a:cs typeface="Symbol"/>
              </a:rPr>
              <a:t></a:t>
            </a:r>
            <a:endParaRPr sz="3225" baseline="-5167">
              <a:latin typeface="Symbol"/>
              <a:cs typeface="Symbol"/>
            </a:endParaRPr>
          </a:p>
        </p:txBody>
      </p:sp>
      <p:sp>
        <p:nvSpPr>
          <p:cNvPr id="18" name="object 18"/>
          <p:cNvSpPr txBox="1"/>
          <p:nvPr/>
        </p:nvSpPr>
        <p:spPr>
          <a:xfrm>
            <a:off x="3547799" y="4549944"/>
            <a:ext cx="400050" cy="330860"/>
          </a:xfrm>
          <a:prstGeom prst="rect">
            <a:avLst/>
          </a:prstGeom>
        </p:spPr>
        <p:txBody>
          <a:bodyPr vert="horz" wrap="square" lIns="0" tIns="0" rIns="0" bIns="0" rtlCol="0">
            <a:spAutoFit/>
          </a:bodyPr>
          <a:lstStyle/>
          <a:p>
            <a:pPr marL="12700"/>
            <a:r>
              <a:rPr sz="2150" spc="30" dirty="0">
                <a:latin typeface="Symbol"/>
                <a:cs typeface="Symbol"/>
              </a:rPr>
              <a:t></a:t>
            </a:r>
            <a:r>
              <a:rPr sz="3225" i="1" spc="-1019" baseline="11627" dirty="0">
                <a:latin typeface="Times New Roman"/>
                <a:cs typeface="Times New Roman"/>
              </a:rPr>
              <a:t>b</a:t>
            </a:r>
            <a:r>
              <a:rPr sz="3225" spc="150" baseline="24547" dirty="0">
                <a:latin typeface="Times New Roman"/>
                <a:cs typeface="Times New Roman"/>
              </a:rPr>
              <a:t>ˆ</a:t>
            </a:r>
            <a:r>
              <a:rPr sz="2150" spc="15" dirty="0">
                <a:latin typeface="Symbol"/>
                <a:cs typeface="Symbol"/>
              </a:rPr>
              <a:t></a:t>
            </a:r>
            <a:endParaRPr sz="2150">
              <a:latin typeface="Symbol"/>
              <a:cs typeface="Symbol"/>
            </a:endParaRPr>
          </a:p>
        </p:txBody>
      </p:sp>
      <p:sp>
        <p:nvSpPr>
          <p:cNvPr id="19" name="object 19"/>
          <p:cNvSpPr txBox="1"/>
          <p:nvPr/>
        </p:nvSpPr>
        <p:spPr>
          <a:xfrm>
            <a:off x="3151493" y="4402092"/>
            <a:ext cx="118745" cy="330860"/>
          </a:xfrm>
          <a:prstGeom prst="rect">
            <a:avLst/>
          </a:prstGeom>
        </p:spPr>
        <p:txBody>
          <a:bodyPr vert="horz" wrap="square" lIns="0" tIns="0" rIns="0" bIns="0" rtlCol="0">
            <a:spAutoFit/>
          </a:bodyPr>
          <a:lstStyle/>
          <a:p>
            <a:pPr marL="12700"/>
            <a:r>
              <a:rPr sz="2150" spc="10" dirty="0">
                <a:latin typeface="Times New Roman"/>
                <a:cs typeface="Times New Roman"/>
              </a:rPr>
              <a:t>ˆ</a:t>
            </a:r>
            <a:endParaRPr sz="2150">
              <a:latin typeface="Times New Roman"/>
              <a:cs typeface="Times New Roman"/>
            </a:endParaRPr>
          </a:p>
        </p:txBody>
      </p:sp>
      <p:sp>
        <p:nvSpPr>
          <p:cNvPr id="20" name="object 20"/>
          <p:cNvSpPr txBox="1"/>
          <p:nvPr/>
        </p:nvSpPr>
        <p:spPr>
          <a:xfrm>
            <a:off x="8687845" y="4497802"/>
            <a:ext cx="132715" cy="330860"/>
          </a:xfrm>
          <a:prstGeom prst="rect">
            <a:avLst/>
          </a:prstGeom>
        </p:spPr>
        <p:txBody>
          <a:bodyPr vert="horz" wrap="square" lIns="0" tIns="0" rIns="0" bIns="0" rtlCol="0">
            <a:spAutoFit/>
          </a:bodyPr>
          <a:lstStyle/>
          <a:p>
            <a:pPr marL="12700"/>
            <a:r>
              <a:rPr sz="2150" spc="15" dirty="0">
                <a:latin typeface="Symbol"/>
                <a:cs typeface="Symbol"/>
              </a:rPr>
              <a:t></a:t>
            </a:r>
            <a:endParaRPr sz="2150">
              <a:latin typeface="Symbol"/>
              <a:cs typeface="Symbol"/>
            </a:endParaRPr>
          </a:p>
        </p:txBody>
      </p:sp>
      <p:sp>
        <p:nvSpPr>
          <p:cNvPr id="21" name="object 21"/>
          <p:cNvSpPr txBox="1"/>
          <p:nvPr/>
        </p:nvSpPr>
        <p:spPr>
          <a:xfrm>
            <a:off x="3547799" y="4497812"/>
            <a:ext cx="2694940" cy="330860"/>
          </a:xfrm>
          <a:prstGeom prst="rect">
            <a:avLst/>
          </a:prstGeom>
        </p:spPr>
        <p:txBody>
          <a:bodyPr vert="horz" wrap="square" lIns="0" tIns="0" rIns="0" bIns="0" rtlCol="0">
            <a:spAutoFit/>
          </a:bodyPr>
          <a:lstStyle/>
          <a:p>
            <a:pPr marL="12700">
              <a:tabLst>
                <a:tab pos="279400" algn="l"/>
                <a:tab pos="684530" algn="l"/>
                <a:tab pos="2447925" algn="l"/>
              </a:tabLst>
            </a:pPr>
            <a:r>
              <a:rPr sz="2150" spc="15" dirty="0">
                <a:latin typeface="Symbol"/>
                <a:cs typeface="Symbol"/>
              </a:rPr>
              <a:t></a:t>
            </a:r>
            <a:r>
              <a:rPr sz="2150" spc="15" dirty="0">
                <a:latin typeface="Times New Roman"/>
                <a:cs typeface="Times New Roman"/>
              </a:rPr>
              <a:t>	</a:t>
            </a:r>
            <a:r>
              <a:rPr sz="2150" spc="15" dirty="0">
                <a:latin typeface="Symbol"/>
                <a:cs typeface="Symbol"/>
              </a:rPr>
              <a:t></a:t>
            </a:r>
            <a:r>
              <a:rPr sz="2150" spc="15" dirty="0">
                <a:latin typeface="Times New Roman"/>
                <a:cs typeface="Times New Roman"/>
              </a:rPr>
              <a:t>	</a:t>
            </a:r>
            <a:r>
              <a:rPr sz="2150" spc="15" dirty="0">
                <a:latin typeface="Symbol"/>
                <a:cs typeface="Symbol"/>
              </a:rPr>
              <a:t></a:t>
            </a:r>
            <a:r>
              <a:rPr sz="2150" spc="15" dirty="0">
                <a:latin typeface="Times New Roman"/>
                <a:cs typeface="Times New Roman"/>
              </a:rPr>
              <a:t>	</a:t>
            </a:r>
            <a:r>
              <a:rPr sz="2150" spc="170" dirty="0">
                <a:latin typeface="Symbol"/>
                <a:cs typeface="Symbol"/>
              </a:rPr>
              <a:t></a:t>
            </a:r>
            <a:r>
              <a:rPr sz="2150" spc="15" dirty="0">
                <a:latin typeface="Symbol"/>
                <a:cs typeface="Symbol"/>
              </a:rPr>
              <a:t></a:t>
            </a:r>
            <a:endParaRPr sz="2150">
              <a:latin typeface="Symbol"/>
              <a:cs typeface="Symbol"/>
            </a:endParaRPr>
          </a:p>
        </p:txBody>
      </p:sp>
      <p:sp>
        <p:nvSpPr>
          <p:cNvPr id="22" name="object 22"/>
          <p:cNvSpPr txBox="1"/>
          <p:nvPr/>
        </p:nvSpPr>
        <p:spPr>
          <a:xfrm>
            <a:off x="4959352" y="5044579"/>
            <a:ext cx="584200" cy="461665"/>
          </a:xfrm>
          <a:prstGeom prst="rect">
            <a:avLst/>
          </a:prstGeom>
        </p:spPr>
        <p:txBody>
          <a:bodyPr vert="horz" wrap="square" lIns="0" tIns="0" rIns="0" bIns="0" rtlCol="0">
            <a:spAutoFit/>
          </a:bodyPr>
          <a:lstStyle/>
          <a:p>
            <a:pPr marL="12700"/>
            <a:r>
              <a:rPr sz="4500" b="1" i="1" spc="44" baseline="-25000" dirty="0">
                <a:latin typeface="Times New Roman"/>
                <a:cs typeface="Times New Roman"/>
              </a:rPr>
              <a:t>A</a:t>
            </a:r>
            <a:r>
              <a:rPr sz="2250" spc="-10" dirty="0">
                <a:latin typeface="Symbol"/>
                <a:cs typeface="Symbol"/>
              </a:rPr>
              <a:t></a:t>
            </a:r>
            <a:r>
              <a:rPr sz="2250" dirty="0">
                <a:latin typeface="Times New Roman"/>
                <a:cs typeface="Times New Roman"/>
              </a:rPr>
              <a:t>1</a:t>
            </a:r>
            <a:endParaRPr sz="2250">
              <a:latin typeface="Times New Roman"/>
              <a:cs typeface="Times New Roman"/>
            </a:endParaRPr>
          </a:p>
        </p:txBody>
      </p:sp>
      <p:sp>
        <p:nvSpPr>
          <p:cNvPr id="23" name="object 23"/>
          <p:cNvSpPr txBox="1"/>
          <p:nvPr/>
        </p:nvSpPr>
        <p:spPr>
          <a:xfrm>
            <a:off x="6602670" y="5145528"/>
            <a:ext cx="217804" cy="461665"/>
          </a:xfrm>
          <a:prstGeom prst="rect">
            <a:avLst/>
          </a:prstGeom>
        </p:spPr>
        <p:txBody>
          <a:bodyPr vert="horz" wrap="square" lIns="0" tIns="0" rIns="0" bIns="0" rtlCol="0">
            <a:spAutoFit/>
          </a:bodyPr>
          <a:lstStyle/>
          <a:p>
            <a:pPr marL="12700"/>
            <a:r>
              <a:rPr sz="3000" b="1" i="1" dirty="0">
                <a:latin typeface="Times New Roman"/>
                <a:cs typeface="Times New Roman"/>
              </a:rPr>
              <a:t>b</a:t>
            </a:r>
            <a:endParaRPr sz="3000">
              <a:latin typeface="Times New Roman"/>
              <a:cs typeface="Times New Roman"/>
            </a:endParaRPr>
          </a:p>
        </p:txBody>
      </p:sp>
      <p:sp>
        <p:nvSpPr>
          <p:cNvPr id="24" name="object 24"/>
          <p:cNvSpPr txBox="1"/>
          <p:nvPr/>
        </p:nvSpPr>
        <p:spPr>
          <a:xfrm>
            <a:off x="8303455" y="5222099"/>
            <a:ext cx="1055370" cy="369332"/>
          </a:xfrm>
          <a:prstGeom prst="rect">
            <a:avLst/>
          </a:prstGeom>
        </p:spPr>
        <p:txBody>
          <a:bodyPr vert="horz" wrap="square" lIns="0" tIns="0" rIns="0" bIns="0" rtlCol="0">
            <a:spAutoFit/>
          </a:bodyPr>
          <a:lstStyle/>
          <a:p>
            <a:pPr marL="12700"/>
            <a:r>
              <a:rPr sz="2400" b="1" spc="5" dirty="0">
                <a:solidFill>
                  <a:srgbClr val="C00000"/>
                </a:solidFill>
                <a:latin typeface="Calibri"/>
                <a:cs typeface="Calibri"/>
              </a:rPr>
              <a:t>C</a:t>
            </a:r>
            <a:r>
              <a:rPr sz="2400" b="1" spc="-10" dirty="0">
                <a:solidFill>
                  <a:srgbClr val="C00000"/>
                </a:solidFill>
                <a:latin typeface="Calibri"/>
                <a:cs typeface="Calibri"/>
              </a:rPr>
              <a:t>o</a:t>
            </a:r>
            <a:r>
              <a:rPr sz="2400" b="1" spc="5" dirty="0">
                <a:solidFill>
                  <a:srgbClr val="C00000"/>
                </a:solidFill>
                <a:latin typeface="Calibri"/>
                <a:cs typeface="Calibri"/>
              </a:rPr>
              <a:t>r</a:t>
            </a:r>
            <a:r>
              <a:rPr sz="2400" b="1" spc="-15" dirty="0">
                <a:solidFill>
                  <a:srgbClr val="C00000"/>
                </a:solidFill>
                <a:latin typeface="Calibri"/>
                <a:cs typeface="Calibri"/>
              </a:rPr>
              <a:t>r</a:t>
            </a:r>
            <a:r>
              <a:rPr sz="2400" b="1" spc="-10" dirty="0">
                <a:solidFill>
                  <a:srgbClr val="C00000"/>
                </a:solidFill>
                <a:latin typeface="Calibri"/>
                <a:cs typeface="Calibri"/>
              </a:rPr>
              <a:t>e</a:t>
            </a:r>
            <a:r>
              <a:rPr sz="2400" b="1" spc="-5" dirty="0">
                <a:solidFill>
                  <a:srgbClr val="C00000"/>
                </a:solidFill>
                <a:latin typeface="Calibri"/>
                <a:cs typeface="Calibri"/>
              </a:rPr>
              <a:t>ct!</a:t>
            </a:r>
            <a:endParaRPr sz="2400">
              <a:latin typeface="Calibri"/>
              <a:cs typeface="Calibri"/>
            </a:endParaRPr>
          </a:p>
        </p:txBody>
      </p:sp>
      <p:sp>
        <p:nvSpPr>
          <p:cNvPr id="25" name="object 25"/>
          <p:cNvSpPr txBox="1"/>
          <p:nvPr/>
        </p:nvSpPr>
        <p:spPr>
          <a:xfrm>
            <a:off x="2069376" y="6047797"/>
            <a:ext cx="2178050" cy="369332"/>
          </a:xfrm>
          <a:prstGeom prst="rect">
            <a:avLst/>
          </a:prstGeom>
        </p:spPr>
        <p:txBody>
          <a:bodyPr vert="horz" wrap="square" lIns="0" tIns="0" rIns="0" bIns="0" rtlCol="0">
            <a:spAutoFit/>
          </a:bodyPr>
          <a:lstStyle/>
          <a:p>
            <a:pPr marL="12700"/>
            <a:r>
              <a:rPr sz="2400" b="1" dirty="0">
                <a:solidFill>
                  <a:srgbClr val="C00000"/>
                </a:solidFill>
                <a:latin typeface="Calibri"/>
                <a:cs typeface="Calibri"/>
              </a:rPr>
              <a:t>M</a:t>
            </a:r>
            <a:r>
              <a:rPr sz="2400" b="1" spc="-10" dirty="0">
                <a:solidFill>
                  <a:srgbClr val="C00000"/>
                </a:solidFill>
                <a:latin typeface="Calibri"/>
                <a:cs typeface="Calibri"/>
              </a:rPr>
              <a:t>ALA</a:t>
            </a:r>
            <a:r>
              <a:rPr sz="2400" b="1" spc="-25" dirty="0">
                <a:solidFill>
                  <a:srgbClr val="C00000"/>
                </a:solidFill>
                <a:latin typeface="Calibri"/>
                <a:cs typeface="Calibri"/>
              </a:rPr>
              <a:t>B</a:t>
            </a:r>
            <a:r>
              <a:rPr sz="2400" b="1" spc="-10" dirty="0">
                <a:solidFill>
                  <a:srgbClr val="C00000"/>
                </a:solidFill>
                <a:latin typeface="Calibri"/>
                <a:cs typeface="Calibri"/>
              </a:rPr>
              <a:t>:</a:t>
            </a:r>
            <a:r>
              <a:rPr sz="2400" b="1" spc="-80" dirty="0">
                <a:solidFill>
                  <a:srgbClr val="C00000"/>
                </a:solidFill>
                <a:latin typeface="Times New Roman"/>
                <a:cs typeface="Times New Roman"/>
              </a:rPr>
              <a:t> </a:t>
            </a:r>
            <a:r>
              <a:rPr sz="2400" b="1" spc="-20" dirty="0">
                <a:solidFill>
                  <a:srgbClr val="C00000"/>
                </a:solidFill>
                <a:latin typeface="Calibri"/>
                <a:cs typeface="Calibri"/>
              </a:rPr>
              <a:t>i</a:t>
            </a:r>
            <a:r>
              <a:rPr sz="2400" b="1" spc="-65" dirty="0">
                <a:solidFill>
                  <a:srgbClr val="C00000"/>
                </a:solidFill>
                <a:latin typeface="Calibri"/>
                <a:cs typeface="Calibri"/>
              </a:rPr>
              <a:t>n</a:t>
            </a:r>
            <a:r>
              <a:rPr sz="2400" b="1" spc="-15" dirty="0">
                <a:solidFill>
                  <a:srgbClr val="C00000"/>
                </a:solidFill>
                <a:latin typeface="Calibri"/>
                <a:cs typeface="Calibri"/>
              </a:rPr>
              <a:t>v</a:t>
            </a:r>
            <a:r>
              <a:rPr sz="2400" b="1" spc="-20" dirty="0">
                <a:solidFill>
                  <a:srgbClr val="C00000"/>
                </a:solidFill>
                <a:latin typeface="Calibri"/>
                <a:cs typeface="Calibri"/>
              </a:rPr>
              <a:t>(</a:t>
            </a:r>
            <a:r>
              <a:rPr sz="2400" b="1" spc="-10" dirty="0">
                <a:solidFill>
                  <a:srgbClr val="C00000"/>
                </a:solidFill>
                <a:latin typeface="Calibri"/>
                <a:cs typeface="Calibri"/>
              </a:rPr>
              <a:t>A</a:t>
            </a:r>
            <a:r>
              <a:rPr sz="2400" b="1" spc="-20" dirty="0">
                <a:solidFill>
                  <a:srgbClr val="C00000"/>
                </a:solidFill>
                <a:latin typeface="Calibri"/>
                <a:cs typeface="Calibri"/>
              </a:rPr>
              <a:t>)</a:t>
            </a:r>
            <a:r>
              <a:rPr sz="2400" b="1" dirty="0">
                <a:solidFill>
                  <a:srgbClr val="C00000"/>
                </a:solidFill>
                <a:latin typeface="Calibri"/>
                <a:cs typeface="Calibri"/>
              </a:rPr>
              <a:t>*</a:t>
            </a:r>
            <a:r>
              <a:rPr sz="2400" b="1" spc="-15" dirty="0">
                <a:solidFill>
                  <a:srgbClr val="C00000"/>
                </a:solidFill>
                <a:latin typeface="Calibri"/>
                <a:cs typeface="Calibri"/>
              </a:rPr>
              <a:t>b</a:t>
            </a:r>
            <a:endParaRPr sz="24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TotalTime>
  <Words>1382</Words>
  <Application>Microsoft Office PowerPoint</Application>
  <PresentationFormat>Widescreen</PresentationFormat>
  <Paragraphs>281</Paragraphs>
  <Slides>19</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Arial</vt:lpstr>
      <vt:lpstr>Calibri</vt:lpstr>
      <vt:lpstr>Calibri Light</vt:lpstr>
      <vt:lpstr>Cambria Math</vt:lpstr>
      <vt:lpstr>MTSY</vt:lpstr>
      <vt:lpstr>RMTMI</vt:lpstr>
      <vt:lpstr>Symbol</vt:lpstr>
      <vt:lpstr>Times New Roman</vt:lpstr>
      <vt:lpstr>Times-Italic</vt:lpstr>
      <vt:lpstr>Times-Roman</vt:lpstr>
      <vt:lpstr>Office Theme</vt:lpstr>
      <vt:lpstr>PowerPoint Presentation</vt:lpstr>
      <vt:lpstr>Exercise </vt:lpstr>
      <vt:lpstr>Solution</vt:lpstr>
      <vt:lpstr>0.65z2</vt:lpstr>
      <vt:lpstr>Solutions</vt:lpstr>
      <vt:lpstr>Exercise</vt:lpstr>
      <vt:lpstr>Exercise Solution</vt:lpstr>
      <vt:lpstr>Exercise</vt:lpstr>
      <vt:lpstr>Solution </vt:lpstr>
      <vt:lpstr>Another Example</vt:lpstr>
      <vt:lpstr>Example: </vt:lpstr>
      <vt:lpstr>Solution</vt:lpstr>
      <vt:lpstr>Exercise</vt:lpstr>
      <vt:lpstr>Solution</vt:lpstr>
      <vt:lpstr>PowerPoint Presentation</vt:lpstr>
      <vt:lpstr>Reservoir Model Exercise</vt:lpstr>
      <vt:lpstr>PowerPoint Presentation</vt:lpstr>
      <vt:lpstr>Solution (1)</vt:lpstr>
      <vt:lpstr>Solution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Abrar, Muhammad</dc:creator>
  <cp:lastModifiedBy>Abrar, Muhammad</cp:lastModifiedBy>
  <cp:revision>11</cp:revision>
  <dcterms:created xsi:type="dcterms:W3CDTF">2022-10-01T12:28:29Z</dcterms:created>
  <dcterms:modified xsi:type="dcterms:W3CDTF">2023-10-12T01:23:55Z</dcterms:modified>
</cp:coreProperties>
</file>