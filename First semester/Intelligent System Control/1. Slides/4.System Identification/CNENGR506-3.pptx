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349" r:id="rId2"/>
    <p:sldId id="257" r:id="rId3"/>
    <p:sldId id="258" r:id="rId4"/>
    <p:sldId id="355" r:id="rId5"/>
    <p:sldId id="259" r:id="rId6"/>
    <p:sldId id="260" r:id="rId7"/>
    <p:sldId id="261" r:id="rId8"/>
    <p:sldId id="262" r:id="rId9"/>
    <p:sldId id="353" r:id="rId10"/>
    <p:sldId id="350" r:id="rId11"/>
    <p:sldId id="263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351" r:id="rId22"/>
    <p:sldId id="284" r:id="rId23"/>
    <p:sldId id="285" r:id="rId24"/>
    <p:sldId id="286" r:id="rId25"/>
    <p:sldId id="287" r:id="rId26"/>
    <p:sldId id="288" r:id="rId27"/>
    <p:sldId id="289" r:id="rId28"/>
    <p:sldId id="352" r:id="rId29"/>
    <p:sldId id="294" r:id="rId30"/>
    <p:sldId id="295" r:id="rId31"/>
    <p:sldId id="296" r:id="rId32"/>
    <p:sldId id="308" r:id="rId33"/>
    <p:sldId id="309" r:id="rId34"/>
    <p:sldId id="311" r:id="rId35"/>
    <p:sldId id="315" r:id="rId36"/>
    <p:sldId id="316" r:id="rId37"/>
    <p:sldId id="317" r:id="rId38"/>
    <p:sldId id="318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1" r:id="rId49"/>
    <p:sldId id="332" r:id="rId50"/>
  </p:sldIdLst>
  <p:sldSz cx="9144000" cy="6858000" type="screen4x3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47" autoAdjust="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113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algn="l" fontAlgn="base"/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When modelling a system you must first estimate the form of the transfer function (order, time delay etc.), and then estimate the parameters (coefficients for the transfer function).</a:t>
            </a:r>
          </a:p>
          <a:p>
            <a:pPr algn="l" fontAlgn="base"/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A common way to estimate these parameters is to formulate a cost function describing the accuracy of the estimates, and then </a:t>
            </a:r>
            <a:r>
              <a:rPr lang="en-US" b="0" i="0" dirty="0" err="1">
                <a:solidFill>
                  <a:srgbClr val="232629"/>
                </a:solidFill>
                <a:effectLst/>
                <a:latin typeface="-apple-system"/>
              </a:rPr>
              <a:t>minimise</a:t>
            </a:r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 this cost function with some numerical or analytical </a:t>
            </a:r>
            <a:r>
              <a:rPr lang="en-US" b="0" i="0" dirty="0" err="1">
                <a:solidFill>
                  <a:srgbClr val="232629"/>
                </a:solidFill>
                <a:effectLst/>
                <a:latin typeface="-apple-system"/>
              </a:rPr>
              <a:t>optimisation</a:t>
            </a:r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 method. Two common forms of the cost function are the Equation Error and the Output Error.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It is said that the Output Error is better for noisy data but the equation error is better otherwise since it does not suffer the local minima problem.</a:t>
            </a:r>
            <a:endParaRPr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731235"/>
            <a:ext cx="8072119" cy="915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0678" y="3395419"/>
            <a:ext cx="7682642" cy="2195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42496" y="6182264"/>
            <a:ext cx="283209" cy="262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p.lancs.ac.uk/captaintoolbox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4234" y="3780800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80">
                <a:moveTo>
                  <a:pt x="0" y="0"/>
                </a:moveTo>
                <a:lnTo>
                  <a:pt x="15923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06439" y="764242"/>
            <a:ext cx="2568823" cy="808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0600" y="2411793"/>
            <a:ext cx="5943600" cy="1330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350"/>
              </a:lnSpc>
            </a:pPr>
            <a:r>
              <a:rPr lang="en-NZ" sz="3600" b="1" dirty="0">
                <a:solidFill>
                  <a:srgbClr val="B5121B"/>
                </a:solidFill>
                <a:latin typeface="Calibri"/>
                <a:cs typeface="Calibri"/>
              </a:rPr>
              <a:t>CNE</a:t>
            </a:r>
            <a:r>
              <a:rPr lang="en-NZ" sz="3600" b="1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lang="en-NZ" sz="3600" b="1" spc="-30" dirty="0">
                <a:solidFill>
                  <a:srgbClr val="B5121B"/>
                </a:solidFill>
                <a:latin typeface="Calibri"/>
                <a:cs typeface="Calibri"/>
              </a:rPr>
              <a:t>GR</a:t>
            </a:r>
            <a:r>
              <a:rPr lang="en-NZ" sz="3600" b="1" spc="-25" dirty="0">
                <a:solidFill>
                  <a:srgbClr val="B5121B"/>
                </a:solidFill>
                <a:latin typeface="Calibri"/>
                <a:cs typeface="Calibri"/>
              </a:rPr>
              <a:t>506</a:t>
            </a:r>
          </a:p>
          <a:p>
            <a:pPr marL="12700">
              <a:lnSpc>
                <a:spcPts val="5350"/>
              </a:lnSpc>
            </a:pPr>
            <a:r>
              <a:rPr lang="en-NZ" sz="3600" b="1" spc="-10" dirty="0">
                <a:latin typeface="Calibri"/>
                <a:cs typeface="Calibri"/>
              </a:rPr>
              <a:t>I</a:t>
            </a:r>
            <a:r>
              <a:rPr lang="en-NZ" sz="3600" b="1" spc="-50" dirty="0">
                <a:latin typeface="Calibri"/>
                <a:cs typeface="Calibri"/>
              </a:rPr>
              <a:t>n</a:t>
            </a:r>
            <a:r>
              <a:rPr lang="en-NZ" sz="3600" b="1" spc="-55" dirty="0">
                <a:latin typeface="Calibri"/>
                <a:cs typeface="Calibri"/>
              </a:rPr>
              <a:t>t</a:t>
            </a:r>
            <a:r>
              <a:rPr lang="en-NZ" sz="3600" b="1" spc="5" dirty="0">
                <a:latin typeface="Calibri"/>
                <a:cs typeface="Calibri"/>
              </a:rPr>
              <a:t>e</a:t>
            </a:r>
            <a:r>
              <a:rPr lang="en-NZ" sz="3600" b="1" dirty="0">
                <a:latin typeface="Calibri"/>
                <a:cs typeface="Calibri"/>
              </a:rPr>
              <a:t>l</a:t>
            </a:r>
            <a:r>
              <a:rPr lang="en-NZ" sz="3600" b="1" spc="-5" dirty="0">
                <a:latin typeface="Calibri"/>
                <a:cs typeface="Calibri"/>
              </a:rPr>
              <a:t>li</a:t>
            </a:r>
            <a:r>
              <a:rPr lang="en-NZ" sz="3600" b="1" spc="-45" dirty="0">
                <a:latin typeface="Calibri"/>
                <a:cs typeface="Calibri"/>
              </a:rPr>
              <a:t>g</a:t>
            </a:r>
            <a:r>
              <a:rPr lang="en-NZ" sz="3600" b="1" spc="-15" dirty="0">
                <a:latin typeface="Calibri"/>
                <a:cs typeface="Calibri"/>
              </a:rPr>
              <a:t>e</a:t>
            </a:r>
            <a:r>
              <a:rPr lang="en-NZ" sz="3600" b="1" spc="-70" dirty="0">
                <a:latin typeface="Calibri"/>
                <a:cs typeface="Calibri"/>
              </a:rPr>
              <a:t>n</a:t>
            </a:r>
            <a:r>
              <a:rPr lang="en-NZ" sz="3600" b="1" spc="-15" dirty="0">
                <a:latin typeface="Calibri"/>
                <a:cs typeface="Calibri"/>
              </a:rPr>
              <a:t>t</a:t>
            </a:r>
            <a:r>
              <a:rPr lang="en-NZ" sz="3600" b="1" spc="-110" dirty="0">
                <a:latin typeface="Times New Roman"/>
                <a:cs typeface="Times New Roman"/>
              </a:rPr>
              <a:t> </a:t>
            </a:r>
            <a:r>
              <a:rPr lang="en-NZ" sz="3600" b="1" spc="-45" dirty="0">
                <a:latin typeface="Calibri"/>
                <a:cs typeface="Calibri"/>
              </a:rPr>
              <a:t>S</a:t>
            </a:r>
            <a:r>
              <a:rPr lang="en-NZ" sz="3600" b="1" spc="-60" dirty="0">
                <a:latin typeface="Calibri"/>
                <a:cs typeface="Calibri"/>
              </a:rPr>
              <a:t>y</a:t>
            </a:r>
            <a:r>
              <a:rPr lang="en-NZ" sz="3600" b="1" spc="-50" dirty="0">
                <a:latin typeface="Calibri"/>
                <a:cs typeface="Calibri"/>
              </a:rPr>
              <a:t>s</a:t>
            </a:r>
            <a:r>
              <a:rPr lang="en-NZ" sz="3600" b="1" spc="-55" dirty="0">
                <a:latin typeface="Calibri"/>
                <a:cs typeface="Calibri"/>
              </a:rPr>
              <a:t>t</a:t>
            </a:r>
            <a:r>
              <a:rPr lang="en-NZ" sz="3600" b="1" spc="-15" dirty="0">
                <a:latin typeface="Calibri"/>
                <a:cs typeface="Calibri"/>
              </a:rPr>
              <a:t>e</a:t>
            </a:r>
            <a:r>
              <a:rPr lang="en-NZ" sz="3600" b="1" spc="-30" dirty="0">
                <a:latin typeface="Calibri"/>
                <a:cs typeface="Calibri"/>
              </a:rPr>
              <a:t>m</a:t>
            </a:r>
            <a:r>
              <a:rPr lang="en-NZ" sz="3600" b="1" spc="-90" dirty="0">
                <a:latin typeface="Times New Roman"/>
                <a:cs typeface="Times New Roman"/>
              </a:rPr>
              <a:t> </a:t>
            </a:r>
            <a:r>
              <a:rPr lang="en-NZ" sz="3600" b="1" spc="5" dirty="0">
                <a:latin typeface="Calibri"/>
                <a:cs typeface="Calibri"/>
              </a:rPr>
              <a:t>Co</a:t>
            </a:r>
            <a:r>
              <a:rPr lang="en-NZ" sz="3600" b="1" spc="-50" dirty="0">
                <a:latin typeface="Calibri"/>
                <a:cs typeface="Calibri"/>
              </a:rPr>
              <a:t>n</a:t>
            </a:r>
            <a:r>
              <a:rPr lang="en-NZ" sz="3600" b="1" spc="-15" dirty="0">
                <a:latin typeface="Calibri"/>
                <a:cs typeface="Calibri"/>
              </a:rPr>
              <a:t>t</a:t>
            </a:r>
            <a:r>
              <a:rPr lang="en-NZ" sz="3600" b="1" spc="-85" dirty="0">
                <a:latin typeface="Calibri"/>
                <a:cs typeface="Calibri"/>
              </a:rPr>
              <a:t>r</a:t>
            </a:r>
            <a:r>
              <a:rPr lang="en-NZ" sz="3600" b="1" spc="5" dirty="0">
                <a:latin typeface="Calibri"/>
                <a:cs typeface="Calibri"/>
              </a:rPr>
              <a:t>ol</a:t>
            </a:r>
            <a:endParaRPr lang="en-NZ" sz="36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40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yll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bus</a:t>
            </a:r>
          </a:p>
        </p:txBody>
      </p:sp>
      <p:sp>
        <p:nvSpPr>
          <p:cNvPr id="5" name="object 5"/>
          <p:cNvSpPr/>
          <p:nvPr/>
        </p:nvSpPr>
        <p:spPr>
          <a:xfrm>
            <a:off x="3740292" y="1543415"/>
            <a:ext cx="1906905" cy="923925"/>
          </a:xfrm>
          <a:custGeom>
            <a:avLst/>
            <a:gdLst/>
            <a:ahLst/>
            <a:cxnLst/>
            <a:rect l="l" t="t" r="r" b="b"/>
            <a:pathLst>
              <a:path w="1906904" h="923925">
                <a:moveTo>
                  <a:pt x="0" y="153923"/>
                </a:moveTo>
                <a:lnTo>
                  <a:pt x="6047" y="111049"/>
                </a:lnTo>
                <a:lnTo>
                  <a:pt x="23060" y="72833"/>
                </a:lnTo>
                <a:lnTo>
                  <a:pt x="49342" y="40973"/>
                </a:lnTo>
                <a:lnTo>
                  <a:pt x="83196" y="17169"/>
                </a:lnTo>
                <a:lnTo>
                  <a:pt x="122926" y="3120"/>
                </a:lnTo>
                <a:lnTo>
                  <a:pt x="1752599" y="0"/>
                </a:lnTo>
                <a:lnTo>
                  <a:pt x="1767303" y="693"/>
                </a:lnTo>
                <a:lnTo>
                  <a:pt x="1808814" y="10588"/>
                </a:lnTo>
                <a:lnTo>
                  <a:pt x="1845100" y="30884"/>
                </a:lnTo>
                <a:lnTo>
                  <a:pt x="1874464" y="59882"/>
                </a:lnTo>
                <a:lnTo>
                  <a:pt x="1895205" y="95883"/>
                </a:lnTo>
                <a:lnTo>
                  <a:pt x="1905624" y="137187"/>
                </a:lnTo>
                <a:lnTo>
                  <a:pt x="1906523" y="769619"/>
                </a:lnTo>
                <a:lnTo>
                  <a:pt x="1905830" y="784328"/>
                </a:lnTo>
                <a:lnTo>
                  <a:pt x="1895935" y="825846"/>
                </a:lnTo>
                <a:lnTo>
                  <a:pt x="1875639" y="862134"/>
                </a:lnTo>
                <a:lnTo>
                  <a:pt x="1846641" y="891493"/>
                </a:lnTo>
                <a:lnTo>
                  <a:pt x="1810640" y="912229"/>
                </a:lnTo>
                <a:lnTo>
                  <a:pt x="1769336" y="922644"/>
                </a:lnTo>
                <a:lnTo>
                  <a:pt x="153923" y="923543"/>
                </a:lnTo>
                <a:lnTo>
                  <a:pt x="139215" y="922851"/>
                </a:lnTo>
                <a:lnTo>
                  <a:pt x="97697" y="912959"/>
                </a:lnTo>
                <a:lnTo>
                  <a:pt x="61409" y="892668"/>
                </a:lnTo>
                <a:lnTo>
                  <a:pt x="32050" y="863674"/>
                </a:lnTo>
                <a:lnTo>
                  <a:pt x="11314" y="827673"/>
                </a:lnTo>
                <a:lnTo>
                  <a:pt x="899" y="786361"/>
                </a:lnTo>
                <a:lnTo>
                  <a:pt x="0" y="153923"/>
                </a:lnTo>
                <a:close/>
              </a:path>
            </a:pathLst>
          </a:custGeom>
          <a:ln w="63245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81390" y="2719943"/>
            <a:ext cx="2485390" cy="2700655"/>
          </a:xfrm>
          <a:custGeom>
            <a:avLst/>
            <a:gdLst/>
            <a:ahLst/>
            <a:cxnLst/>
            <a:rect l="l" t="t" r="r" b="b"/>
            <a:pathLst>
              <a:path w="2485390" h="2700654">
                <a:moveTo>
                  <a:pt x="0" y="414162"/>
                </a:moveTo>
                <a:lnTo>
                  <a:pt x="5420" y="346986"/>
                </a:lnTo>
                <a:lnTo>
                  <a:pt x="21112" y="283260"/>
                </a:lnTo>
                <a:lnTo>
                  <a:pt x="46224" y="223836"/>
                </a:lnTo>
                <a:lnTo>
                  <a:pt x="79902" y="169569"/>
                </a:lnTo>
                <a:lnTo>
                  <a:pt x="121295" y="121310"/>
                </a:lnTo>
                <a:lnTo>
                  <a:pt x="169549" y="79913"/>
                </a:lnTo>
                <a:lnTo>
                  <a:pt x="223812" y="46230"/>
                </a:lnTo>
                <a:lnTo>
                  <a:pt x="283232" y="21115"/>
                </a:lnTo>
                <a:lnTo>
                  <a:pt x="346956" y="5421"/>
                </a:lnTo>
                <a:lnTo>
                  <a:pt x="414131" y="0"/>
                </a:lnTo>
                <a:lnTo>
                  <a:pt x="2070719" y="0"/>
                </a:lnTo>
                <a:lnTo>
                  <a:pt x="2137895" y="5421"/>
                </a:lnTo>
                <a:lnTo>
                  <a:pt x="2201621" y="21115"/>
                </a:lnTo>
                <a:lnTo>
                  <a:pt x="2261045" y="46230"/>
                </a:lnTo>
                <a:lnTo>
                  <a:pt x="2315312" y="79913"/>
                </a:lnTo>
                <a:lnTo>
                  <a:pt x="2363571" y="121310"/>
                </a:lnTo>
                <a:lnTo>
                  <a:pt x="2404968" y="169569"/>
                </a:lnTo>
                <a:lnTo>
                  <a:pt x="2438651" y="223836"/>
                </a:lnTo>
                <a:lnTo>
                  <a:pt x="2463766" y="283260"/>
                </a:lnTo>
                <a:lnTo>
                  <a:pt x="2479460" y="346986"/>
                </a:lnTo>
                <a:lnTo>
                  <a:pt x="2484881" y="414162"/>
                </a:lnTo>
                <a:lnTo>
                  <a:pt x="2484881" y="2286396"/>
                </a:lnTo>
                <a:lnTo>
                  <a:pt x="2479460" y="2353570"/>
                </a:lnTo>
                <a:lnTo>
                  <a:pt x="2463766" y="2417295"/>
                </a:lnTo>
                <a:lnTo>
                  <a:pt x="2438651" y="2476716"/>
                </a:lnTo>
                <a:lnTo>
                  <a:pt x="2404968" y="2530982"/>
                </a:lnTo>
                <a:lnTo>
                  <a:pt x="2363571" y="2579239"/>
                </a:lnTo>
                <a:lnTo>
                  <a:pt x="2315312" y="2620634"/>
                </a:lnTo>
                <a:lnTo>
                  <a:pt x="2261045" y="2654315"/>
                </a:lnTo>
                <a:lnTo>
                  <a:pt x="2201621" y="2679428"/>
                </a:lnTo>
                <a:lnTo>
                  <a:pt x="2137895" y="2695122"/>
                </a:lnTo>
                <a:lnTo>
                  <a:pt x="2070719" y="2700543"/>
                </a:lnTo>
                <a:lnTo>
                  <a:pt x="414131" y="2700543"/>
                </a:lnTo>
                <a:lnTo>
                  <a:pt x="346956" y="2695122"/>
                </a:lnTo>
                <a:lnTo>
                  <a:pt x="283232" y="2679428"/>
                </a:lnTo>
                <a:lnTo>
                  <a:pt x="223812" y="2654315"/>
                </a:lnTo>
                <a:lnTo>
                  <a:pt x="169549" y="2620634"/>
                </a:lnTo>
                <a:lnTo>
                  <a:pt x="121295" y="2579239"/>
                </a:lnTo>
                <a:lnTo>
                  <a:pt x="79902" y="2530982"/>
                </a:lnTo>
                <a:lnTo>
                  <a:pt x="46224" y="2476716"/>
                </a:lnTo>
                <a:lnTo>
                  <a:pt x="21112" y="2417295"/>
                </a:lnTo>
                <a:lnTo>
                  <a:pt x="5420" y="2353570"/>
                </a:lnTo>
                <a:lnTo>
                  <a:pt x="0" y="2286396"/>
                </a:lnTo>
                <a:lnTo>
                  <a:pt x="0" y="414162"/>
                </a:lnTo>
                <a:close/>
              </a:path>
            </a:pathLst>
          </a:custGeom>
          <a:ln w="1295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77617" y="1837944"/>
            <a:ext cx="1232915" cy="15026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55520" y="2980944"/>
            <a:ext cx="1232915" cy="15026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74825" y="2178935"/>
            <a:ext cx="395605" cy="185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735" y="2183557"/>
            <a:ext cx="2054225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nc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25" dirty="0">
                <a:latin typeface="Calibri"/>
                <a:cs typeface="Calibri"/>
              </a:rPr>
              <a:t>p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libri"/>
                <a:cs typeface="Calibri"/>
              </a:rPr>
              <a:t>F</a:t>
            </a:r>
            <a:r>
              <a:rPr sz="1800" b="1" spc="-5" dirty="0">
                <a:latin typeface="Calibri"/>
                <a:cs typeface="Calibri"/>
              </a:rPr>
              <a:t>eedb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mi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ol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g</a:t>
            </a:r>
            <a:r>
              <a:rPr sz="1800" b="1" spc="-10" dirty="0">
                <a:latin typeface="Calibri"/>
                <a:cs typeface="Calibri"/>
              </a:rPr>
              <a:t>y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nd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bj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v</a:t>
            </a:r>
            <a:r>
              <a:rPr sz="1800" b="1" spc="-10" dirty="0">
                <a:latin typeface="Calibri"/>
                <a:cs typeface="Calibri"/>
              </a:rPr>
              <a:t>es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25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1717" y="3503508"/>
            <a:ext cx="209232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-90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30" dirty="0">
                <a:latin typeface="Calibri"/>
                <a:cs typeface="Calibri"/>
              </a:rPr>
              <a:t>sf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Functi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ep</a:t>
            </a:r>
            <a:r>
              <a:rPr sz="1800" b="1" spc="-25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1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ed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using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1717" y="4052148"/>
            <a:ext cx="23241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Ba</a:t>
            </a:r>
            <a:r>
              <a:rPr sz="1800" b="1" dirty="0">
                <a:latin typeface="Calibri"/>
                <a:cs typeface="Calibri"/>
              </a:rPr>
              <a:t>ck</a:t>
            </a:r>
            <a:r>
              <a:rPr sz="1800" b="1" spc="-20" dirty="0">
                <a:latin typeface="Calibri"/>
                <a:cs typeface="Calibri"/>
              </a:rPr>
              <a:t>w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spc="-25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Shi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pe</a:t>
            </a:r>
            <a:r>
              <a:rPr sz="1800" b="1" spc="-45" dirty="0">
                <a:latin typeface="Calibri"/>
                <a:cs typeface="Calibri"/>
              </a:rPr>
              <a:t>r</a:t>
            </a:r>
            <a:r>
              <a:rPr sz="1800" b="1" spc="-30" dirty="0">
                <a:latin typeface="Calibri"/>
                <a:cs typeface="Calibri"/>
              </a:rPr>
              <a:t>at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78502" y="1224534"/>
            <a:ext cx="1232915" cy="150266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97936" y="1565664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56128" y="1767340"/>
            <a:ext cx="7042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35" dirty="0">
                <a:latin typeface="Calibri"/>
                <a:cs typeface="Calibri"/>
              </a:rPr>
              <a:t>S</a:t>
            </a:r>
            <a:r>
              <a:rPr sz="1800" b="1" spc="-25" dirty="0">
                <a:latin typeface="Calibri"/>
                <a:cs typeface="Calibri"/>
              </a:rPr>
              <a:t>y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61912" y="2041660"/>
            <a:ext cx="12928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Ide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ti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c</a:t>
            </a:r>
            <a:r>
              <a:rPr sz="1800" b="1" spc="-30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13432" y="4636770"/>
            <a:ext cx="1232915" cy="15026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71717" y="4977738"/>
            <a:ext cx="2634615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73935" algn="l"/>
              </a:tabLst>
            </a:pPr>
            <a:r>
              <a:rPr sz="1800" b="1" spc="-10" dirty="0">
                <a:latin typeface="Calibri"/>
                <a:cs typeface="Calibri"/>
              </a:rPr>
              <a:t>p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ssi</a:t>
            </a:r>
            <a:r>
              <a:rPr sz="1800" b="1" spc="-5" dirty="0">
                <a:latin typeface="Calibri"/>
                <a:cs typeface="Calibri"/>
              </a:rPr>
              <a:t>g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5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nd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1717" y="5046470"/>
            <a:ext cx="22218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g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m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spc="-25" dirty="0">
                <a:latin typeface="Calibri"/>
                <a:cs typeface="Calibri"/>
              </a:rPr>
              <a:t>y</a:t>
            </a:r>
            <a:r>
              <a:rPr sz="1800" b="1" spc="-15" dirty="0">
                <a:latin typeface="Calibri"/>
                <a:cs typeface="Calibri"/>
              </a:rPr>
              <a:t>sis</a:t>
            </a:r>
            <a:r>
              <a:rPr sz="1800" b="1" spc="-5" dirty="0">
                <a:latin typeface="Calibri"/>
                <a:cs typeface="Calibri"/>
              </a:rPr>
              <a:t>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1717" y="5595110"/>
            <a:ext cx="22377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dis</a:t>
            </a:r>
            <a:r>
              <a:rPr sz="1800" b="1" spc="-15" dirty="0">
                <a:latin typeface="Calibri"/>
                <a:cs typeface="Calibri"/>
              </a:rPr>
              <a:t>c</a:t>
            </a:r>
            <a:r>
              <a:rPr sz="1800" b="1" spc="-25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e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-</a:t>
            </a:r>
            <a:r>
              <a:rPr sz="1800" b="1" spc="-10" dirty="0">
                <a:latin typeface="Calibri"/>
                <a:cs typeface="Calibri"/>
              </a:rPr>
              <a:t>ti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P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25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35652" y="3156204"/>
            <a:ext cx="1232915" cy="15026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254908" y="3496929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89086" y="3024425"/>
            <a:ext cx="174053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1605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25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du</a:t>
            </a:r>
            <a:r>
              <a:rPr sz="1800" b="1" spc="-1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“</a:t>
            </a:r>
            <a:r>
              <a:rPr sz="1800" b="1" spc="-20" dirty="0">
                <a:latin typeface="Calibri"/>
                <a:cs typeface="Calibri"/>
              </a:rPr>
              <a:t>Mo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25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4866" y="3573066"/>
            <a:ext cx="6896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he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96433" y="4019753"/>
            <a:ext cx="13265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30" dirty="0">
                <a:latin typeface="Calibri"/>
                <a:cs typeface="Calibri"/>
              </a:rPr>
              <a:t>ta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v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bl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81555" y="4294073"/>
            <a:ext cx="1755775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</a:pP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15" dirty="0">
                <a:latin typeface="Calibri"/>
                <a:cs typeface="Calibri"/>
              </a:rPr>
              <a:t>eedb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usi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mal</a:t>
            </a:r>
            <a:r>
              <a:rPr sz="18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sta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sp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ce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20" dirty="0">
                <a:latin typeface="Calibri"/>
                <a:cs typeface="Calibri"/>
              </a:rPr>
              <a:t>dels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99080" y="5580177"/>
            <a:ext cx="11569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OP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13369" y="2996184"/>
            <a:ext cx="1230629" cy="15026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332920" y="3336820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68369" y="2363580"/>
            <a:ext cx="151638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mal</a:t>
            </a:r>
            <a:r>
              <a:rPr sz="18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35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25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54285" y="5675998"/>
            <a:ext cx="25711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ulti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ia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&amp;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20286" y="3155680"/>
            <a:ext cx="14109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45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bu</a:t>
            </a:r>
            <a:r>
              <a:rPr sz="1800" b="1" spc="-3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25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21297" y="4893270"/>
            <a:ext cx="202882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35" dirty="0">
                <a:latin typeface="Calibri"/>
                <a:cs typeface="Calibri"/>
              </a:rPr>
              <a:t>F</a:t>
            </a:r>
            <a:r>
              <a:rPr sz="1800" b="1" spc="-5" dirty="0">
                <a:latin typeface="Calibri"/>
                <a:cs typeface="Calibri"/>
              </a:rPr>
              <a:t>eed-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5" dirty="0">
                <a:latin typeface="Calibri"/>
                <a:cs typeface="Calibri"/>
              </a:rPr>
              <a:t>o</a:t>
            </a:r>
            <a:r>
              <a:rPr sz="1800" b="1" spc="10" dirty="0">
                <a:latin typeface="Calibri"/>
                <a:cs typeface="Calibri"/>
              </a:rPr>
              <a:t>r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5" dirty="0">
                <a:latin typeface="Calibri"/>
                <a:cs typeface="Calibri"/>
              </a:rPr>
              <a:t>a</a:t>
            </a:r>
            <a:r>
              <a:rPr sz="1800" b="1" spc="-3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25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Calibri"/>
                <a:cs typeface="Calibri"/>
              </a:rPr>
              <a:t>ol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17203" y="3966534"/>
            <a:ext cx="17087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30" dirty="0">
                <a:latin typeface="Calibri"/>
                <a:cs typeface="Calibri"/>
              </a:rPr>
              <a:t>t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h</a:t>
            </a:r>
            <a:r>
              <a:rPr sz="1800" b="1" spc="-15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ti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30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29696" y="2678399"/>
            <a:ext cx="401955" cy="210185"/>
          </a:xfrm>
          <a:custGeom>
            <a:avLst/>
            <a:gdLst/>
            <a:ahLst/>
            <a:cxnLst/>
            <a:rect l="l" t="t" r="r" b="b"/>
            <a:pathLst>
              <a:path w="401954" h="210185">
                <a:moveTo>
                  <a:pt x="0" y="209763"/>
                </a:moveTo>
                <a:lnTo>
                  <a:pt x="401848" y="0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43426" y="2674254"/>
            <a:ext cx="88265" cy="79375"/>
          </a:xfrm>
          <a:custGeom>
            <a:avLst/>
            <a:gdLst/>
            <a:ahLst/>
            <a:cxnLst/>
            <a:rect l="l" t="t" r="r" b="b"/>
            <a:pathLst>
              <a:path w="88264" h="79375">
                <a:moveTo>
                  <a:pt x="41147" y="78790"/>
                </a:moveTo>
                <a:lnTo>
                  <a:pt x="88117" y="4145"/>
                </a:lnTo>
                <a:lnTo>
                  <a:pt x="0" y="0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82274" y="3321710"/>
            <a:ext cx="442595" cy="105410"/>
          </a:xfrm>
          <a:custGeom>
            <a:avLst/>
            <a:gdLst/>
            <a:ahLst/>
            <a:cxnLst/>
            <a:rect l="l" t="t" r="r" b="b"/>
            <a:pathLst>
              <a:path w="442595" h="105410">
                <a:moveTo>
                  <a:pt x="0" y="104912"/>
                </a:moveTo>
                <a:lnTo>
                  <a:pt x="442203" y="0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240078" y="3296046"/>
            <a:ext cx="84455" cy="86995"/>
          </a:xfrm>
          <a:custGeom>
            <a:avLst/>
            <a:gdLst/>
            <a:ahLst/>
            <a:cxnLst/>
            <a:rect l="l" t="t" r="r" b="b"/>
            <a:pathLst>
              <a:path w="84454" h="86995">
                <a:moveTo>
                  <a:pt x="20513" y="86532"/>
                </a:moveTo>
                <a:lnTo>
                  <a:pt x="84399" y="25664"/>
                </a:lnTo>
                <a:lnTo>
                  <a:pt x="0" y="0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71605" y="4108597"/>
            <a:ext cx="552450" cy="53340"/>
          </a:xfrm>
          <a:custGeom>
            <a:avLst/>
            <a:gdLst/>
            <a:ahLst/>
            <a:cxnLst/>
            <a:rect l="l" t="t" r="r" b="b"/>
            <a:pathLst>
              <a:path w="552450" h="53339">
                <a:moveTo>
                  <a:pt x="0" y="52827"/>
                </a:moveTo>
                <a:lnTo>
                  <a:pt x="551840" y="0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343344" y="4071615"/>
            <a:ext cx="80645" cy="88900"/>
          </a:xfrm>
          <a:custGeom>
            <a:avLst/>
            <a:gdLst/>
            <a:ahLst/>
            <a:cxnLst/>
            <a:rect l="l" t="t" r="r" b="b"/>
            <a:pathLst>
              <a:path w="80645" h="88900">
                <a:moveTo>
                  <a:pt x="8473" y="88498"/>
                </a:moveTo>
                <a:lnTo>
                  <a:pt x="80101" y="36981"/>
                </a:lnTo>
                <a:lnTo>
                  <a:pt x="0" y="0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78464" y="4611242"/>
            <a:ext cx="447040" cy="177800"/>
          </a:xfrm>
          <a:custGeom>
            <a:avLst/>
            <a:gdLst/>
            <a:ahLst/>
            <a:cxnLst/>
            <a:rect l="l" t="t" r="r" b="b"/>
            <a:pathLst>
              <a:path w="447039" h="177800">
                <a:moveTo>
                  <a:pt x="0" y="0"/>
                </a:moveTo>
                <a:lnTo>
                  <a:pt x="446684" y="177701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37884" y="4719459"/>
            <a:ext cx="87630" cy="83185"/>
          </a:xfrm>
          <a:custGeom>
            <a:avLst/>
            <a:gdLst/>
            <a:ahLst/>
            <a:cxnLst/>
            <a:rect l="l" t="t" r="r" b="b"/>
            <a:pathLst>
              <a:path w="87629" h="83185">
                <a:moveTo>
                  <a:pt x="32887" y="0"/>
                </a:moveTo>
                <a:lnTo>
                  <a:pt x="87264" y="69473"/>
                </a:lnTo>
                <a:lnTo>
                  <a:pt x="0" y="82603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658246" y="5384672"/>
            <a:ext cx="410209" cy="365760"/>
          </a:xfrm>
          <a:custGeom>
            <a:avLst/>
            <a:gdLst/>
            <a:ahLst/>
            <a:cxnLst/>
            <a:rect l="l" t="t" r="r" b="b"/>
            <a:pathLst>
              <a:path w="410210" h="365760">
                <a:moveTo>
                  <a:pt x="0" y="0"/>
                </a:moveTo>
                <a:lnTo>
                  <a:pt x="409834" y="365567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981608" y="5666338"/>
            <a:ext cx="86995" cy="84455"/>
          </a:xfrm>
          <a:custGeom>
            <a:avLst/>
            <a:gdLst/>
            <a:ahLst/>
            <a:cxnLst/>
            <a:rect l="l" t="t" r="r" b="b"/>
            <a:pathLst>
              <a:path w="86995" h="84454">
                <a:moveTo>
                  <a:pt x="59192" y="0"/>
                </a:moveTo>
                <a:lnTo>
                  <a:pt x="86471" y="83893"/>
                </a:lnTo>
                <a:lnTo>
                  <a:pt x="0" y="66342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603372" y="3036173"/>
            <a:ext cx="761365" cy="275590"/>
          </a:xfrm>
          <a:custGeom>
            <a:avLst/>
            <a:gdLst/>
            <a:ahLst/>
            <a:cxnLst/>
            <a:rect l="l" t="t" r="r" b="b"/>
            <a:pathLst>
              <a:path w="761364" h="275589">
                <a:moveTo>
                  <a:pt x="0" y="0"/>
                </a:moveTo>
                <a:lnTo>
                  <a:pt x="760887" y="275173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77483" y="3243651"/>
            <a:ext cx="86995" cy="83820"/>
          </a:xfrm>
          <a:custGeom>
            <a:avLst/>
            <a:gdLst/>
            <a:ahLst/>
            <a:cxnLst/>
            <a:rect l="l" t="t" r="r" b="b"/>
            <a:pathLst>
              <a:path w="86995" h="83820">
                <a:moveTo>
                  <a:pt x="30236" y="0"/>
                </a:moveTo>
                <a:lnTo>
                  <a:pt x="86776" y="67696"/>
                </a:lnTo>
                <a:lnTo>
                  <a:pt x="0" y="83576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603372" y="3965829"/>
            <a:ext cx="760095" cy="0"/>
          </a:xfrm>
          <a:custGeom>
            <a:avLst/>
            <a:gdLst/>
            <a:ahLst/>
            <a:cxnLst/>
            <a:rect l="l" t="t" r="r" b="b"/>
            <a:pathLst>
              <a:path w="760095">
                <a:moveTo>
                  <a:pt x="0" y="0"/>
                </a:moveTo>
                <a:lnTo>
                  <a:pt x="759759" y="0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86932" y="3921383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0" y="88904"/>
                </a:moveTo>
                <a:lnTo>
                  <a:pt x="76199" y="44445"/>
                </a:lnTo>
                <a:lnTo>
                  <a:pt x="0" y="0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687954" y="4760881"/>
            <a:ext cx="649605" cy="173355"/>
          </a:xfrm>
          <a:custGeom>
            <a:avLst/>
            <a:gdLst/>
            <a:ahLst/>
            <a:cxnLst/>
            <a:rect l="l" t="t" r="r" b="b"/>
            <a:pathLst>
              <a:path w="649604" h="173354">
                <a:moveTo>
                  <a:pt x="0" y="172794"/>
                </a:moveTo>
                <a:lnTo>
                  <a:pt x="649513" y="0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252398" y="4737509"/>
            <a:ext cx="85090" cy="86360"/>
          </a:xfrm>
          <a:custGeom>
            <a:avLst/>
            <a:gdLst/>
            <a:ahLst/>
            <a:cxnLst/>
            <a:rect l="l" t="t" r="r" b="b"/>
            <a:pathLst>
              <a:path w="85089" h="86360">
                <a:moveTo>
                  <a:pt x="22859" y="85913"/>
                </a:moveTo>
                <a:lnTo>
                  <a:pt x="85069" y="23359"/>
                </a:lnTo>
                <a:lnTo>
                  <a:pt x="0" y="0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622687" y="2335133"/>
            <a:ext cx="0" cy="551180"/>
          </a:xfrm>
          <a:custGeom>
            <a:avLst/>
            <a:gdLst/>
            <a:ahLst/>
            <a:cxnLst/>
            <a:rect l="l" t="t" r="r" b="b"/>
            <a:pathLst>
              <a:path h="551180">
                <a:moveTo>
                  <a:pt x="0" y="0"/>
                </a:moveTo>
                <a:lnTo>
                  <a:pt x="0" y="550986"/>
                </a:lnTo>
              </a:path>
            </a:pathLst>
          </a:custGeom>
          <a:ln w="6324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512015" y="2696382"/>
            <a:ext cx="221615" cy="189865"/>
          </a:xfrm>
          <a:custGeom>
            <a:avLst/>
            <a:gdLst/>
            <a:ahLst/>
            <a:cxnLst/>
            <a:rect l="l" t="t" r="r" b="b"/>
            <a:pathLst>
              <a:path w="221614" h="189864">
                <a:moveTo>
                  <a:pt x="221345" y="0"/>
                </a:moveTo>
                <a:lnTo>
                  <a:pt x="110672" y="189737"/>
                </a:lnTo>
                <a:lnTo>
                  <a:pt x="0" y="0"/>
                </a:lnTo>
              </a:path>
            </a:pathLst>
          </a:custGeom>
          <a:ln w="6324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830">
              <a:lnSpc>
                <a:spcPts val="3840"/>
              </a:lnSpc>
            </a:pPr>
            <a:r>
              <a:rPr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GR</a:t>
            </a:r>
            <a:r>
              <a:rPr spc="-5" dirty="0">
                <a:latin typeface="Calibri"/>
                <a:cs typeface="Calibri"/>
              </a:rPr>
              <a:t>40</a:t>
            </a:r>
            <a:r>
              <a:rPr dirty="0">
                <a:latin typeface="Calibri"/>
                <a:cs typeface="Calibri"/>
              </a:rPr>
              <a:t>6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(</a:t>
            </a:r>
            <a:r>
              <a:rPr spc="-5" dirty="0">
                <a:latin typeface="Calibri"/>
                <a:cs typeface="Calibri"/>
              </a:rPr>
              <a:t>506)</a:t>
            </a:r>
          </a:p>
          <a:p>
            <a:pPr marL="163830">
              <a:lnSpc>
                <a:spcPts val="3840"/>
              </a:lnSpc>
            </a:pPr>
            <a:r>
              <a:rPr dirty="0">
                <a:latin typeface="Calibri"/>
                <a:cs typeface="Calibri"/>
              </a:rPr>
              <a:t>I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spc="-40" dirty="0">
                <a:latin typeface="Calibri"/>
                <a:cs typeface="Calibri"/>
              </a:rPr>
              <a:t>t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lli</a:t>
            </a:r>
            <a:r>
              <a:rPr spc="-30" dirty="0">
                <a:latin typeface="Calibri"/>
                <a:cs typeface="Calibri"/>
              </a:rPr>
              <a:t>gen</a:t>
            </a:r>
            <a:r>
              <a:rPr dirty="0">
                <a:latin typeface="Calibri"/>
                <a:cs typeface="Calibri"/>
              </a:rPr>
              <a:t>t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S</a:t>
            </a:r>
            <a:r>
              <a:rPr spc="-50" dirty="0">
                <a:latin typeface="Calibri"/>
                <a:cs typeface="Calibri"/>
              </a:rPr>
              <a:t>y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40" dirty="0">
                <a:latin typeface="Calibri"/>
                <a:cs typeface="Calibri"/>
              </a:rPr>
              <a:t>t</a:t>
            </a:r>
            <a:r>
              <a:rPr spc="-3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Co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7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ol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290601"/>
            <a:ext cx="6936105" cy="3283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3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70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rm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gy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Ob</a:t>
            </a:r>
            <a:r>
              <a:rPr sz="2600" dirty="0">
                <a:latin typeface="Calibri"/>
                <a:cs typeface="Calibri"/>
              </a:rPr>
              <a:t>j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70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Di</a:t>
            </a:r>
            <a:r>
              <a:rPr sz="2600" spc="-20" dirty="0">
                <a:latin typeface="Calibri"/>
                <a:cs typeface="Calibri"/>
              </a:rPr>
              <a:t>sc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–T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Calibri"/>
                <a:cs typeface="Calibri"/>
              </a:rPr>
              <a:t>T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s</a:t>
            </a:r>
            <a:r>
              <a:rPr sz="2600" spc="-80" dirty="0">
                <a:latin typeface="Calibri"/>
                <a:cs typeface="Calibri"/>
              </a:rPr>
              <a:t>f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15" dirty="0">
                <a:latin typeface="Calibri"/>
                <a:cs typeface="Calibri"/>
              </a:rPr>
              <a:t>un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Mo</a:t>
            </a:r>
            <a:r>
              <a:rPr sz="2600" spc="-15" dirty="0">
                <a:latin typeface="Calibri"/>
                <a:cs typeface="Calibri"/>
              </a:rPr>
              <a:t>dels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70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u="heavy" spc="-30" dirty="0">
                <a:latin typeface="Calibri"/>
                <a:cs typeface="Calibri"/>
              </a:rPr>
              <a:t>S</a:t>
            </a:r>
            <a:r>
              <a:rPr sz="2600" u="heavy" spc="-40" dirty="0">
                <a:latin typeface="Calibri"/>
                <a:cs typeface="Calibri"/>
              </a:rPr>
              <a:t>y</a:t>
            </a:r>
            <a:r>
              <a:rPr sz="2600" u="heavy" spc="-50" dirty="0">
                <a:latin typeface="Calibri"/>
                <a:cs typeface="Calibri"/>
              </a:rPr>
              <a:t>s</a:t>
            </a:r>
            <a:r>
              <a:rPr sz="2600" u="heavy" spc="-40" dirty="0">
                <a:latin typeface="Calibri"/>
                <a:cs typeface="Calibri"/>
              </a:rPr>
              <a:t>t</a:t>
            </a:r>
            <a:r>
              <a:rPr sz="2600" u="heavy" spc="-20" dirty="0">
                <a:latin typeface="Calibri"/>
                <a:cs typeface="Calibri"/>
              </a:rPr>
              <a:t>e</a:t>
            </a:r>
            <a:r>
              <a:rPr sz="2600" u="heavy" spc="-25" dirty="0">
                <a:latin typeface="Calibri"/>
                <a:cs typeface="Calibri"/>
              </a:rPr>
              <a:t>m</a:t>
            </a:r>
            <a:r>
              <a:rPr sz="2600" u="heavy" spc="-5" dirty="0">
                <a:latin typeface="Calibri"/>
                <a:cs typeface="Calibri"/>
              </a:rPr>
              <a:t> </a:t>
            </a:r>
            <a:r>
              <a:rPr sz="2600" u="heavy" spc="-15" dirty="0">
                <a:latin typeface="Calibri"/>
                <a:cs typeface="Calibri"/>
              </a:rPr>
              <a:t>Id</a:t>
            </a:r>
            <a:r>
              <a:rPr sz="2600" u="heavy" spc="-20" dirty="0">
                <a:latin typeface="Calibri"/>
                <a:cs typeface="Calibri"/>
              </a:rPr>
              <a:t>e</a:t>
            </a:r>
            <a:r>
              <a:rPr sz="2600" u="heavy" spc="-40" dirty="0">
                <a:latin typeface="Calibri"/>
                <a:cs typeface="Calibri"/>
              </a:rPr>
              <a:t>n</a:t>
            </a:r>
            <a:r>
              <a:rPr sz="2600" u="heavy" spc="-15" dirty="0">
                <a:latin typeface="Calibri"/>
                <a:cs typeface="Calibri"/>
              </a:rPr>
              <a:t>t</a:t>
            </a:r>
            <a:r>
              <a:rPr sz="2600" u="heavy" spc="-5" dirty="0">
                <a:latin typeface="Calibri"/>
                <a:cs typeface="Calibri"/>
              </a:rPr>
              <a:t>i</a:t>
            </a:r>
            <a:r>
              <a:rPr sz="2600" u="heavy" spc="-15" dirty="0">
                <a:latin typeface="Calibri"/>
                <a:cs typeface="Calibri"/>
              </a:rPr>
              <a:t>f</a:t>
            </a:r>
            <a:r>
              <a:rPr sz="2600" u="heavy" spc="-5" dirty="0">
                <a:latin typeface="Calibri"/>
                <a:cs typeface="Calibri"/>
              </a:rPr>
              <a:t>i</a:t>
            </a:r>
            <a:r>
              <a:rPr sz="2600" u="heavy" spc="-40" dirty="0">
                <a:latin typeface="Calibri"/>
                <a:cs typeface="Calibri"/>
              </a:rPr>
              <a:t>c</a:t>
            </a:r>
            <a:r>
              <a:rPr sz="2600" u="heavy" spc="-45" dirty="0">
                <a:latin typeface="Calibri"/>
                <a:cs typeface="Calibri"/>
              </a:rPr>
              <a:t>a</a:t>
            </a:r>
            <a:r>
              <a:rPr sz="2600" u="heavy" spc="-15" dirty="0">
                <a:latin typeface="Calibri"/>
                <a:cs typeface="Calibri"/>
              </a:rPr>
              <a:t>t</a:t>
            </a:r>
            <a:r>
              <a:rPr sz="2600" u="heavy" spc="-5" dirty="0">
                <a:latin typeface="Calibri"/>
                <a:cs typeface="Calibri"/>
              </a:rPr>
              <a:t>i</a:t>
            </a:r>
            <a:r>
              <a:rPr sz="2600" u="heavy" spc="-20" dirty="0">
                <a:latin typeface="Calibri"/>
                <a:cs typeface="Calibri"/>
              </a:rPr>
              <a:t>o</a:t>
            </a:r>
            <a:r>
              <a:rPr sz="2600" u="heavy" spc="-15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70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Di</a:t>
            </a:r>
            <a:r>
              <a:rPr sz="2600" spc="-20" dirty="0">
                <a:latin typeface="Calibri"/>
                <a:cs typeface="Calibri"/>
              </a:rPr>
              <a:t>sc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–T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&amp;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ol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Assi</a:t>
            </a:r>
            <a:r>
              <a:rPr sz="2600" spc="-20" dirty="0">
                <a:latin typeface="Calibri"/>
                <a:cs typeface="Calibri"/>
              </a:rPr>
              <a:t>gnme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70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tat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F</a:t>
            </a:r>
            <a:r>
              <a:rPr sz="2600" spc="-20" dirty="0">
                <a:latin typeface="Calibri"/>
                <a:cs typeface="Calibri"/>
              </a:rPr>
              <a:t>ee</a:t>
            </a:r>
            <a:r>
              <a:rPr sz="2600" spc="-15" dirty="0">
                <a:latin typeface="Calibri"/>
                <a:cs typeface="Calibri"/>
              </a:rPr>
              <a:t>db</a:t>
            </a:r>
            <a:r>
              <a:rPr sz="2600" spc="-20" dirty="0">
                <a:latin typeface="Calibri"/>
                <a:cs typeface="Calibri"/>
              </a:rPr>
              <a:t>ac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70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Add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&amp;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tud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8BB0-F59C-CF0B-56F2-C899563BC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731235"/>
            <a:ext cx="8072119" cy="523220"/>
          </a:xfrm>
        </p:spPr>
        <p:txBody>
          <a:bodyPr/>
          <a:lstStyle/>
          <a:p>
            <a:r>
              <a:rPr lang="en-US" b="1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DDBB-68D8-49A3-3EAB-4C53378F1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78" y="1676400"/>
            <a:ext cx="7682642" cy="2195829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What is the difference between an open-loop and a closed-loop control system?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Explain why feedback improves the performance of a control system.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the purpose of mathematical modelling in control engineering?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the role of a controller in a closed-loop system? Give an example?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does system stability mean, and how do we check it?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does steady-state gain tell you about a system, and how is it calculated from a transfer function?</a:t>
            </a:r>
          </a:p>
        </p:txBody>
      </p:sp>
    </p:spTree>
    <p:extLst>
      <p:ext uri="{BB962C8B-B14F-4D97-AF65-F5344CB8AC3E}">
        <p14:creationId xmlns:p14="http://schemas.microsoft.com/office/powerpoint/2010/main" val="373143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95" dirty="0">
                <a:latin typeface="Calibri"/>
                <a:cs typeface="Calibri"/>
              </a:rPr>
              <a:t>P</a:t>
            </a:r>
            <a:r>
              <a:rPr dirty="0">
                <a:latin typeface="Calibri"/>
                <a:cs typeface="Calibri"/>
              </a:rPr>
              <a:t>art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S</a:t>
            </a:r>
            <a:r>
              <a:rPr spc="-50" dirty="0">
                <a:latin typeface="Calibri"/>
                <a:cs typeface="Calibri"/>
              </a:rPr>
              <a:t>y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45" dirty="0">
                <a:latin typeface="Calibri"/>
                <a:cs typeface="Calibri"/>
              </a:rPr>
              <a:t>t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Id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tifi</a:t>
            </a:r>
            <a:r>
              <a:rPr spc="-35" dirty="0">
                <a:latin typeface="Calibri"/>
                <a:cs typeface="Calibri"/>
              </a:rPr>
              <a:t>ca</a:t>
            </a:r>
            <a:r>
              <a:rPr spc="-10" dirty="0">
                <a:latin typeface="Calibri"/>
                <a:cs typeface="Calibri"/>
              </a:rPr>
              <a:t>tio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85" y="2290606"/>
            <a:ext cx="4754245" cy="2880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3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3.1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u="heavy" spc="-5" dirty="0">
                <a:latin typeface="Calibri"/>
                <a:cs typeface="Calibri"/>
              </a:rPr>
              <a:t>L</a:t>
            </a:r>
            <a:r>
              <a:rPr sz="2600" u="heavy" spc="-20" dirty="0">
                <a:latin typeface="Calibri"/>
                <a:cs typeface="Calibri"/>
              </a:rPr>
              <a:t>ea</a:t>
            </a:r>
            <a:r>
              <a:rPr sz="2600" u="heavy" spc="-50" dirty="0">
                <a:latin typeface="Calibri"/>
                <a:cs typeface="Calibri"/>
              </a:rPr>
              <a:t>s</a:t>
            </a:r>
            <a:r>
              <a:rPr sz="2600" u="heavy" spc="-10" dirty="0">
                <a:latin typeface="Calibri"/>
                <a:cs typeface="Calibri"/>
              </a:rPr>
              <a:t>t</a:t>
            </a:r>
            <a:r>
              <a:rPr sz="2600" u="heavy" spc="-5" dirty="0">
                <a:latin typeface="Calibri"/>
                <a:cs typeface="Calibri"/>
              </a:rPr>
              <a:t> </a:t>
            </a:r>
            <a:r>
              <a:rPr sz="2600" u="heavy" dirty="0">
                <a:latin typeface="Calibri"/>
                <a:cs typeface="Calibri"/>
              </a:rPr>
              <a:t>S</a:t>
            </a:r>
            <a:r>
              <a:rPr sz="2600" u="heavy" spc="-15" dirty="0">
                <a:latin typeface="Calibri"/>
                <a:cs typeface="Calibri"/>
              </a:rPr>
              <a:t>qu</a:t>
            </a:r>
            <a:r>
              <a:rPr sz="2600" u="heavy" spc="-20" dirty="0">
                <a:latin typeface="Calibri"/>
                <a:cs typeface="Calibri"/>
              </a:rPr>
              <a:t>a</a:t>
            </a:r>
            <a:r>
              <a:rPr sz="2600" u="heavy" spc="-50" dirty="0">
                <a:latin typeface="Calibri"/>
                <a:cs typeface="Calibri"/>
              </a:rPr>
              <a:t>r</a:t>
            </a:r>
            <a:r>
              <a:rPr sz="2600" u="heavy" spc="-20" dirty="0">
                <a:latin typeface="Calibri"/>
                <a:cs typeface="Calibri"/>
              </a:rPr>
              <a:t>e</a:t>
            </a:r>
            <a:r>
              <a:rPr sz="2600" u="heavy" spc="-15" dirty="0">
                <a:latin typeface="Calibri"/>
                <a:cs typeface="Calibri"/>
              </a:rPr>
              <a:t>s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3.2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3.3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3.4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tim</a:t>
            </a:r>
            <a:r>
              <a:rPr sz="2600" spc="-4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Accu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cy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3.5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umma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&amp;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ap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5540" y="4873623"/>
            <a:ext cx="3968115" cy="1296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-635" algn="ctr">
              <a:lnSpc>
                <a:spcPct val="107200"/>
              </a:lnSpc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ass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hou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8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8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Actu</a:t>
            </a:r>
            <a:r>
              <a:rPr sz="2800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800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800" spc="-6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8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6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8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umidit</a:t>
            </a:r>
            <a:r>
              <a:rPr sz="2800" spc="-22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,</a:t>
            </a:r>
            <a:r>
              <a:rPr sz="28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25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emp</a:t>
            </a:r>
            <a:r>
              <a:rPr sz="2800" spc="-2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800" spc="-7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800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tu</a:t>
            </a:r>
            <a:r>
              <a:rPr sz="2800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8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800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Ca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bo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8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Di</a:t>
            </a:r>
            <a:r>
              <a:rPr sz="2800" spc="-6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xid</a:t>
            </a:r>
            <a:r>
              <a:rPr sz="28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5309" y="584454"/>
            <a:ext cx="3762755" cy="25526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8744" y="3464814"/>
            <a:ext cx="3676649" cy="2552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43627" y="1590294"/>
            <a:ext cx="4057650" cy="3048000"/>
          </a:xfrm>
          <a:custGeom>
            <a:avLst/>
            <a:gdLst/>
            <a:ahLst/>
            <a:cxnLst/>
            <a:rect l="l" t="t" r="r" b="b"/>
            <a:pathLst>
              <a:path w="4057650" h="3048000">
                <a:moveTo>
                  <a:pt x="0" y="3047999"/>
                </a:moveTo>
                <a:lnTo>
                  <a:pt x="4057649" y="3047999"/>
                </a:lnTo>
                <a:lnTo>
                  <a:pt x="4057649" y="0"/>
                </a:lnTo>
                <a:lnTo>
                  <a:pt x="0" y="0"/>
                </a:lnTo>
                <a:lnTo>
                  <a:pt x="0" y="304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3628" y="1590294"/>
            <a:ext cx="4057649" cy="3047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52978" y="3817882"/>
            <a:ext cx="1416685" cy="59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spc="-70" dirty="0">
                <a:latin typeface="Arial"/>
                <a:cs typeface="Arial"/>
              </a:rPr>
              <a:t>C</a:t>
            </a:r>
            <a:r>
              <a:rPr sz="900" b="1" spc="-120" dirty="0">
                <a:latin typeface="Arial"/>
                <a:cs typeface="Arial"/>
              </a:rPr>
              <a:t>O</a:t>
            </a:r>
            <a:r>
              <a:rPr sz="825" b="1" spc="-37" baseline="-20202" dirty="0">
                <a:latin typeface="Arial"/>
                <a:cs typeface="Arial"/>
              </a:rPr>
              <a:t>2</a:t>
            </a:r>
            <a:r>
              <a:rPr sz="825" b="1" baseline="-20202" dirty="0">
                <a:latin typeface="Times New Roman"/>
                <a:cs typeface="Times New Roman"/>
              </a:rPr>
              <a:t> </a:t>
            </a:r>
            <a:r>
              <a:rPr sz="825" b="1" spc="-75" baseline="-20202" dirty="0">
                <a:latin typeface="Times New Roman"/>
                <a:cs typeface="Times New Roman"/>
              </a:rPr>
              <a:t> </a:t>
            </a:r>
            <a:r>
              <a:rPr sz="900" b="1" spc="-85" dirty="0">
                <a:latin typeface="Arial"/>
                <a:cs typeface="Arial"/>
              </a:rPr>
              <a:t>s</a:t>
            </a:r>
            <a:r>
              <a:rPr sz="900" b="1" spc="-50" dirty="0">
                <a:latin typeface="Arial"/>
                <a:cs typeface="Arial"/>
              </a:rPr>
              <a:t>u</a:t>
            </a:r>
            <a:r>
              <a:rPr sz="900" b="1" spc="-135" dirty="0">
                <a:latin typeface="Arial"/>
                <a:cs typeface="Arial"/>
              </a:rPr>
              <a:t>pp</a:t>
            </a:r>
            <a:r>
              <a:rPr sz="900" b="1" spc="-5" dirty="0">
                <a:latin typeface="Arial"/>
                <a:cs typeface="Arial"/>
              </a:rPr>
              <a:t>l</a:t>
            </a:r>
            <a:r>
              <a:rPr sz="900" b="1" spc="-35" dirty="0">
                <a:latin typeface="Arial"/>
                <a:cs typeface="Arial"/>
              </a:rPr>
              <a:t>y</a:t>
            </a:r>
            <a:r>
              <a:rPr sz="900" b="1" spc="-2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Arial"/>
                <a:cs typeface="Arial"/>
              </a:rPr>
              <a:t>p</a:t>
            </a:r>
            <a:r>
              <a:rPr sz="900" b="1" spc="-90" dirty="0">
                <a:latin typeface="Arial"/>
                <a:cs typeface="Arial"/>
              </a:rPr>
              <a:t>i</a:t>
            </a:r>
            <a:r>
              <a:rPr sz="900" b="1" spc="-50" dirty="0">
                <a:latin typeface="Arial"/>
                <a:cs typeface="Arial"/>
              </a:rPr>
              <a:t>p</a:t>
            </a:r>
            <a:r>
              <a:rPr sz="900" b="1" spc="-35" dirty="0"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1100">
              <a:latin typeface="Times New Roman"/>
              <a:cs typeface="Times New Roman"/>
            </a:endParaRPr>
          </a:p>
          <a:p>
            <a:pPr marL="796290">
              <a:lnSpc>
                <a:spcPct val="100000"/>
              </a:lnSpc>
            </a:pPr>
            <a:r>
              <a:rPr sz="900" b="1" spc="-70" dirty="0">
                <a:latin typeface="Arial"/>
                <a:cs typeface="Arial"/>
              </a:rPr>
              <a:t>H</a:t>
            </a:r>
            <a:r>
              <a:rPr sz="900" b="1" spc="-85" dirty="0">
                <a:latin typeface="Arial"/>
                <a:cs typeface="Arial"/>
              </a:rPr>
              <a:t>e</a:t>
            </a:r>
            <a:r>
              <a:rPr sz="900" b="1" dirty="0">
                <a:latin typeface="Arial"/>
                <a:cs typeface="Arial"/>
              </a:rPr>
              <a:t>a</a:t>
            </a:r>
            <a:r>
              <a:rPr sz="900" b="1" spc="-55" dirty="0">
                <a:latin typeface="Arial"/>
                <a:cs typeface="Arial"/>
              </a:rPr>
              <a:t>t</a:t>
            </a:r>
            <a:r>
              <a:rPr sz="900" b="1" spc="-90" dirty="0">
                <a:latin typeface="Arial"/>
                <a:cs typeface="Arial"/>
              </a:rPr>
              <a:t>i</a:t>
            </a:r>
            <a:r>
              <a:rPr sz="900" b="1" spc="-50" dirty="0">
                <a:latin typeface="Arial"/>
                <a:cs typeface="Arial"/>
              </a:rPr>
              <a:t>n</a:t>
            </a:r>
            <a:r>
              <a:rPr sz="900" b="1" spc="-40" dirty="0">
                <a:latin typeface="Arial"/>
                <a:cs typeface="Arial"/>
              </a:rPr>
              <a:t>g</a:t>
            </a:r>
            <a:r>
              <a:rPr sz="900" b="1" spc="-7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Arial"/>
                <a:cs typeface="Arial"/>
              </a:rPr>
              <a:t>p</a:t>
            </a:r>
            <a:r>
              <a:rPr sz="900" b="1" spc="-90" dirty="0">
                <a:latin typeface="Arial"/>
                <a:cs typeface="Arial"/>
              </a:rPr>
              <a:t>i</a:t>
            </a:r>
            <a:r>
              <a:rPr sz="900" b="1" spc="-50" dirty="0">
                <a:latin typeface="Arial"/>
                <a:cs typeface="Arial"/>
              </a:rPr>
              <a:t>p</a:t>
            </a:r>
            <a:r>
              <a:rPr sz="900" b="1" spc="-35" dirty="0"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27242" y="4341788"/>
            <a:ext cx="257810" cy="107314"/>
          </a:xfrm>
          <a:custGeom>
            <a:avLst/>
            <a:gdLst/>
            <a:ahLst/>
            <a:cxnLst/>
            <a:rect l="l" t="t" r="r" b="b"/>
            <a:pathLst>
              <a:path w="257810" h="107314">
                <a:moveTo>
                  <a:pt x="0" y="106739"/>
                </a:moveTo>
                <a:lnTo>
                  <a:pt x="257644" y="0"/>
                </a:lnTo>
              </a:path>
            </a:pathLst>
          </a:custGeom>
          <a:ln w="116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38553" y="3879254"/>
            <a:ext cx="397510" cy="166370"/>
          </a:xfrm>
          <a:custGeom>
            <a:avLst/>
            <a:gdLst/>
            <a:ahLst/>
            <a:cxnLst/>
            <a:rect l="l" t="t" r="r" b="b"/>
            <a:pathLst>
              <a:path w="397510" h="166370">
                <a:moveTo>
                  <a:pt x="0" y="0"/>
                </a:moveTo>
                <a:lnTo>
                  <a:pt x="397153" y="166045"/>
                </a:lnTo>
              </a:path>
            </a:pathLst>
          </a:custGeom>
          <a:ln w="116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81339" y="769945"/>
            <a:ext cx="385191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40"/>
              </a:lnSpc>
            </a:pP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nh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40"/>
              </a:lnSpc>
            </a:pP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and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Ill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Mod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48390" y="2702815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>
                <a:moveTo>
                  <a:pt x="0" y="0"/>
                </a:moveTo>
                <a:lnTo>
                  <a:pt x="1279736" y="0"/>
                </a:lnTo>
              </a:path>
            </a:pathLst>
          </a:custGeom>
          <a:ln w="6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0719" y="2240573"/>
            <a:ext cx="2672080" cy="890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615" algn="ctr">
              <a:lnSpc>
                <a:spcPts val="2095"/>
              </a:lnSpc>
            </a:pPr>
            <a:r>
              <a:rPr sz="2300" spc="5" dirty="0">
                <a:latin typeface="Times New Roman"/>
                <a:cs typeface="Times New Roman"/>
              </a:rPr>
              <a:t>0.6</a:t>
            </a:r>
            <a:r>
              <a:rPr sz="2300" spc="120" dirty="0">
                <a:latin typeface="Times New Roman"/>
                <a:cs typeface="Times New Roman"/>
              </a:rPr>
              <a:t>5</a:t>
            </a:r>
            <a:r>
              <a:rPr sz="2300" i="1" spc="160" dirty="0">
                <a:latin typeface="Times New Roman"/>
                <a:cs typeface="Times New Roman"/>
              </a:rPr>
              <a:t>z</a:t>
            </a:r>
            <a:r>
              <a:rPr sz="3000" spc="-15" baseline="29166" dirty="0">
                <a:latin typeface="Symbol"/>
                <a:cs typeface="Symbol"/>
              </a:rPr>
              <a:t></a:t>
            </a:r>
            <a:r>
              <a:rPr sz="3000" baseline="29166" dirty="0">
                <a:latin typeface="Times New Roman"/>
                <a:cs typeface="Times New Roman"/>
              </a:rPr>
              <a:t>2</a:t>
            </a:r>
            <a:endParaRPr sz="3000" baseline="29166">
              <a:latin typeface="Times New Roman"/>
              <a:cs typeface="Times New Roman"/>
            </a:endParaRPr>
          </a:p>
          <a:p>
            <a:pPr marL="12700">
              <a:lnSpc>
                <a:spcPts val="1830"/>
              </a:lnSpc>
              <a:tabLst>
                <a:tab pos="2133600" algn="l"/>
              </a:tabLst>
            </a:pPr>
            <a:r>
              <a:rPr sz="2300" i="1" spc="100" dirty="0">
                <a:latin typeface="Times New Roman"/>
                <a:cs typeface="Times New Roman"/>
              </a:rPr>
              <a:t>y</a:t>
            </a:r>
            <a:r>
              <a:rPr sz="2300" spc="70" dirty="0">
                <a:latin typeface="Times New Roman"/>
                <a:cs typeface="Times New Roman"/>
              </a:rPr>
              <a:t>(</a:t>
            </a:r>
            <a:r>
              <a:rPr sz="2300" i="1" spc="10" dirty="0">
                <a:latin typeface="Times New Roman"/>
                <a:cs typeface="Times New Roman"/>
              </a:rPr>
              <a:t>k</a:t>
            </a:r>
            <a:r>
              <a:rPr sz="2300" i="1" spc="-37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)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10" dirty="0">
                <a:latin typeface="Symbol"/>
                <a:cs typeface="Symbol"/>
              </a:rPr>
              <a:t>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i="1" spc="120" dirty="0">
                <a:latin typeface="Times New Roman"/>
                <a:cs typeface="Times New Roman"/>
              </a:rPr>
              <a:t>u</a:t>
            </a:r>
            <a:r>
              <a:rPr sz="2300" spc="70" dirty="0">
                <a:latin typeface="Times New Roman"/>
                <a:cs typeface="Times New Roman"/>
              </a:rPr>
              <a:t>(</a:t>
            </a:r>
            <a:r>
              <a:rPr sz="2300" i="1" spc="10" dirty="0">
                <a:latin typeface="Times New Roman"/>
                <a:cs typeface="Times New Roman"/>
              </a:rPr>
              <a:t>k</a:t>
            </a:r>
            <a:r>
              <a:rPr sz="2300" i="1" spc="-37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  <a:p>
            <a:pPr marL="212725" algn="ctr">
              <a:lnSpc>
                <a:spcPts val="2495"/>
              </a:lnSpc>
            </a:pPr>
            <a:r>
              <a:rPr sz="2300" spc="195" dirty="0">
                <a:latin typeface="Times New Roman"/>
                <a:cs typeface="Times New Roman"/>
              </a:rPr>
              <a:t>1</a:t>
            </a:r>
            <a:r>
              <a:rPr sz="2300" spc="10" dirty="0">
                <a:latin typeface="Symbol"/>
                <a:cs typeface="Symbol"/>
              </a:rPr>
              <a:t>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0.9</a:t>
            </a:r>
            <a:r>
              <a:rPr sz="2300" spc="-25" dirty="0">
                <a:latin typeface="Times New Roman"/>
                <a:cs typeface="Times New Roman"/>
              </a:rPr>
              <a:t>1</a:t>
            </a:r>
            <a:r>
              <a:rPr sz="2300" i="1" spc="160" dirty="0">
                <a:latin typeface="Times New Roman"/>
                <a:cs typeface="Times New Roman"/>
              </a:rPr>
              <a:t>z</a:t>
            </a:r>
            <a:r>
              <a:rPr sz="3000" spc="-15" baseline="29166" dirty="0">
                <a:latin typeface="Symbol"/>
                <a:cs typeface="Symbol"/>
              </a:rPr>
              <a:t></a:t>
            </a:r>
            <a:r>
              <a:rPr sz="3000" baseline="29166" dirty="0">
                <a:latin typeface="Times New Roman"/>
                <a:cs typeface="Times New Roman"/>
              </a:rPr>
              <a:t>1</a:t>
            </a:r>
            <a:endParaRPr sz="3000" baseline="29166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13809" y="4154422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>
                <a:moveTo>
                  <a:pt x="0" y="0"/>
                </a:moveTo>
                <a:lnTo>
                  <a:pt x="1279898" y="0"/>
                </a:lnTo>
              </a:path>
            </a:pathLst>
          </a:custGeom>
          <a:ln w="67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62875" y="3691904"/>
            <a:ext cx="960119" cy="424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spc="5" dirty="0">
                <a:latin typeface="Times New Roman"/>
                <a:cs typeface="Times New Roman"/>
              </a:rPr>
              <a:t>0.6</a:t>
            </a:r>
            <a:r>
              <a:rPr sz="2300" spc="120" dirty="0">
                <a:latin typeface="Times New Roman"/>
                <a:cs typeface="Times New Roman"/>
              </a:rPr>
              <a:t>5</a:t>
            </a:r>
            <a:r>
              <a:rPr sz="2300" i="1" spc="160" dirty="0">
                <a:latin typeface="Times New Roman"/>
                <a:cs typeface="Times New Roman"/>
              </a:rPr>
              <a:t>z</a:t>
            </a:r>
            <a:r>
              <a:rPr sz="3000" spc="-15" baseline="29166" dirty="0">
                <a:latin typeface="Symbol"/>
                <a:cs typeface="Symbol"/>
              </a:rPr>
              <a:t></a:t>
            </a:r>
            <a:r>
              <a:rPr sz="3000" baseline="29166" dirty="0">
                <a:latin typeface="Times New Roman"/>
                <a:cs typeface="Times New Roman"/>
              </a:rPr>
              <a:t>2</a:t>
            </a:r>
            <a:endParaRPr sz="3000" baseline="29166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7052" y="4157665"/>
            <a:ext cx="292735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Symbol"/>
                <a:cs typeface="Symbol"/>
              </a:rPr>
              <a:t></a:t>
            </a: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7578" y="4257124"/>
            <a:ext cx="1035050" cy="325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spc="195" dirty="0">
                <a:latin typeface="Times New Roman"/>
                <a:cs typeface="Times New Roman"/>
              </a:rPr>
              <a:t>1</a:t>
            </a:r>
            <a:r>
              <a:rPr sz="2300" spc="10" dirty="0">
                <a:latin typeface="Symbol"/>
                <a:cs typeface="Symbol"/>
              </a:rPr>
              <a:t>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0.9</a:t>
            </a:r>
            <a:r>
              <a:rPr sz="2300" spc="-25" dirty="0">
                <a:latin typeface="Times New Roman"/>
                <a:cs typeface="Times New Roman"/>
              </a:rPr>
              <a:t>1</a:t>
            </a:r>
            <a:r>
              <a:rPr sz="2300" i="1" spc="5" dirty="0">
                <a:latin typeface="Times New Roman"/>
                <a:cs typeface="Times New Roman"/>
              </a:rPr>
              <a:t>z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3098" y="4087960"/>
            <a:ext cx="13906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dirty="0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68377" y="4087960"/>
            <a:ext cx="13906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dirty="0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0743" y="3973303"/>
            <a:ext cx="545465" cy="325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9570" algn="l"/>
              </a:tabLst>
            </a:pPr>
            <a:r>
              <a:rPr sz="2300" i="1" spc="10" dirty="0">
                <a:latin typeface="Times New Roman"/>
                <a:cs typeface="Times New Roman"/>
              </a:rPr>
              <a:t>y	</a:t>
            </a:r>
            <a:r>
              <a:rPr sz="2300" spc="10" dirty="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17558" y="3978015"/>
            <a:ext cx="173355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i="1" spc="10" dirty="0">
                <a:latin typeface="Times New Roman"/>
                <a:cs typeface="Times New Roman"/>
              </a:rPr>
              <a:t>u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8797" y="3722604"/>
            <a:ext cx="139065" cy="602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90"/>
              </a:lnSpc>
            </a:pPr>
            <a:r>
              <a:rPr sz="2300" spc="5" dirty="0">
                <a:latin typeface="Symbol"/>
                <a:cs typeface="Symbol"/>
              </a:rPr>
              <a:t></a:t>
            </a:r>
            <a:endParaRPr sz="2300">
              <a:latin typeface="Symbol"/>
              <a:cs typeface="Symbol"/>
            </a:endParaRPr>
          </a:p>
          <a:p>
            <a:pPr marL="12700">
              <a:lnSpc>
                <a:spcPts val="2490"/>
              </a:lnSpc>
            </a:pPr>
            <a:r>
              <a:rPr sz="2300" spc="-890" dirty="0">
                <a:latin typeface="Symbol"/>
                <a:cs typeface="Symbol"/>
              </a:rPr>
              <a:t>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60323" y="3722604"/>
            <a:ext cx="139065" cy="602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90"/>
              </a:lnSpc>
            </a:pPr>
            <a:r>
              <a:rPr sz="2300" spc="5" dirty="0">
                <a:latin typeface="Symbol"/>
                <a:cs typeface="Symbol"/>
              </a:rPr>
              <a:t></a:t>
            </a:r>
            <a:endParaRPr sz="2300">
              <a:latin typeface="Symbol"/>
              <a:cs typeface="Symbol"/>
            </a:endParaRPr>
          </a:p>
          <a:p>
            <a:pPr marL="12700">
              <a:lnSpc>
                <a:spcPts val="2490"/>
              </a:lnSpc>
            </a:pPr>
            <a:r>
              <a:rPr sz="2300" spc="-890" dirty="0">
                <a:latin typeface="Symbol"/>
                <a:cs typeface="Symbol"/>
              </a:rPr>
              <a:t>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8797" y="4139740"/>
            <a:ext cx="139065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spc="5" dirty="0">
                <a:latin typeface="Symbol"/>
                <a:cs typeface="Symbol"/>
              </a:rPr>
              <a:t>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60323" y="4139740"/>
            <a:ext cx="139065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spc="5" dirty="0">
                <a:latin typeface="Symbol"/>
                <a:cs typeface="Symbol"/>
              </a:rPr>
              <a:t>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8797" y="4325466"/>
            <a:ext cx="139065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spc="5" dirty="0">
                <a:latin typeface="Symbol"/>
                <a:cs typeface="Symbol"/>
              </a:rPr>
              <a:t>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60323" y="4325466"/>
            <a:ext cx="139065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spc="5" dirty="0">
                <a:latin typeface="Symbol"/>
                <a:cs typeface="Symbol"/>
              </a:rPr>
              <a:t>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30132" y="3664820"/>
            <a:ext cx="4035425" cy="0"/>
          </a:xfrm>
          <a:custGeom>
            <a:avLst/>
            <a:gdLst/>
            <a:ahLst/>
            <a:cxnLst/>
            <a:rect l="l" t="t" r="r" b="b"/>
            <a:pathLst>
              <a:path w="4035425">
                <a:moveTo>
                  <a:pt x="0" y="0"/>
                </a:moveTo>
                <a:lnTo>
                  <a:pt x="4035088" y="0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30132" y="2269204"/>
            <a:ext cx="4035425" cy="0"/>
          </a:xfrm>
          <a:custGeom>
            <a:avLst/>
            <a:gdLst/>
            <a:ahLst/>
            <a:cxnLst/>
            <a:rect l="l" t="t" r="r" b="b"/>
            <a:pathLst>
              <a:path w="4035425">
                <a:moveTo>
                  <a:pt x="0" y="0"/>
                </a:moveTo>
                <a:lnTo>
                  <a:pt x="4035088" y="0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365502" y="2268937"/>
            <a:ext cx="0" cy="1395730"/>
          </a:xfrm>
          <a:custGeom>
            <a:avLst/>
            <a:gdLst/>
            <a:ahLst/>
            <a:cxnLst/>
            <a:rect l="l" t="t" r="r" b="b"/>
            <a:pathLst>
              <a:path h="1395729">
                <a:moveTo>
                  <a:pt x="0" y="1395616"/>
                </a:moveTo>
                <a:lnTo>
                  <a:pt x="0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330414" y="2268937"/>
            <a:ext cx="0" cy="1395730"/>
          </a:xfrm>
          <a:custGeom>
            <a:avLst/>
            <a:gdLst/>
            <a:ahLst/>
            <a:cxnLst/>
            <a:rect l="l" t="t" r="r" b="b"/>
            <a:pathLst>
              <a:path h="1395729">
                <a:moveTo>
                  <a:pt x="0" y="1395616"/>
                </a:moveTo>
                <a:lnTo>
                  <a:pt x="0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65220" y="3664553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5">
                <a:moveTo>
                  <a:pt x="0" y="0"/>
                </a:moveTo>
                <a:lnTo>
                  <a:pt x="563" y="533"/>
                </a:lnTo>
              </a:path>
            </a:pathLst>
          </a:custGeom>
          <a:ln w="87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30132" y="3664553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0" y="0"/>
                </a:moveTo>
                <a:lnTo>
                  <a:pt x="563" y="533"/>
                </a:lnTo>
              </a:path>
            </a:pathLst>
          </a:custGeom>
          <a:ln w="87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30132" y="3664553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0" y="0"/>
                </a:moveTo>
                <a:lnTo>
                  <a:pt x="563" y="533"/>
                </a:lnTo>
              </a:path>
            </a:pathLst>
          </a:custGeom>
          <a:ln w="87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92592" y="3635843"/>
            <a:ext cx="635" cy="29209"/>
          </a:xfrm>
          <a:custGeom>
            <a:avLst/>
            <a:gdLst/>
            <a:ahLst/>
            <a:cxnLst/>
            <a:rect l="l" t="t" r="r" b="b"/>
            <a:pathLst>
              <a:path w="635" h="29210">
                <a:moveTo>
                  <a:pt x="0" y="28710"/>
                </a:moveTo>
                <a:lnTo>
                  <a:pt x="563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92592" y="2268937"/>
            <a:ext cx="635" cy="29209"/>
          </a:xfrm>
          <a:custGeom>
            <a:avLst/>
            <a:gdLst/>
            <a:ahLst/>
            <a:cxnLst/>
            <a:rect l="l" t="t" r="r" b="b"/>
            <a:pathLst>
              <a:path w="635" h="29210">
                <a:moveTo>
                  <a:pt x="0" y="0"/>
                </a:moveTo>
                <a:lnTo>
                  <a:pt x="563" y="2868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50827" y="3635843"/>
            <a:ext cx="635" cy="29209"/>
          </a:xfrm>
          <a:custGeom>
            <a:avLst/>
            <a:gdLst/>
            <a:ahLst/>
            <a:cxnLst/>
            <a:rect l="l" t="t" r="r" b="b"/>
            <a:pathLst>
              <a:path w="635" h="29210">
                <a:moveTo>
                  <a:pt x="0" y="28710"/>
                </a:moveTo>
                <a:lnTo>
                  <a:pt x="563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50827" y="2268937"/>
            <a:ext cx="635" cy="29209"/>
          </a:xfrm>
          <a:custGeom>
            <a:avLst/>
            <a:gdLst/>
            <a:ahLst/>
            <a:cxnLst/>
            <a:rect l="l" t="t" r="r" b="b"/>
            <a:pathLst>
              <a:path w="635" h="29210">
                <a:moveTo>
                  <a:pt x="0" y="0"/>
                </a:moveTo>
                <a:lnTo>
                  <a:pt x="563" y="2868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09596" y="3635843"/>
            <a:ext cx="635" cy="29209"/>
          </a:xfrm>
          <a:custGeom>
            <a:avLst/>
            <a:gdLst/>
            <a:ahLst/>
            <a:cxnLst/>
            <a:rect l="l" t="t" r="r" b="b"/>
            <a:pathLst>
              <a:path w="634" h="29210">
                <a:moveTo>
                  <a:pt x="0" y="28710"/>
                </a:moveTo>
                <a:lnTo>
                  <a:pt x="563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709596" y="2268937"/>
            <a:ext cx="635" cy="29209"/>
          </a:xfrm>
          <a:custGeom>
            <a:avLst/>
            <a:gdLst/>
            <a:ahLst/>
            <a:cxnLst/>
            <a:rect l="l" t="t" r="r" b="b"/>
            <a:pathLst>
              <a:path w="634" h="29210">
                <a:moveTo>
                  <a:pt x="0" y="0"/>
                </a:moveTo>
                <a:lnTo>
                  <a:pt x="563" y="2868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767832" y="3635843"/>
            <a:ext cx="635" cy="29209"/>
          </a:xfrm>
          <a:custGeom>
            <a:avLst/>
            <a:gdLst/>
            <a:ahLst/>
            <a:cxnLst/>
            <a:rect l="l" t="t" r="r" b="b"/>
            <a:pathLst>
              <a:path w="634" h="29210">
                <a:moveTo>
                  <a:pt x="0" y="28710"/>
                </a:moveTo>
                <a:lnTo>
                  <a:pt x="563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767832" y="2268937"/>
            <a:ext cx="635" cy="29209"/>
          </a:xfrm>
          <a:custGeom>
            <a:avLst/>
            <a:gdLst/>
            <a:ahLst/>
            <a:cxnLst/>
            <a:rect l="l" t="t" r="r" b="b"/>
            <a:pathLst>
              <a:path w="634" h="29210">
                <a:moveTo>
                  <a:pt x="0" y="0"/>
                </a:moveTo>
                <a:lnTo>
                  <a:pt x="563" y="2868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30132" y="3434958"/>
            <a:ext cx="27940" cy="635"/>
          </a:xfrm>
          <a:custGeom>
            <a:avLst/>
            <a:gdLst/>
            <a:ahLst/>
            <a:cxnLst/>
            <a:rect l="l" t="t" r="r" b="b"/>
            <a:pathLst>
              <a:path w="27939" h="635">
                <a:moveTo>
                  <a:pt x="0" y="0"/>
                </a:moveTo>
                <a:lnTo>
                  <a:pt x="27539" y="533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337680" y="3434958"/>
            <a:ext cx="27940" cy="635"/>
          </a:xfrm>
          <a:custGeom>
            <a:avLst/>
            <a:gdLst/>
            <a:ahLst/>
            <a:cxnLst/>
            <a:rect l="l" t="t" r="r" b="b"/>
            <a:pathLst>
              <a:path w="27940" h="635">
                <a:moveTo>
                  <a:pt x="27539" y="0"/>
                </a:moveTo>
                <a:lnTo>
                  <a:pt x="0" y="533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30132" y="2851948"/>
            <a:ext cx="27940" cy="635"/>
          </a:xfrm>
          <a:custGeom>
            <a:avLst/>
            <a:gdLst/>
            <a:ahLst/>
            <a:cxnLst/>
            <a:rect l="l" t="t" r="r" b="b"/>
            <a:pathLst>
              <a:path w="27939" h="635">
                <a:moveTo>
                  <a:pt x="0" y="0"/>
                </a:moveTo>
                <a:lnTo>
                  <a:pt x="27539" y="533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337680" y="2851948"/>
            <a:ext cx="27940" cy="635"/>
          </a:xfrm>
          <a:custGeom>
            <a:avLst/>
            <a:gdLst/>
            <a:ahLst/>
            <a:cxnLst/>
            <a:rect l="l" t="t" r="r" b="b"/>
            <a:pathLst>
              <a:path w="27940" h="635">
                <a:moveTo>
                  <a:pt x="27539" y="0"/>
                </a:moveTo>
                <a:lnTo>
                  <a:pt x="0" y="533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30132" y="2268937"/>
            <a:ext cx="27940" cy="635"/>
          </a:xfrm>
          <a:custGeom>
            <a:avLst/>
            <a:gdLst/>
            <a:ahLst/>
            <a:cxnLst/>
            <a:rect l="l" t="t" r="r" b="b"/>
            <a:pathLst>
              <a:path w="27939" h="635">
                <a:moveTo>
                  <a:pt x="0" y="0"/>
                </a:moveTo>
                <a:lnTo>
                  <a:pt x="27539" y="533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337680" y="2268937"/>
            <a:ext cx="27940" cy="635"/>
          </a:xfrm>
          <a:custGeom>
            <a:avLst/>
            <a:gdLst/>
            <a:ahLst/>
            <a:cxnLst/>
            <a:rect l="l" t="t" r="r" b="b"/>
            <a:pathLst>
              <a:path w="27940" h="635">
                <a:moveTo>
                  <a:pt x="27539" y="0"/>
                </a:moveTo>
                <a:lnTo>
                  <a:pt x="0" y="533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330132" y="2268937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0" y="0"/>
                </a:moveTo>
                <a:lnTo>
                  <a:pt x="563" y="533"/>
                </a:lnTo>
              </a:path>
            </a:pathLst>
          </a:custGeom>
          <a:ln w="87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365220" y="2268937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5">
                <a:moveTo>
                  <a:pt x="0" y="0"/>
                </a:moveTo>
                <a:lnTo>
                  <a:pt x="563" y="533"/>
                </a:lnTo>
              </a:path>
            </a:pathLst>
          </a:custGeom>
          <a:ln w="87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348124" y="3420617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>
                <a:moveTo>
                  <a:pt x="0" y="0"/>
                </a:moveTo>
                <a:lnTo>
                  <a:pt x="100025" y="0"/>
                </a:lnTo>
              </a:path>
            </a:pathLst>
          </a:custGeom>
          <a:ln w="10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438588" y="2717993"/>
            <a:ext cx="54610" cy="708025"/>
          </a:xfrm>
          <a:custGeom>
            <a:avLst/>
            <a:gdLst/>
            <a:ahLst/>
            <a:cxnLst/>
            <a:rect l="l" t="t" r="r" b="b"/>
            <a:pathLst>
              <a:path w="54610" h="708025">
                <a:moveTo>
                  <a:pt x="54528" y="0"/>
                </a:moveTo>
                <a:lnTo>
                  <a:pt x="45537" y="0"/>
                </a:lnTo>
                <a:lnTo>
                  <a:pt x="0" y="697839"/>
                </a:lnTo>
                <a:lnTo>
                  <a:pt x="0" y="707410"/>
                </a:lnTo>
                <a:lnTo>
                  <a:pt x="9570" y="707410"/>
                </a:lnTo>
                <a:lnTo>
                  <a:pt x="54528" y="9570"/>
                </a:lnTo>
                <a:lnTo>
                  <a:pt x="545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484125" y="2722777"/>
            <a:ext cx="1022350" cy="0"/>
          </a:xfrm>
          <a:custGeom>
            <a:avLst/>
            <a:gdLst/>
            <a:ahLst/>
            <a:cxnLst/>
            <a:rect l="l" t="t" r="r" b="b"/>
            <a:pathLst>
              <a:path w="1022350">
                <a:moveTo>
                  <a:pt x="0" y="0"/>
                </a:moveTo>
                <a:lnTo>
                  <a:pt x="1022258" y="0"/>
                </a:lnTo>
              </a:path>
            </a:pathLst>
          </a:custGeom>
          <a:ln w="10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497403" y="2717993"/>
            <a:ext cx="53975" cy="708025"/>
          </a:xfrm>
          <a:custGeom>
            <a:avLst/>
            <a:gdLst/>
            <a:ahLst/>
            <a:cxnLst/>
            <a:rect l="l" t="t" r="r" b="b"/>
            <a:pathLst>
              <a:path w="53975" h="708025">
                <a:moveTo>
                  <a:pt x="8961" y="0"/>
                </a:moveTo>
                <a:lnTo>
                  <a:pt x="0" y="0"/>
                </a:lnTo>
                <a:lnTo>
                  <a:pt x="0" y="9570"/>
                </a:lnTo>
                <a:lnTo>
                  <a:pt x="44957" y="707410"/>
                </a:lnTo>
                <a:lnTo>
                  <a:pt x="53919" y="707410"/>
                </a:lnTo>
                <a:lnTo>
                  <a:pt x="53919" y="697839"/>
                </a:lnTo>
                <a:lnTo>
                  <a:pt x="89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542361" y="3420617"/>
            <a:ext cx="1022350" cy="0"/>
          </a:xfrm>
          <a:custGeom>
            <a:avLst/>
            <a:gdLst/>
            <a:ahLst/>
            <a:cxnLst/>
            <a:rect l="l" t="t" r="r" b="b"/>
            <a:pathLst>
              <a:path w="1022350">
                <a:moveTo>
                  <a:pt x="0" y="0"/>
                </a:moveTo>
                <a:lnTo>
                  <a:pt x="1022235" y="0"/>
                </a:lnTo>
              </a:path>
            </a:pathLst>
          </a:custGeom>
          <a:ln w="10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555607" y="2727563"/>
            <a:ext cx="54610" cy="697865"/>
          </a:xfrm>
          <a:custGeom>
            <a:avLst/>
            <a:gdLst/>
            <a:ahLst/>
            <a:cxnLst/>
            <a:rect l="l" t="t" r="r" b="b"/>
            <a:pathLst>
              <a:path w="54609" h="697864">
                <a:moveTo>
                  <a:pt x="54528" y="0"/>
                </a:moveTo>
                <a:lnTo>
                  <a:pt x="45537" y="0"/>
                </a:lnTo>
                <a:lnTo>
                  <a:pt x="0" y="688268"/>
                </a:lnTo>
                <a:lnTo>
                  <a:pt x="0" y="697839"/>
                </a:lnTo>
                <a:lnTo>
                  <a:pt x="8991" y="697839"/>
                </a:lnTo>
                <a:lnTo>
                  <a:pt x="54528" y="9570"/>
                </a:lnTo>
                <a:lnTo>
                  <a:pt x="545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601145" y="2732354"/>
            <a:ext cx="1022350" cy="0"/>
          </a:xfrm>
          <a:custGeom>
            <a:avLst/>
            <a:gdLst/>
            <a:ahLst/>
            <a:cxnLst/>
            <a:rect l="l" t="t" r="r" b="b"/>
            <a:pathLst>
              <a:path w="1022350">
                <a:moveTo>
                  <a:pt x="0" y="0"/>
                </a:moveTo>
                <a:lnTo>
                  <a:pt x="1022246" y="0"/>
                </a:lnTo>
              </a:path>
            </a:pathLst>
          </a:custGeom>
          <a:ln w="10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614391" y="2727563"/>
            <a:ext cx="53975" cy="707390"/>
          </a:xfrm>
          <a:custGeom>
            <a:avLst/>
            <a:gdLst/>
            <a:ahLst/>
            <a:cxnLst/>
            <a:rect l="l" t="t" r="r" b="b"/>
            <a:pathLst>
              <a:path w="53975" h="707389">
                <a:moveTo>
                  <a:pt x="8991" y="0"/>
                </a:moveTo>
                <a:lnTo>
                  <a:pt x="0" y="0"/>
                </a:lnTo>
                <a:lnTo>
                  <a:pt x="0" y="9570"/>
                </a:lnTo>
                <a:lnTo>
                  <a:pt x="44957" y="707379"/>
                </a:lnTo>
                <a:lnTo>
                  <a:pt x="53949" y="707379"/>
                </a:lnTo>
                <a:lnTo>
                  <a:pt x="53949" y="697839"/>
                </a:lnTo>
                <a:lnTo>
                  <a:pt x="89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659349" y="3430163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39" y="0"/>
                </a:lnTo>
              </a:path>
            </a:pathLst>
          </a:custGeom>
          <a:ln w="10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012277" y="3425403"/>
            <a:ext cx="53975" cy="19685"/>
          </a:xfrm>
          <a:custGeom>
            <a:avLst/>
            <a:gdLst/>
            <a:ahLst/>
            <a:cxnLst/>
            <a:rect l="l" t="t" r="r" b="b"/>
            <a:pathLst>
              <a:path w="53975" h="19685">
                <a:moveTo>
                  <a:pt x="9022" y="0"/>
                </a:moveTo>
                <a:lnTo>
                  <a:pt x="0" y="0"/>
                </a:lnTo>
                <a:lnTo>
                  <a:pt x="0" y="9540"/>
                </a:lnTo>
                <a:lnTo>
                  <a:pt x="44988" y="19110"/>
                </a:lnTo>
                <a:lnTo>
                  <a:pt x="53980" y="19110"/>
                </a:lnTo>
                <a:lnTo>
                  <a:pt x="53980" y="9540"/>
                </a:lnTo>
                <a:lnTo>
                  <a:pt x="90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057265" y="3439728"/>
            <a:ext cx="99695" cy="0"/>
          </a:xfrm>
          <a:custGeom>
            <a:avLst/>
            <a:gdLst/>
            <a:ahLst/>
            <a:cxnLst/>
            <a:rect l="l" t="t" r="r" b="b"/>
            <a:pathLst>
              <a:path w="99695">
                <a:moveTo>
                  <a:pt x="0" y="0"/>
                </a:moveTo>
                <a:lnTo>
                  <a:pt x="99453" y="0"/>
                </a:lnTo>
              </a:path>
            </a:pathLst>
          </a:custGeom>
          <a:ln w="10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147730" y="3425403"/>
            <a:ext cx="54610" cy="19685"/>
          </a:xfrm>
          <a:custGeom>
            <a:avLst/>
            <a:gdLst/>
            <a:ahLst/>
            <a:cxnLst/>
            <a:rect l="l" t="t" r="r" b="b"/>
            <a:pathLst>
              <a:path w="54609" h="19685">
                <a:moveTo>
                  <a:pt x="54498" y="0"/>
                </a:moveTo>
                <a:lnTo>
                  <a:pt x="45506" y="0"/>
                </a:lnTo>
                <a:lnTo>
                  <a:pt x="0" y="9540"/>
                </a:lnTo>
                <a:lnTo>
                  <a:pt x="0" y="19110"/>
                </a:lnTo>
                <a:lnTo>
                  <a:pt x="8991" y="19110"/>
                </a:lnTo>
                <a:lnTo>
                  <a:pt x="54498" y="9540"/>
                </a:lnTo>
                <a:lnTo>
                  <a:pt x="544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93237" y="3425403"/>
            <a:ext cx="45085" cy="19685"/>
          </a:xfrm>
          <a:custGeom>
            <a:avLst/>
            <a:gdLst/>
            <a:ahLst/>
            <a:cxnLst/>
            <a:rect l="l" t="t" r="r" b="b"/>
            <a:pathLst>
              <a:path w="45084" h="19685">
                <a:moveTo>
                  <a:pt x="8991" y="0"/>
                </a:moveTo>
                <a:lnTo>
                  <a:pt x="0" y="0"/>
                </a:lnTo>
                <a:lnTo>
                  <a:pt x="0" y="9540"/>
                </a:lnTo>
                <a:lnTo>
                  <a:pt x="35996" y="19110"/>
                </a:lnTo>
                <a:lnTo>
                  <a:pt x="44957" y="19110"/>
                </a:lnTo>
                <a:lnTo>
                  <a:pt x="44957" y="9540"/>
                </a:lnTo>
                <a:lnTo>
                  <a:pt x="89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229234" y="3439728"/>
            <a:ext cx="99695" cy="0"/>
          </a:xfrm>
          <a:custGeom>
            <a:avLst/>
            <a:gdLst/>
            <a:ahLst/>
            <a:cxnLst/>
            <a:rect l="l" t="t" r="r" b="b"/>
            <a:pathLst>
              <a:path w="99695">
                <a:moveTo>
                  <a:pt x="0" y="0"/>
                </a:moveTo>
                <a:lnTo>
                  <a:pt x="99465" y="0"/>
                </a:lnTo>
              </a:path>
            </a:pathLst>
          </a:custGeom>
          <a:ln w="10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319698" y="3425403"/>
            <a:ext cx="54610" cy="19685"/>
          </a:xfrm>
          <a:custGeom>
            <a:avLst/>
            <a:gdLst/>
            <a:ahLst/>
            <a:cxnLst/>
            <a:rect l="l" t="t" r="r" b="b"/>
            <a:pathLst>
              <a:path w="54609" h="19685">
                <a:moveTo>
                  <a:pt x="54528" y="0"/>
                </a:moveTo>
                <a:lnTo>
                  <a:pt x="45537" y="0"/>
                </a:lnTo>
                <a:lnTo>
                  <a:pt x="0" y="9540"/>
                </a:lnTo>
                <a:lnTo>
                  <a:pt x="0" y="19110"/>
                </a:lnTo>
                <a:lnTo>
                  <a:pt x="8991" y="19110"/>
                </a:lnTo>
                <a:lnTo>
                  <a:pt x="54528" y="9540"/>
                </a:lnTo>
                <a:lnTo>
                  <a:pt x="545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348116" y="2651033"/>
            <a:ext cx="4017645" cy="784225"/>
          </a:xfrm>
          <a:custGeom>
            <a:avLst/>
            <a:gdLst/>
            <a:ahLst/>
            <a:cxnLst/>
            <a:rect l="l" t="t" r="r" b="b"/>
            <a:pathLst>
              <a:path w="4017645" h="784225">
                <a:moveTo>
                  <a:pt x="0" y="726533"/>
                </a:moveTo>
                <a:lnTo>
                  <a:pt x="45523" y="755214"/>
                </a:lnTo>
                <a:lnTo>
                  <a:pt x="90483" y="764784"/>
                </a:lnTo>
                <a:lnTo>
                  <a:pt x="136007" y="783924"/>
                </a:lnTo>
                <a:lnTo>
                  <a:pt x="180967" y="764784"/>
                </a:lnTo>
                <a:lnTo>
                  <a:pt x="226491" y="688252"/>
                </a:lnTo>
                <a:lnTo>
                  <a:pt x="271451" y="630861"/>
                </a:lnTo>
                <a:lnTo>
                  <a:pt x="316975" y="554329"/>
                </a:lnTo>
                <a:lnTo>
                  <a:pt x="352943" y="468760"/>
                </a:lnTo>
                <a:lnTo>
                  <a:pt x="398467" y="363518"/>
                </a:lnTo>
                <a:lnTo>
                  <a:pt x="443427" y="286986"/>
                </a:lnTo>
                <a:lnTo>
                  <a:pt x="488920" y="210454"/>
                </a:lnTo>
                <a:lnTo>
                  <a:pt x="533880" y="191344"/>
                </a:lnTo>
                <a:lnTo>
                  <a:pt x="579435" y="133952"/>
                </a:lnTo>
                <a:lnTo>
                  <a:pt x="624364" y="143493"/>
                </a:lnTo>
                <a:lnTo>
                  <a:pt x="669888" y="105242"/>
                </a:lnTo>
                <a:lnTo>
                  <a:pt x="705856" y="47850"/>
                </a:lnTo>
                <a:lnTo>
                  <a:pt x="751380" y="57421"/>
                </a:lnTo>
                <a:lnTo>
                  <a:pt x="796340" y="19140"/>
                </a:lnTo>
                <a:lnTo>
                  <a:pt x="841863" y="9570"/>
                </a:lnTo>
                <a:lnTo>
                  <a:pt x="886823" y="0"/>
                </a:lnTo>
                <a:lnTo>
                  <a:pt x="932347" y="0"/>
                </a:lnTo>
                <a:lnTo>
                  <a:pt x="977307" y="0"/>
                </a:lnTo>
                <a:lnTo>
                  <a:pt x="1022267" y="0"/>
                </a:lnTo>
                <a:lnTo>
                  <a:pt x="1058799" y="19140"/>
                </a:lnTo>
                <a:lnTo>
                  <a:pt x="1103759" y="9570"/>
                </a:lnTo>
                <a:lnTo>
                  <a:pt x="1149283" y="19140"/>
                </a:lnTo>
                <a:lnTo>
                  <a:pt x="1194243" y="28710"/>
                </a:lnTo>
                <a:lnTo>
                  <a:pt x="1239767" y="76531"/>
                </a:lnTo>
                <a:lnTo>
                  <a:pt x="1284696" y="133952"/>
                </a:lnTo>
                <a:lnTo>
                  <a:pt x="1330251" y="210454"/>
                </a:lnTo>
                <a:lnTo>
                  <a:pt x="1375211" y="248735"/>
                </a:lnTo>
                <a:lnTo>
                  <a:pt x="1411712" y="306127"/>
                </a:lnTo>
                <a:lnTo>
                  <a:pt x="1456672" y="353977"/>
                </a:lnTo>
                <a:lnTo>
                  <a:pt x="1502196" y="420939"/>
                </a:lnTo>
                <a:lnTo>
                  <a:pt x="1547156" y="468760"/>
                </a:lnTo>
                <a:lnTo>
                  <a:pt x="1592680" y="487901"/>
                </a:lnTo>
                <a:lnTo>
                  <a:pt x="1637640" y="544759"/>
                </a:lnTo>
                <a:lnTo>
                  <a:pt x="1683164" y="573469"/>
                </a:lnTo>
                <a:lnTo>
                  <a:pt x="1728124" y="563899"/>
                </a:lnTo>
                <a:lnTo>
                  <a:pt x="1764091" y="592610"/>
                </a:lnTo>
                <a:lnTo>
                  <a:pt x="1809615" y="583010"/>
                </a:lnTo>
                <a:lnTo>
                  <a:pt x="1854575" y="592610"/>
                </a:lnTo>
                <a:lnTo>
                  <a:pt x="1900099" y="611720"/>
                </a:lnTo>
                <a:lnTo>
                  <a:pt x="1945059" y="592610"/>
                </a:lnTo>
                <a:lnTo>
                  <a:pt x="1990583" y="602150"/>
                </a:lnTo>
                <a:lnTo>
                  <a:pt x="2035543" y="630861"/>
                </a:lnTo>
                <a:lnTo>
                  <a:pt x="2081067" y="630861"/>
                </a:lnTo>
                <a:lnTo>
                  <a:pt x="2117004" y="649971"/>
                </a:lnTo>
                <a:lnTo>
                  <a:pt x="2162559" y="659571"/>
                </a:lnTo>
                <a:lnTo>
                  <a:pt x="2207519" y="678682"/>
                </a:lnTo>
                <a:lnTo>
                  <a:pt x="2253012" y="678682"/>
                </a:lnTo>
                <a:lnTo>
                  <a:pt x="2297972" y="669112"/>
                </a:lnTo>
                <a:lnTo>
                  <a:pt x="2343496" y="630861"/>
                </a:lnTo>
                <a:lnTo>
                  <a:pt x="2388456" y="592610"/>
                </a:lnTo>
                <a:lnTo>
                  <a:pt x="2433980" y="526152"/>
                </a:lnTo>
                <a:lnTo>
                  <a:pt x="2469948" y="487901"/>
                </a:lnTo>
                <a:lnTo>
                  <a:pt x="2515472" y="420939"/>
                </a:lnTo>
                <a:lnTo>
                  <a:pt x="2560432" y="411369"/>
                </a:lnTo>
                <a:lnTo>
                  <a:pt x="2605955" y="334837"/>
                </a:lnTo>
                <a:lnTo>
                  <a:pt x="2650915" y="315697"/>
                </a:lnTo>
                <a:lnTo>
                  <a:pt x="2695875" y="296586"/>
                </a:lnTo>
                <a:lnTo>
                  <a:pt x="2741399" y="286986"/>
                </a:lnTo>
                <a:lnTo>
                  <a:pt x="2786359" y="239165"/>
                </a:lnTo>
                <a:lnTo>
                  <a:pt x="2822891" y="210454"/>
                </a:lnTo>
                <a:lnTo>
                  <a:pt x="2867851" y="181774"/>
                </a:lnTo>
                <a:lnTo>
                  <a:pt x="2913375" y="133952"/>
                </a:lnTo>
                <a:lnTo>
                  <a:pt x="2958335" y="95672"/>
                </a:lnTo>
                <a:lnTo>
                  <a:pt x="3003828" y="86101"/>
                </a:lnTo>
                <a:lnTo>
                  <a:pt x="3048788" y="57421"/>
                </a:lnTo>
                <a:lnTo>
                  <a:pt x="3094312" y="38280"/>
                </a:lnTo>
                <a:lnTo>
                  <a:pt x="3139272" y="28710"/>
                </a:lnTo>
                <a:lnTo>
                  <a:pt x="3175804" y="28710"/>
                </a:lnTo>
                <a:lnTo>
                  <a:pt x="3220764" y="19140"/>
                </a:lnTo>
                <a:lnTo>
                  <a:pt x="3266288" y="19140"/>
                </a:lnTo>
                <a:lnTo>
                  <a:pt x="3311248" y="19140"/>
                </a:lnTo>
                <a:lnTo>
                  <a:pt x="3356772" y="66961"/>
                </a:lnTo>
                <a:lnTo>
                  <a:pt x="3401732" y="133952"/>
                </a:lnTo>
                <a:lnTo>
                  <a:pt x="3447256" y="200914"/>
                </a:lnTo>
                <a:lnTo>
                  <a:pt x="3492216" y="258305"/>
                </a:lnTo>
                <a:lnTo>
                  <a:pt x="3528183" y="315697"/>
                </a:lnTo>
                <a:lnTo>
                  <a:pt x="3573707" y="363518"/>
                </a:lnTo>
                <a:lnTo>
                  <a:pt x="3618667" y="411369"/>
                </a:lnTo>
                <a:lnTo>
                  <a:pt x="3664191" y="449620"/>
                </a:lnTo>
                <a:lnTo>
                  <a:pt x="3709120" y="478331"/>
                </a:lnTo>
                <a:lnTo>
                  <a:pt x="3754675" y="497471"/>
                </a:lnTo>
                <a:lnTo>
                  <a:pt x="3799635" y="497471"/>
                </a:lnTo>
                <a:lnTo>
                  <a:pt x="3845128" y="497471"/>
                </a:lnTo>
                <a:lnTo>
                  <a:pt x="3881096" y="497471"/>
                </a:lnTo>
                <a:lnTo>
                  <a:pt x="3926620" y="497471"/>
                </a:lnTo>
                <a:lnTo>
                  <a:pt x="3971580" y="468760"/>
                </a:lnTo>
                <a:lnTo>
                  <a:pt x="4017104" y="440079"/>
                </a:lnTo>
              </a:path>
            </a:pathLst>
          </a:custGeom>
          <a:ln w="85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30132" y="5633876"/>
            <a:ext cx="4035425" cy="0"/>
          </a:xfrm>
          <a:custGeom>
            <a:avLst/>
            <a:gdLst/>
            <a:ahLst/>
            <a:cxnLst/>
            <a:rect l="l" t="t" r="r" b="b"/>
            <a:pathLst>
              <a:path w="4035425">
                <a:moveTo>
                  <a:pt x="0" y="0"/>
                </a:moveTo>
                <a:lnTo>
                  <a:pt x="4035088" y="0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30132" y="4238256"/>
            <a:ext cx="4035425" cy="0"/>
          </a:xfrm>
          <a:custGeom>
            <a:avLst/>
            <a:gdLst/>
            <a:ahLst/>
            <a:cxnLst/>
            <a:rect l="l" t="t" r="r" b="b"/>
            <a:pathLst>
              <a:path w="4035425">
                <a:moveTo>
                  <a:pt x="0" y="0"/>
                </a:moveTo>
                <a:lnTo>
                  <a:pt x="4035088" y="0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365502" y="4237994"/>
            <a:ext cx="0" cy="1395730"/>
          </a:xfrm>
          <a:custGeom>
            <a:avLst/>
            <a:gdLst/>
            <a:ahLst/>
            <a:cxnLst/>
            <a:rect l="l" t="t" r="r" b="b"/>
            <a:pathLst>
              <a:path h="1395729">
                <a:moveTo>
                  <a:pt x="0" y="1395616"/>
                </a:moveTo>
                <a:lnTo>
                  <a:pt x="0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30414" y="4237994"/>
            <a:ext cx="0" cy="1395730"/>
          </a:xfrm>
          <a:custGeom>
            <a:avLst/>
            <a:gdLst/>
            <a:ahLst/>
            <a:cxnLst/>
            <a:rect l="l" t="t" r="r" b="b"/>
            <a:pathLst>
              <a:path h="1395729">
                <a:moveTo>
                  <a:pt x="0" y="1395616"/>
                </a:moveTo>
                <a:lnTo>
                  <a:pt x="0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365220" y="5633610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5">
                <a:moveTo>
                  <a:pt x="0" y="0"/>
                </a:moveTo>
                <a:lnTo>
                  <a:pt x="563" y="533"/>
                </a:lnTo>
              </a:path>
            </a:pathLst>
          </a:custGeom>
          <a:ln w="87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330132" y="563361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0" y="0"/>
                </a:moveTo>
                <a:lnTo>
                  <a:pt x="563" y="533"/>
                </a:lnTo>
              </a:path>
            </a:pathLst>
          </a:custGeom>
          <a:ln w="87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330132" y="5633610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0" y="0"/>
                </a:moveTo>
                <a:lnTo>
                  <a:pt x="563" y="533"/>
                </a:lnTo>
              </a:path>
            </a:pathLst>
          </a:custGeom>
          <a:ln w="87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592592" y="5605438"/>
            <a:ext cx="635" cy="28575"/>
          </a:xfrm>
          <a:custGeom>
            <a:avLst/>
            <a:gdLst/>
            <a:ahLst/>
            <a:cxnLst/>
            <a:rect l="l" t="t" r="r" b="b"/>
            <a:pathLst>
              <a:path w="635" h="28575">
                <a:moveTo>
                  <a:pt x="0" y="28171"/>
                </a:moveTo>
                <a:lnTo>
                  <a:pt x="563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592592" y="4237994"/>
            <a:ext cx="635" cy="29209"/>
          </a:xfrm>
          <a:custGeom>
            <a:avLst/>
            <a:gdLst/>
            <a:ahLst/>
            <a:cxnLst/>
            <a:rect l="l" t="t" r="r" b="b"/>
            <a:pathLst>
              <a:path w="635" h="29210">
                <a:moveTo>
                  <a:pt x="0" y="0"/>
                </a:moveTo>
                <a:lnTo>
                  <a:pt x="563" y="28692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50827" y="5605438"/>
            <a:ext cx="635" cy="28575"/>
          </a:xfrm>
          <a:custGeom>
            <a:avLst/>
            <a:gdLst/>
            <a:ahLst/>
            <a:cxnLst/>
            <a:rect l="l" t="t" r="r" b="b"/>
            <a:pathLst>
              <a:path w="635" h="28575">
                <a:moveTo>
                  <a:pt x="0" y="28171"/>
                </a:moveTo>
                <a:lnTo>
                  <a:pt x="563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650827" y="4237994"/>
            <a:ext cx="635" cy="29209"/>
          </a:xfrm>
          <a:custGeom>
            <a:avLst/>
            <a:gdLst/>
            <a:ahLst/>
            <a:cxnLst/>
            <a:rect l="l" t="t" r="r" b="b"/>
            <a:pathLst>
              <a:path w="635" h="29210">
                <a:moveTo>
                  <a:pt x="0" y="0"/>
                </a:moveTo>
                <a:lnTo>
                  <a:pt x="563" y="28692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709596" y="5605438"/>
            <a:ext cx="635" cy="28575"/>
          </a:xfrm>
          <a:custGeom>
            <a:avLst/>
            <a:gdLst/>
            <a:ahLst/>
            <a:cxnLst/>
            <a:rect l="l" t="t" r="r" b="b"/>
            <a:pathLst>
              <a:path w="634" h="28575">
                <a:moveTo>
                  <a:pt x="0" y="28171"/>
                </a:moveTo>
                <a:lnTo>
                  <a:pt x="563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709596" y="4237994"/>
            <a:ext cx="635" cy="29209"/>
          </a:xfrm>
          <a:custGeom>
            <a:avLst/>
            <a:gdLst/>
            <a:ahLst/>
            <a:cxnLst/>
            <a:rect l="l" t="t" r="r" b="b"/>
            <a:pathLst>
              <a:path w="634" h="29210">
                <a:moveTo>
                  <a:pt x="0" y="0"/>
                </a:moveTo>
                <a:lnTo>
                  <a:pt x="563" y="28692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767832" y="5605438"/>
            <a:ext cx="635" cy="28575"/>
          </a:xfrm>
          <a:custGeom>
            <a:avLst/>
            <a:gdLst/>
            <a:ahLst/>
            <a:cxnLst/>
            <a:rect l="l" t="t" r="r" b="b"/>
            <a:pathLst>
              <a:path w="634" h="28575">
                <a:moveTo>
                  <a:pt x="0" y="28171"/>
                </a:moveTo>
                <a:lnTo>
                  <a:pt x="563" y="0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767832" y="4237994"/>
            <a:ext cx="635" cy="29209"/>
          </a:xfrm>
          <a:custGeom>
            <a:avLst/>
            <a:gdLst/>
            <a:ahLst/>
            <a:cxnLst/>
            <a:rect l="l" t="t" r="r" b="b"/>
            <a:pathLst>
              <a:path w="634" h="29210">
                <a:moveTo>
                  <a:pt x="0" y="0"/>
                </a:moveTo>
                <a:lnTo>
                  <a:pt x="563" y="28692"/>
                </a:lnTo>
              </a:path>
            </a:pathLst>
          </a:custGeom>
          <a:ln w="89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330132" y="5404544"/>
            <a:ext cx="27940" cy="635"/>
          </a:xfrm>
          <a:custGeom>
            <a:avLst/>
            <a:gdLst/>
            <a:ahLst/>
            <a:cxnLst/>
            <a:rect l="l" t="t" r="r" b="b"/>
            <a:pathLst>
              <a:path w="27939" h="635">
                <a:moveTo>
                  <a:pt x="0" y="0"/>
                </a:moveTo>
                <a:lnTo>
                  <a:pt x="27539" y="536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337680" y="5404544"/>
            <a:ext cx="27940" cy="635"/>
          </a:xfrm>
          <a:custGeom>
            <a:avLst/>
            <a:gdLst/>
            <a:ahLst/>
            <a:cxnLst/>
            <a:rect l="l" t="t" r="r" b="b"/>
            <a:pathLst>
              <a:path w="27940" h="635">
                <a:moveTo>
                  <a:pt x="27539" y="0"/>
                </a:moveTo>
                <a:lnTo>
                  <a:pt x="0" y="536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330132" y="4821007"/>
            <a:ext cx="27940" cy="635"/>
          </a:xfrm>
          <a:custGeom>
            <a:avLst/>
            <a:gdLst/>
            <a:ahLst/>
            <a:cxnLst/>
            <a:rect l="l" t="t" r="r" b="b"/>
            <a:pathLst>
              <a:path w="27939" h="635">
                <a:moveTo>
                  <a:pt x="0" y="0"/>
                </a:moveTo>
                <a:lnTo>
                  <a:pt x="27539" y="524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337680" y="4821007"/>
            <a:ext cx="27940" cy="635"/>
          </a:xfrm>
          <a:custGeom>
            <a:avLst/>
            <a:gdLst/>
            <a:ahLst/>
            <a:cxnLst/>
            <a:rect l="l" t="t" r="r" b="b"/>
            <a:pathLst>
              <a:path w="27940" h="635">
                <a:moveTo>
                  <a:pt x="27539" y="0"/>
                </a:moveTo>
                <a:lnTo>
                  <a:pt x="0" y="524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330132" y="4237994"/>
            <a:ext cx="27940" cy="635"/>
          </a:xfrm>
          <a:custGeom>
            <a:avLst/>
            <a:gdLst/>
            <a:ahLst/>
            <a:cxnLst/>
            <a:rect l="l" t="t" r="r" b="b"/>
            <a:pathLst>
              <a:path w="27939" h="635">
                <a:moveTo>
                  <a:pt x="0" y="0"/>
                </a:moveTo>
                <a:lnTo>
                  <a:pt x="27539" y="524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4399042" y="3683370"/>
            <a:ext cx="3765550" cy="526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71245" algn="l"/>
                <a:tab pos="2147570" algn="l"/>
                <a:tab pos="3206115" algn="l"/>
              </a:tabLst>
            </a:pPr>
            <a:r>
              <a:rPr sz="1300" spc="55" dirty="0">
                <a:latin typeface="Times New Roman"/>
                <a:cs typeface="Times New Roman"/>
              </a:rPr>
              <a:t>19</a:t>
            </a:r>
            <a:r>
              <a:rPr sz="1300" spc="25" dirty="0">
                <a:latin typeface="Times New Roman"/>
                <a:cs typeface="Times New Roman"/>
              </a:rPr>
              <a:t>:</a:t>
            </a:r>
            <a:r>
              <a:rPr sz="1300" spc="55" dirty="0">
                <a:latin typeface="Times New Roman"/>
                <a:cs typeface="Times New Roman"/>
              </a:rPr>
              <a:t>0</a:t>
            </a:r>
            <a:r>
              <a:rPr sz="1300" spc="50" dirty="0">
                <a:latin typeface="Times New Roman"/>
                <a:cs typeface="Times New Roman"/>
              </a:rPr>
              <a:t>0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55" dirty="0">
                <a:latin typeface="Times New Roman"/>
                <a:cs typeface="Times New Roman"/>
              </a:rPr>
              <a:t>23</a:t>
            </a:r>
            <a:r>
              <a:rPr sz="1300" spc="25" dirty="0">
                <a:latin typeface="Times New Roman"/>
                <a:cs typeface="Times New Roman"/>
              </a:rPr>
              <a:t>:</a:t>
            </a:r>
            <a:r>
              <a:rPr sz="1300" spc="55" dirty="0">
                <a:latin typeface="Times New Roman"/>
                <a:cs typeface="Times New Roman"/>
              </a:rPr>
              <a:t>0</a:t>
            </a:r>
            <a:r>
              <a:rPr sz="1300" spc="50" dirty="0">
                <a:latin typeface="Times New Roman"/>
                <a:cs typeface="Times New Roman"/>
              </a:rPr>
              <a:t>0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55" dirty="0">
                <a:latin typeface="Times New Roman"/>
                <a:cs typeface="Times New Roman"/>
              </a:rPr>
              <a:t>3</a:t>
            </a:r>
            <a:r>
              <a:rPr sz="1300" spc="25" dirty="0">
                <a:latin typeface="Times New Roman"/>
                <a:cs typeface="Times New Roman"/>
              </a:rPr>
              <a:t>:</a:t>
            </a:r>
            <a:r>
              <a:rPr sz="1300" spc="55" dirty="0">
                <a:latin typeface="Times New Roman"/>
                <a:cs typeface="Times New Roman"/>
              </a:rPr>
              <a:t>0</a:t>
            </a:r>
            <a:r>
              <a:rPr sz="1300" spc="50" dirty="0">
                <a:latin typeface="Times New Roman"/>
                <a:cs typeface="Times New Roman"/>
              </a:rPr>
              <a:t>0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55" dirty="0">
                <a:latin typeface="Times New Roman"/>
                <a:cs typeface="Times New Roman"/>
              </a:rPr>
              <a:t>7</a:t>
            </a:r>
            <a:r>
              <a:rPr sz="1300" spc="25" dirty="0">
                <a:latin typeface="Times New Roman"/>
                <a:cs typeface="Times New Roman"/>
              </a:rPr>
              <a:t>:</a:t>
            </a:r>
            <a:r>
              <a:rPr sz="1300" spc="55" dirty="0">
                <a:latin typeface="Times New Roman"/>
                <a:cs typeface="Times New Roman"/>
              </a:rPr>
              <a:t>00</a:t>
            </a:r>
            <a:endParaRPr sz="13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spcBef>
                <a:spcPts val="640"/>
              </a:spcBef>
            </a:pPr>
            <a:r>
              <a:rPr sz="1650" spc="45" dirty="0">
                <a:latin typeface="Arial"/>
                <a:cs typeface="Arial"/>
              </a:rPr>
              <a:t>Ai</a:t>
            </a:r>
            <a:r>
              <a:rPr sz="1650" spc="35" dirty="0">
                <a:latin typeface="Arial"/>
                <a:cs typeface="Arial"/>
              </a:rPr>
              <a:t>r</a:t>
            </a:r>
            <a:r>
              <a:rPr sz="1650" spc="80" dirty="0">
                <a:latin typeface="Times New Roman"/>
                <a:cs typeface="Times New Roman"/>
              </a:rPr>
              <a:t> </a:t>
            </a:r>
            <a:r>
              <a:rPr sz="1650" spc="25" dirty="0">
                <a:latin typeface="Arial"/>
                <a:cs typeface="Arial"/>
              </a:rPr>
              <a:t>t</a:t>
            </a:r>
            <a:r>
              <a:rPr sz="1650" spc="60" dirty="0">
                <a:latin typeface="Arial"/>
                <a:cs typeface="Arial"/>
              </a:rPr>
              <a:t>e</a:t>
            </a:r>
            <a:r>
              <a:rPr sz="1650" spc="90" dirty="0">
                <a:latin typeface="Arial"/>
                <a:cs typeface="Arial"/>
              </a:rPr>
              <a:t>m</a:t>
            </a:r>
            <a:r>
              <a:rPr sz="1650" spc="60" dirty="0">
                <a:latin typeface="Arial"/>
                <a:cs typeface="Arial"/>
              </a:rPr>
              <a:t>pe</a:t>
            </a:r>
            <a:r>
              <a:rPr sz="1650" spc="25" dirty="0">
                <a:latin typeface="Arial"/>
                <a:cs typeface="Arial"/>
              </a:rPr>
              <a:t>r</a:t>
            </a:r>
            <a:r>
              <a:rPr sz="1650" spc="60" dirty="0">
                <a:latin typeface="Arial"/>
                <a:cs typeface="Arial"/>
              </a:rPr>
              <a:t>a</a:t>
            </a:r>
            <a:r>
              <a:rPr sz="1650" spc="25" dirty="0">
                <a:latin typeface="Arial"/>
                <a:cs typeface="Arial"/>
              </a:rPr>
              <a:t>t</a:t>
            </a:r>
            <a:r>
              <a:rPr sz="1650" spc="50" dirty="0">
                <a:latin typeface="Arial"/>
                <a:cs typeface="Arial"/>
              </a:rPr>
              <a:t>u</a:t>
            </a:r>
            <a:r>
              <a:rPr sz="1650" spc="45" dirty="0">
                <a:latin typeface="Arial"/>
                <a:cs typeface="Arial"/>
              </a:rPr>
              <a:t>re,</a:t>
            </a:r>
            <a:r>
              <a:rPr sz="1650" spc="70" dirty="0">
                <a:latin typeface="Times New Roman"/>
                <a:cs typeface="Times New Roman"/>
              </a:rPr>
              <a:t> </a:t>
            </a:r>
            <a:r>
              <a:rPr sz="1650" spc="90" dirty="0">
                <a:latin typeface="Arial"/>
                <a:cs typeface="Arial"/>
              </a:rPr>
              <a:t>m</a:t>
            </a:r>
            <a:r>
              <a:rPr sz="1650" spc="50" dirty="0">
                <a:latin typeface="Arial"/>
                <a:cs typeface="Arial"/>
              </a:rPr>
              <a:t>odel</a:t>
            </a:r>
            <a:r>
              <a:rPr sz="1650" spc="75" dirty="0">
                <a:latin typeface="Times New Roman"/>
                <a:cs typeface="Times New Roman"/>
              </a:rPr>
              <a:t> </a:t>
            </a:r>
            <a:r>
              <a:rPr sz="1650" spc="20" dirty="0">
                <a:latin typeface="Arial"/>
                <a:cs typeface="Arial"/>
              </a:rPr>
              <a:t>fi</a:t>
            </a:r>
            <a:r>
              <a:rPr sz="1650" spc="30" dirty="0">
                <a:latin typeface="Arial"/>
                <a:cs typeface="Arial"/>
              </a:rPr>
              <a:t>t</a:t>
            </a:r>
            <a:r>
              <a:rPr sz="1650" spc="70" dirty="0">
                <a:latin typeface="Times New Roman"/>
                <a:cs typeface="Times New Roman"/>
              </a:rPr>
              <a:t> </a:t>
            </a:r>
            <a:r>
              <a:rPr sz="1650" spc="60" dirty="0">
                <a:latin typeface="Arial"/>
                <a:cs typeface="Arial"/>
              </a:rPr>
              <a:t>and</a:t>
            </a:r>
            <a:r>
              <a:rPr sz="1650" spc="75" dirty="0">
                <a:latin typeface="Times New Roman"/>
                <a:cs typeface="Times New Roman"/>
              </a:rPr>
              <a:t> </a:t>
            </a:r>
            <a:r>
              <a:rPr sz="1650" spc="60" dirty="0">
                <a:latin typeface="Arial"/>
                <a:cs typeface="Arial"/>
              </a:rPr>
              <a:t>e</a:t>
            </a:r>
            <a:r>
              <a:rPr sz="1650" spc="25" dirty="0">
                <a:latin typeface="Arial"/>
                <a:cs typeface="Arial"/>
              </a:rPr>
              <a:t>r</a:t>
            </a:r>
            <a:r>
              <a:rPr sz="1650" spc="50" dirty="0">
                <a:latin typeface="Arial"/>
                <a:cs typeface="Arial"/>
              </a:rPr>
              <a:t>ro</a:t>
            </a:r>
            <a:r>
              <a:rPr sz="1650" spc="25" dirty="0">
                <a:latin typeface="Arial"/>
                <a:cs typeface="Arial"/>
              </a:rPr>
              <a:t>r</a:t>
            </a:r>
            <a:r>
              <a:rPr sz="1650" spc="55" dirty="0">
                <a:latin typeface="Arial"/>
                <a:cs typeface="Arial"/>
              </a:rPr>
              <a:t>s</a:t>
            </a:r>
            <a:endParaRPr sz="16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208872" y="3335161"/>
            <a:ext cx="11557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208872" y="2752257"/>
            <a:ext cx="11557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0" dirty="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127935" y="2169351"/>
            <a:ext cx="20637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5" dirty="0">
                <a:latin typeface="Times New Roman"/>
                <a:cs typeface="Times New Roman"/>
              </a:rPr>
              <a:t>10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540660" y="2003155"/>
            <a:ext cx="3451860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70" dirty="0">
                <a:latin typeface="Arial"/>
                <a:cs typeface="Arial"/>
              </a:rPr>
              <a:t>V</a:t>
            </a:r>
            <a:r>
              <a:rPr sz="1650" spc="60" dirty="0">
                <a:latin typeface="Arial"/>
                <a:cs typeface="Arial"/>
              </a:rPr>
              <a:t>a</a:t>
            </a:r>
            <a:r>
              <a:rPr sz="1650" spc="20" dirty="0">
                <a:latin typeface="Arial"/>
                <a:cs typeface="Arial"/>
              </a:rPr>
              <a:t>l</a:t>
            </a:r>
            <a:r>
              <a:rPr sz="1650" spc="45" dirty="0">
                <a:latin typeface="Arial"/>
                <a:cs typeface="Arial"/>
              </a:rPr>
              <a:t>v</a:t>
            </a:r>
            <a:r>
              <a:rPr sz="1650" spc="60" dirty="0">
                <a:latin typeface="Arial"/>
                <a:cs typeface="Arial"/>
              </a:rPr>
              <a:t>e</a:t>
            </a:r>
            <a:r>
              <a:rPr sz="1650" spc="75" dirty="0">
                <a:latin typeface="Times New Roman"/>
                <a:cs typeface="Times New Roman"/>
              </a:rPr>
              <a:t> </a:t>
            </a:r>
            <a:r>
              <a:rPr sz="1650" spc="60" dirty="0">
                <a:latin typeface="Arial"/>
                <a:cs typeface="Arial"/>
              </a:rPr>
              <a:t>pos</a:t>
            </a:r>
            <a:r>
              <a:rPr sz="1650" spc="20" dirty="0">
                <a:latin typeface="Arial"/>
                <a:cs typeface="Arial"/>
              </a:rPr>
              <a:t>iti</a:t>
            </a:r>
            <a:r>
              <a:rPr sz="1650" spc="50" dirty="0">
                <a:latin typeface="Arial"/>
                <a:cs typeface="Arial"/>
              </a:rPr>
              <a:t>o</a:t>
            </a:r>
            <a:r>
              <a:rPr sz="1650" spc="60" dirty="0">
                <a:latin typeface="Arial"/>
                <a:cs typeface="Arial"/>
              </a:rPr>
              <a:t>n</a:t>
            </a:r>
            <a:r>
              <a:rPr sz="1650" spc="75" dirty="0">
                <a:latin typeface="Times New Roman"/>
                <a:cs typeface="Times New Roman"/>
              </a:rPr>
              <a:t> </a:t>
            </a:r>
            <a:r>
              <a:rPr sz="1650" spc="60" dirty="0">
                <a:latin typeface="Arial"/>
                <a:cs typeface="Arial"/>
              </a:rPr>
              <a:t>and</a:t>
            </a:r>
            <a:r>
              <a:rPr sz="1650" spc="75" dirty="0">
                <a:latin typeface="Times New Roman"/>
                <a:cs typeface="Times New Roman"/>
              </a:rPr>
              <a:t> </a:t>
            </a:r>
            <a:r>
              <a:rPr sz="1650" spc="60" dirty="0">
                <a:latin typeface="Arial"/>
                <a:cs typeface="Arial"/>
              </a:rPr>
              <a:t>a</a:t>
            </a:r>
            <a:r>
              <a:rPr sz="1650" spc="20" dirty="0">
                <a:latin typeface="Arial"/>
                <a:cs typeface="Arial"/>
              </a:rPr>
              <a:t>i</a:t>
            </a:r>
            <a:r>
              <a:rPr sz="1650" spc="35" dirty="0">
                <a:latin typeface="Arial"/>
                <a:cs typeface="Arial"/>
              </a:rPr>
              <a:t>r</a:t>
            </a:r>
            <a:r>
              <a:rPr sz="1650" spc="80" dirty="0">
                <a:latin typeface="Times New Roman"/>
                <a:cs typeface="Times New Roman"/>
              </a:rPr>
              <a:t> </a:t>
            </a:r>
            <a:r>
              <a:rPr sz="1650" spc="25" dirty="0">
                <a:latin typeface="Arial"/>
                <a:cs typeface="Arial"/>
              </a:rPr>
              <a:t>t</a:t>
            </a:r>
            <a:r>
              <a:rPr sz="1650" spc="60" dirty="0">
                <a:latin typeface="Arial"/>
                <a:cs typeface="Arial"/>
              </a:rPr>
              <a:t>e</a:t>
            </a:r>
            <a:r>
              <a:rPr sz="1650" spc="80" dirty="0">
                <a:latin typeface="Arial"/>
                <a:cs typeface="Arial"/>
              </a:rPr>
              <a:t>m</a:t>
            </a:r>
            <a:r>
              <a:rPr sz="1650" spc="55" dirty="0">
                <a:latin typeface="Arial"/>
                <a:cs typeface="Arial"/>
              </a:rPr>
              <a:t>pera</a:t>
            </a:r>
            <a:r>
              <a:rPr sz="1650" spc="25" dirty="0">
                <a:latin typeface="Arial"/>
                <a:cs typeface="Arial"/>
              </a:rPr>
              <a:t>t</a:t>
            </a:r>
            <a:r>
              <a:rPr sz="1650" spc="50" dirty="0">
                <a:latin typeface="Arial"/>
                <a:cs typeface="Arial"/>
              </a:rPr>
              <a:t>ure</a:t>
            </a:r>
            <a:endParaRPr sz="165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399042" y="5652766"/>
            <a:ext cx="43751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5" dirty="0">
                <a:latin typeface="Times New Roman"/>
                <a:cs typeface="Times New Roman"/>
              </a:rPr>
              <a:t>19</a:t>
            </a:r>
            <a:r>
              <a:rPr sz="1300" spc="25" dirty="0">
                <a:latin typeface="Times New Roman"/>
                <a:cs typeface="Times New Roman"/>
              </a:rPr>
              <a:t>:</a:t>
            </a:r>
            <a:r>
              <a:rPr sz="1300" spc="55" dirty="0">
                <a:latin typeface="Times New Roman"/>
                <a:cs typeface="Times New Roman"/>
              </a:rPr>
              <a:t>00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457829" y="5652766"/>
            <a:ext cx="43751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5" dirty="0">
                <a:latin typeface="Times New Roman"/>
                <a:cs typeface="Times New Roman"/>
              </a:rPr>
              <a:t>23</a:t>
            </a:r>
            <a:r>
              <a:rPr sz="1300" spc="25" dirty="0">
                <a:latin typeface="Times New Roman"/>
                <a:cs typeface="Times New Roman"/>
              </a:rPr>
              <a:t>:</a:t>
            </a:r>
            <a:r>
              <a:rPr sz="1300" spc="55" dirty="0">
                <a:latin typeface="Times New Roman"/>
                <a:cs typeface="Times New Roman"/>
              </a:rPr>
              <a:t>00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534142" y="5652766"/>
            <a:ext cx="34671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5" dirty="0">
                <a:latin typeface="Times New Roman"/>
                <a:cs typeface="Times New Roman"/>
              </a:rPr>
              <a:t>3</a:t>
            </a:r>
            <a:r>
              <a:rPr sz="1300" spc="25" dirty="0">
                <a:latin typeface="Times New Roman"/>
                <a:cs typeface="Times New Roman"/>
              </a:rPr>
              <a:t>:</a:t>
            </a:r>
            <a:r>
              <a:rPr sz="1300" spc="55" dirty="0">
                <a:latin typeface="Times New Roman"/>
                <a:cs typeface="Times New Roman"/>
              </a:rPr>
              <a:t>00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592942" y="5652766"/>
            <a:ext cx="34671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5" dirty="0">
                <a:latin typeface="Times New Roman"/>
                <a:cs typeface="Times New Roman"/>
              </a:rPr>
              <a:t>7</a:t>
            </a:r>
            <a:r>
              <a:rPr sz="1300" spc="25" dirty="0">
                <a:latin typeface="Times New Roman"/>
                <a:cs typeface="Times New Roman"/>
              </a:rPr>
              <a:t>:</a:t>
            </a:r>
            <a:r>
              <a:rPr sz="1300" spc="55" dirty="0">
                <a:latin typeface="Times New Roman"/>
                <a:cs typeface="Times New Roman"/>
              </a:rPr>
              <a:t>00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208872" y="5304552"/>
            <a:ext cx="11557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208872" y="4720377"/>
            <a:ext cx="11557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0" dirty="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8337680" y="4237994"/>
            <a:ext cx="27940" cy="635"/>
          </a:xfrm>
          <a:custGeom>
            <a:avLst/>
            <a:gdLst/>
            <a:ahLst/>
            <a:cxnLst/>
            <a:rect l="l" t="t" r="r" b="b"/>
            <a:pathLst>
              <a:path w="27940" h="635">
                <a:moveTo>
                  <a:pt x="27539" y="0"/>
                </a:moveTo>
                <a:lnTo>
                  <a:pt x="0" y="524"/>
                </a:lnTo>
              </a:path>
            </a:pathLst>
          </a:custGeom>
          <a:ln w="8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4127935" y="4137459"/>
            <a:ext cx="20637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5" dirty="0">
                <a:latin typeface="Times New Roman"/>
                <a:cs typeface="Times New Roman"/>
              </a:rPr>
              <a:t>10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4330132" y="4237994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0" y="0"/>
                </a:moveTo>
                <a:lnTo>
                  <a:pt x="563" y="524"/>
                </a:lnTo>
              </a:path>
            </a:pathLst>
          </a:custGeom>
          <a:ln w="8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365220" y="4237994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5">
                <a:moveTo>
                  <a:pt x="0" y="0"/>
                </a:moveTo>
                <a:lnTo>
                  <a:pt x="563" y="524"/>
                </a:lnTo>
              </a:path>
            </a:pathLst>
          </a:custGeom>
          <a:ln w="8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348116" y="4620649"/>
            <a:ext cx="4017645" cy="784225"/>
          </a:xfrm>
          <a:custGeom>
            <a:avLst/>
            <a:gdLst/>
            <a:ahLst/>
            <a:cxnLst/>
            <a:rect l="l" t="t" r="r" b="b"/>
            <a:pathLst>
              <a:path w="4017645" h="784225">
                <a:moveTo>
                  <a:pt x="0" y="726506"/>
                </a:moveTo>
                <a:lnTo>
                  <a:pt x="45523" y="755199"/>
                </a:lnTo>
                <a:lnTo>
                  <a:pt x="90483" y="764760"/>
                </a:lnTo>
                <a:lnTo>
                  <a:pt x="136007" y="783895"/>
                </a:lnTo>
                <a:lnTo>
                  <a:pt x="180967" y="764760"/>
                </a:lnTo>
                <a:lnTo>
                  <a:pt x="226491" y="688240"/>
                </a:lnTo>
                <a:lnTo>
                  <a:pt x="271451" y="630840"/>
                </a:lnTo>
                <a:lnTo>
                  <a:pt x="316975" y="554305"/>
                </a:lnTo>
                <a:lnTo>
                  <a:pt x="352943" y="468212"/>
                </a:lnTo>
                <a:lnTo>
                  <a:pt x="398467" y="362985"/>
                </a:lnTo>
                <a:lnTo>
                  <a:pt x="443427" y="286450"/>
                </a:lnTo>
                <a:lnTo>
                  <a:pt x="488920" y="209918"/>
                </a:lnTo>
                <a:lnTo>
                  <a:pt x="533880" y="190784"/>
                </a:lnTo>
                <a:lnTo>
                  <a:pt x="579435" y="133920"/>
                </a:lnTo>
                <a:lnTo>
                  <a:pt x="624364" y="143493"/>
                </a:lnTo>
                <a:lnTo>
                  <a:pt x="669888" y="105227"/>
                </a:lnTo>
                <a:lnTo>
                  <a:pt x="705856" y="47827"/>
                </a:lnTo>
                <a:lnTo>
                  <a:pt x="751380" y="57388"/>
                </a:lnTo>
                <a:lnTo>
                  <a:pt x="796340" y="19131"/>
                </a:lnTo>
                <a:lnTo>
                  <a:pt x="841863" y="9558"/>
                </a:lnTo>
                <a:lnTo>
                  <a:pt x="886823" y="0"/>
                </a:lnTo>
                <a:lnTo>
                  <a:pt x="932347" y="0"/>
                </a:lnTo>
                <a:lnTo>
                  <a:pt x="977307" y="0"/>
                </a:lnTo>
                <a:lnTo>
                  <a:pt x="1022267" y="0"/>
                </a:lnTo>
                <a:lnTo>
                  <a:pt x="1058799" y="19131"/>
                </a:lnTo>
                <a:lnTo>
                  <a:pt x="1103759" y="9558"/>
                </a:lnTo>
                <a:lnTo>
                  <a:pt x="1149283" y="19131"/>
                </a:lnTo>
                <a:lnTo>
                  <a:pt x="1194243" y="28692"/>
                </a:lnTo>
                <a:lnTo>
                  <a:pt x="1239767" y="76519"/>
                </a:lnTo>
                <a:lnTo>
                  <a:pt x="1284696" y="133920"/>
                </a:lnTo>
                <a:lnTo>
                  <a:pt x="1330251" y="209918"/>
                </a:lnTo>
                <a:lnTo>
                  <a:pt x="1375211" y="248184"/>
                </a:lnTo>
                <a:lnTo>
                  <a:pt x="1411712" y="305584"/>
                </a:lnTo>
                <a:lnTo>
                  <a:pt x="1456672" y="353412"/>
                </a:lnTo>
                <a:lnTo>
                  <a:pt x="1502196" y="420385"/>
                </a:lnTo>
                <a:lnTo>
                  <a:pt x="1547156" y="468212"/>
                </a:lnTo>
                <a:lnTo>
                  <a:pt x="1592680" y="487344"/>
                </a:lnTo>
                <a:lnTo>
                  <a:pt x="1637640" y="544744"/>
                </a:lnTo>
                <a:lnTo>
                  <a:pt x="1683164" y="573440"/>
                </a:lnTo>
                <a:lnTo>
                  <a:pt x="1728124" y="563878"/>
                </a:lnTo>
                <a:lnTo>
                  <a:pt x="1764091" y="592571"/>
                </a:lnTo>
                <a:lnTo>
                  <a:pt x="1809615" y="583013"/>
                </a:lnTo>
                <a:lnTo>
                  <a:pt x="1854575" y="592571"/>
                </a:lnTo>
                <a:lnTo>
                  <a:pt x="1900099" y="611706"/>
                </a:lnTo>
                <a:lnTo>
                  <a:pt x="1945059" y="592571"/>
                </a:lnTo>
                <a:lnTo>
                  <a:pt x="1990583" y="602132"/>
                </a:lnTo>
                <a:lnTo>
                  <a:pt x="2035543" y="630840"/>
                </a:lnTo>
                <a:lnTo>
                  <a:pt x="2081067" y="630840"/>
                </a:lnTo>
                <a:lnTo>
                  <a:pt x="2117004" y="649971"/>
                </a:lnTo>
                <a:lnTo>
                  <a:pt x="2162559" y="659533"/>
                </a:lnTo>
                <a:lnTo>
                  <a:pt x="2207519" y="678667"/>
                </a:lnTo>
                <a:lnTo>
                  <a:pt x="2253012" y="678667"/>
                </a:lnTo>
                <a:lnTo>
                  <a:pt x="2297972" y="669106"/>
                </a:lnTo>
                <a:lnTo>
                  <a:pt x="2343496" y="630840"/>
                </a:lnTo>
                <a:lnTo>
                  <a:pt x="2388456" y="592571"/>
                </a:lnTo>
                <a:lnTo>
                  <a:pt x="2433980" y="525613"/>
                </a:lnTo>
                <a:lnTo>
                  <a:pt x="2469948" y="487344"/>
                </a:lnTo>
                <a:lnTo>
                  <a:pt x="2515472" y="420385"/>
                </a:lnTo>
                <a:lnTo>
                  <a:pt x="2560432" y="410812"/>
                </a:lnTo>
                <a:lnTo>
                  <a:pt x="2605955" y="334277"/>
                </a:lnTo>
                <a:lnTo>
                  <a:pt x="2650915" y="315146"/>
                </a:lnTo>
                <a:lnTo>
                  <a:pt x="2695875" y="296011"/>
                </a:lnTo>
                <a:lnTo>
                  <a:pt x="2741399" y="286450"/>
                </a:lnTo>
                <a:lnTo>
                  <a:pt x="2786359" y="238623"/>
                </a:lnTo>
                <a:lnTo>
                  <a:pt x="2822891" y="209918"/>
                </a:lnTo>
                <a:lnTo>
                  <a:pt x="2867851" y="181759"/>
                </a:lnTo>
                <a:lnTo>
                  <a:pt x="2913375" y="133920"/>
                </a:lnTo>
                <a:lnTo>
                  <a:pt x="2958335" y="95654"/>
                </a:lnTo>
                <a:lnTo>
                  <a:pt x="3003828" y="86093"/>
                </a:lnTo>
                <a:lnTo>
                  <a:pt x="3048788" y="57388"/>
                </a:lnTo>
                <a:lnTo>
                  <a:pt x="3094312" y="38254"/>
                </a:lnTo>
                <a:lnTo>
                  <a:pt x="3139272" y="28692"/>
                </a:lnTo>
                <a:lnTo>
                  <a:pt x="3175804" y="28692"/>
                </a:lnTo>
                <a:lnTo>
                  <a:pt x="3220764" y="19131"/>
                </a:lnTo>
                <a:lnTo>
                  <a:pt x="3266288" y="19131"/>
                </a:lnTo>
                <a:lnTo>
                  <a:pt x="3311248" y="19131"/>
                </a:lnTo>
                <a:lnTo>
                  <a:pt x="3356772" y="66958"/>
                </a:lnTo>
                <a:lnTo>
                  <a:pt x="3401732" y="133920"/>
                </a:lnTo>
                <a:lnTo>
                  <a:pt x="3447256" y="200357"/>
                </a:lnTo>
                <a:lnTo>
                  <a:pt x="3492216" y="257757"/>
                </a:lnTo>
                <a:lnTo>
                  <a:pt x="3528183" y="315146"/>
                </a:lnTo>
                <a:lnTo>
                  <a:pt x="3573707" y="362985"/>
                </a:lnTo>
                <a:lnTo>
                  <a:pt x="3618667" y="410812"/>
                </a:lnTo>
                <a:lnTo>
                  <a:pt x="3664191" y="449078"/>
                </a:lnTo>
                <a:lnTo>
                  <a:pt x="3709120" y="477774"/>
                </a:lnTo>
                <a:lnTo>
                  <a:pt x="3754675" y="496905"/>
                </a:lnTo>
                <a:lnTo>
                  <a:pt x="3799635" y="496905"/>
                </a:lnTo>
                <a:lnTo>
                  <a:pt x="3845128" y="496905"/>
                </a:lnTo>
                <a:lnTo>
                  <a:pt x="3881096" y="496905"/>
                </a:lnTo>
                <a:lnTo>
                  <a:pt x="3926620" y="496905"/>
                </a:lnTo>
                <a:lnTo>
                  <a:pt x="3971580" y="468212"/>
                </a:lnTo>
                <a:lnTo>
                  <a:pt x="4017104" y="439517"/>
                </a:lnTo>
              </a:path>
            </a:pathLst>
          </a:custGeom>
          <a:ln w="85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342708" y="4611075"/>
            <a:ext cx="4031518" cy="8891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5970363" y="5787584"/>
            <a:ext cx="525145" cy="23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70" dirty="0">
                <a:latin typeface="Arial"/>
                <a:cs typeface="Arial"/>
              </a:rPr>
              <a:t>T</a:t>
            </a:r>
            <a:r>
              <a:rPr sz="1650" spc="55" dirty="0">
                <a:latin typeface="Arial"/>
                <a:cs typeface="Arial"/>
              </a:rPr>
              <a:t>ime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Le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t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Squa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1508669" y="2418626"/>
            <a:ext cx="4126865" cy="3249930"/>
          </a:xfrm>
          <a:custGeom>
            <a:avLst/>
            <a:gdLst/>
            <a:ahLst/>
            <a:cxnLst/>
            <a:rect l="l" t="t" r="r" b="b"/>
            <a:pathLst>
              <a:path w="4126865" h="3249929">
                <a:moveTo>
                  <a:pt x="0" y="0"/>
                </a:moveTo>
                <a:lnTo>
                  <a:pt x="4126486" y="0"/>
                </a:lnTo>
                <a:lnTo>
                  <a:pt x="4126486" y="3249808"/>
                </a:lnTo>
                <a:lnTo>
                  <a:pt x="0" y="3249808"/>
                </a:lnTo>
                <a:lnTo>
                  <a:pt x="0" y="0"/>
                </a:lnTo>
                <a:close/>
              </a:path>
            </a:pathLst>
          </a:custGeom>
          <a:ln w="950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08669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35156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35156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35156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08669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35156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08669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73900" y="56209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73900" y="24566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57834" y="56209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57834" y="24566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41723" y="56209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41723" y="24566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35156" y="56209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35156" y="24566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46699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87623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46699" y="5012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87623" y="5012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46699" y="43666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87623" y="43666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46699" y="37109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87623" y="37109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46699" y="306479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87623" y="306479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46699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87623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14577" y="2093982"/>
            <a:ext cx="5334000" cy="400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223385" algn="ctr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14</a:t>
            </a:r>
            <a:endParaRPr sz="16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R="4223385" algn="ctr">
              <a:lnSpc>
                <a:spcPct val="100000"/>
              </a:lnSpc>
              <a:spcBef>
                <a:spcPts val="1265"/>
              </a:spcBef>
            </a:pPr>
            <a:r>
              <a:rPr sz="1650" spc="-10" dirty="0">
                <a:latin typeface="Times New Roman"/>
                <a:cs typeface="Times New Roman"/>
              </a:rPr>
              <a:t>12</a:t>
            </a:r>
            <a:endParaRPr sz="16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R="4223385" algn="ctr">
              <a:lnSpc>
                <a:spcPct val="100000"/>
              </a:lnSpc>
              <a:spcBef>
                <a:spcPts val="1265"/>
              </a:spcBef>
            </a:pPr>
            <a:r>
              <a:rPr sz="1650" spc="-10" dirty="0">
                <a:latin typeface="Times New Roman"/>
                <a:cs typeface="Times New Roman"/>
              </a:rPr>
              <a:t>10</a:t>
            </a:r>
            <a:endParaRPr sz="16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R="4118610" algn="ctr">
              <a:lnSpc>
                <a:spcPct val="100000"/>
              </a:lnSpc>
              <a:spcBef>
                <a:spcPts val="1340"/>
              </a:spcBef>
            </a:pPr>
            <a:r>
              <a:rPr sz="1650" spc="-10" dirty="0">
                <a:latin typeface="Times New Roman"/>
                <a:cs typeface="Times New Roman"/>
              </a:rPr>
              <a:t>8</a:t>
            </a:r>
            <a:endParaRPr sz="16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R="4118610" algn="ctr">
              <a:lnSpc>
                <a:spcPct val="100000"/>
              </a:lnSpc>
              <a:spcBef>
                <a:spcPts val="1265"/>
              </a:spcBef>
            </a:pPr>
            <a:r>
              <a:rPr sz="1650" spc="-10" dirty="0">
                <a:latin typeface="Times New Roman"/>
                <a:cs typeface="Times New Roman"/>
              </a:rPr>
              <a:t>6</a:t>
            </a:r>
            <a:endParaRPr sz="16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R="4118610" algn="ctr">
              <a:lnSpc>
                <a:spcPts val="1550"/>
              </a:lnSpc>
              <a:spcBef>
                <a:spcPts val="1340"/>
              </a:spcBef>
            </a:pPr>
            <a:r>
              <a:rPr sz="1650" spc="-10" dirty="0">
                <a:latin typeface="Times New Roman"/>
                <a:cs typeface="Times New Roman"/>
              </a:rPr>
              <a:t>4</a:t>
            </a:r>
            <a:endParaRPr sz="1650" dirty="0">
              <a:latin typeface="Times New Roman"/>
              <a:cs typeface="Times New Roman"/>
            </a:endParaRPr>
          </a:p>
          <a:p>
            <a:pPr marL="1511300">
              <a:lnSpc>
                <a:spcPts val="1550"/>
              </a:lnSpc>
              <a:tabLst>
                <a:tab pos="2538095" algn="l"/>
                <a:tab pos="3622040" algn="l"/>
                <a:tab pos="4715510" algn="l"/>
              </a:tabLst>
            </a:pPr>
            <a:r>
              <a:rPr sz="1650" spc="-10" dirty="0">
                <a:latin typeface="Times New Roman"/>
                <a:cs typeface="Times New Roman"/>
              </a:rPr>
              <a:t>5	10	15	20</a:t>
            </a:r>
            <a:endParaRPr sz="1650" dirty="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635156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635156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35156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508669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70640" y="505093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0" y="37851"/>
                </a:moveTo>
                <a:lnTo>
                  <a:pt x="2661" y="23764"/>
                </a:lnTo>
                <a:lnTo>
                  <a:pt x="9978" y="12091"/>
                </a:lnTo>
                <a:lnTo>
                  <a:pt x="20949" y="3836"/>
                </a:lnTo>
                <a:lnTo>
                  <a:pt x="34575" y="0"/>
                </a:lnTo>
                <a:lnTo>
                  <a:pt x="49913" y="2346"/>
                </a:lnTo>
                <a:lnTo>
                  <a:pt x="62282" y="9005"/>
                </a:lnTo>
                <a:lnTo>
                  <a:pt x="71047" y="19096"/>
                </a:lnTo>
                <a:lnTo>
                  <a:pt x="75573" y="31737"/>
                </a:lnTo>
                <a:lnTo>
                  <a:pt x="73569" y="47928"/>
                </a:lnTo>
                <a:lnTo>
                  <a:pt x="67466" y="60801"/>
                </a:lnTo>
                <a:lnTo>
                  <a:pt x="58069" y="69956"/>
                </a:lnTo>
                <a:lnTo>
                  <a:pt x="46185" y="74992"/>
                </a:lnTo>
                <a:lnTo>
                  <a:pt x="29390" y="73313"/>
                </a:lnTo>
                <a:lnTo>
                  <a:pt x="16136" y="67673"/>
                </a:lnTo>
                <a:lnTo>
                  <a:pt x="6675" y="58828"/>
                </a:lnTo>
                <a:lnTo>
                  <a:pt x="1258" y="47534"/>
                </a:lnTo>
                <a:lnTo>
                  <a:pt x="0" y="37851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679811" y="4461792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3"/>
                </a:moveTo>
                <a:lnTo>
                  <a:pt x="2662" y="23768"/>
                </a:lnTo>
                <a:lnTo>
                  <a:pt x="9980" y="12095"/>
                </a:lnTo>
                <a:lnTo>
                  <a:pt x="20952" y="3838"/>
                </a:lnTo>
                <a:lnTo>
                  <a:pt x="34575" y="0"/>
                </a:lnTo>
                <a:lnTo>
                  <a:pt x="49917" y="2346"/>
                </a:lnTo>
                <a:lnTo>
                  <a:pt x="62287" y="9003"/>
                </a:lnTo>
                <a:lnTo>
                  <a:pt x="71053" y="19092"/>
                </a:lnTo>
                <a:lnTo>
                  <a:pt x="75580" y="31730"/>
                </a:lnTo>
                <a:lnTo>
                  <a:pt x="73578" y="47920"/>
                </a:lnTo>
                <a:lnTo>
                  <a:pt x="67475" y="60792"/>
                </a:lnTo>
                <a:lnTo>
                  <a:pt x="58078" y="69946"/>
                </a:lnTo>
                <a:lnTo>
                  <a:pt x="46192" y="74980"/>
                </a:lnTo>
                <a:lnTo>
                  <a:pt x="29397" y="73301"/>
                </a:lnTo>
                <a:lnTo>
                  <a:pt x="16141" y="67661"/>
                </a:lnTo>
                <a:lnTo>
                  <a:pt x="6677" y="58817"/>
                </a:lnTo>
                <a:lnTo>
                  <a:pt x="1258" y="47527"/>
                </a:lnTo>
                <a:lnTo>
                  <a:pt x="0" y="37853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98491" y="500342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64"/>
                </a:moveTo>
                <a:lnTo>
                  <a:pt x="2661" y="23775"/>
                </a:lnTo>
                <a:lnTo>
                  <a:pt x="9978" y="12100"/>
                </a:lnTo>
                <a:lnTo>
                  <a:pt x="20947" y="3841"/>
                </a:lnTo>
                <a:lnTo>
                  <a:pt x="34566" y="0"/>
                </a:lnTo>
                <a:lnTo>
                  <a:pt x="49910" y="2344"/>
                </a:lnTo>
                <a:lnTo>
                  <a:pt x="62282" y="8998"/>
                </a:lnTo>
                <a:lnTo>
                  <a:pt x="71049" y="19084"/>
                </a:lnTo>
                <a:lnTo>
                  <a:pt x="75581" y="31721"/>
                </a:lnTo>
                <a:lnTo>
                  <a:pt x="73581" y="47917"/>
                </a:lnTo>
                <a:lnTo>
                  <a:pt x="67482" y="60793"/>
                </a:lnTo>
                <a:lnTo>
                  <a:pt x="58090" y="69950"/>
                </a:lnTo>
                <a:lnTo>
                  <a:pt x="46210" y="74988"/>
                </a:lnTo>
                <a:lnTo>
                  <a:pt x="29411" y="73311"/>
                </a:lnTo>
                <a:lnTo>
                  <a:pt x="16152" y="67675"/>
                </a:lnTo>
                <a:lnTo>
                  <a:pt x="6684" y="58836"/>
                </a:lnTo>
                <a:lnTo>
                  <a:pt x="1261" y="47551"/>
                </a:lnTo>
                <a:lnTo>
                  <a:pt x="0" y="3786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117187" y="49939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65"/>
                </a:moveTo>
                <a:lnTo>
                  <a:pt x="2660" y="23774"/>
                </a:lnTo>
                <a:lnTo>
                  <a:pt x="9974" y="12098"/>
                </a:lnTo>
                <a:lnTo>
                  <a:pt x="20942" y="3839"/>
                </a:lnTo>
                <a:lnTo>
                  <a:pt x="34563" y="0"/>
                </a:lnTo>
                <a:lnTo>
                  <a:pt x="49903" y="2345"/>
                </a:lnTo>
                <a:lnTo>
                  <a:pt x="62273" y="9001"/>
                </a:lnTo>
                <a:lnTo>
                  <a:pt x="71039" y="19089"/>
                </a:lnTo>
                <a:lnTo>
                  <a:pt x="75570" y="31729"/>
                </a:lnTo>
                <a:lnTo>
                  <a:pt x="73568" y="47922"/>
                </a:lnTo>
                <a:lnTo>
                  <a:pt x="67468" y="60796"/>
                </a:lnTo>
                <a:lnTo>
                  <a:pt x="58073" y="69952"/>
                </a:lnTo>
                <a:lnTo>
                  <a:pt x="46192" y="74989"/>
                </a:lnTo>
                <a:lnTo>
                  <a:pt x="29392" y="73311"/>
                </a:lnTo>
                <a:lnTo>
                  <a:pt x="16136" y="67672"/>
                </a:lnTo>
                <a:lnTo>
                  <a:pt x="6674" y="58828"/>
                </a:lnTo>
                <a:lnTo>
                  <a:pt x="1257" y="47539"/>
                </a:lnTo>
                <a:lnTo>
                  <a:pt x="0" y="37865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35870" y="451880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62"/>
                </a:moveTo>
                <a:lnTo>
                  <a:pt x="2662" y="23772"/>
                </a:lnTo>
                <a:lnTo>
                  <a:pt x="9979" y="12097"/>
                </a:lnTo>
                <a:lnTo>
                  <a:pt x="20949" y="3839"/>
                </a:lnTo>
                <a:lnTo>
                  <a:pt x="34567" y="0"/>
                </a:lnTo>
                <a:lnTo>
                  <a:pt x="49911" y="2345"/>
                </a:lnTo>
                <a:lnTo>
                  <a:pt x="62280" y="9003"/>
                </a:lnTo>
                <a:lnTo>
                  <a:pt x="71042" y="19093"/>
                </a:lnTo>
                <a:lnTo>
                  <a:pt x="75568" y="31734"/>
                </a:lnTo>
                <a:lnTo>
                  <a:pt x="73567" y="47926"/>
                </a:lnTo>
                <a:lnTo>
                  <a:pt x="67468" y="60800"/>
                </a:lnTo>
                <a:lnTo>
                  <a:pt x="58074" y="69955"/>
                </a:lnTo>
                <a:lnTo>
                  <a:pt x="46189" y="74991"/>
                </a:lnTo>
                <a:lnTo>
                  <a:pt x="29396" y="73312"/>
                </a:lnTo>
                <a:lnTo>
                  <a:pt x="16140" y="67672"/>
                </a:lnTo>
                <a:lnTo>
                  <a:pt x="6677" y="58827"/>
                </a:lnTo>
                <a:lnTo>
                  <a:pt x="1258" y="47536"/>
                </a:lnTo>
                <a:lnTo>
                  <a:pt x="0" y="37862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554554" y="4746862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4"/>
                </a:moveTo>
                <a:lnTo>
                  <a:pt x="2662" y="23767"/>
                </a:lnTo>
                <a:lnTo>
                  <a:pt x="9982" y="12093"/>
                </a:lnTo>
                <a:lnTo>
                  <a:pt x="20953" y="3836"/>
                </a:lnTo>
                <a:lnTo>
                  <a:pt x="34574" y="0"/>
                </a:lnTo>
                <a:lnTo>
                  <a:pt x="49917" y="2346"/>
                </a:lnTo>
                <a:lnTo>
                  <a:pt x="62287" y="9004"/>
                </a:lnTo>
                <a:lnTo>
                  <a:pt x="71053" y="19092"/>
                </a:lnTo>
                <a:lnTo>
                  <a:pt x="75580" y="31731"/>
                </a:lnTo>
                <a:lnTo>
                  <a:pt x="73578" y="47919"/>
                </a:lnTo>
                <a:lnTo>
                  <a:pt x="67476" y="60790"/>
                </a:lnTo>
                <a:lnTo>
                  <a:pt x="58079" y="69943"/>
                </a:lnTo>
                <a:lnTo>
                  <a:pt x="46191" y="74979"/>
                </a:lnTo>
                <a:lnTo>
                  <a:pt x="29396" y="73301"/>
                </a:lnTo>
                <a:lnTo>
                  <a:pt x="16141" y="67661"/>
                </a:lnTo>
                <a:lnTo>
                  <a:pt x="6677" y="58818"/>
                </a:lnTo>
                <a:lnTo>
                  <a:pt x="1258" y="47528"/>
                </a:lnTo>
                <a:lnTo>
                  <a:pt x="0" y="3785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773234" y="3815628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3"/>
                </a:moveTo>
                <a:lnTo>
                  <a:pt x="2662" y="23768"/>
                </a:lnTo>
                <a:lnTo>
                  <a:pt x="9981" y="12096"/>
                </a:lnTo>
                <a:lnTo>
                  <a:pt x="20953" y="3839"/>
                </a:lnTo>
                <a:lnTo>
                  <a:pt x="34576" y="0"/>
                </a:lnTo>
                <a:lnTo>
                  <a:pt x="49919" y="2345"/>
                </a:lnTo>
                <a:lnTo>
                  <a:pt x="62289" y="9002"/>
                </a:lnTo>
                <a:lnTo>
                  <a:pt x="71055" y="19090"/>
                </a:lnTo>
                <a:lnTo>
                  <a:pt x="75583" y="31728"/>
                </a:lnTo>
                <a:lnTo>
                  <a:pt x="73582" y="47921"/>
                </a:lnTo>
                <a:lnTo>
                  <a:pt x="67481" y="60796"/>
                </a:lnTo>
                <a:lnTo>
                  <a:pt x="58087" y="69952"/>
                </a:lnTo>
                <a:lnTo>
                  <a:pt x="46204" y="74989"/>
                </a:lnTo>
                <a:lnTo>
                  <a:pt x="29409" y="73312"/>
                </a:lnTo>
                <a:lnTo>
                  <a:pt x="16152" y="67675"/>
                </a:lnTo>
                <a:lnTo>
                  <a:pt x="6685" y="58834"/>
                </a:lnTo>
                <a:lnTo>
                  <a:pt x="1262" y="47546"/>
                </a:lnTo>
                <a:lnTo>
                  <a:pt x="0" y="37853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982417" y="390115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4"/>
                </a:moveTo>
                <a:lnTo>
                  <a:pt x="2662" y="23767"/>
                </a:lnTo>
                <a:lnTo>
                  <a:pt x="9981" y="12094"/>
                </a:lnTo>
                <a:lnTo>
                  <a:pt x="20953" y="3837"/>
                </a:lnTo>
                <a:lnTo>
                  <a:pt x="34574" y="0"/>
                </a:lnTo>
                <a:lnTo>
                  <a:pt x="49917" y="2346"/>
                </a:lnTo>
                <a:lnTo>
                  <a:pt x="62288" y="9003"/>
                </a:lnTo>
                <a:lnTo>
                  <a:pt x="71054" y="19091"/>
                </a:lnTo>
                <a:lnTo>
                  <a:pt x="75583" y="31729"/>
                </a:lnTo>
                <a:lnTo>
                  <a:pt x="73582" y="47920"/>
                </a:lnTo>
                <a:lnTo>
                  <a:pt x="67481" y="60794"/>
                </a:lnTo>
                <a:lnTo>
                  <a:pt x="58087" y="69950"/>
                </a:lnTo>
                <a:lnTo>
                  <a:pt x="46203" y="74989"/>
                </a:lnTo>
                <a:lnTo>
                  <a:pt x="29407" y="73312"/>
                </a:lnTo>
                <a:lnTo>
                  <a:pt x="16150" y="67676"/>
                </a:lnTo>
                <a:lnTo>
                  <a:pt x="6684" y="58835"/>
                </a:lnTo>
                <a:lnTo>
                  <a:pt x="1262" y="47546"/>
                </a:lnTo>
                <a:lnTo>
                  <a:pt x="0" y="3785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01085" y="4499799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0"/>
                </a:moveTo>
                <a:lnTo>
                  <a:pt x="2663" y="23766"/>
                </a:lnTo>
                <a:lnTo>
                  <a:pt x="9984" y="12096"/>
                </a:lnTo>
                <a:lnTo>
                  <a:pt x="20958" y="3839"/>
                </a:lnTo>
                <a:lnTo>
                  <a:pt x="34581" y="0"/>
                </a:lnTo>
                <a:lnTo>
                  <a:pt x="49928" y="2345"/>
                </a:lnTo>
                <a:lnTo>
                  <a:pt x="62298" y="9002"/>
                </a:lnTo>
                <a:lnTo>
                  <a:pt x="71060" y="19091"/>
                </a:lnTo>
                <a:lnTo>
                  <a:pt x="75584" y="31730"/>
                </a:lnTo>
                <a:lnTo>
                  <a:pt x="73583" y="47924"/>
                </a:lnTo>
                <a:lnTo>
                  <a:pt x="67485" y="60799"/>
                </a:lnTo>
                <a:lnTo>
                  <a:pt x="58091" y="69955"/>
                </a:lnTo>
                <a:lnTo>
                  <a:pt x="46208" y="74991"/>
                </a:lnTo>
                <a:lnTo>
                  <a:pt x="29416" y="73313"/>
                </a:lnTo>
                <a:lnTo>
                  <a:pt x="16159" y="67676"/>
                </a:lnTo>
                <a:lnTo>
                  <a:pt x="6690" y="58835"/>
                </a:lnTo>
                <a:lnTo>
                  <a:pt x="1263" y="47546"/>
                </a:lnTo>
                <a:lnTo>
                  <a:pt x="0" y="37850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419784" y="4157709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61"/>
                </a:moveTo>
                <a:lnTo>
                  <a:pt x="2658" y="23779"/>
                </a:lnTo>
                <a:lnTo>
                  <a:pt x="9971" y="12106"/>
                </a:lnTo>
                <a:lnTo>
                  <a:pt x="20939" y="3845"/>
                </a:lnTo>
                <a:lnTo>
                  <a:pt x="34567" y="0"/>
                </a:lnTo>
                <a:lnTo>
                  <a:pt x="49905" y="2345"/>
                </a:lnTo>
                <a:lnTo>
                  <a:pt x="62276" y="9002"/>
                </a:lnTo>
                <a:lnTo>
                  <a:pt x="71047" y="19089"/>
                </a:lnTo>
                <a:lnTo>
                  <a:pt x="75581" y="31723"/>
                </a:lnTo>
                <a:lnTo>
                  <a:pt x="73579" y="47919"/>
                </a:lnTo>
                <a:lnTo>
                  <a:pt x="67476" y="60795"/>
                </a:lnTo>
                <a:lnTo>
                  <a:pt x="58082" y="69951"/>
                </a:lnTo>
                <a:lnTo>
                  <a:pt x="46204" y="74988"/>
                </a:lnTo>
                <a:lnTo>
                  <a:pt x="29400" y="73311"/>
                </a:lnTo>
                <a:lnTo>
                  <a:pt x="16142" y="67673"/>
                </a:lnTo>
                <a:lnTo>
                  <a:pt x="6678" y="58832"/>
                </a:lnTo>
                <a:lnTo>
                  <a:pt x="1259" y="47545"/>
                </a:lnTo>
                <a:lnTo>
                  <a:pt x="0" y="37861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638452" y="3340525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4"/>
                </a:moveTo>
                <a:lnTo>
                  <a:pt x="2664" y="23758"/>
                </a:lnTo>
                <a:lnTo>
                  <a:pt x="9986" y="12089"/>
                </a:lnTo>
                <a:lnTo>
                  <a:pt x="20961" y="3836"/>
                </a:lnTo>
                <a:lnTo>
                  <a:pt x="34585" y="0"/>
                </a:lnTo>
                <a:lnTo>
                  <a:pt x="49932" y="2345"/>
                </a:lnTo>
                <a:lnTo>
                  <a:pt x="62302" y="9001"/>
                </a:lnTo>
                <a:lnTo>
                  <a:pt x="71063" y="19089"/>
                </a:lnTo>
                <a:lnTo>
                  <a:pt x="75586" y="31731"/>
                </a:lnTo>
                <a:lnTo>
                  <a:pt x="73582" y="47922"/>
                </a:lnTo>
                <a:lnTo>
                  <a:pt x="67479" y="60792"/>
                </a:lnTo>
                <a:lnTo>
                  <a:pt x="58080" y="69941"/>
                </a:lnTo>
                <a:lnTo>
                  <a:pt x="46189" y="74969"/>
                </a:lnTo>
                <a:lnTo>
                  <a:pt x="29399" y="73288"/>
                </a:lnTo>
                <a:lnTo>
                  <a:pt x="16143" y="67648"/>
                </a:lnTo>
                <a:lnTo>
                  <a:pt x="6677" y="58804"/>
                </a:lnTo>
                <a:lnTo>
                  <a:pt x="1256" y="47511"/>
                </a:lnTo>
                <a:lnTo>
                  <a:pt x="0" y="3784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857150" y="348304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72"/>
                </a:moveTo>
                <a:lnTo>
                  <a:pt x="2661" y="23787"/>
                </a:lnTo>
                <a:lnTo>
                  <a:pt x="9978" y="12111"/>
                </a:lnTo>
                <a:lnTo>
                  <a:pt x="20946" y="3848"/>
                </a:lnTo>
                <a:lnTo>
                  <a:pt x="34562" y="0"/>
                </a:lnTo>
                <a:lnTo>
                  <a:pt x="49899" y="2344"/>
                </a:lnTo>
                <a:lnTo>
                  <a:pt x="62271" y="9000"/>
                </a:lnTo>
                <a:lnTo>
                  <a:pt x="71042" y="19085"/>
                </a:lnTo>
                <a:lnTo>
                  <a:pt x="75579" y="31720"/>
                </a:lnTo>
                <a:lnTo>
                  <a:pt x="73578" y="47911"/>
                </a:lnTo>
                <a:lnTo>
                  <a:pt x="67477" y="60788"/>
                </a:lnTo>
                <a:lnTo>
                  <a:pt x="58084" y="69948"/>
                </a:lnTo>
                <a:lnTo>
                  <a:pt x="46209" y="74989"/>
                </a:lnTo>
                <a:lnTo>
                  <a:pt x="29414" y="73310"/>
                </a:lnTo>
                <a:lnTo>
                  <a:pt x="16155" y="67670"/>
                </a:lnTo>
                <a:lnTo>
                  <a:pt x="6686" y="58829"/>
                </a:lnTo>
                <a:lnTo>
                  <a:pt x="1261" y="47546"/>
                </a:lnTo>
                <a:lnTo>
                  <a:pt x="0" y="37872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075849" y="332150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46"/>
                </a:moveTo>
                <a:lnTo>
                  <a:pt x="2661" y="23755"/>
                </a:lnTo>
                <a:lnTo>
                  <a:pt x="9979" y="12083"/>
                </a:lnTo>
                <a:lnTo>
                  <a:pt x="20952" y="3831"/>
                </a:lnTo>
                <a:lnTo>
                  <a:pt x="34578" y="0"/>
                </a:lnTo>
                <a:lnTo>
                  <a:pt x="49918" y="2347"/>
                </a:lnTo>
                <a:lnTo>
                  <a:pt x="62283" y="9008"/>
                </a:lnTo>
                <a:lnTo>
                  <a:pt x="71041" y="19102"/>
                </a:lnTo>
                <a:lnTo>
                  <a:pt x="75558" y="31751"/>
                </a:lnTo>
                <a:lnTo>
                  <a:pt x="73554" y="47935"/>
                </a:lnTo>
                <a:lnTo>
                  <a:pt x="67451" y="60807"/>
                </a:lnTo>
                <a:lnTo>
                  <a:pt x="58053" y="69963"/>
                </a:lnTo>
                <a:lnTo>
                  <a:pt x="46164" y="74999"/>
                </a:lnTo>
                <a:lnTo>
                  <a:pt x="29376" y="73316"/>
                </a:lnTo>
                <a:lnTo>
                  <a:pt x="16127" y="67669"/>
                </a:lnTo>
                <a:lnTo>
                  <a:pt x="6669" y="58817"/>
                </a:lnTo>
                <a:lnTo>
                  <a:pt x="1255" y="47518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285035" y="38441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63"/>
                </a:moveTo>
                <a:lnTo>
                  <a:pt x="2660" y="23770"/>
                </a:lnTo>
                <a:lnTo>
                  <a:pt x="9975" y="12094"/>
                </a:lnTo>
                <a:lnTo>
                  <a:pt x="20943" y="3837"/>
                </a:lnTo>
                <a:lnTo>
                  <a:pt x="34564" y="0"/>
                </a:lnTo>
                <a:lnTo>
                  <a:pt x="49905" y="2346"/>
                </a:lnTo>
                <a:lnTo>
                  <a:pt x="62271" y="9006"/>
                </a:lnTo>
                <a:lnTo>
                  <a:pt x="71032" y="19098"/>
                </a:lnTo>
                <a:lnTo>
                  <a:pt x="75554" y="31743"/>
                </a:lnTo>
                <a:lnTo>
                  <a:pt x="73552" y="47934"/>
                </a:lnTo>
                <a:lnTo>
                  <a:pt x="67451" y="60806"/>
                </a:lnTo>
                <a:lnTo>
                  <a:pt x="58055" y="69959"/>
                </a:lnTo>
                <a:lnTo>
                  <a:pt x="46167" y="74991"/>
                </a:lnTo>
                <a:lnTo>
                  <a:pt x="29373" y="73310"/>
                </a:lnTo>
                <a:lnTo>
                  <a:pt x="16122" y="67666"/>
                </a:lnTo>
                <a:lnTo>
                  <a:pt x="6664" y="58817"/>
                </a:lnTo>
                <a:lnTo>
                  <a:pt x="1252" y="47520"/>
                </a:lnTo>
                <a:lnTo>
                  <a:pt x="0" y="37863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503703" y="304593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6"/>
                </a:moveTo>
                <a:lnTo>
                  <a:pt x="2665" y="23767"/>
                </a:lnTo>
                <a:lnTo>
                  <a:pt x="9990" y="12095"/>
                </a:lnTo>
                <a:lnTo>
                  <a:pt x="20965" y="3836"/>
                </a:lnTo>
                <a:lnTo>
                  <a:pt x="34583" y="0"/>
                </a:lnTo>
                <a:lnTo>
                  <a:pt x="49919" y="2349"/>
                </a:lnTo>
                <a:lnTo>
                  <a:pt x="62289" y="9012"/>
                </a:lnTo>
                <a:lnTo>
                  <a:pt x="71057" y="19104"/>
                </a:lnTo>
                <a:lnTo>
                  <a:pt x="75585" y="31740"/>
                </a:lnTo>
                <a:lnTo>
                  <a:pt x="73581" y="47933"/>
                </a:lnTo>
                <a:lnTo>
                  <a:pt x="67477" y="60806"/>
                </a:lnTo>
                <a:lnTo>
                  <a:pt x="58079" y="69958"/>
                </a:lnTo>
                <a:lnTo>
                  <a:pt x="46193" y="74994"/>
                </a:lnTo>
                <a:lnTo>
                  <a:pt x="29408" y="73318"/>
                </a:lnTo>
                <a:lnTo>
                  <a:pt x="16155" y="67684"/>
                </a:lnTo>
                <a:lnTo>
                  <a:pt x="6688" y="58843"/>
                </a:lnTo>
                <a:lnTo>
                  <a:pt x="1263" y="47548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722402" y="2741861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6"/>
                </a:moveTo>
                <a:lnTo>
                  <a:pt x="2661" y="23767"/>
                </a:lnTo>
                <a:lnTo>
                  <a:pt x="9979" y="12095"/>
                </a:lnTo>
                <a:lnTo>
                  <a:pt x="20952" y="3836"/>
                </a:lnTo>
                <a:lnTo>
                  <a:pt x="34578" y="0"/>
                </a:lnTo>
                <a:lnTo>
                  <a:pt x="49916" y="2349"/>
                </a:lnTo>
                <a:lnTo>
                  <a:pt x="62287" y="9011"/>
                </a:lnTo>
                <a:lnTo>
                  <a:pt x="71055" y="19102"/>
                </a:lnTo>
                <a:lnTo>
                  <a:pt x="75584" y="31736"/>
                </a:lnTo>
                <a:lnTo>
                  <a:pt x="73581" y="47919"/>
                </a:lnTo>
                <a:lnTo>
                  <a:pt x="67478" y="60791"/>
                </a:lnTo>
                <a:lnTo>
                  <a:pt x="58080" y="69950"/>
                </a:lnTo>
                <a:lnTo>
                  <a:pt x="46196" y="74992"/>
                </a:lnTo>
                <a:lnTo>
                  <a:pt x="29398" y="73314"/>
                </a:lnTo>
                <a:lnTo>
                  <a:pt x="16143" y="67675"/>
                </a:lnTo>
                <a:lnTo>
                  <a:pt x="6681" y="58831"/>
                </a:lnTo>
                <a:lnTo>
                  <a:pt x="1261" y="47541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941070" y="3007933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6"/>
                </a:moveTo>
                <a:lnTo>
                  <a:pt x="2665" y="23755"/>
                </a:lnTo>
                <a:lnTo>
                  <a:pt x="9990" y="12083"/>
                </a:lnTo>
                <a:lnTo>
                  <a:pt x="20965" y="3831"/>
                </a:lnTo>
                <a:lnTo>
                  <a:pt x="34583" y="0"/>
                </a:lnTo>
                <a:lnTo>
                  <a:pt x="49919" y="2346"/>
                </a:lnTo>
                <a:lnTo>
                  <a:pt x="62289" y="9002"/>
                </a:lnTo>
                <a:lnTo>
                  <a:pt x="71057" y="19091"/>
                </a:lnTo>
                <a:lnTo>
                  <a:pt x="75585" y="31733"/>
                </a:lnTo>
                <a:lnTo>
                  <a:pt x="73580" y="47919"/>
                </a:lnTo>
                <a:lnTo>
                  <a:pt x="67472" y="60786"/>
                </a:lnTo>
                <a:lnTo>
                  <a:pt x="58069" y="69935"/>
                </a:lnTo>
                <a:lnTo>
                  <a:pt x="46178" y="74967"/>
                </a:lnTo>
                <a:lnTo>
                  <a:pt x="29392" y="73288"/>
                </a:lnTo>
                <a:lnTo>
                  <a:pt x="16139" y="67648"/>
                </a:lnTo>
                <a:lnTo>
                  <a:pt x="6674" y="58803"/>
                </a:lnTo>
                <a:lnTo>
                  <a:pt x="1255" y="47509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159769" y="296040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74"/>
                </a:moveTo>
                <a:lnTo>
                  <a:pt x="2659" y="23784"/>
                </a:lnTo>
                <a:lnTo>
                  <a:pt x="9972" y="12105"/>
                </a:lnTo>
                <a:lnTo>
                  <a:pt x="20937" y="3842"/>
                </a:lnTo>
                <a:lnTo>
                  <a:pt x="34555" y="0"/>
                </a:lnTo>
                <a:lnTo>
                  <a:pt x="49895" y="2345"/>
                </a:lnTo>
                <a:lnTo>
                  <a:pt x="62268" y="9000"/>
                </a:lnTo>
                <a:lnTo>
                  <a:pt x="71040" y="19085"/>
                </a:lnTo>
                <a:lnTo>
                  <a:pt x="75578" y="31719"/>
                </a:lnTo>
                <a:lnTo>
                  <a:pt x="73579" y="47918"/>
                </a:lnTo>
                <a:lnTo>
                  <a:pt x="67481" y="60793"/>
                </a:lnTo>
                <a:lnTo>
                  <a:pt x="58089" y="69948"/>
                </a:lnTo>
                <a:lnTo>
                  <a:pt x="46209" y="74988"/>
                </a:lnTo>
                <a:lnTo>
                  <a:pt x="29403" y="73314"/>
                </a:lnTo>
                <a:lnTo>
                  <a:pt x="16143" y="67682"/>
                </a:lnTo>
                <a:lnTo>
                  <a:pt x="6679" y="58846"/>
                </a:lnTo>
                <a:lnTo>
                  <a:pt x="1260" y="47560"/>
                </a:lnTo>
                <a:lnTo>
                  <a:pt x="0" y="3787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378437" y="2532803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72"/>
                </a:moveTo>
                <a:lnTo>
                  <a:pt x="2661" y="23775"/>
                </a:lnTo>
                <a:lnTo>
                  <a:pt x="9978" y="12099"/>
                </a:lnTo>
                <a:lnTo>
                  <a:pt x="20946" y="3842"/>
                </a:lnTo>
                <a:lnTo>
                  <a:pt x="34562" y="0"/>
                </a:lnTo>
                <a:lnTo>
                  <a:pt x="49899" y="2341"/>
                </a:lnTo>
                <a:lnTo>
                  <a:pt x="62271" y="8990"/>
                </a:lnTo>
                <a:lnTo>
                  <a:pt x="71042" y="19072"/>
                </a:lnTo>
                <a:lnTo>
                  <a:pt x="75579" y="31713"/>
                </a:lnTo>
                <a:lnTo>
                  <a:pt x="73579" y="47906"/>
                </a:lnTo>
                <a:lnTo>
                  <a:pt x="67479" y="60784"/>
                </a:lnTo>
                <a:lnTo>
                  <a:pt x="58087" y="69946"/>
                </a:lnTo>
                <a:lnTo>
                  <a:pt x="46214" y="74988"/>
                </a:lnTo>
                <a:lnTo>
                  <a:pt x="29418" y="73310"/>
                </a:lnTo>
                <a:lnTo>
                  <a:pt x="16158" y="67672"/>
                </a:lnTo>
                <a:lnTo>
                  <a:pt x="6688" y="58832"/>
                </a:lnTo>
                <a:lnTo>
                  <a:pt x="1262" y="47550"/>
                </a:lnTo>
                <a:lnTo>
                  <a:pt x="0" y="37872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597135" y="265633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74"/>
                </a:moveTo>
                <a:lnTo>
                  <a:pt x="2659" y="23784"/>
                </a:lnTo>
                <a:lnTo>
                  <a:pt x="9972" y="12105"/>
                </a:lnTo>
                <a:lnTo>
                  <a:pt x="20937" y="3842"/>
                </a:lnTo>
                <a:lnTo>
                  <a:pt x="34555" y="0"/>
                </a:lnTo>
                <a:lnTo>
                  <a:pt x="49897" y="2347"/>
                </a:lnTo>
                <a:lnTo>
                  <a:pt x="62264" y="9007"/>
                </a:lnTo>
                <a:lnTo>
                  <a:pt x="71026" y="19099"/>
                </a:lnTo>
                <a:lnTo>
                  <a:pt x="75552" y="31740"/>
                </a:lnTo>
                <a:lnTo>
                  <a:pt x="73552" y="47926"/>
                </a:lnTo>
                <a:lnTo>
                  <a:pt x="67453" y="60799"/>
                </a:lnTo>
                <a:lnTo>
                  <a:pt x="58059" y="69957"/>
                </a:lnTo>
                <a:lnTo>
                  <a:pt x="46174" y="74994"/>
                </a:lnTo>
                <a:lnTo>
                  <a:pt x="29377" y="73312"/>
                </a:lnTo>
                <a:lnTo>
                  <a:pt x="16124" y="67666"/>
                </a:lnTo>
                <a:lnTo>
                  <a:pt x="6665" y="58817"/>
                </a:lnTo>
                <a:lnTo>
                  <a:pt x="1253" y="47525"/>
                </a:lnTo>
                <a:lnTo>
                  <a:pt x="0" y="3787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14577" y="2093982"/>
            <a:ext cx="5334000" cy="20955"/>
          </a:xfrm>
          <a:custGeom>
            <a:avLst/>
            <a:gdLst/>
            <a:ahLst/>
            <a:cxnLst/>
            <a:rect l="l" t="t" r="r" b="b"/>
            <a:pathLst>
              <a:path w="5334000" h="20955">
                <a:moveTo>
                  <a:pt x="0" y="20567"/>
                </a:moveTo>
                <a:lnTo>
                  <a:pt x="5333999" y="20567"/>
                </a:lnTo>
                <a:lnTo>
                  <a:pt x="5333999" y="0"/>
                </a:lnTo>
                <a:lnTo>
                  <a:pt x="0" y="0"/>
                </a:lnTo>
                <a:lnTo>
                  <a:pt x="0" y="205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508669" y="2398058"/>
            <a:ext cx="4126865" cy="3249930"/>
          </a:xfrm>
          <a:custGeom>
            <a:avLst/>
            <a:gdLst/>
            <a:ahLst/>
            <a:cxnLst/>
            <a:rect l="l" t="t" r="r" b="b"/>
            <a:pathLst>
              <a:path w="4126865" h="3249929">
                <a:moveTo>
                  <a:pt x="0" y="0"/>
                </a:moveTo>
                <a:lnTo>
                  <a:pt x="4126486" y="0"/>
                </a:lnTo>
                <a:lnTo>
                  <a:pt x="4126486" y="3249802"/>
                </a:lnTo>
                <a:lnTo>
                  <a:pt x="0" y="3249802"/>
                </a:lnTo>
                <a:lnTo>
                  <a:pt x="0" y="0"/>
                </a:lnTo>
                <a:close/>
              </a:path>
            </a:pathLst>
          </a:custGeom>
          <a:ln w="950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508669" y="56478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635156" y="23980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635156" y="56478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635156" y="23980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508669" y="23980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635156" y="56478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508669" y="23980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373900" y="56003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373900" y="24360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457834" y="56003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457834" y="24360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541723" y="56003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541723" y="24360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635156" y="56003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635156" y="24360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546699" y="56478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587623" y="56478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546699" y="499219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587623" y="499219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546699" y="43460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587623" y="43460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546699" y="36903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587623" y="36903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546699" y="30442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587623" y="30442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546699" y="23980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587623" y="23980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814577" y="2114550"/>
            <a:ext cx="5334000" cy="400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223385" algn="ctr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14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R="4223385" algn="ctr">
              <a:lnSpc>
                <a:spcPct val="100000"/>
              </a:lnSpc>
              <a:spcBef>
                <a:spcPts val="1265"/>
              </a:spcBef>
            </a:pPr>
            <a:r>
              <a:rPr sz="1650" spc="-10" dirty="0">
                <a:latin typeface="Times New Roman"/>
                <a:cs typeface="Times New Roman"/>
              </a:rPr>
              <a:t>12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R="4223385" algn="ctr">
              <a:lnSpc>
                <a:spcPct val="100000"/>
              </a:lnSpc>
              <a:spcBef>
                <a:spcPts val="1265"/>
              </a:spcBef>
            </a:pPr>
            <a:r>
              <a:rPr sz="1650" spc="-10" dirty="0">
                <a:latin typeface="Times New Roman"/>
                <a:cs typeface="Times New Roman"/>
              </a:rPr>
              <a:t>10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R="4118610" algn="ctr">
              <a:lnSpc>
                <a:spcPct val="100000"/>
              </a:lnSpc>
              <a:spcBef>
                <a:spcPts val="1340"/>
              </a:spcBef>
            </a:pPr>
            <a:r>
              <a:rPr sz="1650" spc="-10" dirty="0">
                <a:latin typeface="Times New Roman"/>
                <a:cs typeface="Times New Roman"/>
              </a:rPr>
              <a:t>8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R="4118610" algn="ctr">
              <a:lnSpc>
                <a:spcPct val="100000"/>
              </a:lnSpc>
              <a:spcBef>
                <a:spcPts val="1265"/>
              </a:spcBef>
            </a:pPr>
            <a:r>
              <a:rPr sz="1650" spc="-10" dirty="0">
                <a:latin typeface="Times New Roman"/>
                <a:cs typeface="Times New Roman"/>
              </a:rPr>
              <a:t>6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R="4118610" algn="ctr">
              <a:lnSpc>
                <a:spcPts val="1550"/>
              </a:lnSpc>
              <a:spcBef>
                <a:spcPts val="1340"/>
              </a:spcBef>
            </a:pPr>
            <a:r>
              <a:rPr sz="1650" spc="-10" dirty="0">
                <a:latin typeface="Times New Roman"/>
                <a:cs typeface="Times New Roman"/>
              </a:rPr>
              <a:t>4</a:t>
            </a:r>
            <a:endParaRPr sz="1650">
              <a:latin typeface="Times New Roman"/>
              <a:cs typeface="Times New Roman"/>
            </a:endParaRPr>
          </a:p>
          <a:p>
            <a:pPr marL="1511300">
              <a:lnSpc>
                <a:spcPts val="1550"/>
              </a:lnSpc>
              <a:tabLst>
                <a:tab pos="2538095" algn="l"/>
                <a:tab pos="3622040" algn="l"/>
                <a:tab pos="4715510" algn="l"/>
              </a:tabLst>
            </a:pPr>
            <a:r>
              <a:rPr sz="1650" spc="-10" dirty="0">
                <a:latin typeface="Times New Roman"/>
                <a:cs typeface="Times New Roman"/>
              </a:rPr>
              <a:t>5	10	15	20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5635156" y="23980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635156" y="56478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635156" y="23980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508669" y="23980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470640" y="503036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0" y="37851"/>
                </a:moveTo>
                <a:lnTo>
                  <a:pt x="2661" y="23764"/>
                </a:lnTo>
                <a:lnTo>
                  <a:pt x="9978" y="12091"/>
                </a:lnTo>
                <a:lnTo>
                  <a:pt x="20949" y="3836"/>
                </a:lnTo>
                <a:lnTo>
                  <a:pt x="34575" y="0"/>
                </a:lnTo>
                <a:lnTo>
                  <a:pt x="49913" y="2346"/>
                </a:lnTo>
                <a:lnTo>
                  <a:pt x="62282" y="9005"/>
                </a:lnTo>
                <a:lnTo>
                  <a:pt x="71047" y="19096"/>
                </a:lnTo>
                <a:lnTo>
                  <a:pt x="75573" y="31737"/>
                </a:lnTo>
                <a:lnTo>
                  <a:pt x="73569" y="47928"/>
                </a:lnTo>
                <a:lnTo>
                  <a:pt x="67466" y="60801"/>
                </a:lnTo>
                <a:lnTo>
                  <a:pt x="58069" y="69956"/>
                </a:lnTo>
                <a:lnTo>
                  <a:pt x="46185" y="74992"/>
                </a:lnTo>
                <a:lnTo>
                  <a:pt x="29390" y="73313"/>
                </a:lnTo>
                <a:lnTo>
                  <a:pt x="16136" y="67673"/>
                </a:lnTo>
                <a:lnTo>
                  <a:pt x="6675" y="58828"/>
                </a:lnTo>
                <a:lnTo>
                  <a:pt x="1258" y="47534"/>
                </a:lnTo>
                <a:lnTo>
                  <a:pt x="0" y="37851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679811" y="4441218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3"/>
                </a:moveTo>
                <a:lnTo>
                  <a:pt x="2662" y="23768"/>
                </a:lnTo>
                <a:lnTo>
                  <a:pt x="9980" y="12095"/>
                </a:lnTo>
                <a:lnTo>
                  <a:pt x="20952" y="3838"/>
                </a:lnTo>
                <a:lnTo>
                  <a:pt x="34575" y="0"/>
                </a:lnTo>
                <a:lnTo>
                  <a:pt x="49917" y="2346"/>
                </a:lnTo>
                <a:lnTo>
                  <a:pt x="62287" y="9003"/>
                </a:lnTo>
                <a:lnTo>
                  <a:pt x="71053" y="19092"/>
                </a:lnTo>
                <a:lnTo>
                  <a:pt x="75580" y="31730"/>
                </a:lnTo>
                <a:lnTo>
                  <a:pt x="73579" y="47919"/>
                </a:lnTo>
                <a:lnTo>
                  <a:pt x="67478" y="60793"/>
                </a:lnTo>
                <a:lnTo>
                  <a:pt x="58083" y="69951"/>
                </a:lnTo>
                <a:lnTo>
                  <a:pt x="46200" y="74990"/>
                </a:lnTo>
                <a:lnTo>
                  <a:pt x="29405" y="73311"/>
                </a:lnTo>
                <a:lnTo>
                  <a:pt x="16148" y="67672"/>
                </a:lnTo>
                <a:lnTo>
                  <a:pt x="6683" y="58829"/>
                </a:lnTo>
                <a:lnTo>
                  <a:pt x="1261" y="47540"/>
                </a:lnTo>
                <a:lnTo>
                  <a:pt x="0" y="37853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898491" y="4982846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64"/>
                </a:moveTo>
                <a:lnTo>
                  <a:pt x="2661" y="23775"/>
                </a:lnTo>
                <a:lnTo>
                  <a:pt x="9978" y="12100"/>
                </a:lnTo>
                <a:lnTo>
                  <a:pt x="20947" y="3841"/>
                </a:lnTo>
                <a:lnTo>
                  <a:pt x="34566" y="0"/>
                </a:lnTo>
                <a:lnTo>
                  <a:pt x="49910" y="2344"/>
                </a:lnTo>
                <a:lnTo>
                  <a:pt x="62282" y="8998"/>
                </a:lnTo>
                <a:lnTo>
                  <a:pt x="71049" y="19084"/>
                </a:lnTo>
                <a:lnTo>
                  <a:pt x="75581" y="31721"/>
                </a:lnTo>
                <a:lnTo>
                  <a:pt x="73581" y="47917"/>
                </a:lnTo>
                <a:lnTo>
                  <a:pt x="67482" y="60793"/>
                </a:lnTo>
                <a:lnTo>
                  <a:pt x="58090" y="69950"/>
                </a:lnTo>
                <a:lnTo>
                  <a:pt x="46210" y="74988"/>
                </a:lnTo>
                <a:lnTo>
                  <a:pt x="29411" y="73311"/>
                </a:lnTo>
                <a:lnTo>
                  <a:pt x="16152" y="67675"/>
                </a:lnTo>
                <a:lnTo>
                  <a:pt x="6684" y="58836"/>
                </a:lnTo>
                <a:lnTo>
                  <a:pt x="1261" y="47551"/>
                </a:lnTo>
                <a:lnTo>
                  <a:pt x="0" y="3786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117187" y="49733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65"/>
                </a:moveTo>
                <a:lnTo>
                  <a:pt x="2660" y="23774"/>
                </a:lnTo>
                <a:lnTo>
                  <a:pt x="9974" y="12098"/>
                </a:lnTo>
                <a:lnTo>
                  <a:pt x="20942" y="3839"/>
                </a:lnTo>
                <a:lnTo>
                  <a:pt x="34563" y="0"/>
                </a:lnTo>
                <a:lnTo>
                  <a:pt x="49903" y="2345"/>
                </a:lnTo>
                <a:lnTo>
                  <a:pt x="62273" y="9001"/>
                </a:lnTo>
                <a:lnTo>
                  <a:pt x="71039" y="19089"/>
                </a:lnTo>
                <a:lnTo>
                  <a:pt x="75570" y="31729"/>
                </a:lnTo>
                <a:lnTo>
                  <a:pt x="73568" y="47922"/>
                </a:lnTo>
                <a:lnTo>
                  <a:pt x="67468" y="60796"/>
                </a:lnTo>
                <a:lnTo>
                  <a:pt x="58073" y="69952"/>
                </a:lnTo>
                <a:lnTo>
                  <a:pt x="46192" y="74989"/>
                </a:lnTo>
                <a:lnTo>
                  <a:pt x="29392" y="73311"/>
                </a:lnTo>
                <a:lnTo>
                  <a:pt x="16136" y="67672"/>
                </a:lnTo>
                <a:lnTo>
                  <a:pt x="6674" y="58828"/>
                </a:lnTo>
                <a:lnTo>
                  <a:pt x="1257" y="47539"/>
                </a:lnTo>
                <a:lnTo>
                  <a:pt x="0" y="37865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335870" y="44982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62"/>
                </a:moveTo>
                <a:lnTo>
                  <a:pt x="2662" y="23772"/>
                </a:lnTo>
                <a:lnTo>
                  <a:pt x="9979" y="12097"/>
                </a:lnTo>
                <a:lnTo>
                  <a:pt x="20949" y="3839"/>
                </a:lnTo>
                <a:lnTo>
                  <a:pt x="34567" y="0"/>
                </a:lnTo>
                <a:lnTo>
                  <a:pt x="49911" y="2345"/>
                </a:lnTo>
                <a:lnTo>
                  <a:pt x="62280" y="9003"/>
                </a:lnTo>
                <a:lnTo>
                  <a:pt x="71042" y="19093"/>
                </a:lnTo>
                <a:lnTo>
                  <a:pt x="75568" y="31734"/>
                </a:lnTo>
                <a:lnTo>
                  <a:pt x="73567" y="47926"/>
                </a:lnTo>
                <a:lnTo>
                  <a:pt x="67468" y="60800"/>
                </a:lnTo>
                <a:lnTo>
                  <a:pt x="58074" y="69955"/>
                </a:lnTo>
                <a:lnTo>
                  <a:pt x="46189" y="74991"/>
                </a:lnTo>
                <a:lnTo>
                  <a:pt x="29396" y="73312"/>
                </a:lnTo>
                <a:lnTo>
                  <a:pt x="16140" y="67672"/>
                </a:lnTo>
                <a:lnTo>
                  <a:pt x="6677" y="58827"/>
                </a:lnTo>
                <a:lnTo>
                  <a:pt x="1258" y="47536"/>
                </a:lnTo>
                <a:lnTo>
                  <a:pt x="0" y="37862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554554" y="4726288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4"/>
                </a:moveTo>
                <a:lnTo>
                  <a:pt x="2662" y="23767"/>
                </a:lnTo>
                <a:lnTo>
                  <a:pt x="9982" y="12093"/>
                </a:lnTo>
                <a:lnTo>
                  <a:pt x="20953" y="3836"/>
                </a:lnTo>
                <a:lnTo>
                  <a:pt x="34574" y="0"/>
                </a:lnTo>
                <a:lnTo>
                  <a:pt x="49917" y="2346"/>
                </a:lnTo>
                <a:lnTo>
                  <a:pt x="62287" y="9004"/>
                </a:lnTo>
                <a:lnTo>
                  <a:pt x="71053" y="19092"/>
                </a:lnTo>
                <a:lnTo>
                  <a:pt x="75580" y="31731"/>
                </a:lnTo>
                <a:lnTo>
                  <a:pt x="73578" y="47919"/>
                </a:lnTo>
                <a:lnTo>
                  <a:pt x="67476" y="60790"/>
                </a:lnTo>
                <a:lnTo>
                  <a:pt x="58079" y="69943"/>
                </a:lnTo>
                <a:lnTo>
                  <a:pt x="46191" y="74979"/>
                </a:lnTo>
                <a:lnTo>
                  <a:pt x="29396" y="73301"/>
                </a:lnTo>
                <a:lnTo>
                  <a:pt x="16141" y="67661"/>
                </a:lnTo>
                <a:lnTo>
                  <a:pt x="6677" y="58818"/>
                </a:lnTo>
                <a:lnTo>
                  <a:pt x="1258" y="47528"/>
                </a:lnTo>
                <a:lnTo>
                  <a:pt x="0" y="3785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773234" y="379506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7"/>
                </a:moveTo>
                <a:lnTo>
                  <a:pt x="2662" y="23762"/>
                </a:lnTo>
                <a:lnTo>
                  <a:pt x="9982" y="12092"/>
                </a:lnTo>
                <a:lnTo>
                  <a:pt x="20956" y="3837"/>
                </a:lnTo>
                <a:lnTo>
                  <a:pt x="34580" y="0"/>
                </a:lnTo>
                <a:lnTo>
                  <a:pt x="49923" y="2345"/>
                </a:lnTo>
                <a:lnTo>
                  <a:pt x="62293" y="9003"/>
                </a:lnTo>
                <a:lnTo>
                  <a:pt x="71058" y="19091"/>
                </a:lnTo>
                <a:lnTo>
                  <a:pt x="75584" y="31730"/>
                </a:lnTo>
                <a:lnTo>
                  <a:pt x="73582" y="47921"/>
                </a:lnTo>
                <a:lnTo>
                  <a:pt x="67479" y="60794"/>
                </a:lnTo>
                <a:lnTo>
                  <a:pt x="58083" y="69949"/>
                </a:lnTo>
                <a:lnTo>
                  <a:pt x="46199" y="74985"/>
                </a:lnTo>
                <a:lnTo>
                  <a:pt x="29405" y="73307"/>
                </a:lnTo>
                <a:lnTo>
                  <a:pt x="16149" y="67668"/>
                </a:lnTo>
                <a:lnTo>
                  <a:pt x="6683" y="58826"/>
                </a:lnTo>
                <a:lnTo>
                  <a:pt x="1261" y="47536"/>
                </a:lnTo>
                <a:lnTo>
                  <a:pt x="0" y="37847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982417" y="3880576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4"/>
                </a:moveTo>
                <a:lnTo>
                  <a:pt x="2662" y="23767"/>
                </a:lnTo>
                <a:lnTo>
                  <a:pt x="9981" y="12094"/>
                </a:lnTo>
                <a:lnTo>
                  <a:pt x="20953" y="3837"/>
                </a:lnTo>
                <a:lnTo>
                  <a:pt x="34574" y="0"/>
                </a:lnTo>
                <a:lnTo>
                  <a:pt x="49917" y="2346"/>
                </a:lnTo>
                <a:lnTo>
                  <a:pt x="62288" y="9003"/>
                </a:lnTo>
                <a:lnTo>
                  <a:pt x="71054" y="19091"/>
                </a:lnTo>
                <a:lnTo>
                  <a:pt x="75583" y="31729"/>
                </a:lnTo>
                <a:lnTo>
                  <a:pt x="73582" y="47920"/>
                </a:lnTo>
                <a:lnTo>
                  <a:pt x="67481" y="60794"/>
                </a:lnTo>
                <a:lnTo>
                  <a:pt x="58087" y="69950"/>
                </a:lnTo>
                <a:lnTo>
                  <a:pt x="46203" y="74989"/>
                </a:lnTo>
                <a:lnTo>
                  <a:pt x="29407" y="73312"/>
                </a:lnTo>
                <a:lnTo>
                  <a:pt x="16150" y="67676"/>
                </a:lnTo>
                <a:lnTo>
                  <a:pt x="6684" y="58835"/>
                </a:lnTo>
                <a:lnTo>
                  <a:pt x="1262" y="47546"/>
                </a:lnTo>
                <a:lnTo>
                  <a:pt x="0" y="3785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201085" y="4479226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61"/>
                </a:moveTo>
                <a:lnTo>
                  <a:pt x="2662" y="23773"/>
                </a:lnTo>
                <a:lnTo>
                  <a:pt x="9981" y="12100"/>
                </a:lnTo>
                <a:lnTo>
                  <a:pt x="20952" y="3842"/>
                </a:lnTo>
                <a:lnTo>
                  <a:pt x="34571" y="0"/>
                </a:lnTo>
                <a:lnTo>
                  <a:pt x="49920" y="2344"/>
                </a:lnTo>
                <a:lnTo>
                  <a:pt x="62291" y="8998"/>
                </a:lnTo>
                <a:lnTo>
                  <a:pt x="71054" y="19084"/>
                </a:lnTo>
                <a:lnTo>
                  <a:pt x="75582" y="31723"/>
                </a:lnTo>
                <a:lnTo>
                  <a:pt x="73583" y="47919"/>
                </a:lnTo>
                <a:lnTo>
                  <a:pt x="67486" y="60795"/>
                </a:lnTo>
                <a:lnTo>
                  <a:pt x="58095" y="69952"/>
                </a:lnTo>
                <a:lnTo>
                  <a:pt x="46213" y="74989"/>
                </a:lnTo>
                <a:lnTo>
                  <a:pt x="29418" y="73311"/>
                </a:lnTo>
                <a:lnTo>
                  <a:pt x="16159" y="67675"/>
                </a:lnTo>
                <a:lnTo>
                  <a:pt x="6689" y="58836"/>
                </a:lnTo>
                <a:lnTo>
                  <a:pt x="1263" y="47550"/>
                </a:lnTo>
                <a:lnTo>
                  <a:pt x="0" y="37861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419784" y="4137146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0"/>
                </a:moveTo>
                <a:lnTo>
                  <a:pt x="2659" y="23767"/>
                </a:lnTo>
                <a:lnTo>
                  <a:pt x="9974" y="12097"/>
                </a:lnTo>
                <a:lnTo>
                  <a:pt x="20945" y="3840"/>
                </a:lnTo>
                <a:lnTo>
                  <a:pt x="34576" y="0"/>
                </a:lnTo>
                <a:lnTo>
                  <a:pt x="49913" y="2345"/>
                </a:lnTo>
                <a:lnTo>
                  <a:pt x="62284" y="9002"/>
                </a:lnTo>
                <a:lnTo>
                  <a:pt x="71053" y="19090"/>
                </a:lnTo>
                <a:lnTo>
                  <a:pt x="75583" y="31728"/>
                </a:lnTo>
                <a:lnTo>
                  <a:pt x="73579" y="47918"/>
                </a:lnTo>
                <a:lnTo>
                  <a:pt x="67473" y="60791"/>
                </a:lnTo>
                <a:lnTo>
                  <a:pt x="58074" y="69946"/>
                </a:lnTo>
                <a:lnTo>
                  <a:pt x="46193" y="74980"/>
                </a:lnTo>
                <a:lnTo>
                  <a:pt x="29392" y="73300"/>
                </a:lnTo>
                <a:lnTo>
                  <a:pt x="16135" y="67660"/>
                </a:lnTo>
                <a:lnTo>
                  <a:pt x="6674" y="58816"/>
                </a:lnTo>
                <a:lnTo>
                  <a:pt x="1257" y="47525"/>
                </a:lnTo>
                <a:lnTo>
                  <a:pt x="0" y="37850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638452" y="3319929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72"/>
                </a:moveTo>
                <a:lnTo>
                  <a:pt x="2661" y="23787"/>
                </a:lnTo>
                <a:lnTo>
                  <a:pt x="9978" y="12111"/>
                </a:lnTo>
                <a:lnTo>
                  <a:pt x="20946" y="3848"/>
                </a:lnTo>
                <a:lnTo>
                  <a:pt x="34562" y="0"/>
                </a:lnTo>
                <a:lnTo>
                  <a:pt x="49912" y="2344"/>
                </a:lnTo>
                <a:lnTo>
                  <a:pt x="62283" y="9000"/>
                </a:lnTo>
                <a:lnTo>
                  <a:pt x="71048" y="19085"/>
                </a:lnTo>
                <a:lnTo>
                  <a:pt x="75579" y="31720"/>
                </a:lnTo>
                <a:lnTo>
                  <a:pt x="73582" y="47923"/>
                </a:lnTo>
                <a:lnTo>
                  <a:pt x="67487" y="60800"/>
                </a:lnTo>
                <a:lnTo>
                  <a:pt x="58098" y="69955"/>
                </a:lnTo>
                <a:lnTo>
                  <a:pt x="46218" y="74990"/>
                </a:lnTo>
                <a:lnTo>
                  <a:pt x="29420" y="73315"/>
                </a:lnTo>
                <a:lnTo>
                  <a:pt x="16159" y="67682"/>
                </a:lnTo>
                <a:lnTo>
                  <a:pt x="6689" y="58846"/>
                </a:lnTo>
                <a:lnTo>
                  <a:pt x="1262" y="47561"/>
                </a:lnTo>
                <a:lnTo>
                  <a:pt x="0" y="37872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857150" y="346247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4"/>
                </a:moveTo>
                <a:lnTo>
                  <a:pt x="2664" y="23758"/>
                </a:lnTo>
                <a:lnTo>
                  <a:pt x="9986" y="12089"/>
                </a:lnTo>
                <a:lnTo>
                  <a:pt x="20961" y="3836"/>
                </a:lnTo>
                <a:lnTo>
                  <a:pt x="34585" y="0"/>
                </a:lnTo>
                <a:lnTo>
                  <a:pt x="49920" y="2345"/>
                </a:lnTo>
                <a:lnTo>
                  <a:pt x="62290" y="9001"/>
                </a:lnTo>
                <a:lnTo>
                  <a:pt x="71057" y="19089"/>
                </a:lnTo>
                <a:lnTo>
                  <a:pt x="75585" y="31731"/>
                </a:lnTo>
                <a:lnTo>
                  <a:pt x="73580" y="47920"/>
                </a:lnTo>
                <a:lnTo>
                  <a:pt x="67475" y="60795"/>
                </a:lnTo>
                <a:lnTo>
                  <a:pt x="58079" y="69954"/>
                </a:lnTo>
                <a:lnTo>
                  <a:pt x="46200" y="74993"/>
                </a:lnTo>
                <a:lnTo>
                  <a:pt x="29412" y="73314"/>
                </a:lnTo>
                <a:lnTo>
                  <a:pt x="16158" y="67674"/>
                </a:lnTo>
                <a:lnTo>
                  <a:pt x="6690" y="58830"/>
                </a:lnTo>
                <a:lnTo>
                  <a:pt x="1264" y="47540"/>
                </a:lnTo>
                <a:lnTo>
                  <a:pt x="0" y="3784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075849" y="33009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46"/>
                </a:moveTo>
                <a:lnTo>
                  <a:pt x="2661" y="23755"/>
                </a:lnTo>
                <a:lnTo>
                  <a:pt x="9979" y="12083"/>
                </a:lnTo>
                <a:lnTo>
                  <a:pt x="20952" y="3831"/>
                </a:lnTo>
                <a:lnTo>
                  <a:pt x="34578" y="0"/>
                </a:lnTo>
                <a:lnTo>
                  <a:pt x="49918" y="2347"/>
                </a:lnTo>
                <a:lnTo>
                  <a:pt x="62283" y="9008"/>
                </a:lnTo>
                <a:lnTo>
                  <a:pt x="71041" y="19102"/>
                </a:lnTo>
                <a:lnTo>
                  <a:pt x="75558" y="31751"/>
                </a:lnTo>
                <a:lnTo>
                  <a:pt x="73554" y="47935"/>
                </a:lnTo>
                <a:lnTo>
                  <a:pt x="67451" y="60807"/>
                </a:lnTo>
                <a:lnTo>
                  <a:pt x="58053" y="69963"/>
                </a:lnTo>
                <a:lnTo>
                  <a:pt x="46164" y="74999"/>
                </a:lnTo>
                <a:lnTo>
                  <a:pt x="29376" y="73316"/>
                </a:lnTo>
                <a:lnTo>
                  <a:pt x="16127" y="67669"/>
                </a:lnTo>
                <a:lnTo>
                  <a:pt x="6669" y="58817"/>
                </a:lnTo>
                <a:lnTo>
                  <a:pt x="1255" y="47518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285035" y="38235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63"/>
                </a:moveTo>
                <a:lnTo>
                  <a:pt x="2660" y="23770"/>
                </a:lnTo>
                <a:lnTo>
                  <a:pt x="9975" y="12094"/>
                </a:lnTo>
                <a:lnTo>
                  <a:pt x="20943" y="3837"/>
                </a:lnTo>
                <a:lnTo>
                  <a:pt x="34564" y="0"/>
                </a:lnTo>
                <a:lnTo>
                  <a:pt x="49905" y="2346"/>
                </a:lnTo>
                <a:lnTo>
                  <a:pt x="62271" y="9006"/>
                </a:lnTo>
                <a:lnTo>
                  <a:pt x="71032" y="19098"/>
                </a:lnTo>
                <a:lnTo>
                  <a:pt x="75554" y="31743"/>
                </a:lnTo>
                <a:lnTo>
                  <a:pt x="73552" y="47934"/>
                </a:lnTo>
                <a:lnTo>
                  <a:pt x="67451" y="60806"/>
                </a:lnTo>
                <a:lnTo>
                  <a:pt x="58055" y="69959"/>
                </a:lnTo>
                <a:lnTo>
                  <a:pt x="46167" y="74991"/>
                </a:lnTo>
                <a:lnTo>
                  <a:pt x="29373" y="73310"/>
                </a:lnTo>
                <a:lnTo>
                  <a:pt x="16122" y="67666"/>
                </a:lnTo>
                <a:lnTo>
                  <a:pt x="6664" y="58817"/>
                </a:lnTo>
                <a:lnTo>
                  <a:pt x="1252" y="47520"/>
                </a:lnTo>
                <a:lnTo>
                  <a:pt x="0" y="37863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503703" y="3025362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6"/>
                </a:moveTo>
                <a:lnTo>
                  <a:pt x="2665" y="23755"/>
                </a:lnTo>
                <a:lnTo>
                  <a:pt x="9990" y="12083"/>
                </a:lnTo>
                <a:lnTo>
                  <a:pt x="20965" y="3831"/>
                </a:lnTo>
                <a:lnTo>
                  <a:pt x="34583" y="0"/>
                </a:lnTo>
                <a:lnTo>
                  <a:pt x="49919" y="2346"/>
                </a:lnTo>
                <a:lnTo>
                  <a:pt x="62289" y="9002"/>
                </a:lnTo>
                <a:lnTo>
                  <a:pt x="71057" y="19091"/>
                </a:lnTo>
                <a:lnTo>
                  <a:pt x="75585" y="31733"/>
                </a:lnTo>
                <a:lnTo>
                  <a:pt x="73582" y="47917"/>
                </a:lnTo>
                <a:lnTo>
                  <a:pt x="67478" y="60790"/>
                </a:lnTo>
                <a:lnTo>
                  <a:pt x="58082" y="69949"/>
                </a:lnTo>
                <a:lnTo>
                  <a:pt x="46198" y="74991"/>
                </a:lnTo>
                <a:lnTo>
                  <a:pt x="29412" y="73314"/>
                </a:lnTo>
                <a:lnTo>
                  <a:pt x="16157" y="67675"/>
                </a:lnTo>
                <a:lnTo>
                  <a:pt x="6690" y="58832"/>
                </a:lnTo>
                <a:lnTo>
                  <a:pt x="1264" y="47543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722402" y="2721293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6"/>
                </a:moveTo>
                <a:lnTo>
                  <a:pt x="2661" y="23755"/>
                </a:lnTo>
                <a:lnTo>
                  <a:pt x="9979" y="12083"/>
                </a:lnTo>
                <a:lnTo>
                  <a:pt x="20952" y="3831"/>
                </a:lnTo>
                <a:lnTo>
                  <a:pt x="34578" y="0"/>
                </a:lnTo>
                <a:lnTo>
                  <a:pt x="49916" y="2345"/>
                </a:lnTo>
                <a:lnTo>
                  <a:pt x="62287" y="9001"/>
                </a:lnTo>
                <a:lnTo>
                  <a:pt x="71055" y="19089"/>
                </a:lnTo>
                <a:lnTo>
                  <a:pt x="75584" y="31729"/>
                </a:lnTo>
                <a:lnTo>
                  <a:pt x="73580" y="47917"/>
                </a:lnTo>
                <a:lnTo>
                  <a:pt x="67473" y="60785"/>
                </a:lnTo>
                <a:lnTo>
                  <a:pt x="58071" y="69934"/>
                </a:lnTo>
                <a:lnTo>
                  <a:pt x="46180" y="74966"/>
                </a:lnTo>
                <a:lnTo>
                  <a:pt x="29382" y="73288"/>
                </a:lnTo>
                <a:lnTo>
                  <a:pt x="16127" y="67649"/>
                </a:lnTo>
                <a:lnTo>
                  <a:pt x="6668" y="58804"/>
                </a:lnTo>
                <a:lnTo>
                  <a:pt x="1254" y="47511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941070" y="2987337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74"/>
                </a:moveTo>
                <a:lnTo>
                  <a:pt x="2663" y="23784"/>
                </a:lnTo>
                <a:lnTo>
                  <a:pt x="9983" y="12105"/>
                </a:lnTo>
                <a:lnTo>
                  <a:pt x="20951" y="3842"/>
                </a:lnTo>
                <a:lnTo>
                  <a:pt x="34560" y="0"/>
                </a:lnTo>
                <a:lnTo>
                  <a:pt x="49898" y="2345"/>
                </a:lnTo>
                <a:lnTo>
                  <a:pt x="62270" y="9001"/>
                </a:lnTo>
                <a:lnTo>
                  <a:pt x="71042" y="19087"/>
                </a:lnTo>
                <a:lnTo>
                  <a:pt x="75579" y="31722"/>
                </a:lnTo>
                <a:lnTo>
                  <a:pt x="73579" y="47920"/>
                </a:lnTo>
                <a:lnTo>
                  <a:pt x="67480" y="60795"/>
                </a:lnTo>
                <a:lnTo>
                  <a:pt x="58087" y="69950"/>
                </a:lnTo>
                <a:lnTo>
                  <a:pt x="46207" y="74988"/>
                </a:lnTo>
                <a:lnTo>
                  <a:pt x="29413" y="73314"/>
                </a:lnTo>
                <a:lnTo>
                  <a:pt x="16155" y="67681"/>
                </a:lnTo>
                <a:lnTo>
                  <a:pt x="6686" y="58845"/>
                </a:lnTo>
                <a:lnTo>
                  <a:pt x="1261" y="47559"/>
                </a:lnTo>
                <a:lnTo>
                  <a:pt x="0" y="3787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159769" y="2939832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74"/>
                </a:moveTo>
                <a:lnTo>
                  <a:pt x="2659" y="23784"/>
                </a:lnTo>
                <a:lnTo>
                  <a:pt x="9972" y="12105"/>
                </a:lnTo>
                <a:lnTo>
                  <a:pt x="20937" y="3842"/>
                </a:lnTo>
                <a:lnTo>
                  <a:pt x="34555" y="0"/>
                </a:lnTo>
                <a:lnTo>
                  <a:pt x="49895" y="2345"/>
                </a:lnTo>
                <a:lnTo>
                  <a:pt x="62268" y="9000"/>
                </a:lnTo>
                <a:lnTo>
                  <a:pt x="71040" y="19085"/>
                </a:lnTo>
                <a:lnTo>
                  <a:pt x="75578" y="31719"/>
                </a:lnTo>
                <a:lnTo>
                  <a:pt x="73579" y="47918"/>
                </a:lnTo>
                <a:lnTo>
                  <a:pt x="67481" y="60793"/>
                </a:lnTo>
                <a:lnTo>
                  <a:pt x="58089" y="69948"/>
                </a:lnTo>
                <a:lnTo>
                  <a:pt x="46209" y="74988"/>
                </a:lnTo>
                <a:lnTo>
                  <a:pt x="29403" y="73314"/>
                </a:lnTo>
                <a:lnTo>
                  <a:pt x="16143" y="67682"/>
                </a:lnTo>
                <a:lnTo>
                  <a:pt x="6679" y="58846"/>
                </a:lnTo>
                <a:lnTo>
                  <a:pt x="1260" y="47560"/>
                </a:lnTo>
                <a:lnTo>
                  <a:pt x="0" y="3787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378437" y="2512233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4"/>
                </a:moveTo>
                <a:lnTo>
                  <a:pt x="2664" y="23758"/>
                </a:lnTo>
                <a:lnTo>
                  <a:pt x="9986" y="12089"/>
                </a:lnTo>
                <a:lnTo>
                  <a:pt x="20961" y="3836"/>
                </a:lnTo>
                <a:lnTo>
                  <a:pt x="34585" y="0"/>
                </a:lnTo>
                <a:lnTo>
                  <a:pt x="49920" y="2345"/>
                </a:lnTo>
                <a:lnTo>
                  <a:pt x="62290" y="9001"/>
                </a:lnTo>
                <a:lnTo>
                  <a:pt x="71057" y="19089"/>
                </a:lnTo>
                <a:lnTo>
                  <a:pt x="75585" y="31731"/>
                </a:lnTo>
                <a:lnTo>
                  <a:pt x="73580" y="47920"/>
                </a:lnTo>
                <a:lnTo>
                  <a:pt x="67475" y="60795"/>
                </a:lnTo>
                <a:lnTo>
                  <a:pt x="58079" y="69954"/>
                </a:lnTo>
                <a:lnTo>
                  <a:pt x="46200" y="74993"/>
                </a:lnTo>
                <a:lnTo>
                  <a:pt x="29412" y="73314"/>
                </a:lnTo>
                <a:lnTo>
                  <a:pt x="16158" y="67674"/>
                </a:lnTo>
                <a:lnTo>
                  <a:pt x="6690" y="58830"/>
                </a:lnTo>
                <a:lnTo>
                  <a:pt x="1264" y="47540"/>
                </a:lnTo>
                <a:lnTo>
                  <a:pt x="0" y="3784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597135" y="263576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46"/>
                </a:moveTo>
                <a:lnTo>
                  <a:pt x="2661" y="23767"/>
                </a:lnTo>
                <a:lnTo>
                  <a:pt x="9979" y="12095"/>
                </a:lnTo>
                <a:lnTo>
                  <a:pt x="20952" y="3836"/>
                </a:lnTo>
                <a:lnTo>
                  <a:pt x="34578" y="0"/>
                </a:lnTo>
                <a:lnTo>
                  <a:pt x="49918" y="2351"/>
                </a:lnTo>
                <a:lnTo>
                  <a:pt x="62283" y="9018"/>
                </a:lnTo>
                <a:lnTo>
                  <a:pt x="71040" y="19116"/>
                </a:lnTo>
                <a:lnTo>
                  <a:pt x="75558" y="31758"/>
                </a:lnTo>
                <a:lnTo>
                  <a:pt x="73554" y="47951"/>
                </a:lnTo>
                <a:lnTo>
                  <a:pt x="67450" y="60823"/>
                </a:lnTo>
                <a:lnTo>
                  <a:pt x="58050" y="69972"/>
                </a:lnTo>
                <a:lnTo>
                  <a:pt x="46160" y="75001"/>
                </a:lnTo>
                <a:lnTo>
                  <a:pt x="29372" y="73320"/>
                </a:lnTo>
                <a:lnTo>
                  <a:pt x="16124" y="67678"/>
                </a:lnTo>
                <a:lnTo>
                  <a:pt x="6667" y="58828"/>
                </a:lnTo>
                <a:lnTo>
                  <a:pt x="1254" y="47524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508677" y="2559585"/>
            <a:ext cx="4126865" cy="2518410"/>
          </a:xfrm>
          <a:custGeom>
            <a:avLst/>
            <a:gdLst/>
            <a:ahLst/>
            <a:cxnLst/>
            <a:rect l="l" t="t" r="r" b="b"/>
            <a:pathLst>
              <a:path w="4126865" h="2518410">
                <a:moveTo>
                  <a:pt x="7" y="2518126"/>
                </a:moveTo>
                <a:lnTo>
                  <a:pt x="209179" y="2385104"/>
                </a:lnTo>
                <a:lnTo>
                  <a:pt x="427863" y="2252074"/>
                </a:lnTo>
                <a:lnTo>
                  <a:pt x="646546" y="2119035"/>
                </a:lnTo>
                <a:lnTo>
                  <a:pt x="865230" y="1986004"/>
                </a:lnTo>
                <a:lnTo>
                  <a:pt x="1083910" y="1852965"/>
                </a:lnTo>
                <a:lnTo>
                  <a:pt x="1302605" y="1729439"/>
                </a:lnTo>
                <a:lnTo>
                  <a:pt x="1511776" y="1596409"/>
                </a:lnTo>
                <a:lnTo>
                  <a:pt x="1730466" y="1463370"/>
                </a:lnTo>
                <a:lnTo>
                  <a:pt x="1949164" y="1330340"/>
                </a:lnTo>
                <a:lnTo>
                  <a:pt x="2167832" y="1197325"/>
                </a:lnTo>
                <a:lnTo>
                  <a:pt x="2386531" y="1064258"/>
                </a:lnTo>
                <a:lnTo>
                  <a:pt x="2605199" y="931253"/>
                </a:lnTo>
                <a:lnTo>
                  <a:pt x="2814385" y="798216"/>
                </a:lnTo>
                <a:lnTo>
                  <a:pt x="3033053" y="665180"/>
                </a:lnTo>
                <a:lnTo>
                  <a:pt x="3251752" y="532144"/>
                </a:lnTo>
                <a:lnTo>
                  <a:pt x="3470420" y="399108"/>
                </a:lnTo>
                <a:lnTo>
                  <a:pt x="3689119" y="266072"/>
                </a:lnTo>
                <a:lnTo>
                  <a:pt x="3907817" y="133036"/>
                </a:lnTo>
                <a:lnTo>
                  <a:pt x="4126486" y="0"/>
                </a:lnTo>
              </a:path>
            </a:pathLst>
          </a:custGeom>
          <a:ln w="1900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14577" y="2114550"/>
            <a:ext cx="5334000" cy="4000500"/>
          </a:xfrm>
          <a:custGeom>
            <a:avLst/>
            <a:gdLst/>
            <a:ahLst/>
            <a:cxnLst/>
            <a:rect l="l" t="t" r="r" b="b"/>
            <a:pathLst>
              <a:path w="5334000" h="4000500">
                <a:moveTo>
                  <a:pt x="0" y="4000499"/>
                </a:moveTo>
                <a:lnTo>
                  <a:pt x="5333999" y="4000499"/>
                </a:lnTo>
                <a:lnTo>
                  <a:pt x="5333999" y="0"/>
                </a:lnTo>
                <a:lnTo>
                  <a:pt x="0" y="0"/>
                </a:lnTo>
                <a:lnTo>
                  <a:pt x="0" y="4000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508669" y="2418626"/>
            <a:ext cx="4126865" cy="3249930"/>
          </a:xfrm>
          <a:custGeom>
            <a:avLst/>
            <a:gdLst/>
            <a:ahLst/>
            <a:cxnLst/>
            <a:rect l="l" t="t" r="r" b="b"/>
            <a:pathLst>
              <a:path w="4126865" h="3249929">
                <a:moveTo>
                  <a:pt x="0" y="0"/>
                </a:moveTo>
                <a:lnTo>
                  <a:pt x="4126486" y="0"/>
                </a:lnTo>
                <a:lnTo>
                  <a:pt x="4126486" y="3249808"/>
                </a:lnTo>
                <a:lnTo>
                  <a:pt x="0" y="3249808"/>
                </a:lnTo>
                <a:lnTo>
                  <a:pt x="0" y="0"/>
                </a:lnTo>
                <a:close/>
              </a:path>
            </a:pathLst>
          </a:custGeom>
          <a:ln w="950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508669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508669" y="2418626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486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635156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508669" y="5668435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486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635156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635156" y="2418626"/>
            <a:ext cx="0" cy="3249930"/>
          </a:xfrm>
          <a:custGeom>
            <a:avLst/>
            <a:gdLst/>
            <a:ahLst/>
            <a:cxnLst/>
            <a:rect l="l" t="t" r="r" b="b"/>
            <a:pathLst>
              <a:path h="3249929">
                <a:moveTo>
                  <a:pt x="0" y="3249808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635156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508669" y="2418626"/>
            <a:ext cx="0" cy="3249930"/>
          </a:xfrm>
          <a:custGeom>
            <a:avLst/>
            <a:gdLst/>
            <a:ahLst/>
            <a:cxnLst/>
            <a:rect l="l" t="t" r="r" b="b"/>
            <a:pathLst>
              <a:path h="3249929">
                <a:moveTo>
                  <a:pt x="0" y="3249808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508669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635156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508669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373900" y="5620928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7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373900" y="56209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373900" y="241862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7"/>
                </a:lnTo>
              </a:path>
            </a:pathLst>
          </a:custGeom>
          <a:ln w="9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373900" y="24566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 txBox="1"/>
          <p:nvPr/>
        </p:nvSpPr>
        <p:spPr>
          <a:xfrm>
            <a:off x="2313649" y="5706077"/>
            <a:ext cx="13017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3457834" y="5620928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7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3457834" y="56209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457834" y="241862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7"/>
                </a:lnTo>
              </a:path>
            </a:pathLst>
          </a:custGeom>
          <a:ln w="9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457834" y="24566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 txBox="1"/>
          <p:nvPr/>
        </p:nvSpPr>
        <p:spPr>
          <a:xfrm>
            <a:off x="3340521" y="5706077"/>
            <a:ext cx="23495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10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4541723" y="5620928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7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541723" y="56209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4541723" y="241862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7"/>
                </a:lnTo>
              </a:path>
            </a:pathLst>
          </a:custGeom>
          <a:ln w="9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4541723" y="24566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 txBox="1"/>
          <p:nvPr/>
        </p:nvSpPr>
        <p:spPr>
          <a:xfrm>
            <a:off x="4424442" y="5706077"/>
            <a:ext cx="23495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15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5635156" y="56209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635156" y="24566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 txBox="1"/>
          <p:nvPr/>
        </p:nvSpPr>
        <p:spPr>
          <a:xfrm>
            <a:off x="5517862" y="5706077"/>
            <a:ext cx="23495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1546699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5587623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 txBox="1"/>
          <p:nvPr/>
        </p:nvSpPr>
        <p:spPr>
          <a:xfrm>
            <a:off x="1353338" y="5563536"/>
            <a:ext cx="13017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4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1508669" y="501276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9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546699" y="5012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5587623" y="501276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2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5587623" y="5012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 txBox="1"/>
          <p:nvPr/>
        </p:nvSpPr>
        <p:spPr>
          <a:xfrm>
            <a:off x="1353338" y="4907867"/>
            <a:ext cx="13017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6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53" name="object 153"/>
          <p:cNvSpPr/>
          <p:nvPr/>
        </p:nvSpPr>
        <p:spPr>
          <a:xfrm>
            <a:off x="1508669" y="436661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9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546699" y="43666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5587623" y="4366616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2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5587623" y="43666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508669" y="371096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9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546699" y="37109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587623" y="371096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2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587623" y="37109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508669" y="306479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9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546699" y="306479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5587623" y="306479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2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5587623" y="306479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546699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5587623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 txBox="1"/>
          <p:nvPr/>
        </p:nvSpPr>
        <p:spPr>
          <a:xfrm>
            <a:off x="1248756" y="2313725"/>
            <a:ext cx="234950" cy="218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14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265"/>
              </a:spcBef>
            </a:pPr>
            <a:r>
              <a:rPr sz="1650" spc="-10" dirty="0">
                <a:latin typeface="Times New Roman"/>
                <a:cs typeface="Times New Roman"/>
              </a:rPr>
              <a:t>12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265"/>
              </a:spcBef>
            </a:pPr>
            <a:r>
              <a:rPr sz="1650" spc="-10" dirty="0">
                <a:latin typeface="Times New Roman"/>
                <a:cs typeface="Times New Roman"/>
              </a:rPr>
              <a:t>10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04139" algn="ctr">
              <a:lnSpc>
                <a:spcPct val="100000"/>
              </a:lnSpc>
              <a:spcBef>
                <a:spcPts val="1340"/>
              </a:spcBef>
            </a:pPr>
            <a:r>
              <a:rPr sz="1650" spc="-10" dirty="0">
                <a:latin typeface="Times New Roman"/>
                <a:cs typeface="Times New Roman"/>
              </a:rPr>
              <a:t>8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8" name="object 168"/>
          <p:cNvSpPr/>
          <p:nvPr/>
        </p:nvSpPr>
        <p:spPr>
          <a:xfrm>
            <a:off x="5635156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5635156" y="566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5635156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508669" y="24186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470640" y="505093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0" y="37851"/>
                </a:moveTo>
                <a:lnTo>
                  <a:pt x="2661" y="23764"/>
                </a:lnTo>
                <a:lnTo>
                  <a:pt x="9978" y="12091"/>
                </a:lnTo>
                <a:lnTo>
                  <a:pt x="20949" y="3836"/>
                </a:lnTo>
                <a:lnTo>
                  <a:pt x="34575" y="0"/>
                </a:lnTo>
                <a:lnTo>
                  <a:pt x="49913" y="2346"/>
                </a:lnTo>
                <a:lnTo>
                  <a:pt x="62282" y="9005"/>
                </a:lnTo>
                <a:lnTo>
                  <a:pt x="71047" y="19096"/>
                </a:lnTo>
                <a:lnTo>
                  <a:pt x="75573" y="31737"/>
                </a:lnTo>
                <a:lnTo>
                  <a:pt x="73569" y="47928"/>
                </a:lnTo>
                <a:lnTo>
                  <a:pt x="67466" y="60801"/>
                </a:lnTo>
                <a:lnTo>
                  <a:pt x="58069" y="69956"/>
                </a:lnTo>
                <a:lnTo>
                  <a:pt x="46185" y="74992"/>
                </a:lnTo>
                <a:lnTo>
                  <a:pt x="29390" y="73313"/>
                </a:lnTo>
                <a:lnTo>
                  <a:pt x="16136" y="67673"/>
                </a:lnTo>
                <a:lnTo>
                  <a:pt x="6675" y="58828"/>
                </a:lnTo>
                <a:lnTo>
                  <a:pt x="1258" y="47534"/>
                </a:lnTo>
                <a:lnTo>
                  <a:pt x="0" y="37851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1679811" y="4461792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3"/>
                </a:moveTo>
                <a:lnTo>
                  <a:pt x="2662" y="23768"/>
                </a:lnTo>
                <a:lnTo>
                  <a:pt x="9980" y="12095"/>
                </a:lnTo>
                <a:lnTo>
                  <a:pt x="20952" y="3838"/>
                </a:lnTo>
                <a:lnTo>
                  <a:pt x="34575" y="0"/>
                </a:lnTo>
                <a:lnTo>
                  <a:pt x="49917" y="2346"/>
                </a:lnTo>
                <a:lnTo>
                  <a:pt x="62287" y="9003"/>
                </a:lnTo>
                <a:lnTo>
                  <a:pt x="71053" y="19092"/>
                </a:lnTo>
                <a:lnTo>
                  <a:pt x="75580" y="31730"/>
                </a:lnTo>
                <a:lnTo>
                  <a:pt x="73578" y="47920"/>
                </a:lnTo>
                <a:lnTo>
                  <a:pt x="67475" y="60792"/>
                </a:lnTo>
                <a:lnTo>
                  <a:pt x="58078" y="69946"/>
                </a:lnTo>
                <a:lnTo>
                  <a:pt x="46192" y="74980"/>
                </a:lnTo>
                <a:lnTo>
                  <a:pt x="29397" y="73301"/>
                </a:lnTo>
                <a:lnTo>
                  <a:pt x="16141" y="67661"/>
                </a:lnTo>
                <a:lnTo>
                  <a:pt x="6677" y="58817"/>
                </a:lnTo>
                <a:lnTo>
                  <a:pt x="1258" y="47527"/>
                </a:lnTo>
                <a:lnTo>
                  <a:pt x="0" y="37853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898491" y="500342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64"/>
                </a:moveTo>
                <a:lnTo>
                  <a:pt x="2661" y="23775"/>
                </a:lnTo>
                <a:lnTo>
                  <a:pt x="9978" y="12100"/>
                </a:lnTo>
                <a:lnTo>
                  <a:pt x="20947" y="3841"/>
                </a:lnTo>
                <a:lnTo>
                  <a:pt x="34566" y="0"/>
                </a:lnTo>
                <a:lnTo>
                  <a:pt x="49910" y="2344"/>
                </a:lnTo>
                <a:lnTo>
                  <a:pt x="62282" y="8998"/>
                </a:lnTo>
                <a:lnTo>
                  <a:pt x="71049" y="19084"/>
                </a:lnTo>
                <a:lnTo>
                  <a:pt x="75581" y="31721"/>
                </a:lnTo>
                <a:lnTo>
                  <a:pt x="73581" y="47917"/>
                </a:lnTo>
                <a:lnTo>
                  <a:pt x="67482" y="60793"/>
                </a:lnTo>
                <a:lnTo>
                  <a:pt x="58090" y="69950"/>
                </a:lnTo>
                <a:lnTo>
                  <a:pt x="46210" y="74988"/>
                </a:lnTo>
                <a:lnTo>
                  <a:pt x="29411" y="73311"/>
                </a:lnTo>
                <a:lnTo>
                  <a:pt x="16152" y="67675"/>
                </a:lnTo>
                <a:lnTo>
                  <a:pt x="6684" y="58836"/>
                </a:lnTo>
                <a:lnTo>
                  <a:pt x="1261" y="47551"/>
                </a:lnTo>
                <a:lnTo>
                  <a:pt x="0" y="3786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2117187" y="49939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65"/>
                </a:moveTo>
                <a:lnTo>
                  <a:pt x="2660" y="23774"/>
                </a:lnTo>
                <a:lnTo>
                  <a:pt x="9974" y="12098"/>
                </a:lnTo>
                <a:lnTo>
                  <a:pt x="20942" y="3839"/>
                </a:lnTo>
                <a:lnTo>
                  <a:pt x="34563" y="0"/>
                </a:lnTo>
                <a:lnTo>
                  <a:pt x="49903" y="2345"/>
                </a:lnTo>
                <a:lnTo>
                  <a:pt x="62273" y="9001"/>
                </a:lnTo>
                <a:lnTo>
                  <a:pt x="71039" y="19089"/>
                </a:lnTo>
                <a:lnTo>
                  <a:pt x="75570" y="31729"/>
                </a:lnTo>
                <a:lnTo>
                  <a:pt x="73568" y="47922"/>
                </a:lnTo>
                <a:lnTo>
                  <a:pt x="67468" y="60796"/>
                </a:lnTo>
                <a:lnTo>
                  <a:pt x="58073" y="69952"/>
                </a:lnTo>
                <a:lnTo>
                  <a:pt x="46192" y="74989"/>
                </a:lnTo>
                <a:lnTo>
                  <a:pt x="29392" y="73311"/>
                </a:lnTo>
                <a:lnTo>
                  <a:pt x="16136" y="67672"/>
                </a:lnTo>
                <a:lnTo>
                  <a:pt x="6674" y="58828"/>
                </a:lnTo>
                <a:lnTo>
                  <a:pt x="1257" y="47539"/>
                </a:lnTo>
                <a:lnTo>
                  <a:pt x="0" y="37865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2335870" y="451880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62"/>
                </a:moveTo>
                <a:lnTo>
                  <a:pt x="2662" y="23772"/>
                </a:lnTo>
                <a:lnTo>
                  <a:pt x="9979" y="12097"/>
                </a:lnTo>
                <a:lnTo>
                  <a:pt x="20949" y="3839"/>
                </a:lnTo>
                <a:lnTo>
                  <a:pt x="34567" y="0"/>
                </a:lnTo>
                <a:lnTo>
                  <a:pt x="49911" y="2345"/>
                </a:lnTo>
                <a:lnTo>
                  <a:pt x="62280" y="9003"/>
                </a:lnTo>
                <a:lnTo>
                  <a:pt x="71042" y="19093"/>
                </a:lnTo>
                <a:lnTo>
                  <a:pt x="75568" y="31734"/>
                </a:lnTo>
                <a:lnTo>
                  <a:pt x="73567" y="47926"/>
                </a:lnTo>
                <a:lnTo>
                  <a:pt x="67468" y="60800"/>
                </a:lnTo>
                <a:lnTo>
                  <a:pt x="58074" y="69955"/>
                </a:lnTo>
                <a:lnTo>
                  <a:pt x="46189" y="74991"/>
                </a:lnTo>
                <a:lnTo>
                  <a:pt x="29396" y="73312"/>
                </a:lnTo>
                <a:lnTo>
                  <a:pt x="16140" y="67672"/>
                </a:lnTo>
                <a:lnTo>
                  <a:pt x="6677" y="58827"/>
                </a:lnTo>
                <a:lnTo>
                  <a:pt x="1258" y="47536"/>
                </a:lnTo>
                <a:lnTo>
                  <a:pt x="0" y="37862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2554554" y="4746862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4"/>
                </a:moveTo>
                <a:lnTo>
                  <a:pt x="2662" y="23767"/>
                </a:lnTo>
                <a:lnTo>
                  <a:pt x="9982" y="12093"/>
                </a:lnTo>
                <a:lnTo>
                  <a:pt x="20953" y="3836"/>
                </a:lnTo>
                <a:lnTo>
                  <a:pt x="34574" y="0"/>
                </a:lnTo>
                <a:lnTo>
                  <a:pt x="49917" y="2346"/>
                </a:lnTo>
                <a:lnTo>
                  <a:pt x="62287" y="9004"/>
                </a:lnTo>
                <a:lnTo>
                  <a:pt x="71053" y="19092"/>
                </a:lnTo>
                <a:lnTo>
                  <a:pt x="75580" y="31731"/>
                </a:lnTo>
                <a:lnTo>
                  <a:pt x="73578" y="47919"/>
                </a:lnTo>
                <a:lnTo>
                  <a:pt x="67476" y="60790"/>
                </a:lnTo>
                <a:lnTo>
                  <a:pt x="58079" y="69943"/>
                </a:lnTo>
                <a:lnTo>
                  <a:pt x="46191" y="74979"/>
                </a:lnTo>
                <a:lnTo>
                  <a:pt x="29396" y="73301"/>
                </a:lnTo>
                <a:lnTo>
                  <a:pt x="16141" y="67661"/>
                </a:lnTo>
                <a:lnTo>
                  <a:pt x="6677" y="58818"/>
                </a:lnTo>
                <a:lnTo>
                  <a:pt x="1258" y="47528"/>
                </a:lnTo>
                <a:lnTo>
                  <a:pt x="0" y="3785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2773234" y="3815628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3"/>
                </a:moveTo>
                <a:lnTo>
                  <a:pt x="2662" y="23768"/>
                </a:lnTo>
                <a:lnTo>
                  <a:pt x="9981" y="12096"/>
                </a:lnTo>
                <a:lnTo>
                  <a:pt x="20953" y="3839"/>
                </a:lnTo>
                <a:lnTo>
                  <a:pt x="34576" y="0"/>
                </a:lnTo>
                <a:lnTo>
                  <a:pt x="49919" y="2345"/>
                </a:lnTo>
                <a:lnTo>
                  <a:pt x="62289" y="9002"/>
                </a:lnTo>
                <a:lnTo>
                  <a:pt x="71055" y="19090"/>
                </a:lnTo>
                <a:lnTo>
                  <a:pt x="75583" y="31728"/>
                </a:lnTo>
                <a:lnTo>
                  <a:pt x="73582" y="47921"/>
                </a:lnTo>
                <a:lnTo>
                  <a:pt x="67481" y="60796"/>
                </a:lnTo>
                <a:lnTo>
                  <a:pt x="58087" y="69952"/>
                </a:lnTo>
                <a:lnTo>
                  <a:pt x="46204" y="74989"/>
                </a:lnTo>
                <a:lnTo>
                  <a:pt x="29409" y="73312"/>
                </a:lnTo>
                <a:lnTo>
                  <a:pt x="16152" y="67675"/>
                </a:lnTo>
                <a:lnTo>
                  <a:pt x="6685" y="58834"/>
                </a:lnTo>
                <a:lnTo>
                  <a:pt x="1262" y="47546"/>
                </a:lnTo>
                <a:lnTo>
                  <a:pt x="0" y="37853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2982417" y="390115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4"/>
                </a:moveTo>
                <a:lnTo>
                  <a:pt x="2662" y="23767"/>
                </a:lnTo>
                <a:lnTo>
                  <a:pt x="9981" y="12094"/>
                </a:lnTo>
                <a:lnTo>
                  <a:pt x="20953" y="3837"/>
                </a:lnTo>
                <a:lnTo>
                  <a:pt x="34574" y="0"/>
                </a:lnTo>
                <a:lnTo>
                  <a:pt x="49917" y="2346"/>
                </a:lnTo>
                <a:lnTo>
                  <a:pt x="62288" y="9003"/>
                </a:lnTo>
                <a:lnTo>
                  <a:pt x="71054" y="19091"/>
                </a:lnTo>
                <a:lnTo>
                  <a:pt x="75583" y="31729"/>
                </a:lnTo>
                <a:lnTo>
                  <a:pt x="73582" y="47920"/>
                </a:lnTo>
                <a:lnTo>
                  <a:pt x="67481" y="60794"/>
                </a:lnTo>
                <a:lnTo>
                  <a:pt x="58087" y="69950"/>
                </a:lnTo>
                <a:lnTo>
                  <a:pt x="46203" y="74989"/>
                </a:lnTo>
                <a:lnTo>
                  <a:pt x="29407" y="73312"/>
                </a:lnTo>
                <a:lnTo>
                  <a:pt x="16150" y="67676"/>
                </a:lnTo>
                <a:lnTo>
                  <a:pt x="6684" y="58835"/>
                </a:lnTo>
                <a:lnTo>
                  <a:pt x="1262" y="47546"/>
                </a:lnTo>
                <a:lnTo>
                  <a:pt x="0" y="3785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3201085" y="4499799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50"/>
                </a:moveTo>
                <a:lnTo>
                  <a:pt x="2663" y="23766"/>
                </a:lnTo>
                <a:lnTo>
                  <a:pt x="9984" y="12096"/>
                </a:lnTo>
                <a:lnTo>
                  <a:pt x="20958" y="3839"/>
                </a:lnTo>
                <a:lnTo>
                  <a:pt x="34581" y="0"/>
                </a:lnTo>
                <a:lnTo>
                  <a:pt x="49928" y="2345"/>
                </a:lnTo>
                <a:lnTo>
                  <a:pt x="62298" y="9002"/>
                </a:lnTo>
                <a:lnTo>
                  <a:pt x="71060" y="19091"/>
                </a:lnTo>
                <a:lnTo>
                  <a:pt x="75584" y="31730"/>
                </a:lnTo>
                <a:lnTo>
                  <a:pt x="73583" y="47924"/>
                </a:lnTo>
                <a:lnTo>
                  <a:pt x="67485" y="60799"/>
                </a:lnTo>
                <a:lnTo>
                  <a:pt x="58091" y="69955"/>
                </a:lnTo>
                <a:lnTo>
                  <a:pt x="46208" y="74991"/>
                </a:lnTo>
                <a:lnTo>
                  <a:pt x="29416" y="73313"/>
                </a:lnTo>
                <a:lnTo>
                  <a:pt x="16159" y="67676"/>
                </a:lnTo>
                <a:lnTo>
                  <a:pt x="6690" y="58835"/>
                </a:lnTo>
                <a:lnTo>
                  <a:pt x="1263" y="47546"/>
                </a:lnTo>
                <a:lnTo>
                  <a:pt x="0" y="37850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3419784" y="4157709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61"/>
                </a:moveTo>
                <a:lnTo>
                  <a:pt x="2658" y="23779"/>
                </a:lnTo>
                <a:lnTo>
                  <a:pt x="9971" y="12106"/>
                </a:lnTo>
                <a:lnTo>
                  <a:pt x="20939" y="3845"/>
                </a:lnTo>
                <a:lnTo>
                  <a:pt x="34567" y="0"/>
                </a:lnTo>
                <a:lnTo>
                  <a:pt x="49905" y="2345"/>
                </a:lnTo>
                <a:lnTo>
                  <a:pt x="62276" y="9002"/>
                </a:lnTo>
                <a:lnTo>
                  <a:pt x="71047" y="19089"/>
                </a:lnTo>
                <a:lnTo>
                  <a:pt x="75581" y="31723"/>
                </a:lnTo>
                <a:lnTo>
                  <a:pt x="73579" y="47919"/>
                </a:lnTo>
                <a:lnTo>
                  <a:pt x="67476" y="60795"/>
                </a:lnTo>
                <a:lnTo>
                  <a:pt x="58082" y="69951"/>
                </a:lnTo>
                <a:lnTo>
                  <a:pt x="46204" y="74988"/>
                </a:lnTo>
                <a:lnTo>
                  <a:pt x="29400" y="73311"/>
                </a:lnTo>
                <a:lnTo>
                  <a:pt x="16142" y="67673"/>
                </a:lnTo>
                <a:lnTo>
                  <a:pt x="6678" y="58832"/>
                </a:lnTo>
                <a:lnTo>
                  <a:pt x="1259" y="47545"/>
                </a:lnTo>
                <a:lnTo>
                  <a:pt x="0" y="37861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3638452" y="3340525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4"/>
                </a:moveTo>
                <a:lnTo>
                  <a:pt x="2664" y="23758"/>
                </a:lnTo>
                <a:lnTo>
                  <a:pt x="9986" y="12089"/>
                </a:lnTo>
                <a:lnTo>
                  <a:pt x="20961" y="3836"/>
                </a:lnTo>
                <a:lnTo>
                  <a:pt x="34585" y="0"/>
                </a:lnTo>
                <a:lnTo>
                  <a:pt x="49932" y="2345"/>
                </a:lnTo>
                <a:lnTo>
                  <a:pt x="62302" y="9001"/>
                </a:lnTo>
                <a:lnTo>
                  <a:pt x="71063" y="19089"/>
                </a:lnTo>
                <a:lnTo>
                  <a:pt x="75586" y="31731"/>
                </a:lnTo>
                <a:lnTo>
                  <a:pt x="73582" y="47922"/>
                </a:lnTo>
                <a:lnTo>
                  <a:pt x="67479" y="60792"/>
                </a:lnTo>
                <a:lnTo>
                  <a:pt x="58080" y="69941"/>
                </a:lnTo>
                <a:lnTo>
                  <a:pt x="46189" y="74969"/>
                </a:lnTo>
                <a:lnTo>
                  <a:pt x="29399" y="73288"/>
                </a:lnTo>
                <a:lnTo>
                  <a:pt x="16143" y="67648"/>
                </a:lnTo>
                <a:lnTo>
                  <a:pt x="6677" y="58804"/>
                </a:lnTo>
                <a:lnTo>
                  <a:pt x="1256" y="47511"/>
                </a:lnTo>
                <a:lnTo>
                  <a:pt x="0" y="3784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3857150" y="348304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72"/>
                </a:moveTo>
                <a:lnTo>
                  <a:pt x="2661" y="23787"/>
                </a:lnTo>
                <a:lnTo>
                  <a:pt x="9978" y="12111"/>
                </a:lnTo>
                <a:lnTo>
                  <a:pt x="20946" y="3848"/>
                </a:lnTo>
                <a:lnTo>
                  <a:pt x="34562" y="0"/>
                </a:lnTo>
                <a:lnTo>
                  <a:pt x="49899" y="2344"/>
                </a:lnTo>
                <a:lnTo>
                  <a:pt x="62271" y="9000"/>
                </a:lnTo>
                <a:lnTo>
                  <a:pt x="71042" y="19085"/>
                </a:lnTo>
                <a:lnTo>
                  <a:pt x="75579" y="31720"/>
                </a:lnTo>
                <a:lnTo>
                  <a:pt x="73578" y="47911"/>
                </a:lnTo>
                <a:lnTo>
                  <a:pt x="67477" y="60788"/>
                </a:lnTo>
                <a:lnTo>
                  <a:pt x="58084" y="69948"/>
                </a:lnTo>
                <a:lnTo>
                  <a:pt x="46209" y="74989"/>
                </a:lnTo>
                <a:lnTo>
                  <a:pt x="29414" y="73310"/>
                </a:lnTo>
                <a:lnTo>
                  <a:pt x="16155" y="67670"/>
                </a:lnTo>
                <a:lnTo>
                  <a:pt x="6686" y="58829"/>
                </a:lnTo>
                <a:lnTo>
                  <a:pt x="1261" y="47546"/>
                </a:lnTo>
                <a:lnTo>
                  <a:pt x="0" y="37872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4075849" y="332150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46"/>
                </a:moveTo>
                <a:lnTo>
                  <a:pt x="2661" y="23755"/>
                </a:lnTo>
                <a:lnTo>
                  <a:pt x="9979" y="12083"/>
                </a:lnTo>
                <a:lnTo>
                  <a:pt x="20952" y="3831"/>
                </a:lnTo>
                <a:lnTo>
                  <a:pt x="34578" y="0"/>
                </a:lnTo>
                <a:lnTo>
                  <a:pt x="49918" y="2347"/>
                </a:lnTo>
                <a:lnTo>
                  <a:pt x="62283" y="9008"/>
                </a:lnTo>
                <a:lnTo>
                  <a:pt x="71041" y="19102"/>
                </a:lnTo>
                <a:lnTo>
                  <a:pt x="75558" y="31751"/>
                </a:lnTo>
                <a:lnTo>
                  <a:pt x="73554" y="47935"/>
                </a:lnTo>
                <a:lnTo>
                  <a:pt x="67451" y="60807"/>
                </a:lnTo>
                <a:lnTo>
                  <a:pt x="58053" y="69963"/>
                </a:lnTo>
                <a:lnTo>
                  <a:pt x="46164" y="74999"/>
                </a:lnTo>
                <a:lnTo>
                  <a:pt x="29376" y="73316"/>
                </a:lnTo>
                <a:lnTo>
                  <a:pt x="16127" y="67669"/>
                </a:lnTo>
                <a:lnTo>
                  <a:pt x="6669" y="58817"/>
                </a:lnTo>
                <a:lnTo>
                  <a:pt x="1255" y="47518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4285035" y="38441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63"/>
                </a:moveTo>
                <a:lnTo>
                  <a:pt x="2660" y="23770"/>
                </a:lnTo>
                <a:lnTo>
                  <a:pt x="9975" y="12094"/>
                </a:lnTo>
                <a:lnTo>
                  <a:pt x="20943" y="3837"/>
                </a:lnTo>
                <a:lnTo>
                  <a:pt x="34564" y="0"/>
                </a:lnTo>
                <a:lnTo>
                  <a:pt x="49905" y="2346"/>
                </a:lnTo>
                <a:lnTo>
                  <a:pt x="62271" y="9006"/>
                </a:lnTo>
                <a:lnTo>
                  <a:pt x="71032" y="19098"/>
                </a:lnTo>
                <a:lnTo>
                  <a:pt x="75554" y="31743"/>
                </a:lnTo>
                <a:lnTo>
                  <a:pt x="73552" y="47934"/>
                </a:lnTo>
                <a:lnTo>
                  <a:pt x="67451" y="60806"/>
                </a:lnTo>
                <a:lnTo>
                  <a:pt x="58055" y="69959"/>
                </a:lnTo>
                <a:lnTo>
                  <a:pt x="46167" y="74991"/>
                </a:lnTo>
                <a:lnTo>
                  <a:pt x="29373" y="73310"/>
                </a:lnTo>
                <a:lnTo>
                  <a:pt x="16122" y="67666"/>
                </a:lnTo>
                <a:lnTo>
                  <a:pt x="6664" y="58817"/>
                </a:lnTo>
                <a:lnTo>
                  <a:pt x="1252" y="47520"/>
                </a:lnTo>
                <a:lnTo>
                  <a:pt x="0" y="37863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4503703" y="304593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6"/>
                </a:moveTo>
                <a:lnTo>
                  <a:pt x="2665" y="23767"/>
                </a:lnTo>
                <a:lnTo>
                  <a:pt x="9990" y="12095"/>
                </a:lnTo>
                <a:lnTo>
                  <a:pt x="20965" y="3836"/>
                </a:lnTo>
                <a:lnTo>
                  <a:pt x="34583" y="0"/>
                </a:lnTo>
                <a:lnTo>
                  <a:pt x="49919" y="2349"/>
                </a:lnTo>
                <a:lnTo>
                  <a:pt x="62289" y="9012"/>
                </a:lnTo>
                <a:lnTo>
                  <a:pt x="71057" y="19104"/>
                </a:lnTo>
                <a:lnTo>
                  <a:pt x="75585" y="31740"/>
                </a:lnTo>
                <a:lnTo>
                  <a:pt x="73581" y="47933"/>
                </a:lnTo>
                <a:lnTo>
                  <a:pt x="67477" y="60806"/>
                </a:lnTo>
                <a:lnTo>
                  <a:pt x="58079" y="69958"/>
                </a:lnTo>
                <a:lnTo>
                  <a:pt x="46193" y="74994"/>
                </a:lnTo>
                <a:lnTo>
                  <a:pt x="29408" y="73318"/>
                </a:lnTo>
                <a:lnTo>
                  <a:pt x="16155" y="67684"/>
                </a:lnTo>
                <a:lnTo>
                  <a:pt x="6688" y="58843"/>
                </a:lnTo>
                <a:lnTo>
                  <a:pt x="1263" y="47548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4722402" y="2741861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6"/>
                </a:moveTo>
                <a:lnTo>
                  <a:pt x="2661" y="23767"/>
                </a:lnTo>
                <a:lnTo>
                  <a:pt x="9979" y="12095"/>
                </a:lnTo>
                <a:lnTo>
                  <a:pt x="20952" y="3836"/>
                </a:lnTo>
                <a:lnTo>
                  <a:pt x="34578" y="0"/>
                </a:lnTo>
                <a:lnTo>
                  <a:pt x="49916" y="2349"/>
                </a:lnTo>
                <a:lnTo>
                  <a:pt x="62287" y="9011"/>
                </a:lnTo>
                <a:lnTo>
                  <a:pt x="71055" y="19102"/>
                </a:lnTo>
                <a:lnTo>
                  <a:pt x="75584" y="31736"/>
                </a:lnTo>
                <a:lnTo>
                  <a:pt x="73581" y="47919"/>
                </a:lnTo>
                <a:lnTo>
                  <a:pt x="67478" y="60791"/>
                </a:lnTo>
                <a:lnTo>
                  <a:pt x="58080" y="69950"/>
                </a:lnTo>
                <a:lnTo>
                  <a:pt x="46196" y="74992"/>
                </a:lnTo>
                <a:lnTo>
                  <a:pt x="29398" y="73314"/>
                </a:lnTo>
                <a:lnTo>
                  <a:pt x="16143" y="67675"/>
                </a:lnTo>
                <a:lnTo>
                  <a:pt x="6681" y="58831"/>
                </a:lnTo>
                <a:lnTo>
                  <a:pt x="1261" y="47541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4941070" y="3007933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46"/>
                </a:moveTo>
                <a:lnTo>
                  <a:pt x="2665" y="23755"/>
                </a:lnTo>
                <a:lnTo>
                  <a:pt x="9990" y="12083"/>
                </a:lnTo>
                <a:lnTo>
                  <a:pt x="20965" y="3831"/>
                </a:lnTo>
                <a:lnTo>
                  <a:pt x="34583" y="0"/>
                </a:lnTo>
                <a:lnTo>
                  <a:pt x="49919" y="2346"/>
                </a:lnTo>
                <a:lnTo>
                  <a:pt x="62289" y="9002"/>
                </a:lnTo>
                <a:lnTo>
                  <a:pt x="71057" y="19091"/>
                </a:lnTo>
                <a:lnTo>
                  <a:pt x="75585" y="31733"/>
                </a:lnTo>
                <a:lnTo>
                  <a:pt x="73580" y="47919"/>
                </a:lnTo>
                <a:lnTo>
                  <a:pt x="67472" y="60786"/>
                </a:lnTo>
                <a:lnTo>
                  <a:pt x="58069" y="69935"/>
                </a:lnTo>
                <a:lnTo>
                  <a:pt x="46178" y="74967"/>
                </a:lnTo>
                <a:lnTo>
                  <a:pt x="29392" y="73288"/>
                </a:lnTo>
                <a:lnTo>
                  <a:pt x="16139" y="67648"/>
                </a:lnTo>
                <a:lnTo>
                  <a:pt x="6674" y="58803"/>
                </a:lnTo>
                <a:lnTo>
                  <a:pt x="1255" y="47509"/>
                </a:lnTo>
                <a:lnTo>
                  <a:pt x="0" y="37846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5159769" y="2960400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74"/>
                </a:moveTo>
                <a:lnTo>
                  <a:pt x="2659" y="23784"/>
                </a:lnTo>
                <a:lnTo>
                  <a:pt x="9972" y="12105"/>
                </a:lnTo>
                <a:lnTo>
                  <a:pt x="20937" y="3842"/>
                </a:lnTo>
                <a:lnTo>
                  <a:pt x="34555" y="0"/>
                </a:lnTo>
                <a:lnTo>
                  <a:pt x="49895" y="2345"/>
                </a:lnTo>
                <a:lnTo>
                  <a:pt x="62268" y="9000"/>
                </a:lnTo>
                <a:lnTo>
                  <a:pt x="71040" y="19085"/>
                </a:lnTo>
                <a:lnTo>
                  <a:pt x="75578" y="31719"/>
                </a:lnTo>
                <a:lnTo>
                  <a:pt x="73579" y="47918"/>
                </a:lnTo>
                <a:lnTo>
                  <a:pt x="67481" y="60793"/>
                </a:lnTo>
                <a:lnTo>
                  <a:pt x="58089" y="69948"/>
                </a:lnTo>
                <a:lnTo>
                  <a:pt x="46209" y="74988"/>
                </a:lnTo>
                <a:lnTo>
                  <a:pt x="29403" y="73314"/>
                </a:lnTo>
                <a:lnTo>
                  <a:pt x="16143" y="67682"/>
                </a:lnTo>
                <a:lnTo>
                  <a:pt x="6679" y="58846"/>
                </a:lnTo>
                <a:lnTo>
                  <a:pt x="1260" y="47560"/>
                </a:lnTo>
                <a:lnTo>
                  <a:pt x="0" y="3787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5378437" y="2532803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>
                <a:moveTo>
                  <a:pt x="0" y="37872"/>
                </a:moveTo>
                <a:lnTo>
                  <a:pt x="2661" y="23775"/>
                </a:lnTo>
                <a:lnTo>
                  <a:pt x="9978" y="12099"/>
                </a:lnTo>
                <a:lnTo>
                  <a:pt x="20946" y="3842"/>
                </a:lnTo>
                <a:lnTo>
                  <a:pt x="34562" y="0"/>
                </a:lnTo>
                <a:lnTo>
                  <a:pt x="49899" y="2341"/>
                </a:lnTo>
                <a:lnTo>
                  <a:pt x="62271" y="8990"/>
                </a:lnTo>
                <a:lnTo>
                  <a:pt x="71042" y="19072"/>
                </a:lnTo>
                <a:lnTo>
                  <a:pt x="75579" y="31713"/>
                </a:lnTo>
                <a:lnTo>
                  <a:pt x="73579" y="47906"/>
                </a:lnTo>
                <a:lnTo>
                  <a:pt x="67479" y="60784"/>
                </a:lnTo>
                <a:lnTo>
                  <a:pt x="58087" y="69946"/>
                </a:lnTo>
                <a:lnTo>
                  <a:pt x="46214" y="74988"/>
                </a:lnTo>
                <a:lnTo>
                  <a:pt x="29418" y="73310"/>
                </a:lnTo>
                <a:lnTo>
                  <a:pt x="16158" y="67672"/>
                </a:lnTo>
                <a:lnTo>
                  <a:pt x="6688" y="58832"/>
                </a:lnTo>
                <a:lnTo>
                  <a:pt x="1262" y="47550"/>
                </a:lnTo>
                <a:lnTo>
                  <a:pt x="0" y="37872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5597135" y="265633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37874"/>
                </a:moveTo>
                <a:lnTo>
                  <a:pt x="2659" y="23784"/>
                </a:lnTo>
                <a:lnTo>
                  <a:pt x="9972" y="12105"/>
                </a:lnTo>
                <a:lnTo>
                  <a:pt x="20937" y="3842"/>
                </a:lnTo>
                <a:lnTo>
                  <a:pt x="34555" y="0"/>
                </a:lnTo>
                <a:lnTo>
                  <a:pt x="49897" y="2347"/>
                </a:lnTo>
                <a:lnTo>
                  <a:pt x="62264" y="9007"/>
                </a:lnTo>
                <a:lnTo>
                  <a:pt x="71026" y="19099"/>
                </a:lnTo>
                <a:lnTo>
                  <a:pt x="75552" y="31740"/>
                </a:lnTo>
                <a:lnTo>
                  <a:pt x="73552" y="47926"/>
                </a:lnTo>
                <a:lnTo>
                  <a:pt x="67453" y="60799"/>
                </a:lnTo>
                <a:lnTo>
                  <a:pt x="58059" y="69957"/>
                </a:lnTo>
                <a:lnTo>
                  <a:pt x="46174" y="74994"/>
                </a:lnTo>
                <a:lnTo>
                  <a:pt x="29377" y="73312"/>
                </a:lnTo>
                <a:lnTo>
                  <a:pt x="16124" y="67666"/>
                </a:lnTo>
                <a:lnTo>
                  <a:pt x="6665" y="58817"/>
                </a:lnTo>
                <a:lnTo>
                  <a:pt x="1253" y="47525"/>
                </a:lnTo>
                <a:lnTo>
                  <a:pt x="0" y="37874"/>
                </a:lnTo>
                <a:close/>
              </a:path>
            </a:pathLst>
          </a:custGeom>
          <a:ln w="19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508677" y="2580153"/>
            <a:ext cx="4126865" cy="2518410"/>
          </a:xfrm>
          <a:custGeom>
            <a:avLst/>
            <a:gdLst/>
            <a:ahLst/>
            <a:cxnLst/>
            <a:rect l="l" t="t" r="r" b="b"/>
            <a:pathLst>
              <a:path w="4126865" h="2518410">
                <a:moveTo>
                  <a:pt x="7" y="2518132"/>
                </a:moveTo>
                <a:lnTo>
                  <a:pt x="209179" y="2385110"/>
                </a:lnTo>
                <a:lnTo>
                  <a:pt x="427863" y="2252080"/>
                </a:lnTo>
                <a:lnTo>
                  <a:pt x="646546" y="2119041"/>
                </a:lnTo>
                <a:lnTo>
                  <a:pt x="865230" y="1986014"/>
                </a:lnTo>
                <a:lnTo>
                  <a:pt x="1083910" y="1852971"/>
                </a:lnTo>
                <a:lnTo>
                  <a:pt x="1302605" y="1729445"/>
                </a:lnTo>
                <a:lnTo>
                  <a:pt x="1511776" y="1596415"/>
                </a:lnTo>
                <a:lnTo>
                  <a:pt x="1730466" y="1463376"/>
                </a:lnTo>
                <a:lnTo>
                  <a:pt x="1949164" y="1330346"/>
                </a:lnTo>
                <a:lnTo>
                  <a:pt x="2167832" y="1197294"/>
                </a:lnTo>
                <a:lnTo>
                  <a:pt x="2386531" y="1064289"/>
                </a:lnTo>
                <a:lnTo>
                  <a:pt x="2605199" y="931253"/>
                </a:lnTo>
                <a:lnTo>
                  <a:pt x="2814385" y="798216"/>
                </a:lnTo>
                <a:lnTo>
                  <a:pt x="3033053" y="665180"/>
                </a:lnTo>
                <a:lnTo>
                  <a:pt x="3251752" y="532144"/>
                </a:lnTo>
                <a:lnTo>
                  <a:pt x="3470420" y="399108"/>
                </a:lnTo>
                <a:lnTo>
                  <a:pt x="3689119" y="266072"/>
                </a:lnTo>
                <a:lnTo>
                  <a:pt x="3907817" y="133036"/>
                </a:lnTo>
                <a:lnTo>
                  <a:pt x="4126486" y="0"/>
                </a:lnTo>
              </a:path>
            </a:pathLst>
          </a:custGeom>
          <a:ln w="1900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3" name="object 193"/>
          <p:cNvSpPr/>
          <p:nvPr/>
        </p:nvSpPr>
        <p:spPr>
          <a:xfrm>
            <a:off x="1508677" y="5093540"/>
            <a:ext cx="5080" cy="0"/>
          </a:xfrm>
          <a:custGeom>
            <a:avLst/>
            <a:gdLst/>
            <a:ahLst/>
            <a:cxnLst/>
            <a:rect l="l" t="t" r="r" b="b"/>
            <a:pathLst>
              <a:path w="5080">
                <a:moveTo>
                  <a:pt x="4761" y="0"/>
                </a:moveTo>
                <a:lnTo>
                  <a:pt x="9508" y="0"/>
                </a:lnTo>
              </a:path>
            </a:pathLst>
          </a:custGeom>
          <a:ln w="95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717849" y="4499646"/>
            <a:ext cx="0" cy="466090"/>
          </a:xfrm>
          <a:custGeom>
            <a:avLst/>
            <a:gdLst/>
            <a:ahLst/>
            <a:cxnLst/>
            <a:rect l="l" t="t" r="r" b="b"/>
            <a:pathLst>
              <a:path h="466089">
                <a:moveTo>
                  <a:pt x="0" y="0"/>
                </a:moveTo>
                <a:lnTo>
                  <a:pt x="0" y="465617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1936533" y="4832233"/>
            <a:ext cx="0" cy="209550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209052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2155216" y="4699194"/>
            <a:ext cx="0" cy="332740"/>
          </a:xfrm>
          <a:custGeom>
            <a:avLst/>
            <a:gdLst/>
            <a:ahLst/>
            <a:cxnLst/>
            <a:rect l="l" t="t" r="r" b="b"/>
            <a:pathLst>
              <a:path h="332739">
                <a:moveTo>
                  <a:pt x="0" y="332590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2369145" y="4561415"/>
            <a:ext cx="9525" cy="0"/>
          </a:xfrm>
          <a:custGeom>
            <a:avLst/>
            <a:gdLst/>
            <a:ahLst/>
            <a:cxnLst/>
            <a:rect l="l" t="t" r="r" b="b"/>
            <a:pathLst>
              <a:path w="9525">
                <a:moveTo>
                  <a:pt x="0" y="0"/>
                </a:moveTo>
                <a:lnTo>
                  <a:pt x="9508" y="0"/>
                </a:lnTo>
              </a:path>
            </a:pathLst>
          </a:custGeom>
          <a:ln w="9503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2592580" y="4433125"/>
            <a:ext cx="0" cy="351790"/>
          </a:xfrm>
          <a:custGeom>
            <a:avLst/>
            <a:gdLst/>
            <a:ahLst/>
            <a:cxnLst/>
            <a:rect l="l" t="t" r="r" b="b"/>
            <a:pathLst>
              <a:path h="351789">
                <a:moveTo>
                  <a:pt x="0" y="351592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2811275" y="3853482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4">
                <a:moveTo>
                  <a:pt x="0" y="0"/>
                </a:moveTo>
                <a:lnTo>
                  <a:pt x="0" y="456116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3020446" y="3939004"/>
            <a:ext cx="0" cy="238125"/>
          </a:xfrm>
          <a:custGeom>
            <a:avLst/>
            <a:gdLst/>
            <a:ahLst/>
            <a:cxnLst/>
            <a:rect l="l" t="t" r="r" b="b"/>
            <a:pathLst>
              <a:path h="238125">
                <a:moveTo>
                  <a:pt x="0" y="0"/>
                </a:moveTo>
                <a:lnTo>
                  <a:pt x="0" y="237563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3239136" y="4043529"/>
            <a:ext cx="0" cy="494665"/>
          </a:xfrm>
          <a:custGeom>
            <a:avLst/>
            <a:gdLst/>
            <a:ahLst/>
            <a:cxnLst/>
            <a:rect l="l" t="t" r="r" b="b"/>
            <a:pathLst>
              <a:path h="494664">
                <a:moveTo>
                  <a:pt x="0" y="494119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3457834" y="3910499"/>
            <a:ext cx="0" cy="285115"/>
          </a:xfrm>
          <a:custGeom>
            <a:avLst/>
            <a:gdLst/>
            <a:ahLst/>
            <a:cxnLst/>
            <a:rect l="l" t="t" r="r" b="b"/>
            <a:pathLst>
              <a:path h="285114">
                <a:moveTo>
                  <a:pt x="0" y="285070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3676502" y="3378370"/>
            <a:ext cx="0" cy="399415"/>
          </a:xfrm>
          <a:custGeom>
            <a:avLst/>
            <a:gdLst/>
            <a:ahLst/>
            <a:cxnLst/>
            <a:rect l="l" t="t" r="r" b="b"/>
            <a:pathLst>
              <a:path h="399414">
                <a:moveTo>
                  <a:pt x="0" y="0"/>
                </a:moveTo>
                <a:lnTo>
                  <a:pt x="0" y="399078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3895201" y="3520913"/>
            <a:ext cx="0" cy="123825"/>
          </a:xfrm>
          <a:custGeom>
            <a:avLst/>
            <a:gdLst/>
            <a:ahLst/>
            <a:cxnLst/>
            <a:rect l="l" t="t" r="r" b="b"/>
            <a:pathLst>
              <a:path h="123825">
                <a:moveTo>
                  <a:pt x="0" y="0"/>
                </a:moveTo>
                <a:lnTo>
                  <a:pt x="0" y="123529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4113869" y="3359356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050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4323055" y="3378370"/>
            <a:ext cx="0" cy="504190"/>
          </a:xfrm>
          <a:custGeom>
            <a:avLst/>
            <a:gdLst/>
            <a:ahLst/>
            <a:cxnLst/>
            <a:rect l="l" t="t" r="r" b="b"/>
            <a:pathLst>
              <a:path h="504189">
                <a:moveTo>
                  <a:pt x="0" y="503626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4541723" y="3083777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56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4760422" y="2779707"/>
            <a:ext cx="0" cy="332740"/>
          </a:xfrm>
          <a:custGeom>
            <a:avLst/>
            <a:gdLst/>
            <a:ahLst/>
            <a:cxnLst/>
            <a:rect l="l" t="t" r="r" b="b"/>
            <a:pathLst>
              <a:path h="332739">
                <a:moveTo>
                  <a:pt x="0" y="0"/>
                </a:moveTo>
                <a:lnTo>
                  <a:pt x="0" y="332590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4979090" y="2979261"/>
            <a:ext cx="0" cy="66675"/>
          </a:xfrm>
          <a:custGeom>
            <a:avLst/>
            <a:gdLst/>
            <a:ahLst/>
            <a:cxnLst/>
            <a:rect l="l" t="t" r="r" b="b"/>
            <a:pathLst>
              <a:path h="66675">
                <a:moveTo>
                  <a:pt x="0" y="66518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5197789" y="2846225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152050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5416487" y="2570676"/>
            <a:ext cx="0" cy="142875"/>
          </a:xfrm>
          <a:custGeom>
            <a:avLst/>
            <a:gdLst/>
            <a:ahLst/>
            <a:cxnLst/>
            <a:rect l="l" t="t" r="r" b="b"/>
            <a:pathLst>
              <a:path h="142875">
                <a:moveTo>
                  <a:pt x="0" y="0"/>
                </a:moveTo>
                <a:lnTo>
                  <a:pt x="0" y="142512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5635156" y="2580153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052"/>
                </a:moveTo>
                <a:lnTo>
                  <a:pt x="0" y="0"/>
                </a:lnTo>
              </a:path>
            </a:pathLst>
          </a:custGeom>
          <a:ln w="950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6394703" y="2414016"/>
            <a:ext cx="2095500" cy="23812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 txBox="1"/>
          <p:nvPr/>
        </p:nvSpPr>
        <p:spPr>
          <a:xfrm>
            <a:off x="6767517" y="4941911"/>
            <a:ext cx="115824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h</a:t>
            </a:r>
            <a:r>
              <a:rPr sz="900" spc="-10" dirty="0">
                <a:latin typeface="Calibri"/>
                <a:cs typeface="Calibri"/>
              </a:rPr>
              <a:t>tt</a:t>
            </a:r>
            <a:r>
              <a:rPr sz="900" dirty="0">
                <a:latin typeface="Calibri"/>
                <a:cs typeface="Calibri"/>
              </a:rPr>
              <a:t>ps</a:t>
            </a:r>
            <a:r>
              <a:rPr sz="900" spc="-10" dirty="0">
                <a:latin typeface="Calibri"/>
                <a:cs typeface="Calibri"/>
              </a:rPr>
              <a:t>:</a:t>
            </a:r>
            <a:r>
              <a:rPr sz="900" dirty="0">
                <a:latin typeface="Calibri"/>
                <a:cs typeface="Calibri"/>
              </a:rPr>
              <a:t>//en.</a:t>
            </a:r>
            <a:r>
              <a:rPr sz="900" spc="-5" dirty="0">
                <a:latin typeface="Calibri"/>
                <a:cs typeface="Calibri"/>
              </a:rPr>
              <a:t>wi</a:t>
            </a:r>
            <a:r>
              <a:rPr sz="900" spc="-10" dirty="0">
                <a:latin typeface="Calibri"/>
                <a:cs typeface="Calibri"/>
              </a:rPr>
              <a:t>k</a:t>
            </a:r>
            <a:r>
              <a:rPr sz="900" spc="-5" dirty="0">
                <a:latin typeface="Calibri"/>
                <a:cs typeface="Calibri"/>
              </a:rPr>
              <a:t>i</a:t>
            </a:r>
            <a:r>
              <a:rPr sz="900" dirty="0">
                <a:latin typeface="Calibri"/>
                <a:cs typeface="Calibri"/>
              </a:rPr>
              <a:t>p</a:t>
            </a:r>
            <a:r>
              <a:rPr sz="900" spc="-5" dirty="0">
                <a:latin typeface="Calibri"/>
                <a:cs typeface="Calibri"/>
              </a:rPr>
              <a:t>e</a:t>
            </a:r>
            <a:r>
              <a:rPr sz="900" dirty="0">
                <a:latin typeface="Calibri"/>
                <a:cs typeface="Calibri"/>
              </a:rPr>
              <a:t>d</a:t>
            </a:r>
            <a:r>
              <a:rPr sz="900" spc="-5" dirty="0">
                <a:latin typeface="Calibri"/>
                <a:cs typeface="Calibri"/>
              </a:rPr>
              <a:t>i</a:t>
            </a:r>
            <a:r>
              <a:rPr sz="900" dirty="0">
                <a:latin typeface="Calibri"/>
                <a:cs typeface="Calibri"/>
              </a:rPr>
              <a:t>a.</a:t>
            </a:r>
            <a:r>
              <a:rPr sz="900" spc="-5" dirty="0">
                <a:latin typeface="Calibri"/>
                <a:cs typeface="Calibri"/>
              </a:rPr>
              <a:t>o</a:t>
            </a:r>
            <a:r>
              <a:rPr sz="900" spc="-10" dirty="0">
                <a:latin typeface="Calibri"/>
                <a:cs typeface="Calibri"/>
              </a:rPr>
              <a:t>r</a:t>
            </a:r>
            <a:r>
              <a:rPr sz="900" spc="-5" dirty="0">
                <a:latin typeface="Calibri"/>
                <a:cs typeface="Calibri"/>
              </a:rPr>
              <a:t>g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78F93-0B37-2B52-1A3A-3ADE895D0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731235"/>
            <a:ext cx="8072119" cy="523220"/>
          </a:xfrm>
        </p:spPr>
        <p:txBody>
          <a:bodyPr/>
          <a:lstStyle/>
          <a:p>
            <a:r>
              <a:rPr lang="en-US" spc="-5" dirty="0"/>
              <a:t>Le</a:t>
            </a:r>
            <a:r>
              <a:rPr lang="en-US" dirty="0"/>
              <a:t>a</a:t>
            </a:r>
            <a:r>
              <a:rPr lang="en-US" spc="-45" dirty="0"/>
              <a:t>s</a:t>
            </a:r>
            <a:r>
              <a:rPr lang="en-US" dirty="0"/>
              <a:t>t</a:t>
            </a:r>
            <a:r>
              <a:rPr lang="en-US" spc="-105" dirty="0">
                <a:latin typeface="Times New Roman"/>
                <a:cs typeface="Times New Roman"/>
              </a:rPr>
              <a:t> </a:t>
            </a:r>
            <a:r>
              <a:rPr lang="en-US" dirty="0"/>
              <a:t>Squa</a:t>
            </a:r>
            <a:r>
              <a:rPr lang="en-US" spc="-65" dirty="0"/>
              <a:t>r</a:t>
            </a:r>
            <a:r>
              <a:rPr lang="en-US" spc="-25" dirty="0"/>
              <a:t>e</a:t>
            </a:r>
            <a:r>
              <a:rPr lang="en-US" dirty="0"/>
              <a:t>s</a:t>
            </a:r>
          </a:p>
        </p:txBody>
      </p:sp>
      <p:pic>
        <p:nvPicPr>
          <p:cNvPr id="1032" name="Picture 8" descr="The Method of Least Squares | Introduction to Statistics | JMP">
            <a:extLst>
              <a:ext uri="{FF2B5EF4-FFF2-40B4-BE49-F238E27FC236}">
                <a16:creationId xmlns:a16="http://schemas.microsoft.com/office/drawing/2014/main" id="{623F6FA8-3EF0-FE84-D6F0-BEA0C372B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46" y="1676400"/>
            <a:ext cx="8560692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390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519E-AD6D-ADEF-E961-650428DA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457200"/>
            <a:ext cx="8072119" cy="523220"/>
          </a:xfrm>
        </p:spPr>
        <p:txBody>
          <a:bodyPr/>
          <a:lstStyle/>
          <a:p>
            <a:r>
              <a:rPr lang="en-US" spc="-5" dirty="0">
                <a:latin typeface="Calibri"/>
                <a:cs typeface="Calibri"/>
              </a:rPr>
              <a:t>Le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45" dirty="0">
                <a:latin typeface="Calibri"/>
                <a:cs typeface="Calibri"/>
              </a:rPr>
              <a:t>s</a:t>
            </a:r>
            <a:r>
              <a:rPr lang="en-US" dirty="0">
                <a:latin typeface="Calibri"/>
                <a:cs typeface="Calibri"/>
              </a:rPr>
              <a:t>t</a:t>
            </a:r>
            <a:r>
              <a:rPr lang="en-US" spc="-10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Calibri"/>
                <a:cs typeface="Calibri"/>
              </a:rPr>
              <a:t>Squa</a:t>
            </a:r>
            <a:r>
              <a:rPr lang="en-US" spc="-65" dirty="0">
                <a:latin typeface="Calibri"/>
                <a:cs typeface="Calibri"/>
              </a:rPr>
              <a:t>r</a:t>
            </a:r>
            <a:r>
              <a:rPr lang="en-US" spc="-25" dirty="0">
                <a:latin typeface="Calibri"/>
                <a:cs typeface="Calibri"/>
              </a:rPr>
              <a:t>e</a:t>
            </a:r>
            <a:r>
              <a:rPr lang="en-US" dirty="0">
                <a:latin typeface="Calibri"/>
                <a:cs typeface="Calibri"/>
              </a:rPr>
              <a:t>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47B56-AD33-D261-93A1-1B53DD848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169" y="1254942"/>
            <a:ext cx="7682642" cy="1846659"/>
          </a:xfrm>
        </p:spPr>
        <p:txBody>
          <a:bodyPr/>
          <a:lstStyle/>
          <a:p>
            <a:r>
              <a:rPr lang="en-US" sz="2000" b="0" i="0" dirty="0">
                <a:effectLst/>
                <a:latin typeface="Söhne"/>
              </a:rPr>
              <a:t>The Least Squares Method in control theory is a mathematical technique used to estimate the parameters of a linear dynamic system or model based on observed data. </a:t>
            </a:r>
          </a:p>
          <a:p>
            <a:endParaRPr lang="en-US" sz="2000" dirty="0">
              <a:latin typeface="Söhne"/>
            </a:endParaRPr>
          </a:p>
          <a:p>
            <a:r>
              <a:rPr lang="en-US" sz="2000" b="0" i="0" dirty="0">
                <a:effectLst/>
                <a:latin typeface="Söhne"/>
              </a:rPr>
              <a:t>This method is particularly useful when trying to identify or model a system's transfer function, which relates the system's input to its output.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30430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Comi</a:t>
            </a:r>
            <a:r>
              <a:rPr dirty="0">
                <a:latin typeface="Calibri"/>
                <a:cs typeface="Calibri"/>
              </a:rPr>
              <a:t>n</a:t>
            </a:r>
            <a:r>
              <a:rPr spc="-20" dirty="0">
                <a:latin typeface="Calibri"/>
                <a:cs typeface="Calibri"/>
              </a:rPr>
              <a:t>g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up…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127970"/>
            <a:ext cx="5845810" cy="1826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70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si</a:t>
            </a:r>
            <a:r>
              <a:rPr sz="2600" spc="-15" dirty="0">
                <a:latin typeface="Calibri"/>
                <a:cs typeface="Calibri"/>
              </a:rPr>
              <a:t>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ea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685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600" spc="-5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600" spc="-15" dirty="0">
                <a:latin typeface="Calibri"/>
                <a:cs typeface="Calibri"/>
              </a:rPr>
              <a:t>(P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81" cy="6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68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95" dirty="0">
                <a:latin typeface="Calibri"/>
                <a:cs typeface="Calibri"/>
              </a:rPr>
              <a:t>P</a:t>
            </a:r>
            <a:r>
              <a:rPr dirty="0">
                <a:latin typeface="Calibri"/>
                <a:cs typeface="Calibri"/>
              </a:rPr>
              <a:t>art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S</a:t>
            </a:r>
            <a:r>
              <a:rPr spc="-50" dirty="0">
                <a:latin typeface="Calibri"/>
                <a:cs typeface="Calibri"/>
              </a:rPr>
              <a:t>y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45" dirty="0">
                <a:latin typeface="Calibri"/>
                <a:cs typeface="Calibri"/>
              </a:rPr>
              <a:t>t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Id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tifi</a:t>
            </a:r>
            <a:r>
              <a:rPr spc="-35" dirty="0">
                <a:latin typeface="Calibri"/>
                <a:cs typeface="Calibri"/>
              </a:rPr>
              <a:t>ca</a:t>
            </a:r>
            <a:r>
              <a:rPr spc="-10" dirty="0">
                <a:latin typeface="Calibri"/>
                <a:cs typeface="Calibri"/>
              </a:rPr>
              <a:t>tio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85" y="2290606"/>
            <a:ext cx="4754245" cy="2911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3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3.1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Le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qu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3.2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u="heavy" spc="-65" dirty="0">
                <a:latin typeface="Calibri"/>
                <a:cs typeface="Calibri"/>
              </a:rPr>
              <a:t>R</a:t>
            </a:r>
            <a:r>
              <a:rPr sz="2600" u="heavy" spc="-20" dirty="0">
                <a:latin typeface="Calibri"/>
                <a:cs typeface="Calibri"/>
              </a:rPr>
              <a:t>es</a:t>
            </a:r>
            <a:r>
              <a:rPr sz="2600" u="heavy" spc="-15" dirty="0">
                <a:latin typeface="Calibri"/>
                <a:cs typeface="Calibri"/>
              </a:rPr>
              <a:t>p</a:t>
            </a:r>
            <a:r>
              <a:rPr sz="2600" u="heavy" spc="-20" dirty="0">
                <a:latin typeface="Calibri"/>
                <a:cs typeface="Calibri"/>
              </a:rPr>
              <a:t>o</a:t>
            </a:r>
            <a:r>
              <a:rPr sz="2600" u="heavy" spc="-15" dirty="0">
                <a:latin typeface="Calibri"/>
                <a:cs typeface="Calibri"/>
              </a:rPr>
              <a:t>n</a:t>
            </a:r>
            <a:r>
              <a:rPr sz="2600" u="heavy" spc="-20" dirty="0">
                <a:latin typeface="Calibri"/>
                <a:cs typeface="Calibri"/>
              </a:rPr>
              <a:t>se</a:t>
            </a:r>
            <a:r>
              <a:rPr sz="2600" u="heavy" spc="-15" dirty="0">
                <a:latin typeface="Calibri"/>
                <a:cs typeface="Calibri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E</a:t>
            </a:r>
            <a:r>
              <a:rPr sz="2600" u="heavy" spc="-10" dirty="0">
                <a:latin typeface="Calibri"/>
                <a:cs typeface="Calibri"/>
              </a:rPr>
              <a:t>r</a:t>
            </a:r>
            <a:r>
              <a:rPr sz="2600" u="heavy" spc="-55" dirty="0">
                <a:latin typeface="Calibri"/>
                <a:cs typeface="Calibri"/>
              </a:rPr>
              <a:t>r</a:t>
            </a:r>
            <a:r>
              <a:rPr sz="2600" u="heavy" spc="-15" dirty="0">
                <a:latin typeface="Calibri"/>
                <a:cs typeface="Calibri"/>
              </a:rPr>
              <a:t>o</a:t>
            </a:r>
            <a:r>
              <a:rPr sz="2600" u="heavy" spc="-10" dirty="0">
                <a:latin typeface="Calibri"/>
                <a:cs typeface="Calibri"/>
              </a:rPr>
              <a:t>r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3.3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3.4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tim</a:t>
            </a:r>
            <a:r>
              <a:rPr sz="2600" spc="-4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Accu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cy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3.5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umma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&amp;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ap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81" cy="6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68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60" dirty="0">
                <a:latin typeface="Calibri"/>
                <a:cs typeface="Calibri"/>
              </a:rPr>
              <a:t>R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c</a:t>
            </a:r>
            <a:r>
              <a:rPr dirty="0">
                <a:latin typeface="Calibri"/>
                <a:cs typeface="Calibri"/>
              </a:rPr>
              <a:t>ap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f</a:t>
            </a:r>
            <a:r>
              <a:rPr spc="-55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95" dirty="0">
                <a:latin typeface="Calibri"/>
                <a:cs typeface="Calibri"/>
              </a:rPr>
              <a:t>P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5" dirty="0">
                <a:latin typeface="Calibri"/>
                <a:cs typeface="Calibri"/>
              </a:rPr>
              <a:t>rt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2</a:t>
            </a:r>
          </a:p>
        </p:txBody>
      </p:sp>
      <p:sp>
        <p:nvSpPr>
          <p:cNvPr id="5" name="object 5"/>
          <p:cNvSpPr/>
          <p:nvPr/>
        </p:nvSpPr>
        <p:spPr>
          <a:xfrm>
            <a:off x="3038475" y="3137519"/>
            <a:ext cx="2082164" cy="1460500"/>
          </a:xfrm>
          <a:custGeom>
            <a:avLst/>
            <a:gdLst/>
            <a:ahLst/>
            <a:cxnLst/>
            <a:rect l="l" t="t" r="r" b="b"/>
            <a:pathLst>
              <a:path w="2082164" h="1460500">
                <a:moveTo>
                  <a:pt x="1838446" y="0"/>
                </a:moveTo>
                <a:lnTo>
                  <a:pt x="243337" y="0"/>
                </a:lnTo>
                <a:lnTo>
                  <a:pt x="223380" y="806"/>
                </a:lnTo>
                <a:lnTo>
                  <a:pt x="184861" y="7073"/>
                </a:lnTo>
                <a:lnTo>
                  <a:pt x="148621" y="19125"/>
                </a:lnTo>
                <a:lnTo>
                  <a:pt x="99627" y="46956"/>
                </a:lnTo>
                <a:lnTo>
                  <a:pt x="58577" y="84986"/>
                </a:lnTo>
                <a:lnTo>
                  <a:pt x="27161" y="131523"/>
                </a:lnTo>
                <a:lnTo>
                  <a:pt x="7072" y="184876"/>
                </a:lnTo>
                <a:lnTo>
                  <a:pt x="806" y="223395"/>
                </a:lnTo>
                <a:lnTo>
                  <a:pt x="0" y="243352"/>
                </a:lnTo>
                <a:lnTo>
                  <a:pt x="0" y="1216667"/>
                </a:lnTo>
                <a:lnTo>
                  <a:pt x="3185" y="1256136"/>
                </a:lnTo>
                <a:lnTo>
                  <a:pt x="12405" y="1293580"/>
                </a:lnTo>
                <a:lnTo>
                  <a:pt x="36458" y="1344848"/>
                </a:lnTo>
                <a:lnTo>
                  <a:pt x="71273" y="1388738"/>
                </a:lnTo>
                <a:lnTo>
                  <a:pt x="115159" y="1423556"/>
                </a:lnTo>
                <a:lnTo>
                  <a:pt x="166425" y="1447611"/>
                </a:lnTo>
                <a:lnTo>
                  <a:pt x="203867" y="1456833"/>
                </a:lnTo>
                <a:lnTo>
                  <a:pt x="243337" y="1460019"/>
                </a:lnTo>
                <a:lnTo>
                  <a:pt x="1838446" y="1460019"/>
                </a:lnTo>
                <a:lnTo>
                  <a:pt x="1877916" y="1456833"/>
                </a:lnTo>
                <a:lnTo>
                  <a:pt x="1915359" y="1447611"/>
                </a:lnTo>
                <a:lnTo>
                  <a:pt x="1966628" y="1423556"/>
                </a:lnTo>
                <a:lnTo>
                  <a:pt x="2010517" y="1388738"/>
                </a:lnTo>
                <a:lnTo>
                  <a:pt x="2045336" y="1344848"/>
                </a:lnTo>
                <a:lnTo>
                  <a:pt x="2069391" y="1293580"/>
                </a:lnTo>
                <a:lnTo>
                  <a:pt x="2078613" y="1256136"/>
                </a:lnTo>
                <a:lnTo>
                  <a:pt x="2081799" y="1216667"/>
                </a:lnTo>
                <a:lnTo>
                  <a:pt x="2081799" y="243352"/>
                </a:lnTo>
                <a:lnTo>
                  <a:pt x="2078613" y="203882"/>
                </a:lnTo>
                <a:lnTo>
                  <a:pt x="2069391" y="166439"/>
                </a:lnTo>
                <a:lnTo>
                  <a:pt x="2045336" y="115170"/>
                </a:lnTo>
                <a:lnTo>
                  <a:pt x="2010517" y="71281"/>
                </a:lnTo>
                <a:lnTo>
                  <a:pt x="1966628" y="36462"/>
                </a:lnTo>
                <a:lnTo>
                  <a:pt x="1915359" y="12407"/>
                </a:lnTo>
                <a:lnTo>
                  <a:pt x="1877916" y="3185"/>
                </a:lnTo>
                <a:lnTo>
                  <a:pt x="18384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38475" y="3137519"/>
            <a:ext cx="2082164" cy="1460500"/>
          </a:xfrm>
          <a:custGeom>
            <a:avLst/>
            <a:gdLst/>
            <a:ahLst/>
            <a:cxnLst/>
            <a:rect l="l" t="t" r="r" b="b"/>
            <a:pathLst>
              <a:path w="2082164" h="1460500">
                <a:moveTo>
                  <a:pt x="0" y="243352"/>
                </a:moveTo>
                <a:lnTo>
                  <a:pt x="3185" y="203882"/>
                </a:lnTo>
                <a:lnTo>
                  <a:pt x="12405" y="166439"/>
                </a:lnTo>
                <a:lnTo>
                  <a:pt x="36458" y="115170"/>
                </a:lnTo>
                <a:lnTo>
                  <a:pt x="71273" y="71281"/>
                </a:lnTo>
                <a:lnTo>
                  <a:pt x="115159" y="36462"/>
                </a:lnTo>
                <a:lnTo>
                  <a:pt x="166425" y="12407"/>
                </a:lnTo>
                <a:lnTo>
                  <a:pt x="203867" y="3185"/>
                </a:lnTo>
                <a:lnTo>
                  <a:pt x="243337" y="0"/>
                </a:lnTo>
                <a:lnTo>
                  <a:pt x="1838446" y="0"/>
                </a:lnTo>
                <a:lnTo>
                  <a:pt x="1877916" y="3185"/>
                </a:lnTo>
                <a:lnTo>
                  <a:pt x="1915359" y="12407"/>
                </a:lnTo>
                <a:lnTo>
                  <a:pt x="1966628" y="36462"/>
                </a:lnTo>
                <a:lnTo>
                  <a:pt x="2010517" y="71281"/>
                </a:lnTo>
                <a:lnTo>
                  <a:pt x="2045336" y="115170"/>
                </a:lnTo>
                <a:lnTo>
                  <a:pt x="2069391" y="166439"/>
                </a:lnTo>
                <a:lnTo>
                  <a:pt x="2078613" y="203882"/>
                </a:lnTo>
                <a:lnTo>
                  <a:pt x="2081799" y="243352"/>
                </a:lnTo>
                <a:lnTo>
                  <a:pt x="2081799" y="1216667"/>
                </a:lnTo>
                <a:lnTo>
                  <a:pt x="2078613" y="1256136"/>
                </a:lnTo>
                <a:lnTo>
                  <a:pt x="2069391" y="1293580"/>
                </a:lnTo>
                <a:lnTo>
                  <a:pt x="2045336" y="1344848"/>
                </a:lnTo>
                <a:lnTo>
                  <a:pt x="2010517" y="1388738"/>
                </a:lnTo>
                <a:lnTo>
                  <a:pt x="1966628" y="1423556"/>
                </a:lnTo>
                <a:lnTo>
                  <a:pt x="1915359" y="1447611"/>
                </a:lnTo>
                <a:lnTo>
                  <a:pt x="1877916" y="1456833"/>
                </a:lnTo>
                <a:lnTo>
                  <a:pt x="1838446" y="1460019"/>
                </a:lnTo>
                <a:lnTo>
                  <a:pt x="243337" y="1460019"/>
                </a:lnTo>
                <a:lnTo>
                  <a:pt x="203867" y="1456833"/>
                </a:lnTo>
                <a:lnTo>
                  <a:pt x="166425" y="1447611"/>
                </a:lnTo>
                <a:lnTo>
                  <a:pt x="115159" y="1423556"/>
                </a:lnTo>
                <a:lnTo>
                  <a:pt x="71273" y="1388738"/>
                </a:lnTo>
                <a:lnTo>
                  <a:pt x="36458" y="1344848"/>
                </a:lnTo>
                <a:lnTo>
                  <a:pt x="12405" y="1293580"/>
                </a:lnTo>
                <a:lnTo>
                  <a:pt x="3185" y="1256136"/>
                </a:lnTo>
                <a:lnTo>
                  <a:pt x="0" y="1216667"/>
                </a:lnTo>
                <a:lnTo>
                  <a:pt x="0" y="243352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07132" y="3848079"/>
            <a:ext cx="1147445" cy="0"/>
          </a:xfrm>
          <a:custGeom>
            <a:avLst/>
            <a:gdLst/>
            <a:ahLst/>
            <a:cxnLst/>
            <a:rect l="l" t="t" r="r" b="b"/>
            <a:pathLst>
              <a:path w="1147445">
                <a:moveTo>
                  <a:pt x="0" y="0"/>
                </a:moveTo>
                <a:lnTo>
                  <a:pt x="1147439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35085" y="3347317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22061" y="3434564"/>
            <a:ext cx="41592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50361" y="3863262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0412" y="3944951"/>
            <a:ext cx="87249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2925" spc="135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95590" y="3861435"/>
            <a:ext cx="1618615" cy="1905"/>
          </a:xfrm>
          <a:custGeom>
            <a:avLst/>
            <a:gdLst/>
            <a:ahLst/>
            <a:cxnLst/>
            <a:rect l="l" t="t" r="r" b="b"/>
            <a:pathLst>
              <a:path w="1618614" h="1904">
                <a:moveTo>
                  <a:pt x="1618201" y="1560"/>
                </a:move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37558" y="3818488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82" y="0"/>
                </a:moveTo>
                <a:lnTo>
                  <a:pt x="76233" y="44519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20274" y="3862959"/>
            <a:ext cx="1618615" cy="1905"/>
          </a:xfrm>
          <a:custGeom>
            <a:avLst/>
            <a:gdLst/>
            <a:ahLst/>
            <a:cxnLst/>
            <a:rect l="l" t="t" r="r" b="b"/>
            <a:pathLst>
              <a:path w="1618615" h="1904">
                <a:moveTo>
                  <a:pt x="1618152" y="1560"/>
                </a:move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62226" y="3819988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43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846093" y="3335978"/>
            <a:ext cx="287655" cy="434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3957" y="3367982"/>
            <a:ext cx="307975" cy="434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30857" y="4723471"/>
            <a:ext cx="2294255" cy="812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7535" marR="5080" indent="-585470">
              <a:lnSpc>
                <a:spcPct val="78100"/>
              </a:lnSpc>
            </a:pP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m</a:t>
            </a:r>
            <a:r>
              <a:rPr sz="3200" spc="-5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h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em</a:t>
            </a:r>
            <a:r>
              <a:rPr sz="3200" spc="-5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40" dirty="0">
                <a:solidFill>
                  <a:srgbClr val="4471C4"/>
                </a:solidFill>
                <a:latin typeface="Calibri"/>
                <a:cs typeface="Calibri"/>
              </a:rPr>
              <a:t>c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al</a:t>
            </a:r>
            <a:r>
              <a:rPr sz="3200" spc="-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mod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40927" y="3975758"/>
            <a:ext cx="89408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input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18904" y="3975758"/>
            <a:ext cx="115189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ou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put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81" cy="6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403"/>
            <a:ext cx="392684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Disc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-Ti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Mod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68636" y="1725533"/>
            <a:ext cx="2081530" cy="1461135"/>
          </a:xfrm>
          <a:custGeom>
            <a:avLst/>
            <a:gdLst/>
            <a:ahLst/>
            <a:cxnLst/>
            <a:rect l="l" t="t" r="r" b="b"/>
            <a:pathLst>
              <a:path w="2081529" h="1461135">
                <a:moveTo>
                  <a:pt x="1837547" y="0"/>
                </a:moveTo>
                <a:lnTo>
                  <a:pt x="243443" y="0"/>
                </a:lnTo>
                <a:lnTo>
                  <a:pt x="223477" y="807"/>
                </a:lnTo>
                <a:lnTo>
                  <a:pt x="184942" y="7075"/>
                </a:lnTo>
                <a:lnTo>
                  <a:pt x="148685" y="19131"/>
                </a:lnTo>
                <a:lnTo>
                  <a:pt x="99670" y="46973"/>
                </a:lnTo>
                <a:lnTo>
                  <a:pt x="58602" y="85019"/>
                </a:lnTo>
                <a:lnTo>
                  <a:pt x="27173" y="131579"/>
                </a:lnTo>
                <a:lnTo>
                  <a:pt x="7075" y="184961"/>
                </a:lnTo>
                <a:lnTo>
                  <a:pt x="807" y="223504"/>
                </a:lnTo>
                <a:lnTo>
                  <a:pt x="0" y="243474"/>
                </a:lnTo>
                <a:lnTo>
                  <a:pt x="0" y="1217310"/>
                </a:lnTo>
                <a:lnTo>
                  <a:pt x="3186" y="1256797"/>
                </a:lnTo>
                <a:lnTo>
                  <a:pt x="12411" y="1294256"/>
                </a:lnTo>
                <a:lnTo>
                  <a:pt x="36474" y="1345544"/>
                </a:lnTo>
                <a:lnTo>
                  <a:pt x="71304" y="1389449"/>
                </a:lnTo>
                <a:lnTo>
                  <a:pt x="115209" y="1424279"/>
                </a:lnTo>
                <a:lnTo>
                  <a:pt x="166497" y="1448342"/>
                </a:lnTo>
                <a:lnTo>
                  <a:pt x="203956" y="1457567"/>
                </a:lnTo>
                <a:lnTo>
                  <a:pt x="243443" y="1460753"/>
                </a:lnTo>
                <a:lnTo>
                  <a:pt x="1837547" y="1460753"/>
                </a:lnTo>
                <a:lnTo>
                  <a:pt x="1877035" y="1457567"/>
                </a:lnTo>
                <a:lnTo>
                  <a:pt x="1914496" y="1448342"/>
                </a:lnTo>
                <a:lnTo>
                  <a:pt x="1965790" y="1424279"/>
                </a:lnTo>
                <a:lnTo>
                  <a:pt x="2009702" y="1389449"/>
                </a:lnTo>
                <a:lnTo>
                  <a:pt x="2044539" y="1345544"/>
                </a:lnTo>
                <a:lnTo>
                  <a:pt x="2068607" y="1294256"/>
                </a:lnTo>
                <a:lnTo>
                  <a:pt x="2077834" y="1256797"/>
                </a:lnTo>
                <a:lnTo>
                  <a:pt x="2081021" y="1217310"/>
                </a:lnTo>
                <a:lnTo>
                  <a:pt x="2081021" y="243474"/>
                </a:lnTo>
                <a:lnTo>
                  <a:pt x="2077834" y="203978"/>
                </a:lnTo>
                <a:lnTo>
                  <a:pt x="2068607" y="166513"/>
                </a:lnTo>
                <a:lnTo>
                  <a:pt x="2044539" y="115217"/>
                </a:lnTo>
                <a:lnTo>
                  <a:pt x="2009702" y="71307"/>
                </a:lnTo>
                <a:lnTo>
                  <a:pt x="1965790" y="36475"/>
                </a:lnTo>
                <a:lnTo>
                  <a:pt x="1914496" y="12411"/>
                </a:lnTo>
                <a:lnTo>
                  <a:pt x="1877035" y="3186"/>
                </a:lnTo>
                <a:lnTo>
                  <a:pt x="18375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68636" y="1725533"/>
            <a:ext cx="2081530" cy="1461135"/>
          </a:xfrm>
          <a:custGeom>
            <a:avLst/>
            <a:gdLst/>
            <a:ahLst/>
            <a:cxnLst/>
            <a:rect l="l" t="t" r="r" b="b"/>
            <a:pathLst>
              <a:path w="2081529" h="1461135">
                <a:moveTo>
                  <a:pt x="0" y="243474"/>
                </a:moveTo>
                <a:lnTo>
                  <a:pt x="3186" y="203978"/>
                </a:lnTo>
                <a:lnTo>
                  <a:pt x="12411" y="166513"/>
                </a:lnTo>
                <a:lnTo>
                  <a:pt x="36474" y="115217"/>
                </a:lnTo>
                <a:lnTo>
                  <a:pt x="71304" y="71307"/>
                </a:lnTo>
                <a:lnTo>
                  <a:pt x="115209" y="36475"/>
                </a:lnTo>
                <a:lnTo>
                  <a:pt x="166497" y="12411"/>
                </a:lnTo>
                <a:lnTo>
                  <a:pt x="203956" y="3186"/>
                </a:lnTo>
                <a:lnTo>
                  <a:pt x="243443" y="0"/>
                </a:lnTo>
                <a:lnTo>
                  <a:pt x="1837547" y="0"/>
                </a:lnTo>
                <a:lnTo>
                  <a:pt x="1877035" y="3186"/>
                </a:lnTo>
                <a:lnTo>
                  <a:pt x="1914496" y="12411"/>
                </a:lnTo>
                <a:lnTo>
                  <a:pt x="1965790" y="36475"/>
                </a:lnTo>
                <a:lnTo>
                  <a:pt x="2009702" y="71307"/>
                </a:lnTo>
                <a:lnTo>
                  <a:pt x="2044539" y="115217"/>
                </a:lnTo>
                <a:lnTo>
                  <a:pt x="2068607" y="166513"/>
                </a:lnTo>
                <a:lnTo>
                  <a:pt x="2077834" y="203978"/>
                </a:lnTo>
                <a:lnTo>
                  <a:pt x="2081021" y="243474"/>
                </a:lnTo>
                <a:lnTo>
                  <a:pt x="2081021" y="1217310"/>
                </a:lnTo>
                <a:lnTo>
                  <a:pt x="2077834" y="1256797"/>
                </a:lnTo>
                <a:lnTo>
                  <a:pt x="2068607" y="1294256"/>
                </a:lnTo>
                <a:lnTo>
                  <a:pt x="2044539" y="1345544"/>
                </a:lnTo>
                <a:lnTo>
                  <a:pt x="2009702" y="1389449"/>
                </a:lnTo>
                <a:lnTo>
                  <a:pt x="1965790" y="1424279"/>
                </a:lnTo>
                <a:lnTo>
                  <a:pt x="1914496" y="1448342"/>
                </a:lnTo>
                <a:lnTo>
                  <a:pt x="1877035" y="1457567"/>
                </a:lnTo>
                <a:lnTo>
                  <a:pt x="1837547" y="1460753"/>
                </a:lnTo>
                <a:lnTo>
                  <a:pt x="243443" y="1460753"/>
                </a:lnTo>
                <a:lnTo>
                  <a:pt x="203956" y="1457567"/>
                </a:lnTo>
                <a:lnTo>
                  <a:pt x="166497" y="1448342"/>
                </a:lnTo>
                <a:lnTo>
                  <a:pt x="115209" y="1424279"/>
                </a:lnTo>
                <a:lnTo>
                  <a:pt x="71304" y="1389449"/>
                </a:lnTo>
                <a:lnTo>
                  <a:pt x="36474" y="1345544"/>
                </a:lnTo>
                <a:lnTo>
                  <a:pt x="12411" y="1294256"/>
                </a:lnTo>
                <a:lnTo>
                  <a:pt x="3186" y="1256797"/>
                </a:lnTo>
                <a:lnTo>
                  <a:pt x="0" y="1217310"/>
                </a:lnTo>
                <a:lnTo>
                  <a:pt x="0" y="243474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34090" y="2441453"/>
            <a:ext cx="947419" cy="0"/>
          </a:xfrm>
          <a:custGeom>
            <a:avLst/>
            <a:gdLst/>
            <a:ahLst/>
            <a:cxnLst/>
            <a:rect l="l" t="t" r="r" b="b"/>
            <a:pathLst>
              <a:path w="947420">
                <a:moveTo>
                  <a:pt x="0" y="0"/>
                </a:moveTo>
                <a:lnTo>
                  <a:pt x="947009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54551" y="1942416"/>
            <a:ext cx="92329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55" dirty="0">
                <a:latin typeface="Times New Roman"/>
                <a:cs typeface="Times New Roman"/>
              </a:rPr>
              <a:t>B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0362" y="2456588"/>
            <a:ext cx="90805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65" dirty="0">
                <a:latin typeface="Times New Roman"/>
                <a:cs typeface="Times New Roman"/>
              </a:rPr>
              <a:t>A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25764" y="2454005"/>
            <a:ext cx="1618615" cy="1905"/>
          </a:xfrm>
          <a:custGeom>
            <a:avLst/>
            <a:gdLst/>
            <a:ahLst/>
            <a:cxnLst/>
            <a:rect l="l" t="t" r="r" b="b"/>
            <a:pathLst>
              <a:path w="1618614" h="1905">
                <a:moveTo>
                  <a:pt x="1618152" y="1584"/>
                </a:move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7716" y="2411090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60" y="0"/>
                </a:moveTo>
                <a:lnTo>
                  <a:pt x="76230" y="44500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49627" y="2456291"/>
            <a:ext cx="1618615" cy="1905"/>
          </a:xfrm>
          <a:custGeom>
            <a:avLst/>
            <a:gdLst/>
            <a:ahLst/>
            <a:cxnLst/>
            <a:rect l="l" t="t" r="r" b="b"/>
            <a:pathLst>
              <a:path w="1618615" h="1905">
                <a:moveTo>
                  <a:pt x="1618213" y="1584"/>
                </a:move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91610" y="2413375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00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776241" y="1929325"/>
            <a:ext cx="287655" cy="434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63343" y="1961229"/>
            <a:ext cx="30797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02544" y="3970403"/>
            <a:ext cx="3538854" cy="0"/>
          </a:xfrm>
          <a:custGeom>
            <a:avLst/>
            <a:gdLst/>
            <a:ahLst/>
            <a:cxnLst/>
            <a:rect l="l" t="t" r="r" b="b"/>
            <a:pathLst>
              <a:path w="3538854">
                <a:moveTo>
                  <a:pt x="0" y="0"/>
                </a:moveTo>
                <a:lnTo>
                  <a:pt x="3538538" y="0"/>
                </a:lnTo>
              </a:path>
            </a:pathLst>
          </a:custGeom>
          <a:ln w="12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90014" y="3512811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78521" y="3517573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74813" y="3586811"/>
            <a:ext cx="920115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75" dirty="0">
                <a:latin typeface="Times New Roman"/>
                <a:cs typeface="Times New Roman"/>
              </a:rPr>
              <a:t>b</a:t>
            </a:r>
            <a:r>
              <a:rPr sz="2700" spc="-15" baseline="-20061" dirty="0">
                <a:latin typeface="Times New Roman"/>
                <a:cs typeface="Times New Roman"/>
              </a:rPr>
              <a:t>0</a:t>
            </a:r>
            <a:r>
              <a:rPr sz="2700" spc="262" baseline="-20061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i="1" spc="-340" dirty="0">
                <a:latin typeface="Times New Roman"/>
                <a:cs typeface="Times New Roman"/>
              </a:rPr>
              <a:t>b</a:t>
            </a:r>
            <a:r>
              <a:rPr sz="2700" spc="97" baseline="-20061" dirty="0">
                <a:latin typeface="Times New Roman"/>
                <a:cs typeface="Times New Roman"/>
              </a:rPr>
              <a:t>1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66123" y="3982834"/>
            <a:ext cx="122110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69010" algn="l"/>
              </a:tabLst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78411" y="3982834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77133" y="4056846"/>
            <a:ext cx="3256915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02360" algn="l"/>
                <a:tab pos="2075814" algn="l"/>
              </a:tabLst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229" dirty="0">
                <a:latin typeface="Times New Roman"/>
                <a:cs typeface="Times New Roman"/>
              </a:rPr>
              <a:t>a</a:t>
            </a:r>
            <a:r>
              <a:rPr sz="2700" spc="97" baseline="-20061" dirty="0">
                <a:latin typeface="Times New Roman"/>
                <a:cs typeface="Times New Roman"/>
              </a:rPr>
              <a:t>1</a:t>
            </a:r>
            <a:r>
              <a:rPr sz="2400" i="1" dirty="0">
                <a:latin typeface="Times New Roman"/>
                <a:cs typeface="Times New Roman"/>
              </a:rPr>
              <a:t>z	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30" dirty="0">
                <a:latin typeface="Times New Roman"/>
                <a:cs typeface="Times New Roman"/>
              </a:rPr>
              <a:t>a</a:t>
            </a:r>
            <a:r>
              <a:rPr sz="2700" spc="-15" baseline="-20061" dirty="0">
                <a:latin typeface="Times New Roman"/>
                <a:cs typeface="Times New Roman"/>
              </a:rPr>
              <a:t>2</a:t>
            </a:r>
            <a:r>
              <a:rPr sz="2700" spc="-359" baseline="-2006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	</a:t>
            </a:r>
            <a:r>
              <a:rPr sz="2400" spc="165" dirty="0">
                <a:latin typeface="Symbol"/>
                <a:cs typeface="Symbol"/>
              </a:rPr>
              <a:t></a:t>
            </a:r>
            <a:r>
              <a:rPr sz="2400" spc="235" dirty="0">
                <a:latin typeface="MT Extra"/>
                <a:cs typeface="MT Extra"/>
              </a:rPr>
              <a:t>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30" dirty="0">
                <a:latin typeface="Times New Roman"/>
                <a:cs typeface="Times New Roman"/>
              </a:rPr>
              <a:t>a</a:t>
            </a:r>
            <a:r>
              <a:rPr sz="2700" i="1" spc="337" baseline="-20061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46759" y="3596444"/>
            <a:ext cx="1321435" cy="522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96950" algn="l"/>
              </a:tabLst>
            </a:pPr>
            <a:r>
              <a:rPr sz="3600" spc="-22" baseline="-34722" dirty="0">
                <a:latin typeface="Symbol"/>
                <a:cs typeface="Symbol"/>
              </a:rPr>
              <a:t></a:t>
            </a:r>
            <a:r>
              <a:rPr sz="3600" spc="345" baseline="-34722" dirty="0">
                <a:latin typeface="Times New Roman"/>
                <a:cs typeface="Times New Roman"/>
              </a:rPr>
              <a:t> </a:t>
            </a:r>
            <a:r>
              <a:rPr sz="2400" i="1" u="heavy" spc="50" dirty="0">
                <a:latin typeface="Times New Roman"/>
                <a:cs typeface="Times New Roman"/>
              </a:rPr>
              <a:t>B</a:t>
            </a:r>
            <a:r>
              <a:rPr sz="2400" u="heavy" spc="165" dirty="0">
                <a:latin typeface="Times New Roman"/>
                <a:cs typeface="Times New Roman"/>
              </a:rPr>
              <a:t>(</a:t>
            </a:r>
            <a:r>
              <a:rPr sz="2400" i="1" u="heavy" dirty="0">
                <a:latin typeface="Times New Roman"/>
                <a:cs typeface="Times New Roman"/>
              </a:rPr>
              <a:t>z</a:t>
            </a:r>
            <a:r>
              <a:rPr sz="2400" u="heavy" spc="-10" dirty="0">
                <a:latin typeface="Times New Roman"/>
                <a:cs typeface="Times New Roman"/>
              </a:rPr>
              <a:t> </a:t>
            </a:r>
            <a:r>
              <a:rPr sz="2400" u="heavy" dirty="0">
                <a:latin typeface="Times New Roman"/>
                <a:cs typeface="Times New Roman"/>
              </a:rPr>
              <a:t>	</a:t>
            </a:r>
            <a:r>
              <a:rPr sz="2400" u="heavy" spc="-10" dirty="0">
                <a:latin typeface="Times New Roman"/>
                <a:cs typeface="Times New Roman"/>
              </a:rPr>
              <a:t>)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3600" i="1" spc="-22" baseline="-34722" dirty="0">
                <a:latin typeface="Times New Roman"/>
                <a:cs typeface="Times New Roman"/>
              </a:rPr>
              <a:t>u</a:t>
            </a:r>
            <a:endParaRPr sz="3600" baseline="-34722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34139" y="4061716"/>
            <a:ext cx="82486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09930" algn="l"/>
              </a:tabLst>
            </a:pPr>
            <a:r>
              <a:rPr sz="2400" i="1" spc="-60" dirty="0">
                <a:latin typeface="Times New Roman"/>
                <a:cs typeface="Times New Roman"/>
              </a:rPr>
              <a:t>A</a:t>
            </a:r>
            <a:r>
              <a:rPr sz="2400" spc="165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z	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05261" y="3512811"/>
            <a:ext cx="32893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80" dirty="0">
                <a:latin typeface="Symbol"/>
                <a:cs typeface="Symbol"/>
              </a:rPr>
              <a:t></a:t>
            </a:r>
            <a:r>
              <a:rPr sz="1800" i="1" spc="-15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90800" y="3586811"/>
            <a:ext cx="1219200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65" dirty="0">
                <a:latin typeface="Symbol"/>
                <a:cs typeface="Symbol"/>
              </a:rPr>
              <a:t></a:t>
            </a:r>
            <a:r>
              <a:rPr sz="2400" spc="235" dirty="0">
                <a:latin typeface="MT Extra"/>
                <a:cs typeface="MT Extra"/>
              </a:rPr>
              <a:t>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i="1" spc="-145" dirty="0">
                <a:latin typeface="Times New Roman"/>
                <a:cs typeface="Times New Roman"/>
              </a:rPr>
              <a:t>b</a:t>
            </a:r>
            <a:r>
              <a:rPr sz="2700" i="1" spc="-22" baseline="-20061" dirty="0">
                <a:latin typeface="Times New Roman"/>
                <a:cs typeface="Times New Roman"/>
              </a:rPr>
              <a:t>m</a:t>
            </a:r>
            <a:r>
              <a:rPr sz="2700" i="1" spc="-322" baseline="-2006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7085" y="3929325"/>
            <a:ext cx="1270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26926" y="3929325"/>
            <a:ext cx="1270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46201" y="3929325"/>
            <a:ext cx="1270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29054" y="3982834"/>
            <a:ext cx="27813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90" dirty="0">
                <a:latin typeface="Symbol"/>
                <a:cs typeface="Symbol"/>
              </a:rPr>
              <a:t>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0567" y="3783717"/>
            <a:ext cx="54927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y	</a:t>
            </a:r>
            <a:r>
              <a:rPr sz="2400" spc="-15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71199" y="3788587"/>
            <a:ext cx="1778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5" dirty="0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7390" y="4852732"/>
            <a:ext cx="6212840" cy="1342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do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ts?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do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i="1" spc="-15" dirty="0">
                <a:latin typeface="Calibri"/>
                <a:cs typeface="Calibri"/>
              </a:rPr>
              <a:t>n</a:t>
            </a:r>
            <a:r>
              <a:rPr sz="2600" i="1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i="1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do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7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2891408" y="2696321"/>
            <a:ext cx="1285875" cy="1071880"/>
          </a:xfrm>
          <a:custGeom>
            <a:avLst/>
            <a:gdLst/>
            <a:ahLst/>
            <a:cxnLst/>
            <a:rect l="l" t="t" r="r" b="b"/>
            <a:pathLst>
              <a:path w="1285875" h="1071879">
                <a:moveTo>
                  <a:pt x="1106926" y="0"/>
                </a:moveTo>
                <a:lnTo>
                  <a:pt x="165512" y="470"/>
                </a:lnTo>
                <a:lnTo>
                  <a:pt x="123357" y="8701"/>
                </a:lnTo>
                <a:lnTo>
                  <a:pt x="85386" y="26218"/>
                </a:lnTo>
                <a:lnTo>
                  <a:pt x="52862" y="51756"/>
                </a:lnTo>
                <a:lnTo>
                  <a:pt x="27048" y="84051"/>
                </a:lnTo>
                <a:lnTo>
                  <a:pt x="9206" y="121839"/>
                </a:lnTo>
                <a:lnTo>
                  <a:pt x="598" y="163855"/>
                </a:lnTo>
                <a:lnTo>
                  <a:pt x="0" y="178582"/>
                </a:lnTo>
                <a:lnTo>
                  <a:pt x="468" y="905849"/>
                </a:lnTo>
                <a:lnTo>
                  <a:pt x="8693" y="948004"/>
                </a:lnTo>
                <a:lnTo>
                  <a:pt x="26203" y="985976"/>
                </a:lnTo>
                <a:lnTo>
                  <a:pt x="51735" y="1018503"/>
                </a:lnTo>
                <a:lnTo>
                  <a:pt x="84027" y="1044320"/>
                </a:lnTo>
                <a:lnTo>
                  <a:pt x="121815" y="1062164"/>
                </a:lnTo>
                <a:lnTo>
                  <a:pt x="163837" y="1070773"/>
                </a:lnTo>
                <a:lnTo>
                  <a:pt x="178567" y="1071371"/>
                </a:lnTo>
                <a:lnTo>
                  <a:pt x="1119967" y="1070902"/>
                </a:lnTo>
                <a:lnTo>
                  <a:pt x="1162123" y="1062676"/>
                </a:lnTo>
                <a:lnTo>
                  <a:pt x="1200098" y="1045165"/>
                </a:lnTo>
                <a:lnTo>
                  <a:pt x="1232629" y="1019634"/>
                </a:lnTo>
                <a:lnTo>
                  <a:pt x="1258450" y="987345"/>
                </a:lnTo>
                <a:lnTo>
                  <a:pt x="1276299" y="949562"/>
                </a:lnTo>
                <a:lnTo>
                  <a:pt x="1284910" y="907547"/>
                </a:lnTo>
                <a:lnTo>
                  <a:pt x="1285509" y="892820"/>
                </a:lnTo>
                <a:lnTo>
                  <a:pt x="1285038" y="165517"/>
                </a:lnTo>
                <a:lnTo>
                  <a:pt x="1276804" y="123367"/>
                </a:lnTo>
                <a:lnTo>
                  <a:pt x="1259286" y="85397"/>
                </a:lnTo>
                <a:lnTo>
                  <a:pt x="1233748" y="52871"/>
                </a:lnTo>
                <a:lnTo>
                  <a:pt x="1201454" y="27054"/>
                </a:lnTo>
                <a:lnTo>
                  <a:pt x="1163667" y="9208"/>
                </a:lnTo>
                <a:lnTo>
                  <a:pt x="1121652" y="598"/>
                </a:lnTo>
                <a:lnTo>
                  <a:pt x="11069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6272021" y="763837"/>
            <a:ext cx="2101481" cy="6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87567" y="728403"/>
            <a:ext cx="37147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po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Block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(1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8442" y="3241913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4" h="1905">
                <a:moveTo>
                  <a:pt x="0" y="0"/>
                </a:moveTo>
                <a:lnTo>
                  <a:pt x="760902" y="155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63053" y="3198876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14872" y="3199641"/>
            <a:ext cx="1038860" cy="0"/>
          </a:xfrm>
          <a:custGeom>
            <a:avLst/>
            <a:gdLst/>
            <a:ahLst/>
            <a:cxnLst/>
            <a:rect l="l" t="t" r="r" b="b"/>
            <a:pathLst>
              <a:path w="1038860">
                <a:moveTo>
                  <a:pt x="0" y="0"/>
                </a:moveTo>
                <a:lnTo>
                  <a:pt x="1038529" y="0"/>
                </a:lnTo>
              </a:path>
            </a:pathLst>
          </a:custGeom>
          <a:ln w="126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82037" y="2746263"/>
            <a:ext cx="26416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8141" y="2824962"/>
            <a:ext cx="37846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340" dirty="0">
                <a:latin typeface="Times New Roman"/>
                <a:cs typeface="Times New Roman"/>
              </a:rPr>
              <a:t>b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i="1" spc="-10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76907" y="3212012"/>
            <a:ext cx="26416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9506" y="3285842"/>
            <a:ext cx="7918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-229" dirty="0">
                <a:latin typeface="Times New Roman"/>
                <a:cs typeface="Times New Roman"/>
              </a:rPr>
              <a:t>a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i="1" spc="-10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91408" y="2696321"/>
            <a:ext cx="1285875" cy="1071880"/>
          </a:xfrm>
          <a:custGeom>
            <a:avLst/>
            <a:gdLst/>
            <a:ahLst/>
            <a:cxnLst/>
            <a:rect l="l" t="t" r="r" b="b"/>
            <a:pathLst>
              <a:path w="1285875" h="1071879">
                <a:moveTo>
                  <a:pt x="0" y="178582"/>
                </a:moveTo>
                <a:lnTo>
                  <a:pt x="5248" y="135437"/>
                </a:lnTo>
                <a:lnTo>
                  <a:pt x="20152" y="96099"/>
                </a:lnTo>
                <a:lnTo>
                  <a:pt x="43449" y="61833"/>
                </a:lnTo>
                <a:lnTo>
                  <a:pt x="73877" y="33902"/>
                </a:lnTo>
                <a:lnTo>
                  <a:pt x="110172" y="13571"/>
                </a:lnTo>
                <a:lnTo>
                  <a:pt x="151073" y="2104"/>
                </a:lnTo>
                <a:lnTo>
                  <a:pt x="1106926" y="0"/>
                </a:lnTo>
                <a:lnTo>
                  <a:pt x="1121652" y="598"/>
                </a:lnTo>
                <a:lnTo>
                  <a:pt x="1163667" y="9208"/>
                </a:lnTo>
                <a:lnTo>
                  <a:pt x="1201454" y="27054"/>
                </a:lnTo>
                <a:lnTo>
                  <a:pt x="1233748" y="52871"/>
                </a:lnTo>
                <a:lnTo>
                  <a:pt x="1259286" y="85397"/>
                </a:lnTo>
                <a:lnTo>
                  <a:pt x="1276804" y="123367"/>
                </a:lnTo>
                <a:lnTo>
                  <a:pt x="1285038" y="165517"/>
                </a:lnTo>
                <a:lnTo>
                  <a:pt x="1285509" y="892820"/>
                </a:lnTo>
                <a:lnTo>
                  <a:pt x="1284910" y="907547"/>
                </a:lnTo>
                <a:lnTo>
                  <a:pt x="1276299" y="949562"/>
                </a:lnTo>
                <a:lnTo>
                  <a:pt x="1258450" y="987345"/>
                </a:lnTo>
                <a:lnTo>
                  <a:pt x="1232629" y="1019634"/>
                </a:lnTo>
                <a:lnTo>
                  <a:pt x="1200098" y="1045165"/>
                </a:lnTo>
                <a:lnTo>
                  <a:pt x="1162123" y="1062676"/>
                </a:lnTo>
                <a:lnTo>
                  <a:pt x="1119967" y="1070902"/>
                </a:lnTo>
                <a:lnTo>
                  <a:pt x="178567" y="1071371"/>
                </a:lnTo>
                <a:lnTo>
                  <a:pt x="163837" y="1070773"/>
                </a:lnTo>
                <a:lnTo>
                  <a:pt x="121815" y="1062164"/>
                </a:lnTo>
                <a:lnTo>
                  <a:pt x="84027" y="1044320"/>
                </a:lnTo>
                <a:lnTo>
                  <a:pt x="51735" y="1018503"/>
                </a:lnTo>
                <a:lnTo>
                  <a:pt x="26203" y="985976"/>
                </a:lnTo>
                <a:lnTo>
                  <a:pt x="8693" y="948004"/>
                </a:lnTo>
                <a:lnTo>
                  <a:pt x="468" y="905849"/>
                </a:lnTo>
                <a:lnTo>
                  <a:pt x="0" y="178582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90217" y="3830152"/>
            <a:ext cx="66929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45" dirty="0">
                <a:latin typeface="Calibri"/>
                <a:cs typeface="Calibri"/>
              </a:rPr>
              <a:t>s</a:t>
            </a:r>
            <a:r>
              <a:rPr sz="1800" spc="-3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em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38234" y="2742490"/>
            <a:ext cx="257810" cy="393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-20" dirty="0">
                <a:latin typeface="Times New Roman"/>
                <a:cs typeface="Times New Roman"/>
              </a:rPr>
              <a:t>x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51635" y="3243437"/>
            <a:ext cx="1216660" cy="1905"/>
          </a:xfrm>
          <a:custGeom>
            <a:avLst/>
            <a:gdLst/>
            <a:ahLst/>
            <a:cxnLst/>
            <a:rect l="l" t="t" r="r" b="b"/>
            <a:pathLst>
              <a:path w="1216660" h="1905">
                <a:moveTo>
                  <a:pt x="0" y="0"/>
                </a:moveTo>
                <a:lnTo>
                  <a:pt x="1216545" y="158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91931" y="320046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06" y="0"/>
                </a:moveTo>
                <a:lnTo>
                  <a:pt x="76248" y="44531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87183" y="2778403"/>
            <a:ext cx="28194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0" dirty="0">
                <a:latin typeface="Times New Roman"/>
                <a:cs typeface="Times New Roman"/>
              </a:rPr>
              <a:t>u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892932" y="4488560"/>
            <a:ext cx="1285875" cy="1072515"/>
          </a:xfrm>
          <a:custGeom>
            <a:avLst/>
            <a:gdLst/>
            <a:ahLst/>
            <a:cxnLst/>
            <a:rect l="l" t="t" r="r" b="b"/>
            <a:pathLst>
              <a:path w="1285875" h="1072514">
                <a:moveTo>
                  <a:pt x="0" y="178688"/>
                </a:moveTo>
                <a:lnTo>
                  <a:pt x="5245" y="135535"/>
                </a:lnTo>
                <a:lnTo>
                  <a:pt x="20140" y="96191"/>
                </a:lnTo>
                <a:lnTo>
                  <a:pt x="43425" y="61918"/>
                </a:lnTo>
                <a:lnTo>
                  <a:pt x="73839" y="33976"/>
                </a:lnTo>
                <a:lnTo>
                  <a:pt x="110121" y="13627"/>
                </a:lnTo>
                <a:lnTo>
                  <a:pt x="151011" y="2130"/>
                </a:lnTo>
                <a:lnTo>
                  <a:pt x="1106804" y="0"/>
                </a:lnTo>
                <a:lnTo>
                  <a:pt x="1121535" y="598"/>
                </a:lnTo>
                <a:lnTo>
                  <a:pt x="1163559" y="9199"/>
                </a:lnTo>
                <a:lnTo>
                  <a:pt x="1201354" y="27030"/>
                </a:lnTo>
                <a:lnTo>
                  <a:pt x="1233659" y="52829"/>
                </a:lnTo>
                <a:lnTo>
                  <a:pt x="1259213" y="85337"/>
                </a:lnTo>
                <a:lnTo>
                  <a:pt x="1276755" y="123292"/>
                </a:lnTo>
                <a:lnTo>
                  <a:pt x="1285025" y="165435"/>
                </a:lnTo>
                <a:lnTo>
                  <a:pt x="1285509" y="893432"/>
                </a:lnTo>
                <a:lnTo>
                  <a:pt x="1284910" y="908161"/>
                </a:lnTo>
                <a:lnTo>
                  <a:pt x="1276308" y="950183"/>
                </a:lnTo>
                <a:lnTo>
                  <a:pt x="1258477" y="987977"/>
                </a:lnTo>
                <a:lnTo>
                  <a:pt x="1232676" y="1020281"/>
                </a:lnTo>
                <a:lnTo>
                  <a:pt x="1200167" y="1045835"/>
                </a:lnTo>
                <a:lnTo>
                  <a:pt x="1162211" y="1063378"/>
                </a:lnTo>
                <a:lnTo>
                  <a:pt x="1120068" y="1071649"/>
                </a:lnTo>
                <a:lnTo>
                  <a:pt x="178688" y="1072133"/>
                </a:lnTo>
                <a:lnTo>
                  <a:pt x="163959" y="1071535"/>
                </a:lnTo>
                <a:lnTo>
                  <a:pt x="121936" y="1062932"/>
                </a:lnTo>
                <a:lnTo>
                  <a:pt x="84144" y="1045099"/>
                </a:lnTo>
                <a:lnTo>
                  <a:pt x="51842" y="1019297"/>
                </a:lnTo>
                <a:lnTo>
                  <a:pt x="26291" y="986786"/>
                </a:lnTo>
                <a:lnTo>
                  <a:pt x="8751" y="948828"/>
                </a:lnTo>
                <a:lnTo>
                  <a:pt x="483" y="906684"/>
                </a:lnTo>
                <a:lnTo>
                  <a:pt x="0" y="178688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56905" y="5273424"/>
            <a:ext cx="615315" cy="635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 algn="ct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09842" y="4576433"/>
            <a:ext cx="638175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i="1" spc="-1170" baseline="-24305" dirty="0">
                <a:latin typeface="Times New Roman"/>
                <a:cs typeface="Times New Roman"/>
              </a:rPr>
              <a:t>b</a:t>
            </a:r>
            <a:r>
              <a:rPr sz="3600" spc="-15" baseline="-8101" dirty="0">
                <a:latin typeface="Times New Roman"/>
                <a:cs typeface="Times New Roman"/>
              </a:rPr>
              <a:t>ˆ</a:t>
            </a:r>
            <a:r>
              <a:rPr sz="3600" spc="15" baseline="-8101" dirty="0">
                <a:latin typeface="Times New Roman"/>
                <a:cs typeface="Times New Roman"/>
              </a:rPr>
              <a:t> </a:t>
            </a:r>
            <a:r>
              <a:rPr sz="3600" i="1" spc="225" baseline="-24305" dirty="0">
                <a:latin typeface="Times New Roman"/>
                <a:cs typeface="Times New Roman"/>
              </a:rPr>
              <a:t>z</a:t>
            </a: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03735" y="4807317"/>
            <a:ext cx="11188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9565" algn="l"/>
                <a:tab pos="1105535" algn="l"/>
              </a:tabLst>
            </a:pPr>
            <a:r>
              <a:rPr sz="1800" u="sng" spc="-5" dirty="0">
                <a:latin typeface="Times New Roman"/>
                <a:cs typeface="Times New Roman"/>
              </a:rPr>
              <a:t> 	</a:t>
            </a:r>
            <a:r>
              <a:rPr sz="1800" u="sng" spc="-10" dirty="0">
                <a:latin typeface="Times New Roman"/>
                <a:cs typeface="Times New Roman"/>
              </a:rPr>
              <a:t>1</a:t>
            </a:r>
            <a:r>
              <a:rPr sz="1800" u="sng" spc="-5" dirty="0"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91052" y="5054167"/>
            <a:ext cx="1052195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-875" dirty="0">
                <a:latin typeface="Times New Roman"/>
                <a:cs typeface="Times New Roman"/>
              </a:rPr>
              <a:t>a</a:t>
            </a:r>
            <a:r>
              <a:rPr sz="3600" spc="-15" baseline="2314" dirty="0">
                <a:latin typeface="Times New Roman"/>
                <a:cs typeface="Times New Roman"/>
              </a:rPr>
              <a:t>ˆ</a:t>
            </a:r>
            <a:r>
              <a:rPr sz="3600" spc="322" baseline="2314" dirty="0">
                <a:latin typeface="Times New Roman"/>
                <a:cs typeface="Times New Roman"/>
              </a:rPr>
              <a:t> 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30" baseline="32407" dirty="0">
                <a:latin typeface="Symbol"/>
                <a:cs typeface="Symbol"/>
              </a:rPr>
              <a:t></a:t>
            </a:r>
            <a:r>
              <a:rPr sz="2700" spc="-15" baseline="32407" dirty="0">
                <a:latin typeface="Times New Roman"/>
                <a:cs typeface="Times New Roman"/>
              </a:rPr>
              <a:t>1</a:t>
            </a:r>
            <a:endParaRPr sz="2700" baseline="32407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178442" y="4345054"/>
            <a:ext cx="2031364" cy="680085"/>
          </a:xfrm>
          <a:custGeom>
            <a:avLst/>
            <a:gdLst/>
            <a:ahLst/>
            <a:cxnLst/>
            <a:rect l="l" t="t" r="r" b="b"/>
            <a:pathLst>
              <a:path w="2031364" h="680085">
                <a:moveTo>
                  <a:pt x="0" y="679716"/>
                </a:moveTo>
                <a:lnTo>
                  <a:pt x="2031217" y="679716"/>
                </a:lnTo>
                <a:lnTo>
                  <a:pt x="2031217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65189" y="4345054"/>
            <a:ext cx="88900" cy="76200"/>
          </a:xfrm>
          <a:custGeom>
            <a:avLst/>
            <a:gdLst/>
            <a:ahLst/>
            <a:cxnLst/>
            <a:rect l="l" t="t" r="r" b="b"/>
            <a:pathLst>
              <a:path w="88900" h="76200">
                <a:moveTo>
                  <a:pt x="88910" y="76199"/>
                </a:moveTo>
                <a:lnTo>
                  <a:pt x="44470" y="0"/>
                </a:lnTo>
                <a:lnTo>
                  <a:pt x="0" y="7619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340255" y="4515244"/>
            <a:ext cx="262890" cy="408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i="1" spc="-1357" baseline="-2314" dirty="0">
                <a:latin typeface="Times New Roman"/>
                <a:cs typeface="Times New Roman"/>
              </a:rPr>
              <a:t>y</a:t>
            </a:r>
            <a:r>
              <a:rPr sz="2400" spc="90" dirty="0">
                <a:latin typeface="Times New Roman"/>
                <a:cs typeface="Times New Roman"/>
              </a:rPr>
              <a:t>ˆ</a:t>
            </a:r>
            <a:r>
              <a:rPr sz="2700" i="1" spc="-15" baseline="-23148" dirty="0">
                <a:latin typeface="Times New Roman"/>
                <a:cs typeface="Times New Roman"/>
              </a:rPr>
              <a:t>k</a:t>
            </a:r>
            <a:endParaRPr sz="2700" baseline="-23148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08478" y="3243437"/>
            <a:ext cx="0" cy="1807210"/>
          </a:xfrm>
          <a:custGeom>
            <a:avLst/>
            <a:gdLst/>
            <a:ahLst/>
            <a:cxnLst/>
            <a:rect l="l" t="t" r="r" b="b"/>
            <a:pathLst>
              <a:path h="1807210">
                <a:moveTo>
                  <a:pt x="0" y="0"/>
                </a:moveTo>
                <a:lnTo>
                  <a:pt x="0" y="180659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08478" y="5031104"/>
            <a:ext cx="542290" cy="1905"/>
          </a:xfrm>
          <a:custGeom>
            <a:avLst/>
            <a:gdLst/>
            <a:ahLst/>
            <a:cxnLst/>
            <a:rect l="l" t="t" r="r" b="b"/>
            <a:pathLst>
              <a:path w="542289" h="1904">
                <a:moveTo>
                  <a:pt x="0" y="0"/>
                </a:moveTo>
                <a:lnTo>
                  <a:pt x="541842" y="1523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74000" y="4987945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252" y="0"/>
                </a:moveTo>
                <a:lnTo>
                  <a:pt x="76321" y="44683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64826" y="3005693"/>
            <a:ext cx="500380" cy="500380"/>
          </a:xfrm>
          <a:custGeom>
            <a:avLst/>
            <a:gdLst/>
            <a:ahLst/>
            <a:cxnLst/>
            <a:rect l="l" t="t" r="r" b="b"/>
            <a:pathLst>
              <a:path w="500379" h="500379">
                <a:moveTo>
                  <a:pt x="0" y="249935"/>
                </a:moveTo>
                <a:lnTo>
                  <a:pt x="3271" y="209400"/>
                </a:lnTo>
                <a:lnTo>
                  <a:pt x="12741" y="170945"/>
                </a:lnTo>
                <a:lnTo>
                  <a:pt x="27895" y="135085"/>
                </a:lnTo>
                <a:lnTo>
                  <a:pt x="48220" y="102336"/>
                </a:lnTo>
                <a:lnTo>
                  <a:pt x="73201" y="73212"/>
                </a:lnTo>
                <a:lnTo>
                  <a:pt x="102323" y="48229"/>
                </a:lnTo>
                <a:lnTo>
                  <a:pt x="135072" y="27901"/>
                </a:lnTo>
                <a:lnTo>
                  <a:pt x="170933" y="12744"/>
                </a:lnTo>
                <a:lnTo>
                  <a:pt x="209393" y="3271"/>
                </a:lnTo>
                <a:lnTo>
                  <a:pt x="249935" y="0"/>
                </a:lnTo>
                <a:lnTo>
                  <a:pt x="270431" y="828"/>
                </a:lnTo>
                <a:lnTo>
                  <a:pt x="309991" y="7265"/>
                </a:lnTo>
                <a:lnTo>
                  <a:pt x="347212" y="19644"/>
                </a:lnTo>
                <a:lnTo>
                  <a:pt x="381581" y="37451"/>
                </a:lnTo>
                <a:lnTo>
                  <a:pt x="412582" y="60171"/>
                </a:lnTo>
                <a:lnTo>
                  <a:pt x="439700" y="87289"/>
                </a:lnTo>
                <a:lnTo>
                  <a:pt x="462420" y="118290"/>
                </a:lnTo>
                <a:lnTo>
                  <a:pt x="480227" y="152659"/>
                </a:lnTo>
                <a:lnTo>
                  <a:pt x="492606" y="189880"/>
                </a:lnTo>
                <a:lnTo>
                  <a:pt x="499043" y="229440"/>
                </a:lnTo>
                <a:lnTo>
                  <a:pt x="499871" y="249935"/>
                </a:lnTo>
                <a:lnTo>
                  <a:pt x="499043" y="270435"/>
                </a:lnTo>
                <a:lnTo>
                  <a:pt x="492606" y="310001"/>
                </a:lnTo>
                <a:lnTo>
                  <a:pt x="480227" y="347225"/>
                </a:lnTo>
                <a:lnTo>
                  <a:pt x="462420" y="381595"/>
                </a:lnTo>
                <a:lnTo>
                  <a:pt x="439700" y="412594"/>
                </a:lnTo>
                <a:lnTo>
                  <a:pt x="412582" y="439710"/>
                </a:lnTo>
                <a:lnTo>
                  <a:pt x="381581" y="462427"/>
                </a:lnTo>
                <a:lnTo>
                  <a:pt x="347212" y="480231"/>
                </a:lnTo>
                <a:lnTo>
                  <a:pt x="309991" y="492608"/>
                </a:lnTo>
                <a:lnTo>
                  <a:pt x="270431" y="499043"/>
                </a:lnTo>
                <a:lnTo>
                  <a:pt x="249935" y="499871"/>
                </a:lnTo>
                <a:lnTo>
                  <a:pt x="229436" y="499043"/>
                </a:lnTo>
                <a:lnTo>
                  <a:pt x="189870" y="492608"/>
                </a:lnTo>
                <a:lnTo>
                  <a:pt x="152646" y="480231"/>
                </a:lnTo>
                <a:lnTo>
                  <a:pt x="118276" y="462427"/>
                </a:lnTo>
                <a:lnTo>
                  <a:pt x="87277" y="439710"/>
                </a:lnTo>
                <a:lnTo>
                  <a:pt x="60161" y="412594"/>
                </a:lnTo>
                <a:lnTo>
                  <a:pt x="37444" y="381595"/>
                </a:lnTo>
                <a:lnTo>
                  <a:pt x="19640" y="347225"/>
                </a:lnTo>
                <a:lnTo>
                  <a:pt x="7263" y="310001"/>
                </a:lnTo>
                <a:lnTo>
                  <a:pt x="828" y="270435"/>
                </a:lnTo>
                <a:lnTo>
                  <a:pt x="0" y="249935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897333" y="2399193"/>
            <a:ext cx="288290" cy="412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25" dirty="0">
                <a:latin typeface="Symbol"/>
                <a:cs typeface="Symbol"/>
              </a:rPr>
              <a:t>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 dirty="0">
              <a:latin typeface="Times New Roman"/>
              <a:cs typeface="Times New Roman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E37D79-DC4C-C7E3-A612-580A726FB7C6}"/>
              </a:ext>
            </a:extLst>
          </p:cNvPr>
          <p:cNvGrpSpPr/>
          <p:nvPr/>
        </p:nvGrpSpPr>
        <p:grpSpPr>
          <a:xfrm>
            <a:off x="5181600" y="2336165"/>
            <a:ext cx="88900" cy="614485"/>
            <a:chOff x="5172912" y="2350233"/>
            <a:chExt cx="88900" cy="614485"/>
          </a:xfrm>
        </p:grpSpPr>
        <p:sp>
          <p:nvSpPr>
            <p:cNvPr id="31" name="object 31"/>
            <p:cNvSpPr/>
            <p:nvPr/>
          </p:nvSpPr>
          <p:spPr>
            <a:xfrm>
              <a:off x="5223804" y="2350233"/>
              <a:ext cx="14604" cy="559435"/>
            </a:xfrm>
            <a:custGeom>
              <a:avLst/>
              <a:gdLst/>
              <a:ahLst/>
              <a:cxnLst/>
              <a:rect l="l" t="t" r="r" b="b"/>
              <a:pathLst>
                <a:path w="14604" h="559435">
                  <a:moveTo>
                    <a:pt x="14417" y="0"/>
                  </a:moveTo>
                  <a:lnTo>
                    <a:pt x="0" y="559338"/>
                  </a:lnTo>
                </a:path>
              </a:pathLst>
            </a:custGeom>
            <a:ln w="2514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72912" y="2887248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69">
                  <a:moveTo>
                    <a:pt x="88879" y="2285"/>
                  </a:moveTo>
                  <a:lnTo>
                    <a:pt x="42489" y="77297"/>
                  </a:lnTo>
                  <a:lnTo>
                    <a:pt x="0" y="0"/>
                  </a:lnTo>
                </a:path>
              </a:pathLst>
            </a:custGeom>
            <a:ln w="2514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91535" y="3038884"/>
            <a:ext cx="23495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20" dirty="0">
                <a:latin typeface="Symbol"/>
                <a:cs typeface="Symbol"/>
              </a:rPr>
              <a:t></a:t>
            </a:r>
            <a:endParaRPr sz="3000" dirty="0">
              <a:latin typeface="Symbol"/>
              <a:cs typeface="Symbo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205240" y="3246485"/>
            <a:ext cx="14604" cy="559435"/>
          </a:xfrm>
          <a:custGeom>
            <a:avLst/>
            <a:gdLst/>
            <a:ahLst/>
            <a:cxnLst/>
            <a:rect l="l" t="t" r="r" b="b"/>
            <a:pathLst>
              <a:path w="14604" h="559435">
                <a:moveTo>
                  <a:pt x="14417" y="0"/>
                </a:moveTo>
                <a:lnTo>
                  <a:pt x="0" y="55933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62750" y="3728496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316"/>
                </a:moveTo>
                <a:lnTo>
                  <a:pt x="42489" y="77327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48696" y="3231245"/>
            <a:ext cx="786130" cy="1905"/>
          </a:xfrm>
          <a:custGeom>
            <a:avLst/>
            <a:gdLst/>
            <a:ahLst/>
            <a:cxnLst/>
            <a:rect l="l" t="t" r="r" b="b"/>
            <a:pathLst>
              <a:path w="786129" h="1905">
                <a:moveTo>
                  <a:pt x="0" y="0"/>
                </a:moveTo>
                <a:lnTo>
                  <a:pt x="785804" y="158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656226" y="2766214"/>
            <a:ext cx="26289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0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959998" y="3820286"/>
            <a:ext cx="500380" cy="500380"/>
          </a:xfrm>
          <a:custGeom>
            <a:avLst/>
            <a:gdLst/>
            <a:ahLst/>
            <a:cxnLst/>
            <a:rect l="l" t="t" r="r" b="b"/>
            <a:pathLst>
              <a:path w="500379" h="500379">
                <a:moveTo>
                  <a:pt x="0" y="249935"/>
                </a:moveTo>
                <a:lnTo>
                  <a:pt x="3271" y="209393"/>
                </a:lnTo>
                <a:lnTo>
                  <a:pt x="12741" y="170934"/>
                </a:lnTo>
                <a:lnTo>
                  <a:pt x="27895" y="135073"/>
                </a:lnTo>
                <a:lnTo>
                  <a:pt x="48220" y="102324"/>
                </a:lnTo>
                <a:lnTo>
                  <a:pt x="73201" y="73202"/>
                </a:lnTo>
                <a:lnTo>
                  <a:pt x="102323" y="48221"/>
                </a:lnTo>
                <a:lnTo>
                  <a:pt x="135072" y="27896"/>
                </a:lnTo>
                <a:lnTo>
                  <a:pt x="170933" y="12741"/>
                </a:lnTo>
                <a:lnTo>
                  <a:pt x="209393" y="3271"/>
                </a:lnTo>
                <a:lnTo>
                  <a:pt x="249935" y="0"/>
                </a:lnTo>
                <a:lnTo>
                  <a:pt x="270431" y="828"/>
                </a:lnTo>
                <a:lnTo>
                  <a:pt x="309991" y="7263"/>
                </a:lnTo>
                <a:lnTo>
                  <a:pt x="347212" y="19640"/>
                </a:lnTo>
                <a:lnTo>
                  <a:pt x="381581" y="37444"/>
                </a:lnTo>
                <a:lnTo>
                  <a:pt x="412582" y="60162"/>
                </a:lnTo>
                <a:lnTo>
                  <a:pt x="439700" y="87278"/>
                </a:lnTo>
                <a:lnTo>
                  <a:pt x="462420" y="118278"/>
                </a:lnTo>
                <a:lnTo>
                  <a:pt x="480227" y="152647"/>
                </a:lnTo>
                <a:lnTo>
                  <a:pt x="492606" y="189871"/>
                </a:lnTo>
                <a:lnTo>
                  <a:pt x="499043" y="229436"/>
                </a:lnTo>
                <a:lnTo>
                  <a:pt x="499871" y="249935"/>
                </a:lnTo>
                <a:lnTo>
                  <a:pt x="499043" y="270435"/>
                </a:lnTo>
                <a:lnTo>
                  <a:pt x="492606" y="310000"/>
                </a:lnTo>
                <a:lnTo>
                  <a:pt x="480227" y="347224"/>
                </a:lnTo>
                <a:lnTo>
                  <a:pt x="462420" y="381593"/>
                </a:lnTo>
                <a:lnTo>
                  <a:pt x="439700" y="412593"/>
                </a:lnTo>
                <a:lnTo>
                  <a:pt x="412582" y="439709"/>
                </a:lnTo>
                <a:lnTo>
                  <a:pt x="381581" y="462427"/>
                </a:lnTo>
                <a:lnTo>
                  <a:pt x="347212" y="480231"/>
                </a:lnTo>
                <a:lnTo>
                  <a:pt x="309991" y="492608"/>
                </a:lnTo>
                <a:lnTo>
                  <a:pt x="270431" y="499043"/>
                </a:lnTo>
                <a:lnTo>
                  <a:pt x="249935" y="499871"/>
                </a:lnTo>
                <a:lnTo>
                  <a:pt x="229436" y="499043"/>
                </a:lnTo>
                <a:lnTo>
                  <a:pt x="189870" y="492608"/>
                </a:lnTo>
                <a:lnTo>
                  <a:pt x="152646" y="480231"/>
                </a:lnTo>
                <a:lnTo>
                  <a:pt x="118276" y="462427"/>
                </a:lnTo>
                <a:lnTo>
                  <a:pt x="87277" y="439709"/>
                </a:lnTo>
                <a:lnTo>
                  <a:pt x="60161" y="412593"/>
                </a:lnTo>
                <a:lnTo>
                  <a:pt x="37444" y="381593"/>
                </a:lnTo>
                <a:lnTo>
                  <a:pt x="19640" y="347224"/>
                </a:lnTo>
                <a:lnTo>
                  <a:pt x="7263" y="310000"/>
                </a:lnTo>
                <a:lnTo>
                  <a:pt x="828" y="270435"/>
                </a:lnTo>
                <a:lnTo>
                  <a:pt x="0" y="249935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102710" y="3873759"/>
            <a:ext cx="23495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20" dirty="0">
                <a:latin typeface="Symbol"/>
                <a:cs typeface="Symbol"/>
              </a:rPr>
              <a:t>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452249" y="4086986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5" h="1904">
                <a:moveTo>
                  <a:pt x="0" y="0"/>
                </a:moveTo>
                <a:lnTo>
                  <a:pt x="760902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136861" y="404392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82" y="0"/>
                </a:moveTo>
                <a:lnTo>
                  <a:pt x="76291" y="44589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797020" y="3758782"/>
            <a:ext cx="126364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70706" y="3618791"/>
            <a:ext cx="160020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10" dirty="0">
                <a:latin typeface="Times New Roman"/>
                <a:cs typeface="Times New Roman"/>
              </a:rPr>
              <a:t>e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72021" y="763837"/>
            <a:ext cx="2101481" cy="6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87567" y="728403"/>
            <a:ext cx="354330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po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Function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95354" y="3228206"/>
            <a:ext cx="1301115" cy="0"/>
          </a:xfrm>
          <a:custGeom>
            <a:avLst/>
            <a:gdLst/>
            <a:ahLst/>
            <a:cxnLst/>
            <a:rect l="l" t="t" r="r" b="b"/>
            <a:pathLst>
              <a:path w="1301114">
                <a:moveTo>
                  <a:pt x="0" y="0"/>
                </a:moveTo>
                <a:lnTo>
                  <a:pt x="1300612" y="0"/>
                </a:lnTo>
              </a:path>
            </a:pathLst>
          </a:custGeom>
          <a:ln w="158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40621" y="2649818"/>
            <a:ext cx="792480" cy="51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i="1" spc="-1455" baseline="-25000" dirty="0">
                <a:latin typeface="Times New Roman"/>
                <a:cs typeface="Times New Roman"/>
              </a:rPr>
              <a:t>b</a:t>
            </a:r>
            <a:r>
              <a:rPr sz="4500" spc="-15" baseline="-8333" dirty="0">
                <a:latin typeface="Times New Roman"/>
                <a:cs typeface="Times New Roman"/>
              </a:rPr>
              <a:t>ˆ</a:t>
            </a:r>
            <a:r>
              <a:rPr sz="4500" spc="22" baseline="-8333" dirty="0">
                <a:latin typeface="Times New Roman"/>
                <a:cs typeface="Times New Roman"/>
              </a:rPr>
              <a:t> </a:t>
            </a:r>
            <a:r>
              <a:rPr sz="4500" i="1" spc="307" baseline="-25000" dirty="0">
                <a:latin typeface="Times New Roman"/>
                <a:cs typeface="Times New Roman"/>
              </a:rPr>
              <a:t>z</a:t>
            </a:r>
            <a:r>
              <a:rPr sz="2250" spc="-25" dirty="0">
                <a:latin typeface="Symbol"/>
                <a:cs typeface="Symbol"/>
              </a:rPr>
              <a:t></a:t>
            </a:r>
            <a:r>
              <a:rPr sz="2250" spc="-15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9504" y="2938357"/>
            <a:ext cx="168275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spc="-15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6827" y="3246970"/>
            <a:ext cx="1310640" cy="504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215" dirty="0">
                <a:latin typeface="Times New Roman"/>
                <a:cs typeface="Times New Roman"/>
              </a:rPr>
              <a:t>1</a:t>
            </a:r>
            <a:r>
              <a:rPr sz="3000" spc="-20" dirty="0">
                <a:latin typeface="Symbol"/>
                <a:cs typeface="Symbol"/>
              </a:rPr>
              <a:t></a:t>
            </a:r>
            <a:r>
              <a:rPr sz="3000" spc="-195" dirty="0">
                <a:latin typeface="Times New Roman"/>
                <a:cs typeface="Times New Roman"/>
              </a:rPr>
              <a:t> </a:t>
            </a:r>
            <a:r>
              <a:rPr sz="3000" i="1" spc="-1085" dirty="0">
                <a:latin typeface="Times New Roman"/>
                <a:cs typeface="Times New Roman"/>
              </a:rPr>
              <a:t>a</a:t>
            </a:r>
            <a:r>
              <a:rPr sz="4500" spc="-15" baseline="2777" dirty="0">
                <a:latin typeface="Times New Roman"/>
                <a:cs typeface="Times New Roman"/>
              </a:rPr>
              <a:t>ˆ</a:t>
            </a:r>
            <a:r>
              <a:rPr sz="4500" spc="412" baseline="2777" dirty="0">
                <a:latin typeface="Times New Roman"/>
                <a:cs typeface="Times New Roman"/>
              </a:rPr>
              <a:t> </a:t>
            </a:r>
            <a:r>
              <a:rPr sz="3000" i="1" spc="204" dirty="0">
                <a:latin typeface="Times New Roman"/>
                <a:cs typeface="Times New Roman"/>
              </a:rPr>
              <a:t>z</a:t>
            </a:r>
            <a:r>
              <a:rPr sz="3375" spc="-37" baseline="33333" dirty="0">
                <a:latin typeface="Symbol"/>
                <a:cs typeface="Symbol"/>
              </a:rPr>
              <a:t></a:t>
            </a:r>
            <a:r>
              <a:rPr sz="3375" spc="-22" baseline="33333" dirty="0">
                <a:latin typeface="Times New Roman"/>
                <a:cs typeface="Times New Roman"/>
              </a:rPr>
              <a:t>1</a:t>
            </a:r>
            <a:endParaRPr sz="3375" baseline="3333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23534" y="3520775"/>
            <a:ext cx="168275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spc="-15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4371" y="2986502"/>
            <a:ext cx="2933700" cy="42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5770" algn="l"/>
                <a:tab pos="1200785" algn="l"/>
                <a:tab pos="1955800" algn="l"/>
                <a:tab pos="2710815" algn="l"/>
              </a:tabLst>
            </a:pPr>
            <a:r>
              <a:rPr sz="3000" i="1" spc="-15" dirty="0">
                <a:latin typeface="Times New Roman"/>
                <a:cs typeface="Times New Roman"/>
              </a:rPr>
              <a:t>e	</a:t>
            </a:r>
            <a:r>
              <a:rPr sz="3000" spc="-20" dirty="0">
                <a:latin typeface="Symbol"/>
                <a:cs typeface="Symbol"/>
              </a:rPr>
              <a:t>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i="1" spc="-15" dirty="0">
                <a:latin typeface="Times New Roman"/>
                <a:cs typeface="Times New Roman"/>
              </a:rPr>
              <a:t>y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Symbol"/>
                <a:cs typeface="Symbol"/>
              </a:rPr>
              <a:t>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i="1" spc="-1130" dirty="0">
                <a:latin typeface="Times New Roman"/>
                <a:cs typeface="Times New Roman"/>
              </a:rPr>
              <a:t>y</a:t>
            </a:r>
            <a:r>
              <a:rPr sz="4500" spc="-15" baseline="2777" dirty="0">
                <a:latin typeface="Times New Roman"/>
                <a:cs typeface="Times New Roman"/>
              </a:rPr>
              <a:t>ˆ</a:t>
            </a:r>
            <a:r>
              <a:rPr sz="4500" baseline="2777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Symbol"/>
                <a:cs typeface="Symbol"/>
              </a:rPr>
              <a:t></a:t>
            </a:r>
            <a:r>
              <a:rPr sz="3000" spc="225" dirty="0">
                <a:latin typeface="Times New Roman"/>
                <a:cs typeface="Times New Roman"/>
              </a:rPr>
              <a:t> </a:t>
            </a:r>
            <a:r>
              <a:rPr sz="3000" i="1" spc="-15" dirty="0">
                <a:latin typeface="Times New Roman"/>
                <a:cs typeface="Times New Roman"/>
              </a:rPr>
              <a:t>y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Symbol"/>
                <a:cs typeface="Symbol"/>
              </a:rPr>
              <a:t>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3180" y="3180096"/>
            <a:ext cx="931544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91210" algn="l"/>
              </a:tabLst>
            </a:pPr>
            <a:r>
              <a:rPr sz="2250" i="1" spc="-10" dirty="0">
                <a:latin typeface="Times New Roman"/>
                <a:cs typeface="Times New Roman"/>
              </a:rPr>
              <a:t>k	k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73203" y="3180096"/>
            <a:ext cx="152400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spc="-10" dirty="0">
                <a:latin typeface="Times New Roman"/>
                <a:cs typeface="Times New Roman"/>
              </a:rPr>
              <a:t>k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52074" y="3180096"/>
            <a:ext cx="152400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spc="-10" dirty="0">
                <a:latin typeface="Times New Roman"/>
                <a:cs typeface="Times New Roman"/>
              </a:rPr>
              <a:t>k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31480" y="3180096"/>
            <a:ext cx="152400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spc="-10" dirty="0">
                <a:latin typeface="Times New Roman"/>
                <a:cs typeface="Times New Roman"/>
              </a:rPr>
              <a:t>k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36689" y="3004337"/>
            <a:ext cx="21590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-15" dirty="0">
                <a:latin typeface="Times New Roman"/>
                <a:cs typeface="Times New Roman"/>
              </a:rPr>
              <a:t>u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7CE2C77-50BA-CFD4-574E-E7A2C8E12DD5}"/>
              </a:ext>
            </a:extLst>
          </p:cNvPr>
          <p:cNvGrpSpPr/>
          <p:nvPr/>
        </p:nvGrpSpPr>
        <p:grpSpPr>
          <a:xfrm>
            <a:off x="3312645" y="4446211"/>
            <a:ext cx="1476375" cy="982482"/>
            <a:chOff x="3312645" y="4446211"/>
            <a:chExt cx="1476375" cy="982482"/>
          </a:xfrm>
        </p:grpSpPr>
        <p:sp>
          <p:nvSpPr>
            <p:cNvPr id="15" name="object 15"/>
            <p:cNvSpPr txBox="1"/>
            <p:nvPr/>
          </p:nvSpPr>
          <p:spPr>
            <a:xfrm>
              <a:off x="3312645" y="4676336"/>
              <a:ext cx="1476375" cy="461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950" i="1" spc="10" dirty="0">
                  <a:latin typeface="Times New Roman"/>
                  <a:cs typeface="Times New Roman"/>
                </a:rPr>
                <a:t>J</a:t>
              </a:r>
              <a:r>
                <a:rPr sz="2950" i="1" spc="320" dirty="0">
                  <a:latin typeface="Times New Roman"/>
                  <a:cs typeface="Times New Roman"/>
                </a:rPr>
                <a:t> </a:t>
              </a:r>
              <a:r>
                <a:rPr sz="2950" spc="15" dirty="0">
                  <a:latin typeface="Symbol"/>
                  <a:cs typeface="Symbol"/>
                </a:rPr>
                <a:t></a:t>
              </a:r>
              <a:r>
                <a:rPr sz="2950" spc="240" dirty="0">
                  <a:latin typeface="Times New Roman"/>
                  <a:cs typeface="Times New Roman"/>
                </a:rPr>
                <a:t> </a:t>
              </a:r>
              <a:r>
                <a:rPr sz="3000" dirty="0">
                  <a:latin typeface="Symbol"/>
                  <a:cs typeface="Symbol"/>
                </a:rPr>
                <a:t></a:t>
              </a:r>
              <a:r>
                <a:rPr sz="3000" spc="195" dirty="0">
                  <a:latin typeface="Times New Roman"/>
                  <a:cs typeface="Times New Roman"/>
                </a:rPr>
                <a:t> </a:t>
              </a:r>
              <a:r>
                <a:rPr sz="4500" i="1" baseline="3703" dirty="0">
                  <a:latin typeface="Times New Roman"/>
                  <a:cs typeface="Times New Roman"/>
                </a:rPr>
                <a:t>e</a:t>
              </a:r>
              <a:r>
                <a:rPr sz="4500" i="1" spc="165" baseline="3703" dirty="0">
                  <a:latin typeface="Times New Roman"/>
                  <a:cs typeface="Times New Roman"/>
                </a:rPr>
                <a:t> </a:t>
              </a:r>
              <a:endParaRPr sz="3375" baseline="44444" dirty="0"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882016" y="5113098"/>
              <a:ext cx="461645" cy="3155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250" i="1" dirty="0">
                  <a:latin typeface="Times New Roman"/>
                  <a:cs typeface="Times New Roman"/>
                </a:rPr>
                <a:t>k</a:t>
              </a:r>
              <a:r>
                <a:rPr sz="2250" i="1" spc="-320" dirty="0">
                  <a:latin typeface="Times New Roman"/>
                  <a:cs typeface="Times New Roman"/>
                </a:rPr>
                <a:t> </a:t>
              </a:r>
              <a:r>
                <a:rPr sz="2250" spc="-175" dirty="0">
                  <a:latin typeface="Symbol"/>
                  <a:cs typeface="Symbol"/>
                </a:rPr>
                <a:t></a:t>
              </a:r>
              <a:r>
                <a:rPr sz="2250" dirty="0">
                  <a:latin typeface="Times New Roman"/>
                  <a:cs typeface="Times New Roman"/>
                </a:rPr>
                <a:t>1</a:t>
              </a:r>
              <a:endParaRPr sz="2250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3983279" y="4446211"/>
              <a:ext cx="216535" cy="3111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250" i="1" dirty="0">
                  <a:latin typeface="Times New Roman"/>
                  <a:cs typeface="Times New Roman"/>
                </a:rPr>
                <a:t>N</a:t>
              </a:r>
              <a:endParaRPr sz="2250">
                <a:latin typeface="Times New Roman"/>
                <a:cs typeface="Times New Roman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500487" y="4869086"/>
              <a:ext cx="152400" cy="3111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250" i="1" dirty="0">
                  <a:latin typeface="Times New Roman"/>
                  <a:cs typeface="Times New Roman"/>
                </a:rPr>
                <a:t>k</a:t>
              </a:r>
              <a:endParaRPr sz="2250">
                <a:latin typeface="Times New Roman"/>
                <a:cs typeface="Times New Roman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A93F683-412A-3C25-E58C-EE436630772E}"/>
              </a:ext>
            </a:extLst>
          </p:cNvPr>
          <p:cNvGrpSpPr/>
          <p:nvPr/>
        </p:nvGrpSpPr>
        <p:grpSpPr>
          <a:xfrm>
            <a:off x="5715000" y="4267200"/>
            <a:ext cx="1752600" cy="1742851"/>
            <a:chOff x="5715000" y="4267200"/>
            <a:chExt cx="1752600" cy="174285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46118DA-CFFC-6DFD-56CD-E3ED547A9E04}"/>
                </a:ext>
              </a:extLst>
            </p:cNvPr>
            <p:cNvSpPr/>
            <p:nvPr/>
          </p:nvSpPr>
          <p:spPr>
            <a:xfrm>
              <a:off x="5715000" y="4267200"/>
              <a:ext cx="1752600" cy="12953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1EC1734-A683-D6F8-18DB-EC14AF764159}"/>
                </a:ext>
              </a:extLst>
            </p:cNvPr>
            <p:cNvGrpSpPr/>
            <p:nvPr/>
          </p:nvGrpSpPr>
          <p:grpSpPr>
            <a:xfrm>
              <a:off x="5829582" y="4446211"/>
              <a:ext cx="1476375" cy="1013136"/>
              <a:chOff x="3312645" y="4446211"/>
              <a:chExt cx="1476375" cy="1013136"/>
            </a:xfrm>
          </p:grpSpPr>
          <p:sp>
            <p:nvSpPr>
              <p:cNvPr id="22" name="object 15">
                <a:extLst>
                  <a:ext uri="{FF2B5EF4-FFF2-40B4-BE49-F238E27FC236}">
                    <a16:creationId xmlns:a16="http://schemas.microsoft.com/office/drawing/2014/main" id="{A93A7690-5965-3326-1FFE-C3DEF0BC3FFD}"/>
                  </a:ext>
                </a:extLst>
              </p:cNvPr>
              <p:cNvSpPr txBox="1"/>
              <p:nvPr/>
            </p:nvSpPr>
            <p:spPr>
              <a:xfrm>
                <a:off x="3312645" y="4676336"/>
                <a:ext cx="1476375" cy="46166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950" i="1" spc="10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sz="2950" i="1" spc="320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950" spc="15" dirty="0">
                    <a:solidFill>
                      <a:srgbClr val="FF0000"/>
                    </a:solidFill>
                    <a:latin typeface="Symbol"/>
                    <a:cs typeface="Symbol"/>
                  </a:rPr>
                  <a:t></a:t>
                </a:r>
                <a:r>
                  <a:rPr sz="2950" spc="240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3000" dirty="0">
                    <a:solidFill>
                      <a:srgbClr val="FF0000"/>
                    </a:solidFill>
                    <a:latin typeface="Symbol"/>
                    <a:cs typeface="Symbol"/>
                  </a:rPr>
                  <a:t></a:t>
                </a:r>
                <a:r>
                  <a:rPr sz="3000" spc="195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4500" i="1" baseline="3703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e</a:t>
                </a:r>
                <a:r>
                  <a:rPr sz="4500" i="1" spc="165" baseline="3703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3375" spc="-22" baseline="44444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2</a:t>
                </a:r>
                <a:endParaRPr sz="3375" baseline="44444" dirty="0">
                  <a:solidFill>
                    <a:srgbClr val="FF0000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23" name="object 16">
                <a:extLst>
                  <a:ext uri="{FF2B5EF4-FFF2-40B4-BE49-F238E27FC236}">
                    <a16:creationId xmlns:a16="http://schemas.microsoft.com/office/drawing/2014/main" id="{7CC68E3D-B86C-1F62-66D4-6AF64C926B37}"/>
                  </a:ext>
                </a:extLst>
              </p:cNvPr>
              <p:cNvSpPr txBox="1"/>
              <p:nvPr/>
            </p:nvSpPr>
            <p:spPr>
              <a:xfrm>
                <a:off x="3882016" y="5113098"/>
                <a:ext cx="461645" cy="34624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250" i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k</a:t>
                </a:r>
                <a:r>
                  <a:rPr sz="2250" i="1" spc="-320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250" spc="-175" dirty="0">
                    <a:solidFill>
                      <a:srgbClr val="FF0000"/>
                    </a:solidFill>
                    <a:latin typeface="Symbol"/>
                    <a:cs typeface="Symbol"/>
                  </a:rPr>
                  <a:t></a:t>
                </a:r>
                <a:r>
                  <a:rPr sz="2250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1</a:t>
                </a:r>
                <a:endParaRPr sz="2250">
                  <a:solidFill>
                    <a:srgbClr val="FF0000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24" name="object 17">
                <a:extLst>
                  <a:ext uri="{FF2B5EF4-FFF2-40B4-BE49-F238E27FC236}">
                    <a16:creationId xmlns:a16="http://schemas.microsoft.com/office/drawing/2014/main" id="{CD26675B-5673-79D1-2103-84FAD3BBA1CD}"/>
                  </a:ext>
                </a:extLst>
              </p:cNvPr>
              <p:cNvSpPr txBox="1"/>
              <p:nvPr/>
            </p:nvSpPr>
            <p:spPr>
              <a:xfrm>
                <a:off x="3983279" y="4446211"/>
                <a:ext cx="216535" cy="34624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250" i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N</a:t>
                </a:r>
                <a:endParaRPr sz="2250">
                  <a:solidFill>
                    <a:srgbClr val="FF0000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25" name="object 18">
                <a:extLst>
                  <a:ext uri="{FF2B5EF4-FFF2-40B4-BE49-F238E27FC236}">
                    <a16:creationId xmlns:a16="http://schemas.microsoft.com/office/drawing/2014/main" id="{AFCE9935-3422-AB51-CC35-FD87B57CB0B4}"/>
                  </a:ext>
                </a:extLst>
              </p:cNvPr>
              <p:cNvSpPr txBox="1"/>
              <p:nvPr/>
            </p:nvSpPr>
            <p:spPr>
              <a:xfrm>
                <a:off x="4500487" y="4869086"/>
                <a:ext cx="152400" cy="34624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250" i="1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k</a:t>
                </a:r>
                <a:endParaRPr sz="2250">
                  <a:solidFill>
                    <a:srgbClr val="FF0000"/>
                  </a:solidFill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ED1C34-B35E-14DB-0681-3F92378A1AEB}"/>
                </a:ext>
              </a:extLst>
            </p:cNvPr>
            <p:cNvSpPr txBox="1"/>
            <p:nvPr/>
          </p:nvSpPr>
          <p:spPr>
            <a:xfrm>
              <a:off x="5732585" y="5640719"/>
              <a:ext cx="17350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b="1" dirty="0"/>
                <a:t>We use Square?</a:t>
              </a:r>
              <a:endParaRPr lang="en-US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1941957" y="2479913"/>
            <a:ext cx="1285875" cy="1071880"/>
          </a:xfrm>
          <a:custGeom>
            <a:avLst/>
            <a:gdLst/>
            <a:ahLst/>
            <a:cxnLst/>
            <a:rect l="l" t="t" r="r" b="b"/>
            <a:pathLst>
              <a:path w="1285875" h="1071879">
                <a:moveTo>
                  <a:pt x="1106926" y="0"/>
                </a:moveTo>
                <a:lnTo>
                  <a:pt x="165511" y="469"/>
                </a:lnTo>
                <a:lnTo>
                  <a:pt x="123357" y="8700"/>
                </a:lnTo>
                <a:lnTo>
                  <a:pt x="85387" y="26216"/>
                </a:lnTo>
                <a:lnTo>
                  <a:pt x="52863" y="51754"/>
                </a:lnTo>
                <a:lnTo>
                  <a:pt x="27049" y="84049"/>
                </a:lnTo>
                <a:lnTo>
                  <a:pt x="9206" y="121837"/>
                </a:lnTo>
                <a:lnTo>
                  <a:pt x="598" y="163855"/>
                </a:lnTo>
                <a:lnTo>
                  <a:pt x="0" y="178582"/>
                </a:lnTo>
                <a:lnTo>
                  <a:pt x="467" y="905841"/>
                </a:lnTo>
                <a:lnTo>
                  <a:pt x="8691" y="947998"/>
                </a:lnTo>
                <a:lnTo>
                  <a:pt x="26200" y="985972"/>
                </a:lnTo>
                <a:lnTo>
                  <a:pt x="51731" y="1018500"/>
                </a:lnTo>
                <a:lnTo>
                  <a:pt x="84022" y="1044318"/>
                </a:lnTo>
                <a:lnTo>
                  <a:pt x="121809" y="1062163"/>
                </a:lnTo>
                <a:lnTo>
                  <a:pt x="163828" y="1070773"/>
                </a:lnTo>
                <a:lnTo>
                  <a:pt x="178557" y="1071371"/>
                </a:lnTo>
                <a:lnTo>
                  <a:pt x="1119967" y="1070902"/>
                </a:lnTo>
                <a:lnTo>
                  <a:pt x="1162123" y="1062676"/>
                </a:lnTo>
                <a:lnTo>
                  <a:pt x="1200098" y="1045165"/>
                </a:lnTo>
                <a:lnTo>
                  <a:pt x="1232629" y="1019634"/>
                </a:lnTo>
                <a:lnTo>
                  <a:pt x="1258450" y="987345"/>
                </a:lnTo>
                <a:lnTo>
                  <a:pt x="1276299" y="949562"/>
                </a:lnTo>
                <a:lnTo>
                  <a:pt x="1284910" y="907547"/>
                </a:lnTo>
                <a:lnTo>
                  <a:pt x="1285509" y="892820"/>
                </a:lnTo>
                <a:lnTo>
                  <a:pt x="1285038" y="165517"/>
                </a:lnTo>
                <a:lnTo>
                  <a:pt x="1276804" y="123367"/>
                </a:lnTo>
                <a:lnTo>
                  <a:pt x="1259286" y="85397"/>
                </a:lnTo>
                <a:lnTo>
                  <a:pt x="1233748" y="52871"/>
                </a:lnTo>
                <a:lnTo>
                  <a:pt x="1201454" y="27054"/>
                </a:lnTo>
                <a:lnTo>
                  <a:pt x="1163667" y="9208"/>
                </a:lnTo>
                <a:lnTo>
                  <a:pt x="1121652" y="598"/>
                </a:lnTo>
                <a:lnTo>
                  <a:pt x="11069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81" cy="6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403"/>
            <a:ext cx="37147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po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Block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(2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28990" y="3026267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4" h="1905">
                <a:moveTo>
                  <a:pt x="0" y="0"/>
                </a:moveTo>
                <a:lnTo>
                  <a:pt x="760902" y="155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3632" y="2983199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52" y="0"/>
                </a:moveTo>
                <a:lnTo>
                  <a:pt x="76260" y="44622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65459" y="2983587"/>
            <a:ext cx="1039494" cy="0"/>
          </a:xfrm>
          <a:custGeom>
            <a:avLst/>
            <a:gdLst/>
            <a:ahLst/>
            <a:cxnLst/>
            <a:rect l="l" t="t" r="r" b="b"/>
            <a:pathLst>
              <a:path w="1039494">
                <a:moveTo>
                  <a:pt x="0" y="0"/>
                </a:moveTo>
                <a:lnTo>
                  <a:pt x="1039202" y="0"/>
                </a:lnTo>
              </a:path>
            </a:pathLst>
          </a:custGeom>
          <a:ln w="126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33004" y="2529885"/>
            <a:ext cx="26416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8856" y="2608653"/>
            <a:ext cx="37909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340" dirty="0">
                <a:latin typeface="Times New Roman"/>
                <a:cs typeface="Times New Roman"/>
              </a:rPr>
              <a:t>b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i="1" spc="-10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8004" y="2996003"/>
            <a:ext cx="26416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0078" y="3069897"/>
            <a:ext cx="79248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-229" dirty="0">
                <a:latin typeface="Times New Roman"/>
                <a:cs typeface="Times New Roman"/>
              </a:rPr>
              <a:t>a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i="1" spc="-10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41957" y="2479913"/>
            <a:ext cx="1285875" cy="1071880"/>
          </a:xfrm>
          <a:custGeom>
            <a:avLst/>
            <a:gdLst/>
            <a:ahLst/>
            <a:cxnLst/>
            <a:rect l="l" t="t" r="r" b="b"/>
            <a:pathLst>
              <a:path w="1285875" h="1071879">
                <a:moveTo>
                  <a:pt x="0" y="178582"/>
                </a:moveTo>
                <a:lnTo>
                  <a:pt x="5248" y="135436"/>
                </a:lnTo>
                <a:lnTo>
                  <a:pt x="20153" y="96097"/>
                </a:lnTo>
                <a:lnTo>
                  <a:pt x="43451" y="61831"/>
                </a:lnTo>
                <a:lnTo>
                  <a:pt x="73878" y="33900"/>
                </a:lnTo>
                <a:lnTo>
                  <a:pt x="110173" y="13569"/>
                </a:lnTo>
                <a:lnTo>
                  <a:pt x="151073" y="2103"/>
                </a:lnTo>
                <a:lnTo>
                  <a:pt x="1106926" y="0"/>
                </a:lnTo>
                <a:lnTo>
                  <a:pt x="1121652" y="598"/>
                </a:lnTo>
                <a:lnTo>
                  <a:pt x="1163667" y="9208"/>
                </a:lnTo>
                <a:lnTo>
                  <a:pt x="1201454" y="27054"/>
                </a:lnTo>
                <a:lnTo>
                  <a:pt x="1233748" y="52871"/>
                </a:lnTo>
                <a:lnTo>
                  <a:pt x="1259286" y="85397"/>
                </a:lnTo>
                <a:lnTo>
                  <a:pt x="1276804" y="123367"/>
                </a:lnTo>
                <a:lnTo>
                  <a:pt x="1285038" y="165517"/>
                </a:lnTo>
                <a:lnTo>
                  <a:pt x="1285509" y="892820"/>
                </a:lnTo>
                <a:lnTo>
                  <a:pt x="1284910" y="907547"/>
                </a:lnTo>
                <a:lnTo>
                  <a:pt x="1276299" y="949562"/>
                </a:lnTo>
                <a:lnTo>
                  <a:pt x="1258450" y="987345"/>
                </a:lnTo>
                <a:lnTo>
                  <a:pt x="1232629" y="1019634"/>
                </a:lnTo>
                <a:lnTo>
                  <a:pt x="1200098" y="1045165"/>
                </a:lnTo>
                <a:lnTo>
                  <a:pt x="1162123" y="1062676"/>
                </a:lnTo>
                <a:lnTo>
                  <a:pt x="1119967" y="1070902"/>
                </a:lnTo>
                <a:lnTo>
                  <a:pt x="178557" y="1071371"/>
                </a:lnTo>
                <a:lnTo>
                  <a:pt x="163828" y="1070773"/>
                </a:lnTo>
                <a:lnTo>
                  <a:pt x="121809" y="1062163"/>
                </a:lnTo>
                <a:lnTo>
                  <a:pt x="84022" y="1044318"/>
                </a:lnTo>
                <a:lnTo>
                  <a:pt x="51731" y="1018500"/>
                </a:lnTo>
                <a:lnTo>
                  <a:pt x="26200" y="985972"/>
                </a:lnTo>
                <a:lnTo>
                  <a:pt x="8691" y="947998"/>
                </a:lnTo>
                <a:lnTo>
                  <a:pt x="467" y="905841"/>
                </a:lnTo>
                <a:lnTo>
                  <a:pt x="0" y="178582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240878" y="3614227"/>
            <a:ext cx="66929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45" dirty="0">
                <a:latin typeface="Calibri"/>
                <a:cs typeface="Calibri"/>
              </a:rPr>
              <a:t>s</a:t>
            </a:r>
            <a:r>
              <a:rPr sz="1800" spc="-3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em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88781" y="2526181"/>
            <a:ext cx="25781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45" dirty="0">
                <a:latin typeface="Times New Roman"/>
                <a:cs typeface="Times New Roman"/>
              </a:rPr>
              <a:t>x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2182" y="3027791"/>
            <a:ext cx="1216660" cy="1905"/>
          </a:xfrm>
          <a:custGeom>
            <a:avLst/>
            <a:gdLst/>
            <a:ahLst/>
            <a:cxnLst/>
            <a:rect l="l" t="t" r="r" b="b"/>
            <a:pathLst>
              <a:path w="1216660" h="1905">
                <a:moveTo>
                  <a:pt x="0" y="0"/>
                </a:moveTo>
                <a:lnTo>
                  <a:pt x="1216545" y="158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2479" y="2984815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06" y="0"/>
                </a:moveTo>
                <a:lnTo>
                  <a:pt x="76248" y="44531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45884" y="2562757"/>
            <a:ext cx="28194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0" dirty="0">
                <a:latin typeface="Times New Roman"/>
                <a:cs typeface="Times New Roman"/>
              </a:rPr>
              <a:t>u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43480" y="4272915"/>
            <a:ext cx="1285875" cy="1071880"/>
          </a:xfrm>
          <a:custGeom>
            <a:avLst/>
            <a:gdLst/>
            <a:ahLst/>
            <a:cxnLst/>
            <a:rect l="l" t="t" r="r" b="b"/>
            <a:pathLst>
              <a:path w="1285875" h="1071879">
                <a:moveTo>
                  <a:pt x="0" y="178557"/>
                </a:moveTo>
                <a:lnTo>
                  <a:pt x="5249" y="135408"/>
                </a:lnTo>
                <a:lnTo>
                  <a:pt x="20156" y="96070"/>
                </a:lnTo>
                <a:lnTo>
                  <a:pt x="43456" y="61808"/>
                </a:lnTo>
                <a:lnTo>
                  <a:pt x="73887" y="33883"/>
                </a:lnTo>
                <a:lnTo>
                  <a:pt x="110187" y="13559"/>
                </a:lnTo>
                <a:lnTo>
                  <a:pt x="151091" y="2099"/>
                </a:lnTo>
                <a:lnTo>
                  <a:pt x="1106926" y="0"/>
                </a:lnTo>
                <a:lnTo>
                  <a:pt x="1121653" y="598"/>
                </a:lnTo>
                <a:lnTo>
                  <a:pt x="1163671" y="9206"/>
                </a:lnTo>
                <a:lnTo>
                  <a:pt x="1201459" y="27049"/>
                </a:lnTo>
                <a:lnTo>
                  <a:pt x="1233754" y="52863"/>
                </a:lnTo>
                <a:lnTo>
                  <a:pt x="1259292" y="85387"/>
                </a:lnTo>
                <a:lnTo>
                  <a:pt x="1276809" y="123357"/>
                </a:lnTo>
                <a:lnTo>
                  <a:pt x="1285039" y="165511"/>
                </a:lnTo>
                <a:lnTo>
                  <a:pt x="1285509" y="892801"/>
                </a:lnTo>
                <a:lnTo>
                  <a:pt x="1284910" y="907530"/>
                </a:lnTo>
                <a:lnTo>
                  <a:pt x="1276300" y="949550"/>
                </a:lnTo>
                <a:lnTo>
                  <a:pt x="1258453" y="987336"/>
                </a:lnTo>
                <a:lnTo>
                  <a:pt x="1232634" y="1019627"/>
                </a:lnTo>
                <a:lnTo>
                  <a:pt x="1200106" y="1045159"/>
                </a:lnTo>
                <a:lnTo>
                  <a:pt x="1162134" y="1062672"/>
                </a:lnTo>
                <a:lnTo>
                  <a:pt x="1119981" y="1070901"/>
                </a:lnTo>
                <a:lnTo>
                  <a:pt x="178557" y="1071371"/>
                </a:lnTo>
                <a:lnTo>
                  <a:pt x="163829" y="1070773"/>
                </a:lnTo>
                <a:lnTo>
                  <a:pt x="121811" y="1062164"/>
                </a:lnTo>
                <a:lnTo>
                  <a:pt x="84026" y="1044320"/>
                </a:lnTo>
                <a:lnTo>
                  <a:pt x="51736" y="1018503"/>
                </a:lnTo>
                <a:lnTo>
                  <a:pt x="26205" y="985975"/>
                </a:lnTo>
                <a:lnTo>
                  <a:pt x="8694" y="948000"/>
                </a:lnTo>
                <a:lnTo>
                  <a:pt x="468" y="905840"/>
                </a:lnTo>
                <a:lnTo>
                  <a:pt x="0" y="178557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07566" y="5057209"/>
            <a:ext cx="615315" cy="635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 algn="ct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60388" y="4360764"/>
            <a:ext cx="638175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i="1" spc="-1170" baseline="-24305" dirty="0">
                <a:latin typeface="Times New Roman"/>
                <a:cs typeface="Times New Roman"/>
              </a:rPr>
              <a:t>b</a:t>
            </a:r>
            <a:r>
              <a:rPr sz="3600" spc="-15" baseline="-8101" dirty="0">
                <a:latin typeface="Times New Roman"/>
                <a:cs typeface="Times New Roman"/>
              </a:rPr>
              <a:t>ˆ</a:t>
            </a:r>
            <a:r>
              <a:rPr sz="3600" spc="15" baseline="-8101" dirty="0">
                <a:latin typeface="Times New Roman"/>
                <a:cs typeface="Times New Roman"/>
              </a:rPr>
              <a:t> </a:t>
            </a:r>
            <a:r>
              <a:rPr sz="3600" i="1" spc="225" baseline="-24305" dirty="0">
                <a:latin typeface="Times New Roman"/>
                <a:cs typeface="Times New Roman"/>
              </a:rPr>
              <a:t>z</a:t>
            </a: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54299" y="4591472"/>
            <a:ext cx="11188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9565" algn="l"/>
                <a:tab pos="1105535" algn="l"/>
              </a:tabLst>
            </a:pPr>
            <a:r>
              <a:rPr sz="1800" u="sng" spc="-5" dirty="0">
                <a:latin typeface="Times New Roman"/>
                <a:cs typeface="Times New Roman"/>
              </a:rPr>
              <a:t> 	</a:t>
            </a:r>
            <a:r>
              <a:rPr sz="1800" u="sng" spc="-10" dirty="0">
                <a:latin typeface="Times New Roman"/>
                <a:cs typeface="Times New Roman"/>
              </a:rPr>
              <a:t>1</a:t>
            </a:r>
            <a:r>
              <a:rPr sz="1800" u="sng" spc="-5" dirty="0"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41611" y="4838121"/>
            <a:ext cx="1052195" cy="408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-869" dirty="0">
                <a:latin typeface="Times New Roman"/>
                <a:cs typeface="Times New Roman"/>
              </a:rPr>
              <a:t>a</a:t>
            </a:r>
            <a:r>
              <a:rPr sz="3600" spc="-15" baseline="2314" dirty="0">
                <a:latin typeface="Times New Roman"/>
                <a:cs typeface="Times New Roman"/>
              </a:rPr>
              <a:t>ˆ</a:t>
            </a:r>
            <a:r>
              <a:rPr sz="3600" spc="322" baseline="2314" dirty="0">
                <a:latin typeface="Times New Roman"/>
                <a:cs typeface="Times New Roman"/>
              </a:rPr>
              <a:t> 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30" baseline="32407" dirty="0">
                <a:latin typeface="Symbol"/>
                <a:cs typeface="Symbol"/>
              </a:rPr>
              <a:t></a:t>
            </a:r>
            <a:r>
              <a:rPr sz="2700" spc="-15" baseline="32407" dirty="0">
                <a:latin typeface="Times New Roman"/>
                <a:cs typeface="Times New Roman"/>
              </a:rPr>
              <a:t>1</a:t>
            </a:r>
            <a:endParaRPr sz="2700" baseline="32407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28990" y="4128647"/>
            <a:ext cx="2031364" cy="680085"/>
          </a:xfrm>
          <a:custGeom>
            <a:avLst/>
            <a:gdLst/>
            <a:ahLst/>
            <a:cxnLst/>
            <a:rect l="l" t="t" r="r" b="b"/>
            <a:pathLst>
              <a:path w="2031364" h="680085">
                <a:moveTo>
                  <a:pt x="0" y="679716"/>
                </a:moveTo>
                <a:lnTo>
                  <a:pt x="2031217" y="679716"/>
                </a:lnTo>
                <a:lnTo>
                  <a:pt x="2031217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15737" y="4128647"/>
            <a:ext cx="88900" cy="76200"/>
          </a:xfrm>
          <a:custGeom>
            <a:avLst/>
            <a:gdLst/>
            <a:ahLst/>
            <a:cxnLst/>
            <a:rect l="l" t="t" r="r" b="b"/>
            <a:pathLst>
              <a:path w="88900" h="76200">
                <a:moveTo>
                  <a:pt x="88910" y="76199"/>
                </a:moveTo>
                <a:lnTo>
                  <a:pt x="44470" y="0"/>
                </a:lnTo>
                <a:lnTo>
                  <a:pt x="0" y="7619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390790" y="4299598"/>
            <a:ext cx="262890" cy="408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i="1" spc="-1357" baseline="-2314" dirty="0">
                <a:latin typeface="Times New Roman"/>
                <a:cs typeface="Times New Roman"/>
              </a:rPr>
              <a:t>y</a:t>
            </a:r>
            <a:r>
              <a:rPr sz="2400" spc="90" dirty="0">
                <a:latin typeface="Times New Roman"/>
                <a:cs typeface="Times New Roman"/>
              </a:rPr>
              <a:t>ˆ</a:t>
            </a:r>
            <a:r>
              <a:rPr sz="2700" i="1" spc="-15" baseline="-23148" dirty="0">
                <a:latin typeface="Times New Roman"/>
                <a:cs typeface="Times New Roman"/>
              </a:rPr>
              <a:t>k</a:t>
            </a:r>
            <a:endParaRPr sz="2700" baseline="-23148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359026" y="3027791"/>
            <a:ext cx="0" cy="1807210"/>
          </a:xfrm>
          <a:custGeom>
            <a:avLst/>
            <a:gdLst/>
            <a:ahLst/>
            <a:cxnLst/>
            <a:rect l="l" t="t" r="r" b="b"/>
            <a:pathLst>
              <a:path h="1807210">
                <a:moveTo>
                  <a:pt x="0" y="0"/>
                </a:moveTo>
                <a:lnTo>
                  <a:pt x="0" y="180659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59026" y="4815459"/>
            <a:ext cx="542290" cy="1905"/>
          </a:xfrm>
          <a:custGeom>
            <a:avLst/>
            <a:gdLst/>
            <a:ahLst/>
            <a:cxnLst/>
            <a:rect l="l" t="t" r="r" b="b"/>
            <a:pathLst>
              <a:path w="542289" h="1904">
                <a:moveTo>
                  <a:pt x="0" y="0"/>
                </a:moveTo>
                <a:lnTo>
                  <a:pt x="541842" y="1523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24547" y="4772299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252" y="0"/>
                </a:moveTo>
                <a:lnTo>
                  <a:pt x="76321" y="44671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15374" y="2789285"/>
            <a:ext cx="500380" cy="501015"/>
          </a:xfrm>
          <a:custGeom>
            <a:avLst/>
            <a:gdLst/>
            <a:ahLst/>
            <a:cxnLst/>
            <a:rect l="l" t="t" r="r" b="b"/>
            <a:pathLst>
              <a:path w="500379" h="501014">
                <a:moveTo>
                  <a:pt x="0" y="250332"/>
                </a:moveTo>
                <a:lnTo>
                  <a:pt x="3271" y="209726"/>
                </a:lnTo>
                <a:lnTo>
                  <a:pt x="12741" y="171206"/>
                </a:lnTo>
                <a:lnTo>
                  <a:pt x="27895" y="135289"/>
                </a:lnTo>
                <a:lnTo>
                  <a:pt x="48220" y="102488"/>
                </a:lnTo>
                <a:lnTo>
                  <a:pt x="73201" y="73319"/>
                </a:lnTo>
                <a:lnTo>
                  <a:pt x="102323" y="48298"/>
                </a:lnTo>
                <a:lnTo>
                  <a:pt x="135072" y="27941"/>
                </a:lnTo>
                <a:lnTo>
                  <a:pt x="170933" y="12761"/>
                </a:lnTo>
                <a:lnTo>
                  <a:pt x="209393" y="3276"/>
                </a:lnTo>
                <a:lnTo>
                  <a:pt x="249935" y="0"/>
                </a:lnTo>
                <a:lnTo>
                  <a:pt x="270431" y="829"/>
                </a:lnTo>
                <a:lnTo>
                  <a:pt x="309991" y="7275"/>
                </a:lnTo>
                <a:lnTo>
                  <a:pt x="347212" y="19671"/>
                </a:lnTo>
                <a:lnTo>
                  <a:pt x="381581" y="37504"/>
                </a:lnTo>
                <a:lnTo>
                  <a:pt x="412582" y="60258"/>
                </a:lnTo>
                <a:lnTo>
                  <a:pt x="439700" y="87417"/>
                </a:lnTo>
                <a:lnTo>
                  <a:pt x="462420" y="118466"/>
                </a:lnTo>
                <a:lnTo>
                  <a:pt x="480227" y="152890"/>
                </a:lnTo>
                <a:lnTo>
                  <a:pt x="492606" y="190173"/>
                </a:lnTo>
                <a:lnTo>
                  <a:pt x="499043" y="229800"/>
                </a:lnTo>
                <a:lnTo>
                  <a:pt x="499871" y="250332"/>
                </a:lnTo>
                <a:lnTo>
                  <a:pt x="499043" y="270863"/>
                </a:lnTo>
                <a:lnTo>
                  <a:pt x="492606" y="310488"/>
                </a:lnTo>
                <a:lnTo>
                  <a:pt x="480227" y="347769"/>
                </a:lnTo>
                <a:lnTo>
                  <a:pt x="462420" y="382189"/>
                </a:lnTo>
                <a:lnTo>
                  <a:pt x="439700" y="413233"/>
                </a:lnTo>
                <a:lnTo>
                  <a:pt x="412582" y="440388"/>
                </a:lnTo>
                <a:lnTo>
                  <a:pt x="381581" y="463137"/>
                </a:lnTo>
                <a:lnTo>
                  <a:pt x="347212" y="480966"/>
                </a:lnTo>
                <a:lnTo>
                  <a:pt x="309991" y="493360"/>
                </a:lnTo>
                <a:lnTo>
                  <a:pt x="270431" y="499804"/>
                </a:lnTo>
                <a:lnTo>
                  <a:pt x="249935" y="500633"/>
                </a:lnTo>
                <a:lnTo>
                  <a:pt x="229436" y="499804"/>
                </a:lnTo>
                <a:lnTo>
                  <a:pt x="189870" y="493360"/>
                </a:lnTo>
                <a:lnTo>
                  <a:pt x="152646" y="480966"/>
                </a:lnTo>
                <a:lnTo>
                  <a:pt x="118276" y="463137"/>
                </a:lnTo>
                <a:lnTo>
                  <a:pt x="87277" y="440388"/>
                </a:lnTo>
                <a:lnTo>
                  <a:pt x="60161" y="413233"/>
                </a:lnTo>
                <a:lnTo>
                  <a:pt x="37444" y="382189"/>
                </a:lnTo>
                <a:lnTo>
                  <a:pt x="19640" y="347769"/>
                </a:lnTo>
                <a:lnTo>
                  <a:pt x="7263" y="310488"/>
                </a:lnTo>
                <a:lnTo>
                  <a:pt x="828" y="270863"/>
                </a:lnTo>
                <a:lnTo>
                  <a:pt x="0" y="250332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866860" y="2053698"/>
            <a:ext cx="288290" cy="412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25" dirty="0">
                <a:latin typeface="Symbol"/>
                <a:cs typeface="Symbol"/>
              </a:rPr>
              <a:t>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265950" y="2189591"/>
            <a:ext cx="14604" cy="559435"/>
          </a:xfrm>
          <a:custGeom>
            <a:avLst/>
            <a:gdLst/>
            <a:ahLst/>
            <a:cxnLst/>
            <a:rect l="l" t="t" r="r" b="b"/>
            <a:pathLst>
              <a:path w="14604" h="559435">
                <a:moveTo>
                  <a:pt x="14417" y="0"/>
                </a:moveTo>
                <a:lnTo>
                  <a:pt x="0" y="55933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23461" y="2671602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69">
                <a:moveTo>
                  <a:pt x="88879" y="2316"/>
                </a:moveTo>
                <a:lnTo>
                  <a:pt x="42489" y="77327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142082" y="2822417"/>
            <a:ext cx="23495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20" dirty="0">
                <a:latin typeface="Symbol"/>
                <a:cs typeface="Symbol"/>
              </a:rPr>
              <a:t>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255788" y="3030839"/>
            <a:ext cx="14604" cy="559435"/>
          </a:xfrm>
          <a:custGeom>
            <a:avLst/>
            <a:gdLst/>
            <a:ahLst/>
            <a:cxnLst/>
            <a:rect l="l" t="t" r="r" b="b"/>
            <a:pathLst>
              <a:path w="14604" h="559435">
                <a:moveTo>
                  <a:pt x="14417" y="0"/>
                </a:moveTo>
                <a:lnTo>
                  <a:pt x="0" y="55933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13299" y="3512850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316"/>
                </a:moveTo>
                <a:lnTo>
                  <a:pt x="42489" y="77327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99243" y="3014837"/>
            <a:ext cx="786130" cy="1905"/>
          </a:xfrm>
          <a:custGeom>
            <a:avLst/>
            <a:gdLst/>
            <a:ahLst/>
            <a:cxnLst/>
            <a:rect l="l" t="t" r="r" b="b"/>
            <a:pathLst>
              <a:path w="786129" h="1905">
                <a:moveTo>
                  <a:pt x="0" y="0"/>
                </a:moveTo>
                <a:lnTo>
                  <a:pt x="785804" y="158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706760" y="2549794"/>
            <a:ext cx="26289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0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813693" y="5145404"/>
            <a:ext cx="1972310" cy="949960"/>
          </a:xfrm>
          <a:custGeom>
            <a:avLst/>
            <a:gdLst/>
            <a:ahLst/>
            <a:cxnLst/>
            <a:rect l="l" t="t" r="r" b="b"/>
            <a:pathLst>
              <a:path w="1972309" h="949960">
                <a:moveTo>
                  <a:pt x="0" y="158246"/>
                </a:moveTo>
                <a:lnTo>
                  <a:pt x="5892" y="115310"/>
                </a:lnTo>
                <a:lnTo>
                  <a:pt x="22497" y="76862"/>
                </a:lnTo>
                <a:lnTo>
                  <a:pt x="48207" y="44509"/>
                </a:lnTo>
                <a:lnTo>
                  <a:pt x="81415" y="19860"/>
                </a:lnTo>
                <a:lnTo>
                  <a:pt x="120514" y="4521"/>
                </a:lnTo>
                <a:lnTo>
                  <a:pt x="1813803" y="0"/>
                </a:lnTo>
                <a:lnTo>
                  <a:pt x="1828511" y="674"/>
                </a:lnTo>
                <a:lnTo>
                  <a:pt x="1870122" y="10315"/>
                </a:lnTo>
                <a:lnTo>
                  <a:pt x="1906715" y="30132"/>
                </a:lnTo>
                <a:lnTo>
                  <a:pt x="1936681" y="58520"/>
                </a:lnTo>
                <a:lnTo>
                  <a:pt x="1958411" y="93869"/>
                </a:lnTo>
                <a:lnTo>
                  <a:pt x="1970297" y="134575"/>
                </a:lnTo>
                <a:lnTo>
                  <a:pt x="1972055" y="791193"/>
                </a:lnTo>
                <a:lnTo>
                  <a:pt x="1971381" y="805903"/>
                </a:lnTo>
                <a:lnTo>
                  <a:pt x="1961738" y="847518"/>
                </a:lnTo>
                <a:lnTo>
                  <a:pt x="1941917" y="884111"/>
                </a:lnTo>
                <a:lnTo>
                  <a:pt x="1913528" y="914077"/>
                </a:lnTo>
                <a:lnTo>
                  <a:pt x="1878179" y="935806"/>
                </a:lnTo>
                <a:lnTo>
                  <a:pt x="1837479" y="947692"/>
                </a:lnTo>
                <a:lnTo>
                  <a:pt x="158221" y="949451"/>
                </a:lnTo>
                <a:lnTo>
                  <a:pt x="143513" y="948777"/>
                </a:lnTo>
                <a:lnTo>
                  <a:pt x="101904" y="939133"/>
                </a:lnTo>
                <a:lnTo>
                  <a:pt x="65316" y="919311"/>
                </a:lnTo>
                <a:lnTo>
                  <a:pt x="35357" y="890918"/>
                </a:lnTo>
                <a:lnTo>
                  <a:pt x="13634" y="855562"/>
                </a:lnTo>
                <a:lnTo>
                  <a:pt x="1755" y="814851"/>
                </a:lnTo>
                <a:lnTo>
                  <a:pt x="0" y="158246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105415" y="5366853"/>
            <a:ext cx="129667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5580" marR="5080" indent="-18288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Squ</a:t>
            </a:r>
            <a:r>
              <a:rPr sz="1800" spc="-1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im</a:t>
            </a:r>
            <a:r>
              <a:rPr sz="1800" spc="-15" dirty="0">
                <a:latin typeface="Calibri"/>
                <a:cs typeface="Calibri"/>
              </a:rPr>
              <a:t>at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513216" y="5656707"/>
            <a:ext cx="2300605" cy="1905"/>
          </a:xfrm>
          <a:custGeom>
            <a:avLst/>
            <a:gdLst/>
            <a:ahLst/>
            <a:cxnLst/>
            <a:rect l="l" t="t" r="r" b="b"/>
            <a:pathLst>
              <a:path w="2300604" h="1904">
                <a:moveTo>
                  <a:pt x="0" y="0"/>
                </a:moveTo>
                <a:lnTo>
                  <a:pt x="2300295" y="159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48238" y="5161800"/>
            <a:ext cx="565785" cy="495300"/>
          </a:xfrm>
          <a:custGeom>
            <a:avLst/>
            <a:gdLst/>
            <a:ahLst/>
            <a:cxnLst/>
            <a:rect l="l" t="t" r="r" b="b"/>
            <a:pathLst>
              <a:path w="565785" h="495300">
                <a:moveTo>
                  <a:pt x="0" y="0"/>
                </a:moveTo>
                <a:lnTo>
                  <a:pt x="565464" y="494787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48238" y="5161800"/>
            <a:ext cx="86995" cy="83820"/>
          </a:xfrm>
          <a:custGeom>
            <a:avLst/>
            <a:gdLst/>
            <a:ahLst/>
            <a:cxnLst/>
            <a:rect l="l" t="t" r="r" b="b"/>
            <a:pathLst>
              <a:path w="86994" h="83820">
                <a:moveTo>
                  <a:pt x="28084" y="83627"/>
                </a:moveTo>
                <a:lnTo>
                  <a:pt x="0" y="0"/>
                </a:lnTo>
                <a:lnTo>
                  <a:pt x="86618" y="16727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288420" y="3347069"/>
            <a:ext cx="1286510" cy="1071880"/>
          </a:xfrm>
          <a:custGeom>
            <a:avLst/>
            <a:gdLst/>
            <a:ahLst/>
            <a:cxnLst/>
            <a:rect l="l" t="t" r="r" b="b"/>
            <a:pathLst>
              <a:path w="1286509" h="1071879">
                <a:moveTo>
                  <a:pt x="0" y="178582"/>
                </a:moveTo>
                <a:lnTo>
                  <a:pt x="5248" y="135435"/>
                </a:lnTo>
                <a:lnTo>
                  <a:pt x="20153" y="96096"/>
                </a:lnTo>
                <a:lnTo>
                  <a:pt x="43451" y="61829"/>
                </a:lnTo>
                <a:lnTo>
                  <a:pt x="73879" y="33898"/>
                </a:lnTo>
                <a:lnTo>
                  <a:pt x="110174" y="13568"/>
                </a:lnTo>
                <a:lnTo>
                  <a:pt x="151073" y="2102"/>
                </a:lnTo>
                <a:lnTo>
                  <a:pt x="1107673" y="0"/>
                </a:lnTo>
                <a:lnTo>
                  <a:pt x="1122399" y="598"/>
                </a:lnTo>
                <a:lnTo>
                  <a:pt x="1164414" y="9208"/>
                </a:lnTo>
                <a:lnTo>
                  <a:pt x="1202200" y="27054"/>
                </a:lnTo>
                <a:lnTo>
                  <a:pt x="1234494" y="52871"/>
                </a:lnTo>
                <a:lnTo>
                  <a:pt x="1260033" y="85397"/>
                </a:lnTo>
                <a:lnTo>
                  <a:pt x="1277551" y="123367"/>
                </a:lnTo>
                <a:lnTo>
                  <a:pt x="1285785" y="165517"/>
                </a:lnTo>
                <a:lnTo>
                  <a:pt x="1286255" y="892817"/>
                </a:lnTo>
                <a:lnTo>
                  <a:pt x="1285656" y="907546"/>
                </a:lnTo>
                <a:lnTo>
                  <a:pt x="1277046" y="949565"/>
                </a:lnTo>
                <a:lnTo>
                  <a:pt x="1259200" y="987351"/>
                </a:lnTo>
                <a:lnTo>
                  <a:pt x="1233380" y="1019642"/>
                </a:lnTo>
                <a:lnTo>
                  <a:pt x="1200853" y="1045175"/>
                </a:lnTo>
                <a:lnTo>
                  <a:pt x="1162881" y="1062687"/>
                </a:lnTo>
                <a:lnTo>
                  <a:pt x="1120728" y="1070917"/>
                </a:lnTo>
                <a:lnTo>
                  <a:pt x="178551" y="1071387"/>
                </a:lnTo>
                <a:lnTo>
                  <a:pt x="163824" y="1070788"/>
                </a:lnTo>
                <a:lnTo>
                  <a:pt x="121807" y="1062179"/>
                </a:lnTo>
                <a:lnTo>
                  <a:pt x="84023" y="1044334"/>
                </a:lnTo>
                <a:lnTo>
                  <a:pt x="51734" y="1018516"/>
                </a:lnTo>
                <a:lnTo>
                  <a:pt x="26203" y="985988"/>
                </a:lnTo>
                <a:lnTo>
                  <a:pt x="8693" y="948012"/>
                </a:lnTo>
                <a:lnTo>
                  <a:pt x="468" y="905850"/>
                </a:lnTo>
                <a:lnTo>
                  <a:pt x="0" y="178582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10546" y="3603863"/>
            <a:ext cx="500380" cy="500380"/>
          </a:xfrm>
          <a:custGeom>
            <a:avLst/>
            <a:gdLst/>
            <a:ahLst/>
            <a:cxnLst/>
            <a:rect l="l" t="t" r="r" b="b"/>
            <a:pathLst>
              <a:path w="500379" h="500379">
                <a:moveTo>
                  <a:pt x="0" y="249951"/>
                </a:moveTo>
                <a:lnTo>
                  <a:pt x="3271" y="209411"/>
                </a:lnTo>
                <a:lnTo>
                  <a:pt x="12741" y="170953"/>
                </a:lnTo>
                <a:lnTo>
                  <a:pt x="27895" y="135091"/>
                </a:lnTo>
                <a:lnTo>
                  <a:pt x="48220" y="102340"/>
                </a:lnTo>
                <a:lnTo>
                  <a:pt x="73201" y="73214"/>
                </a:lnTo>
                <a:lnTo>
                  <a:pt x="102323" y="48230"/>
                </a:lnTo>
                <a:lnTo>
                  <a:pt x="135072" y="27902"/>
                </a:lnTo>
                <a:lnTo>
                  <a:pt x="170933" y="12744"/>
                </a:lnTo>
                <a:lnTo>
                  <a:pt x="209393" y="3271"/>
                </a:lnTo>
                <a:lnTo>
                  <a:pt x="249935" y="0"/>
                </a:lnTo>
                <a:lnTo>
                  <a:pt x="270431" y="828"/>
                </a:lnTo>
                <a:lnTo>
                  <a:pt x="309991" y="7265"/>
                </a:lnTo>
                <a:lnTo>
                  <a:pt x="347212" y="19644"/>
                </a:lnTo>
                <a:lnTo>
                  <a:pt x="381581" y="37452"/>
                </a:lnTo>
                <a:lnTo>
                  <a:pt x="412582" y="60172"/>
                </a:lnTo>
                <a:lnTo>
                  <a:pt x="439700" y="87292"/>
                </a:lnTo>
                <a:lnTo>
                  <a:pt x="462420" y="118294"/>
                </a:lnTo>
                <a:lnTo>
                  <a:pt x="480227" y="152665"/>
                </a:lnTo>
                <a:lnTo>
                  <a:pt x="492606" y="189890"/>
                </a:lnTo>
                <a:lnTo>
                  <a:pt x="499043" y="229453"/>
                </a:lnTo>
                <a:lnTo>
                  <a:pt x="499871" y="249951"/>
                </a:lnTo>
                <a:lnTo>
                  <a:pt x="499043" y="270450"/>
                </a:lnTo>
                <a:lnTo>
                  <a:pt x="492606" y="310015"/>
                </a:lnTo>
                <a:lnTo>
                  <a:pt x="480227" y="347239"/>
                </a:lnTo>
                <a:lnTo>
                  <a:pt x="462420" y="381609"/>
                </a:lnTo>
                <a:lnTo>
                  <a:pt x="439700" y="412608"/>
                </a:lnTo>
                <a:lnTo>
                  <a:pt x="412582" y="439724"/>
                </a:lnTo>
                <a:lnTo>
                  <a:pt x="381581" y="462442"/>
                </a:lnTo>
                <a:lnTo>
                  <a:pt x="347212" y="480246"/>
                </a:lnTo>
                <a:lnTo>
                  <a:pt x="309991" y="492623"/>
                </a:lnTo>
                <a:lnTo>
                  <a:pt x="270431" y="499058"/>
                </a:lnTo>
                <a:lnTo>
                  <a:pt x="249935" y="499887"/>
                </a:lnTo>
                <a:lnTo>
                  <a:pt x="229436" y="499058"/>
                </a:lnTo>
                <a:lnTo>
                  <a:pt x="189870" y="492623"/>
                </a:lnTo>
                <a:lnTo>
                  <a:pt x="152646" y="480246"/>
                </a:lnTo>
                <a:lnTo>
                  <a:pt x="118276" y="462442"/>
                </a:lnTo>
                <a:lnTo>
                  <a:pt x="87277" y="439724"/>
                </a:lnTo>
                <a:lnTo>
                  <a:pt x="60161" y="412608"/>
                </a:lnTo>
                <a:lnTo>
                  <a:pt x="37444" y="381609"/>
                </a:lnTo>
                <a:lnTo>
                  <a:pt x="19640" y="347239"/>
                </a:lnTo>
                <a:lnTo>
                  <a:pt x="7263" y="310015"/>
                </a:lnTo>
                <a:lnTo>
                  <a:pt x="828" y="270450"/>
                </a:lnTo>
                <a:lnTo>
                  <a:pt x="0" y="249951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502798" y="3870579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4" h="1904">
                <a:moveTo>
                  <a:pt x="0" y="0"/>
                </a:moveTo>
                <a:lnTo>
                  <a:pt x="760902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187409" y="3827514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291" y="44601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566293" y="3870579"/>
            <a:ext cx="767080" cy="1905"/>
          </a:xfrm>
          <a:custGeom>
            <a:avLst/>
            <a:gdLst/>
            <a:ahLst/>
            <a:cxnLst/>
            <a:rect l="l" t="t" r="r" b="b"/>
            <a:pathLst>
              <a:path w="767079" h="1904">
                <a:moveTo>
                  <a:pt x="0" y="0"/>
                </a:moveTo>
                <a:lnTo>
                  <a:pt x="766754" y="158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332865" y="3870579"/>
            <a:ext cx="0" cy="1753235"/>
          </a:xfrm>
          <a:custGeom>
            <a:avLst/>
            <a:gdLst/>
            <a:ahLst/>
            <a:cxnLst/>
            <a:rect l="l" t="t" r="r" b="b"/>
            <a:pathLst>
              <a:path h="1753235">
                <a:moveTo>
                  <a:pt x="0" y="0"/>
                </a:moveTo>
                <a:lnTo>
                  <a:pt x="0" y="175262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815882" y="5742887"/>
            <a:ext cx="1541780" cy="535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5585" marR="5080" indent="-223520">
              <a:lnSpc>
                <a:spcPct val="102499"/>
              </a:lnSpc>
            </a:pPr>
            <a:r>
              <a:rPr sz="1800" dirty="0">
                <a:latin typeface="Calibri"/>
                <a:cs typeface="Calibri"/>
              </a:rPr>
              <a:t>adju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im</a:t>
            </a:r>
            <a:r>
              <a:rPr sz="1800" spc="-15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5" dirty="0">
                <a:latin typeface="Calibri"/>
                <a:cs typeface="Calibri"/>
              </a:rPr>
              <a:t>so</a:t>
            </a:r>
            <a:r>
              <a:rPr sz="1800" spc="-15" dirty="0">
                <a:latin typeface="Calibri"/>
                <a:cs typeface="Calibri"/>
              </a:rPr>
              <a:t>me</a:t>
            </a:r>
            <a:r>
              <a:rPr sz="1800" spc="-10" dirty="0">
                <a:latin typeface="Calibri"/>
                <a:cs typeface="Calibri"/>
              </a:rPr>
              <a:t>ho</a:t>
            </a:r>
            <a:r>
              <a:rPr sz="1800" spc="-20" dirty="0">
                <a:latin typeface="Calibri"/>
                <a:cs typeface="Calibri"/>
              </a:rPr>
              <a:t>w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03053" y="4493586"/>
            <a:ext cx="12331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fun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65294" y="3642458"/>
            <a:ext cx="1397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372141" y="3712723"/>
            <a:ext cx="1102995" cy="598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i="1" spc="-15" dirty="0">
                <a:latin typeface="Times New Roman"/>
                <a:cs typeface="Times New Roman"/>
              </a:rPr>
              <a:t>J</a:t>
            </a:r>
            <a:r>
              <a:rPr sz="2400" i="1" spc="2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3600" spc="-30" baseline="-3472" dirty="0">
                <a:latin typeface="Symbol"/>
                <a:cs typeface="Symbol"/>
              </a:rPr>
              <a:t></a:t>
            </a:r>
            <a:r>
              <a:rPr sz="3600" spc="232" baseline="-3472" dirty="0">
                <a:latin typeface="Times New Roman"/>
                <a:cs typeface="Times New Roman"/>
              </a:rPr>
              <a:t> </a:t>
            </a:r>
            <a:r>
              <a:rPr sz="2400" i="1" spc="-80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  <a:p>
            <a:pPr marL="494030">
              <a:lnSpc>
                <a:spcPts val="2115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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34896" y="3519561"/>
            <a:ext cx="1778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153384" y="3657351"/>
            <a:ext cx="23495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Symbol"/>
                <a:cs typeface="Symbol"/>
              </a:rPr>
              <a:t>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810621" y="5620201"/>
            <a:ext cx="523240" cy="1905"/>
          </a:xfrm>
          <a:custGeom>
            <a:avLst/>
            <a:gdLst/>
            <a:ahLst/>
            <a:cxnLst/>
            <a:rect l="l" t="t" r="r" b="b"/>
            <a:pathLst>
              <a:path w="523240" h="1904">
                <a:moveTo>
                  <a:pt x="0" y="0"/>
                </a:moveTo>
                <a:lnTo>
                  <a:pt x="522792" y="151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810621" y="557597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76078" y="88904"/>
                </a:moveTo>
                <a:lnTo>
                  <a:pt x="0" y="44229"/>
                </a:lnTo>
                <a:lnTo>
                  <a:pt x="76321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5721266" y="3402485"/>
            <a:ext cx="252729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80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81" cy="6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293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>
                <a:latin typeface="Calibri"/>
                <a:cs typeface="Calibri"/>
              </a:rPr>
              <a:t>Num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ri</a:t>
            </a:r>
            <a:r>
              <a:rPr spc="-35" dirty="0">
                <a:latin typeface="Calibri"/>
                <a:cs typeface="Calibri"/>
              </a:rPr>
              <a:t>c</a:t>
            </a:r>
            <a:r>
              <a:rPr dirty="0">
                <a:latin typeface="Calibri"/>
                <a:cs typeface="Calibri"/>
              </a:rPr>
              <a:t>al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o</a:t>
            </a:r>
            <a:r>
              <a:rPr spc="-20" dirty="0">
                <a:latin typeface="Calibri"/>
                <a:cs typeface="Calibri"/>
              </a:rPr>
              <a:t>p</a:t>
            </a:r>
            <a:r>
              <a:rPr dirty="0">
                <a:latin typeface="Calibri"/>
                <a:cs typeface="Calibri"/>
              </a:rPr>
              <a:t>tim</a:t>
            </a:r>
            <a:r>
              <a:rPr spc="-10" dirty="0">
                <a:latin typeface="Calibri"/>
                <a:cs typeface="Calibri"/>
              </a:rPr>
              <a:t>i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35" dirty="0">
                <a:latin typeface="Calibri"/>
                <a:cs typeface="Calibri"/>
              </a:rPr>
              <a:t>a</a:t>
            </a:r>
            <a:r>
              <a:rPr spc="-10" dirty="0">
                <a:latin typeface="Calibri"/>
                <a:cs typeface="Calibri"/>
              </a:rPr>
              <a:t>tio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5" name="object 5"/>
          <p:cNvSpPr/>
          <p:nvPr/>
        </p:nvSpPr>
        <p:spPr>
          <a:xfrm>
            <a:off x="2065020" y="3416046"/>
            <a:ext cx="5093207" cy="31501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09022" y="413198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8736" y="0"/>
                </a:moveTo>
                <a:lnTo>
                  <a:pt x="47847" y="11001"/>
                </a:lnTo>
                <a:lnTo>
                  <a:pt x="17049" y="38217"/>
                </a:lnTo>
                <a:lnTo>
                  <a:pt x="1154" y="76830"/>
                </a:lnTo>
                <a:lnTo>
                  <a:pt x="0" y="91400"/>
                </a:lnTo>
                <a:lnTo>
                  <a:pt x="357" y="99526"/>
                </a:lnTo>
                <a:lnTo>
                  <a:pt x="13073" y="138102"/>
                </a:lnTo>
                <a:lnTo>
                  <a:pt x="41531" y="166902"/>
                </a:lnTo>
                <a:lnTo>
                  <a:pt x="82347" y="181589"/>
                </a:lnTo>
                <a:lnTo>
                  <a:pt x="98114" y="182600"/>
                </a:lnTo>
                <a:lnTo>
                  <a:pt x="111997" y="180505"/>
                </a:lnTo>
                <a:lnTo>
                  <a:pt x="148402" y="162535"/>
                </a:lnTo>
                <a:lnTo>
                  <a:pt x="173475" y="129953"/>
                </a:lnTo>
                <a:lnTo>
                  <a:pt x="182751" y="86506"/>
                </a:lnTo>
                <a:lnTo>
                  <a:pt x="180888" y="72365"/>
                </a:lnTo>
                <a:lnTo>
                  <a:pt x="163374" y="35214"/>
                </a:lnTo>
                <a:lnTo>
                  <a:pt x="131250" y="9555"/>
                </a:lnTo>
                <a:lnTo>
                  <a:pt x="8873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09022" y="413198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00"/>
                </a:moveTo>
                <a:lnTo>
                  <a:pt x="9857" y="50059"/>
                </a:lnTo>
                <a:lnTo>
                  <a:pt x="36223" y="18509"/>
                </a:lnTo>
                <a:lnTo>
                  <a:pt x="74282" y="1567"/>
                </a:lnTo>
                <a:lnTo>
                  <a:pt x="88736" y="0"/>
                </a:lnTo>
                <a:lnTo>
                  <a:pt x="103801" y="1111"/>
                </a:lnTo>
                <a:lnTo>
                  <a:pt x="143321" y="16546"/>
                </a:lnTo>
                <a:lnTo>
                  <a:pt x="171043" y="46549"/>
                </a:lnTo>
                <a:lnTo>
                  <a:pt x="182751" y="86506"/>
                </a:lnTo>
                <a:lnTo>
                  <a:pt x="181689" y="101964"/>
                </a:lnTo>
                <a:lnTo>
                  <a:pt x="166652" y="142206"/>
                </a:lnTo>
                <a:lnTo>
                  <a:pt x="137306" y="170334"/>
                </a:lnTo>
                <a:lnTo>
                  <a:pt x="98114" y="182600"/>
                </a:lnTo>
                <a:lnTo>
                  <a:pt x="82347" y="181589"/>
                </a:lnTo>
                <a:lnTo>
                  <a:pt x="41531" y="166902"/>
                </a:lnTo>
                <a:lnTo>
                  <a:pt x="13073" y="138102"/>
                </a:lnTo>
                <a:lnTo>
                  <a:pt x="357" y="99526"/>
                </a:lnTo>
                <a:lnTo>
                  <a:pt x="0" y="9140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87508" y="4243197"/>
            <a:ext cx="630555" cy="640080"/>
          </a:xfrm>
          <a:custGeom>
            <a:avLst/>
            <a:gdLst/>
            <a:ahLst/>
            <a:cxnLst/>
            <a:rect l="l" t="t" r="r" b="b"/>
            <a:pathLst>
              <a:path w="630554" h="640079">
                <a:moveTo>
                  <a:pt x="0" y="0"/>
                </a:moveTo>
                <a:lnTo>
                  <a:pt x="3115" y="12416"/>
                </a:lnTo>
                <a:lnTo>
                  <a:pt x="5799" y="25083"/>
                </a:lnTo>
                <a:lnTo>
                  <a:pt x="8452" y="37770"/>
                </a:lnTo>
                <a:lnTo>
                  <a:pt x="11475" y="50246"/>
                </a:lnTo>
                <a:lnTo>
                  <a:pt x="15269" y="62281"/>
                </a:lnTo>
                <a:lnTo>
                  <a:pt x="20233" y="73644"/>
                </a:lnTo>
                <a:lnTo>
                  <a:pt x="27238" y="85476"/>
                </a:lnTo>
                <a:lnTo>
                  <a:pt x="33882" y="96349"/>
                </a:lnTo>
                <a:lnTo>
                  <a:pt x="39848" y="106924"/>
                </a:lnTo>
                <a:lnTo>
                  <a:pt x="44938" y="121402"/>
                </a:lnTo>
                <a:lnTo>
                  <a:pt x="47889" y="134144"/>
                </a:lnTo>
                <a:lnTo>
                  <a:pt x="50652" y="145022"/>
                </a:lnTo>
                <a:lnTo>
                  <a:pt x="60109" y="157660"/>
                </a:lnTo>
                <a:lnTo>
                  <a:pt x="69791" y="166304"/>
                </a:lnTo>
                <a:lnTo>
                  <a:pt x="79244" y="172820"/>
                </a:lnTo>
                <a:lnTo>
                  <a:pt x="94182" y="172250"/>
                </a:lnTo>
                <a:lnTo>
                  <a:pt x="106983" y="169798"/>
                </a:lnTo>
                <a:lnTo>
                  <a:pt x="118435" y="167043"/>
                </a:lnTo>
                <a:lnTo>
                  <a:pt x="129327" y="165560"/>
                </a:lnTo>
                <a:lnTo>
                  <a:pt x="141833" y="168524"/>
                </a:lnTo>
                <a:lnTo>
                  <a:pt x="153376" y="174407"/>
                </a:lnTo>
                <a:lnTo>
                  <a:pt x="168023" y="178230"/>
                </a:lnTo>
                <a:lnTo>
                  <a:pt x="206572" y="185884"/>
                </a:lnTo>
                <a:lnTo>
                  <a:pt x="229431" y="189427"/>
                </a:lnTo>
                <a:lnTo>
                  <a:pt x="240238" y="199412"/>
                </a:lnTo>
                <a:lnTo>
                  <a:pt x="249642" y="210029"/>
                </a:lnTo>
                <a:lnTo>
                  <a:pt x="258100" y="220741"/>
                </a:lnTo>
                <a:lnTo>
                  <a:pt x="266067" y="231010"/>
                </a:lnTo>
                <a:lnTo>
                  <a:pt x="274000" y="240299"/>
                </a:lnTo>
                <a:lnTo>
                  <a:pt x="282355" y="248071"/>
                </a:lnTo>
                <a:lnTo>
                  <a:pt x="291587" y="253789"/>
                </a:lnTo>
                <a:lnTo>
                  <a:pt x="308992" y="260634"/>
                </a:lnTo>
                <a:lnTo>
                  <a:pt x="323656" y="266458"/>
                </a:lnTo>
                <a:lnTo>
                  <a:pt x="362369" y="281236"/>
                </a:lnTo>
                <a:lnTo>
                  <a:pt x="401592" y="287116"/>
                </a:lnTo>
                <a:lnTo>
                  <a:pt x="421565" y="287430"/>
                </a:lnTo>
                <a:lnTo>
                  <a:pt x="434522" y="287659"/>
                </a:lnTo>
                <a:lnTo>
                  <a:pt x="489746" y="289639"/>
                </a:lnTo>
                <a:lnTo>
                  <a:pt x="543915" y="292882"/>
                </a:lnTo>
                <a:lnTo>
                  <a:pt x="557333" y="303163"/>
                </a:lnTo>
                <a:lnTo>
                  <a:pt x="568837" y="311666"/>
                </a:lnTo>
                <a:lnTo>
                  <a:pt x="578578" y="318641"/>
                </a:lnTo>
                <a:lnTo>
                  <a:pt x="586707" y="324339"/>
                </a:lnTo>
                <a:lnTo>
                  <a:pt x="593373" y="329008"/>
                </a:lnTo>
                <a:lnTo>
                  <a:pt x="598726" y="332900"/>
                </a:lnTo>
                <a:lnTo>
                  <a:pt x="612667" y="374170"/>
                </a:lnTo>
                <a:lnTo>
                  <a:pt x="613167" y="384032"/>
                </a:lnTo>
                <a:lnTo>
                  <a:pt x="617317" y="426450"/>
                </a:lnTo>
                <a:lnTo>
                  <a:pt x="626649" y="470246"/>
                </a:lnTo>
                <a:lnTo>
                  <a:pt x="630516" y="482344"/>
                </a:lnTo>
                <a:lnTo>
                  <a:pt x="628131" y="495612"/>
                </a:lnTo>
                <a:lnTo>
                  <a:pt x="612971" y="531741"/>
                </a:lnTo>
                <a:lnTo>
                  <a:pt x="581216" y="569904"/>
                </a:lnTo>
                <a:lnTo>
                  <a:pt x="554832" y="598477"/>
                </a:lnTo>
                <a:lnTo>
                  <a:pt x="550735" y="613739"/>
                </a:lnTo>
                <a:lnTo>
                  <a:pt x="536162" y="640062"/>
                </a:lnTo>
                <a:lnTo>
                  <a:pt x="529509" y="639480"/>
                </a:lnTo>
                <a:lnTo>
                  <a:pt x="519969" y="638332"/>
                </a:lnTo>
                <a:lnTo>
                  <a:pt x="506840" y="63721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7237" y="2051744"/>
            <a:ext cx="7635240" cy="1215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1137920" indent="-228600">
              <a:lnSpc>
                <a:spcPts val="2810"/>
              </a:lnSpc>
              <a:buClr>
                <a:srgbClr val="ADB3B8"/>
              </a:buClr>
              <a:buFont typeface="Arial"/>
              <a:buChar char="•"/>
              <a:tabLst>
                <a:tab pos="241935" algn="l"/>
              </a:tabLst>
            </a:pP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nn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so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nal</a:t>
            </a:r>
            <a:r>
              <a:rPr sz="2600" spc="-5" dirty="0">
                <a:latin typeface="Calibri"/>
                <a:cs typeface="Calibri"/>
              </a:rPr>
              <a:t>y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4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nume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al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15" dirty="0">
                <a:latin typeface="Calibri"/>
                <a:cs typeface="Calibri"/>
              </a:rPr>
              <a:t>.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ee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esce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Clr>
                <a:srgbClr val="ADB3B8"/>
              </a:buClr>
              <a:buFont typeface="Arial"/>
              <a:buChar char="•"/>
              <a:tabLst>
                <a:tab pos="241935" algn="l"/>
              </a:tabLst>
            </a:pP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nd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&amp;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7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6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mu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ma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81" cy="6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68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M</a:t>
            </a:r>
            <a:r>
              <a:rPr spc="-285" dirty="0">
                <a:latin typeface="Calibri"/>
                <a:cs typeface="Calibri"/>
              </a:rPr>
              <a:t>A</a:t>
            </a:r>
            <a:r>
              <a:rPr spc="-5" dirty="0">
                <a:latin typeface="Calibri"/>
                <a:cs typeface="Calibri"/>
              </a:rPr>
              <a:t>TLA</a:t>
            </a:r>
            <a:r>
              <a:rPr dirty="0">
                <a:latin typeface="Calibri"/>
                <a:cs typeface="Calibri"/>
              </a:rPr>
              <a:t>B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2043909"/>
            <a:ext cx="7977505" cy="2055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 marR="5080" indent="-227965">
              <a:lnSpc>
                <a:spcPts val="281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Id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ol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7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x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i="1" spc="-20" dirty="0">
                <a:solidFill>
                  <a:srgbClr val="C00000"/>
                </a:solidFill>
                <a:latin typeface="Calibri"/>
                <a:cs typeface="Calibri"/>
              </a:rPr>
              <a:t>pem</a:t>
            </a:r>
            <a:r>
              <a:rPr sz="2600" i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n-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z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nal</a:t>
            </a:r>
            <a:r>
              <a:rPr sz="2600" spc="-5" dirty="0">
                <a:latin typeface="Calibri"/>
                <a:cs typeface="Calibri"/>
              </a:rPr>
              <a:t>y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c)</a:t>
            </a:r>
            <a:endParaRPr sz="2600">
              <a:latin typeface="Calibri"/>
              <a:cs typeface="Calibri"/>
            </a:endParaRPr>
          </a:p>
          <a:p>
            <a:pPr marL="241300" marR="462915" indent="-228600">
              <a:lnSpc>
                <a:spcPts val="2810"/>
              </a:lnSpc>
              <a:spcBef>
                <a:spcPts val="9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In-bu</a:t>
            </a:r>
            <a:r>
              <a:rPr sz="2600" spc="-5" dirty="0">
                <a:latin typeface="Calibri"/>
                <a:cs typeface="Calibri"/>
              </a:rPr>
              <a:t>il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function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i="1" spc="-1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i="1" spc="-2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i="1" spc="-15" dirty="0">
                <a:solidFill>
                  <a:srgbClr val="C00000"/>
                </a:solidFill>
                <a:latin typeface="Calibri"/>
                <a:cs typeface="Calibri"/>
              </a:rPr>
              <a:t>insear</a:t>
            </a:r>
            <a:r>
              <a:rPr sz="2600" i="1" spc="-2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i="1" spc="-15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600" i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Ne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r-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Mea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si</a:t>
            </a:r>
            <a:r>
              <a:rPr sz="2600" spc="-20" dirty="0">
                <a:latin typeface="Calibri"/>
                <a:cs typeface="Calibri"/>
              </a:rPr>
              <a:t>mp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6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x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(d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sea</a:t>
            </a:r>
            <a:r>
              <a:rPr sz="2600" spc="-4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h)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20" dirty="0">
                <a:latin typeface="Calibri"/>
                <a:cs typeface="Calibri"/>
              </a:rPr>
              <a:t>od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ls</a:t>
            </a:r>
            <a:r>
              <a:rPr sz="2600" spc="-6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tic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Al</a:t>
            </a:r>
            <a:r>
              <a:rPr sz="2600" spc="-35" dirty="0">
                <a:latin typeface="Calibri"/>
                <a:cs typeface="Calibri"/>
              </a:rPr>
              <a:t>g</a:t>
            </a:r>
            <a:r>
              <a:rPr sz="2600" spc="-15" dirty="0">
                <a:latin typeface="Calibri"/>
                <a:cs typeface="Calibri"/>
              </a:rPr>
              <a:t>orit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c.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81" cy="6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403"/>
            <a:ext cx="393446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po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Block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(G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en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li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73286" y="2860913"/>
            <a:ext cx="671830" cy="1905"/>
          </a:xfrm>
          <a:custGeom>
            <a:avLst/>
            <a:gdLst/>
            <a:ahLst/>
            <a:cxnLst/>
            <a:rect l="l" t="t" r="r" b="b"/>
            <a:pathLst>
              <a:path w="671829" h="1905">
                <a:moveTo>
                  <a:pt x="0" y="0"/>
                </a:moveTo>
                <a:lnTo>
                  <a:pt x="671291" y="137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68286" y="281769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321" y="44592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20366" y="2822470"/>
            <a:ext cx="758825" cy="0"/>
          </a:xfrm>
          <a:custGeom>
            <a:avLst/>
            <a:gdLst/>
            <a:ahLst/>
            <a:cxnLst/>
            <a:rect l="l" t="t" r="r" b="b"/>
            <a:pathLst>
              <a:path w="758825">
                <a:moveTo>
                  <a:pt x="0" y="0"/>
                </a:moveTo>
                <a:lnTo>
                  <a:pt x="758675" y="0"/>
                </a:lnTo>
              </a:path>
            </a:pathLst>
          </a:custGeom>
          <a:ln w="113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34315" y="2417202"/>
            <a:ext cx="744855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25" dirty="0">
                <a:latin typeface="Times New Roman"/>
                <a:cs typeface="Times New Roman"/>
              </a:rPr>
              <a:t>B</a:t>
            </a:r>
            <a:r>
              <a:rPr sz="2150" spc="140" dirty="0">
                <a:latin typeface="Times New Roman"/>
                <a:cs typeface="Times New Roman"/>
              </a:rPr>
              <a:t>(</a:t>
            </a:r>
            <a:r>
              <a:rPr sz="2150" i="1" spc="125" dirty="0">
                <a:latin typeface="Times New Roman"/>
                <a:cs typeface="Times New Roman"/>
              </a:rPr>
              <a:t>z</a:t>
            </a:r>
            <a:r>
              <a:rPr sz="2400" spc="-30" baseline="32986" dirty="0">
                <a:latin typeface="Symbol"/>
                <a:cs typeface="Symbol"/>
              </a:rPr>
              <a:t></a:t>
            </a:r>
            <a:r>
              <a:rPr sz="2400" spc="120" baseline="32986" dirty="0">
                <a:latin typeface="Times New Roman"/>
                <a:cs typeface="Times New Roman"/>
              </a:rPr>
              <a:t>1</a:t>
            </a:r>
            <a:r>
              <a:rPr sz="2150" spc="-15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32556" y="2359517"/>
            <a:ext cx="1139825" cy="956310"/>
          </a:xfrm>
          <a:custGeom>
            <a:avLst/>
            <a:gdLst/>
            <a:ahLst/>
            <a:cxnLst/>
            <a:rect l="l" t="t" r="r" b="b"/>
            <a:pathLst>
              <a:path w="1139825" h="956310">
                <a:moveTo>
                  <a:pt x="979794" y="0"/>
                </a:moveTo>
                <a:lnTo>
                  <a:pt x="148324" y="378"/>
                </a:lnTo>
                <a:lnTo>
                  <a:pt x="106345" y="9043"/>
                </a:lnTo>
                <a:lnTo>
                  <a:pt x="69202" y="27960"/>
                </a:lnTo>
                <a:lnTo>
                  <a:pt x="38480" y="55544"/>
                </a:lnTo>
                <a:lnTo>
                  <a:pt x="15765" y="90208"/>
                </a:lnTo>
                <a:lnTo>
                  <a:pt x="2639" y="130367"/>
                </a:lnTo>
                <a:lnTo>
                  <a:pt x="0" y="159410"/>
                </a:lnTo>
                <a:lnTo>
                  <a:pt x="376" y="807976"/>
                </a:lnTo>
                <a:lnTo>
                  <a:pt x="9035" y="849959"/>
                </a:lnTo>
                <a:lnTo>
                  <a:pt x="27946" y="887104"/>
                </a:lnTo>
                <a:lnTo>
                  <a:pt x="55526" y="917827"/>
                </a:lnTo>
                <a:lnTo>
                  <a:pt x="90188" y="940544"/>
                </a:lnTo>
                <a:lnTo>
                  <a:pt x="130349" y="953670"/>
                </a:lnTo>
                <a:lnTo>
                  <a:pt x="159395" y="956309"/>
                </a:lnTo>
                <a:lnTo>
                  <a:pt x="990852" y="955932"/>
                </a:lnTo>
                <a:lnTo>
                  <a:pt x="1032836" y="947273"/>
                </a:lnTo>
                <a:lnTo>
                  <a:pt x="1069985" y="928363"/>
                </a:lnTo>
                <a:lnTo>
                  <a:pt x="1100713" y="900787"/>
                </a:lnTo>
                <a:lnTo>
                  <a:pt x="1123435" y="866129"/>
                </a:lnTo>
                <a:lnTo>
                  <a:pt x="1136564" y="825972"/>
                </a:lnTo>
                <a:lnTo>
                  <a:pt x="1139205" y="796930"/>
                </a:lnTo>
                <a:lnTo>
                  <a:pt x="1138825" y="148328"/>
                </a:lnTo>
                <a:lnTo>
                  <a:pt x="1130158" y="106351"/>
                </a:lnTo>
                <a:lnTo>
                  <a:pt x="1111240" y="69208"/>
                </a:lnTo>
                <a:lnTo>
                  <a:pt x="1083656" y="38484"/>
                </a:lnTo>
                <a:lnTo>
                  <a:pt x="1048993" y="15767"/>
                </a:lnTo>
                <a:lnTo>
                  <a:pt x="1008836" y="2640"/>
                </a:lnTo>
                <a:lnTo>
                  <a:pt x="97979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32556" y="2359517"/>
            <a:ext cx="1139825" cy="956310"/>
          </a:xfrm>
          <a:custGeom>
            <a:avLst/>
            <a:gdLst/>
            <a:ahLst/>
            <a:cxnLst/>
            <a:rect l="l" t="t" r="r" b="b"/>
            <a:pathLst>
              <a:path w="1139825" h="956310">
                <a:moveTo>
                  <a:pt x="0" y="159410"/>
                </a:moveTo>
                <a:lnTo>
                  <a:pt x="5851" y="116468"/>
                </a:lnTo>
                <a:lnTo>
                  <a:pt x="22349" y="77964"/>
                </a:lnTo>
                <a:lnTo>
                  <a:pt x="47910" y="45484"/>
                </a:lnTo>
                <a:lnTo>
                  <a:pt x="80948" y="20613"/>
                </a:lnTo>
                <a:lnTo>
                  <a:pt x="119879" y="4937"/>
                </a:lnTo>
                <a:lnTo>
                  <a:pt x="979794" y="0"/>
                </a:lnTo>
                <a:lnTo>
                  <a:pt x="994503" y="669"/>
                </a:lnTo>
                <a:lnTo>
                  <a:pt x="1036140" y="10247"/>
                </a:lnTo>
                <a:lnTo>
                  <a:pt x="1072810" y="29944"/>
                </a:lnTo>
                <a:lnTo>
                  <a:pt x="1102930" y="58175"/>
                </a:lnTo>
                <a:lnTo>
                  <a:pt x="1124913" y="93354"/>
                </a:lnTo>
                <a:lnTo>
                  <a:pt x="1137173" y="133896"/>
                </a:lnTo>
                <a:lnTo>
                  <a:pt x="1139205" y="796930"/>
                </a:lnTo>
                <a:lnTo>
                  <a:pt x="1138535" y="811639"/>
                </a:lnTo>
                <a:lnTo>
                  <a:pt x="1128955" y="853276"/>
                </a:lnTo>
                <a:lnTo>
                  <a:pt x="1109255" y="889943"/>
                </a:lnTo>
                <a:lnTo>
                  <a:pt x="1081019" y="920055"/>
                </a:lnTo>
                <a:lnTo>
                  <a:pt x="1045834" y="942030"/>
                </a:lnTo>
                <a:lnTo>
                  <a:pt x="1005286" y="954282"/>
                </a:lnTo>
                <a:lnTo>
                  <a:pt x="159395" y="956309"/>
                </a:lnTo>
                <a:lnTo>
                  <a:pt x="144684" y="955640"/>
                </a:lnTo>
                <a:lnTo>
                  <a:pt x="103043" y="946063"/>
                </a:lnTo>
                <a:lnTo>
                  <a:pt x="66371" y="926367"/>
                </a:lnTo>
                <a:lnTo>
                  <a:pt x="36255" y="898137"/>
                </a:lnTo>
                <a:lnTo>
                  <a:pt x="14278" y="862956"/>
                </a:lnTo>
                <a:lnTo>
                  <a:pt x="2025" y="822410"/>
                </a:lnTo>
                <a:lnTo>
                  <a:pt x="0" y="15941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46984" y="2832218"/>
            <a:ext cx="732155" cy="802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70" dirty="0">
                <a:latin typeface="Times New Roman"/>
                <a:cs typeface="Times New Roman"/>
              </a:rPr>
              <a:t>A</a:t>
            </a:r>
            <a:r>
              <a:rPr sz="2150" spc="140" dirty="0">
                <a:latin typeface="Times New Roman"/>
                <a:cs typeface="Times New Roman"/>
              </a:rPr>
              <a:t>(</a:t>
            </a:r>
            <a:r>
              <a:rPr sz="2150" i="1" spc="125" dirty="0">
                <a:latin typeface="Times New Roman"/>
                <a:cs typeface="Times New Roman"/>
              </a:rPr>
              <a:t>z</a:t>
            </a:r>
            <a:r>
              <a:rPr sz="2400" spc="-30" baseline="32986" dirty="0">
                <a:latin typeface="Symbol"/>
                <a:cs typeface="Symbol"/>
              </a:rPr>
              <a:t></a:t>
            </a:r>
            <a:r>
              <a:rPr sz="2400" spc="120" baseline="32986" dirty="0">
                <a:latin typeface="Times New Roman"/>
                <a:cs typeface="Times New Roman"/>
              </a:rPr>
              <a:t>1</a:t>
            </a:r>
            <a:r>
              <a:rPr sz="2150" spc="-15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1155"/>
              </a:spcBef>
            </a:pPr>
            <a:r>
              <a:rPr sz="1800" spc="-45" dirty="0">
                <a:latin typeface="Calibri"/>
                <a:cs typeface="Calibri"/>
              </a:rPr>
              <a:t>s</a:t>
            </a:r>
            <a:r>
              <a:rPr sz="1800" spc="-3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em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3139" y="2413813"/>
            <a:ext cx="231140" cy="353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-25" dirty="0">
                <a:latin typeface="Times New Roman"/>
                <a:cs typeface="Times New Roman"/>
              </a:rPr>
              <a:t>x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33752" y="2862437"/>
            <a:ext cx="1075055" cy="1905"/>
          </a:xfrm>
          <a:custGeom>
            <a:avLst/>
            <a:gdLst/>
            <a:ahLst/>
            <a:cxnLst/>
            <a:rect l="l" t="t" r="r" b="b"/>
            <a:pathLst>
              <a:path w="1075055" h="1905">
                <a:moveTo>
                  <a:pt x="0" y="0"/>
                </a:moveTo>
                <a:lnTo>
                  <a:pt x="1074980" y="140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32485" y="2819278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06" y="0"/>
                </a:moveTo>
                <a:lnTo>
                  <a:pt x="76248" y="44561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59586" y="2446579"/>
            <a:ext cx="252729" cy="353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20" dirty="0">
                <a:latin typeface="Times New Roman"/>
                <a:cs typeface="Times New Roman"/>
              </a:rPr>
              <a:t>u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33752" y="3651107"/>
            <a:ext cx="1139190" cy="956944"/>
          </a:xfrm>
          <a:custGeom>
            <a:avLst/>
            <a:gdLst/>
            <a:ahLst/>
            <a:cxnLst/>
            <a:rect l="l" t="t" r="r" b="b"/>
            <a:pathLst>
              <a:path w="1139189" h="956945">
                <a:moveTo>
                  <a:pt x="0" y="159404"/>
                </a:moveTo>
                <a:lnTo>
                  <a:pt x="5851" y="116463"/>
                </a:lnTo>
                <a:lnTo>
                  <a:pt x="22351" y="77960"/>
                </a:lnTo>
                <a:lnTo>
                  <a:pt x="47912" y="45480"/>
                </a:lnTo>
                <a:lnTo>
                  <a:pt x="80951" y="20610"/>
                </a:lnTo>
                <a:lnTo>
                  <a:pt x="119883" y="4935"/>
                </a:lnTo>
                <a:lnTo>
                  <a:pt x="979800" y="0"/>
                </a:lnTo>
                <a:lnTo>
                  <a:pt x="994509" y="669"/>
                </a:lnTo>
                <a:lnTo>
                  <a:pt x="1036146" y="10249"/>
                </a:lnTo>
                <a:lnTo>
                  <a:pt x="1072815" y="29949"/>
                </a:lnTo>
                <a:lnTo>
                  <a:pt x="1102930" y="58183"/>
                </a:lnTo>
                <a:lnTo>
                  <a:pt x="1124907" y="93366"/>
                </a:lnTo>
                <a:lnTo>
                  <a:pt x="1137161" y="133911"/>
                </a:lnTo>
                <a:lnTo>
                  <a:pt x="1139189" y="796923"/>
                </a:lnTo>
                <a:lnTo>
                  <a:pt x="1138520" y="811635"/>
                </a:lnTo>
                <a:lnTo>
                  <a:pt x="1128942" y="853276"/>
                </a:lnTo>
                <a:lnTo>
                  <a:pt x="1109246" y="889948"/>
                </a:lnTo>
                <a:lnTo>
                  <a:pt x="1081015" y="920065"/>
                </a:lnTo>
                <a:lnTo>
                  <a:pt x="1045835" y="942043"/>
                </a:lnTo>
                <a:lnTo>
                  <a:pt x="1005291" y="954297"/>
                </a:lnTo>
                <a:lnTo>
                  <a:pt x="159389" y="956325"/>
                </a:lnTo>
                <a:lnTo>
                  <a:pt x="144679" y="955655"/>
                </a:lnTo>
                <a:lnTo>
                  <a:pt x="103042" y="946077"/>
                </a:lnTo>
                <a:lnTo>
                  <a:pt x="66374" y="926380"/>
                </a:lnTo>
                <a:lnTo>
                  <a:pt x="36258" y="898148"/>
                </a:lnTo>
                <a:lnTo>
                  <a:pt x="14281" y="862966"/>
                </a:lnTo>
                <a:lnTo>
                  <a:pt x="2027" y="822417"/>
                </a:lnTo>
                <a:lnTo>
                  <a:pt x="0" y="159404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09900" y="4504248"/>
            <a:ext cx="23558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-790" dirty="0">
                <a:latin typeface="Times New Roman"/>
                <a:cs typeface="Times New Roman"/>
              </a:rPr>
              <a:t>y</a:t>
            </a:r>
            <a:r>
              <a:rPr sz="3150" spc="127" baseline="2645" dirty="0">
                <a:latin typeface="Times New Roman"/>
                <a:cs typeface="Times New Roman"/>
              </a:rPr>
              <a:t>ˆ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15920" y="2880725"/>
            <a:ext cx="0" cy="782320"/>
          </a:xfrm>
          <a:custGeom>
            <a:avLst/>
            <a:gdLst/>
            <a:ahLst/>
            <a:cxnLst/>
            <a:rect l="l" t="t" r="r" b="b"/>
            <a:pathLst>
              <a:path h="782320">
                <a:moveTo>
                  <a:pt x="0" y="0"/>
                </a:moveTo>
                <a:lnTo>
                  <a:pt x="0" y="78178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68992" y="2636123"/>
            <a:ext cx="443865" cy="445770"/>
          </a:xfrm>
          <a:custGeom>
            <a:avLst/>
            <a:gdLst/>
            <a:ahLst/>
            <a:cxnLst/>
            <a:rect l="l" t="t" r="r" b="b"/>
            <a:pathLst>
              <a:path w="443864" h="445769">
                <a:moveTo>
                  <a:pt x="0" y="222900"/>
                </a:moveTo>
                <a:lnTo>
                  <a:pt x="6444" y="169333"/>
                </a:lnTo>
                <a:lnTo>
                  <a:pt x="24749" y="120462"/>
                </a:lnTo>
                <a:lnTo>
                  <a:pt x="53375" y="77837"/>
                </a:lnTo>
                <a:lnTo>
                  <a:pt x="90782" y="43005"/>
                </a:lnTo>
                <a:lnTo>
                  <a:pt x="135428" y="17515"/>
                </a:lnTo>
                <a:lnTo>
                  <a:pt x="185773" y="2917"/>
                </a:lnTo>
                <a:lnTo>
                  <a:pt x="221741" y="0"/>
                </a:lnTo>
                <a:lnTo>
                  <a:pt x="239924" y="738"/>
                </a:lnTo>
                <a:lnTo>
                  <a:pt x="291819" y="11363"/>
                </a:lnTo>
                <a:lnTo>
                  <a:pt x="338534" y="33394"/>
                </a:lnTo>
                <a:lnTo>
                  <a:pt x="378527" y="65284"/>
                </a:lnTo>
                <a:lnTo>
                  <a:pt x="410255" y="105483"/>
                </a:lnTo>
                <a:lnTo>
                  <a:pt x="432176" y="152444"/>
                </a:lnTo>
                <a:lnTo>
                  <a:pt x="442748" y="204618"/>
                </a:lnTo>
                <a:lnTo>
                  <a:pt x="443483" y="222900"/>
                </a:lnTo>
                <a:lnTo>
                  <a:pt x="442748" y="241181"/>
                </a:lnTo>
                <a:lnTo>
                  <a:pt x="432176" y="293352"/>
                </a:lnTo>
                <a:lnTo>
                  <a:pt x="410255" y="340307"/>
                </a:lnTo>
                <a:lnTo>
                  <a:pt x="378527" y="380500"/>
                </a:lnTo>
                <a:lnTo>
                  <a:pt x="338534" y="412384"/>
                </a:lnTo>
                <a:lnTo>
                  <a:pt x="291819" y="434409"/>
                </a:lnTo>
                <a:lnTo>
                  <a:pt x="239924" y="445031"/>
                </a:lnTo>
                <a:lnTo>
                  <a:pt x="221741" y="445769"/>
                </a:lnTo>
                <a:lnTo>
                  <a:pt x="203555" y="445031"/>
                </a:lnTo>
                <a:lnTo>
                  <a:pt x="151652" y="434409"/>
                </a:lnTo>
                <a:lnTo>
                  <a:pt x="104936" y="412384"/>
                </a:lnTo>
                <a:lnTo>
                  <a:pt x="64945" y="380500"/>
                </a:lnTo>
                <a:lnTo>
                  <a:pt x="33221" y="340307"/>
                </a:lnTo>
                <a:lnTo>
                  <a:pt x="11304" y="293352"/>
                </a:lnTo>
                <a:lnTo>
                  <a:pt x="735" y="241181"/>
                </a:lnTo>
                <a:lnTo>
                  <a:pt x="0" y="22290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636468" y="1992341"/>
            <a:ext cx="258445" cy="370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spc="10" dirty="0">
                <a:latin typeface="Symbol"/>
                <a:cs typeface="Symbol"/>
              </a:rPr>
              <a:t>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91343" y="2114915"/>
            <a:ext cx="13335" cy="496570"/>
          </a:xfrm>
          <a:custGeom>
            <a:avLst/>
            <a:gdLst/>
            <a:ahLst/>
            <a:cxnLst/>
            <a:rect l="l" t="t" r="r" b="b"/>
            <a:pathLst>
              <a:path w="13335" h="496569">
                <a:moveTo>
                  <a:pt x="12740" y="0"/>
                </a:moveTo>
                <a:lnTo>
                  <a:pt x="0" y="496305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48854" y="253389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69">
                <a:moveTo>
                  <a:pt x="88879" y="2285"/>
                </a:moveTo>
                <a:lnTo>
                  <a:pt x="42489" y="77327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880029" y="2663803"/>
            <a:ext cx="210820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dirty="0">
                <a:latin typeface="Symbol"/>
                <a:cs typeface="Symbol"/>
              </a:rPr>
              <a:t>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865266" y="2851007"/>
            <a:ext cx="15875" cy="754380"/>
          </a:xfrm>
          <a:custGeom>
            <a:avLst/>
            <a:gdLst/>
            <a:ahLst/>
            <a:cxnLst/>
            <a:rect l="l" t="t" r="r" b="b"/>
            <a:pathLst>
              <a:path w="15875" h="754379">
                <a:moveTo>
                  <a:pt x="15636" y="0"/>
                </a:moveTo>
                <a:lnTo>
                  <a:pt x="0" y="75404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22411" y="3527938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49" y="1859"/>
                </a:moveTo>
                <a:lnTo>
                  <a:pt x="42854" y="77144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97998" y="2851007"/>
            <a:ext cx="696595" cy="1905"/>
          </a:xfrm>
          <a:custGeom>
            <a:avLst/>
            <a:gdLst/>
            <a:ahLst/>
            <a:cxnLst/>
            <a:rect l="l" t="t" r="r" b="b"/>
            <a:pathLst>
              <a:path w="696595" h="1905">
                <a:moveTo>
                  <a:pt x="0" y="0"/>
                </a:moveTo>
                <a:lnTo>
                  <a:pt x="696193" y="143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380246" y="2435151"/>
            <a:ext cx="235585" cy="353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5" dirty="0">
                <a:latin typeface="Times New Roman"/>
                <a:cs typeface="Times New Roman"/>
              </a:rPr>
              <a:t>y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430122" y="6066282"/>
            <a:ext cx="759460" cy="0"/>
          </a:xfrm>
          <a:custGeom>
            <a:avLst/>
            <a:gdLst/>
            <a:ahLst/>
            <a:cxnLst/>
            <a:rect l="l" t="t" r="r" b="b"/>
            <a:pathLst>
              <a:path w="759460">
                <a:moveTo>
                  <a:pt x="0" y="0"/>
                </a:moveTo>
                <a:lnTo>
                  <a:pt x="759098" y="0"/>
                </a:lnTo>
              </a:path>
            </a:pathLst>
          </a:custGeom>
          <a:ln w="11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444114" y="5659859"/>
            <a:ext cx="74549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-840" dirty="0">
                <a:latin typeface="Times New Roman"/>
                <a:cs typeface="Times New Roman"/>
              </a:rPr>
              <a:t>B</a:t>
            </a:r>
            <a:r>
              <a:rPr sz="3150" spc="7" baseline="14550" dirty="0">
                <a:latin typeface="Times New Roman"/>
                <a:cs typeface="Times New Roman"/>
              </a:rPr>
              <a:t>ˆ</a:t>
            </a:r>
            <a:r>
              <a:rPr sz="3150" spc="-480" baseline="14550" dirty="0">
                <a:latin typeface="Times New Roman"/>
                <a:cs typeface="Times New Roman"/>
              </a:rPr>
              <a:t> </a:t>
            </a:r>
            <a:r>
              <a:rPr sz="2100" spc="160" dirty="0">
                <a:latin typeface="Times New Roman"/>
                <a:cs typeface="Times New Roman"/>
              </a:rPr>
              <a:t>(</a:t>
            </a:r>
            <a:r>
              <a:rPr sz="2100" i="1" spc="150" dirty="0">
                <a:latin typeface="Times New Roman"/>
                <a:cs typeface="Times New Roman"/>
              </a:rPr>
              <a:t>z</a:t>
            </a:r>
            <a:r>
              <a:rPr sz="2400" spc="-30" baseline="32986" dirty="0">
                <a:latin typeface="Symbol"/>
                <a:cs typeface="Symbol"/>
              </a:rPr>
              <a:t></a:t>
            </a:r>
            <a:r>
              <a:rPr sz="2400" spc="120" baseline="32986" dirty="0">
                <a:latin typeface="Times New Roman"/>
                <a:cs typeface="Times New Roman"/>
              </a:rPr>
              <a:t>1</a:t>
            </a:r>
            <a:r>
              <a:rPr sz="2100" spc="5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78182" y="5898685"/>
            <a:ext cx="2089150" cy="544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0930" marR="5080" indent="-1078865">
              <a:lnSpc>
                <a:spcPct val="76000"/>
              </a:lnSpc>
              <a:tabLst>
                <a:tab pos="1848485" algn="l"/>
              </a:tabLst>
            </a:pPr>
            <a:r>
              <a:rPr sz="2100" i="1" spc="-55" dirty="0">
                <a:latin typeface="Times New Roman"/>
                <a:cs typeface="Times New Roman"/>
              </a:rPr>
              <a:t>e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r>
              <a:rPr sz="2400" i="1" baseline="-19097" dirty="0">
                <a:latin typeface="Times New Roman"/>
                <a:cs typeface="Times New Roman"/>
              </a:rPr>
              <a:t> </a:t>
            </a:r>
            <a:r>
              <a:rPr sz="2400" i="1" spc="30" baseline="-19097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</a:t>
            </a:r>
            <a:r>
              <a:rPr sz="2100" spc="165" dirty="0">
                <a:latin typeface="Times New Roman"/>
                <a:cs typeface="Times New Roman"/>
              </a:rPr>
              <a:t> </a:t>
            </a:r>
            <a:r>
              <a:rPr sz="2100" i="1" spc="10" dirty="0">
                <a:latin typeface="Times New Roman"/>
                <a:cs typeface="Times New Roman"/>
              </a:rPr>
              <a:t>y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r>
              <a:rPr sz="2400" i="1" baseline="-19097" dirty="0">
                <a:latin typeface="Times New Roman"/>
                <a:cs typeface="Times New Roman"/>
              </a:rPr>
              <a:t> </a:t>
            </a:r>
            <a:r>
              <a:rPr sz="2400" i="1" spc="-165" baseline="-19097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dirty="0">
                <a:latin typeface="Times New Roman"/>
                <a:cs typeface="Times New Roman"/>
              </a:rPr>
              <a:t>		</a:t>
            </a:r>
            <a:r>
              <a:rPr sz="2100" i="1" spc="25" dirty="0">
                <a:latin typeface="Times New Roman"/>
                <a:cs typeface="Times New Roman"/>
              </a:rPr>
              <a:t>u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r>
              <a:rPr sz="2400" i="1" spc="-7" baseline="-19097" dirty="0">
                <a:latin typeface="Times New Roman"/>
                <a:cs typeface="Times New Roman"/>
              </a:rPr>
              <a:t> </a:t>
            </a:r>
            <a:r>
              <a:rPr sz="2100" i="1" spc="-940" dirty="0">
                <a:latin typeface="Times New Roman"/>
                <a:cs typeface="Times New Roman"/>
              </a:rPr>
              <a:t>A</a:t>
            </a:r>
            <a:r>
              <a:rPr sz="3150" spc="7" baseline="15873" dirty="0">
                <a:latin typeface="Times New Roman"/>
                <a:cs typeface="Times New Roman"/>
              </a:rPr>
              <a:t>ˆ</a:t>
            </a:r>
            <a:r>
              <a:rPr sz="3150" spc="-480" baseline="15873" dirty="0">
                <a:latin typeface="Times New Roman"/>
                <a:cs typeface="Times New Roman"/>
              </a:rPr>
              <a:t> </a:t>
            </a:r>
            <a:r>
              <a:rPr sz="2100" spc="160" dirty="0">
                <a:latin typeface="Times New Roman"/>
                <a:cs typeface="Times New Roman"/>
              </a:rPr>
              <a:t>(</a:t>
            </a:r>
            <a:r>
              <a:rPr sz="2100" i="1" spc="150" dirty="0">
                <a:latin typeface="Times New Roman"/>
                <a:cs typeface="Times New Roman"/>
              </a:rPr>
              <a:t>z</a:t>
            </a:r>
            <a:r>
              <a:rPr sz="2400" spc="-30" baseline="32986" dirty="0">
                <a:latin typeface="Symbol"/>
                <a:cs typeface="Symbol"/>
              </a:rPr>
              <a:t></a:t>
            </a:r>
            <a:r>
              <a:rPr sz="2400" spc="120" baseline="32986" dirty="0">
                <a:latin typeface="Times New Roman"/>
                <a:cs typeface="Times New Roman"/>
              </a:rPr>
              <a:t>1</a:t>
            </a:r>
            <a:r>
              <a:rPr sz="2100" spc="5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12504" y="4704969"/>
            <a:ext cx="508634" cy="511809"/>
          </a:xfrm>
          <a:custGeom>
            <a:avLst/>
            <a:gdLst/>
            <a:ahLst/>
            <a:cxnLst/>
            <a:rect l="l" t="t" r="r" b="b"/>
            <a:pathLst>
              <a:path w="508635" h="511810">
                <a:moveTo>
                  <a:pt x="0" y="255650"/>
                </a:moveTo>
                <a:lnTo>
                  <a:pt x="3325" y="214185"/>
                </a:lnTo>
                <a:lnTo>
                  <a:pt x="12953" y="174848"/>
                </a:lnTo>
                <a:lnTo>
                  <a:pt x="28360" y="138168"/>
                </a:lnTo>
                <a:lnTo>
                  <a:pt x="49023" y="104670"/>
                </a:lnTo>
                <a:lnTo>
                  <a:pt x="74420" y="74881"/>
                </a:lnTo>
                <a:lnTo>
                  <a:pt x="104028" y="49328"/>
                </a:lnTo>
                <a:lnTo>
                  <a:pt x="137324" y="28536"/>
                </a:lnTo>
                <a:lnTo>
                  <a:pt x="173785" y="13034"/>
                </a:lnTo>
                <a:lnTo>
                  <a:pt x="212889" y="3346"/>
                </a:lnTo>
                <a:lnTo>
                  <a:pt x="254111" y="0"/>
                </a:lnTo>
                <a:lnTo>
                  <a:pt x="274955" y="847"/>
                </a:lnTo>
                <a:lnTo>
                  <a:pt x="315185" y="7430"/>
                </a:lnTo>
                <a:lnTo>
                  <a:pt x="353036" y="20091"/>
                </a:lnTo>
                <a:lnTo>
                  <a:pt x="387983" y="38304"/>
                </a:lnTo>
                <a:lnTo>
                  <a:pt x="419505" y="61542"/>
                </a:lnTo>
                <a:lnTo>
                  <a:pt x="447077" y="89279"/>
                </a:lnTo>
                <a:lnTo>
                  <a:pt x="470178" y="120988"/>
                </a:lnTo>
                <a:lnTo>
                  <a:pt x="488282" y="156143"/>
                </a:lnTo>
                <a:lnTo>
                  <a:pt x="500868" y="194217"/>
                </a:lnTo>
                <a:lnTo>
                  <a:pt x="507411" y="234684"/>
                </a:lnTo>
                <a:lnTo>
                  <a:pt x="508253" y="255650"/>
                </a:lnTo>
                <a:lnTo>
                  <a:pt x="507411" y="276617"/>
                </a:lnTo>
                <a:lnTo>
                  <a:pt x="500868" y="317084"/>
                </a:lnTo>
                <a:lnTo>
                  <a:pt x="488282" y="355158"/>
                </a:lnTo>
                <a:lnTo>
                  <a:pt x="470178" y="390313"/>
                </a:lnTo>
                <a:lnTo>
                  <a:pt x="447077" y="422022"/>
                </a:lnTo>
                <a:lnTo>
                  <a:pt x="419505" y="449759"/>
                </a:lnTo>
                <a:lnTo>
                  <a:pt x="387983" y="472997"/>
                </a:lnTo>
                <a:lnTo>
                  <a:pt x="353036" y="491210"/>
                </a:lnTo>
                <a:lnTo>
                  <a:pt x="315185" y="503871"/>
                </a:lnTo>
                <a:lnTo>
                  <a:pt x="274955" y="510454"/>
                </a:lnTo>
                <a:lnTo>
                  <a:pt x="254111" y="511301"/>
                </a:lnTo>
                <a:lnTo>
                  <a:pt x="233268" y="510454"/>
                </a:lnTo>
                <a:lnTo>
                  <a:pt x="193039" y="503871"/>
                </a:lnTo>
                <a:lnTo>
                  <a:pt x="155192" y="491210"/>
                </a:lnTo>
                <a:lnTo>
                  <a:pt x="120248" y="472997"/>
                </a:lnTo>
                <a:lnTo>
                  <a:pt x="88731" y="449759"/>
                </a:lnTo>
                <a:lnTo>
                  <a:pt x="61163" y="422022"/>
                </a:lnTo>
                <a:lnTo>
                  <a:pt x="38067" y="390313"/>
                </a:lnTo>
                <a:lnTo>
                  <a:pt x="19966" y="355158"/>
                </a:lnTo>
                <a:lnTo>
                  <a:pt x="7384" y="317084"/>
                </a:lnTo>
                <a:lnTo>
                  <a:pt x="842" y="276617"/>
                </a:lnTo>
                <a:lnTo>
                  <a:pt x="0" y="25565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942057" y="4765401"/>
            <a:ext cx="511175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450" dirty="0">
                <a:latin typeface="Symbol"/>
                <a:cs typeface="Symbol"/>
              </a:rPr>
              <a:t></a:t>
            </a:r>
            <a:r>
              <a:rPr sz="2650" dirty="0">
                <a:latin typeface="Symbol"/>
                <a:cs typeface="Symbol"/>
              </a:rPr>
              <a:t></a:t>
            </a:r>
            <a:r>
              <a:rPr sz="2650" spc="-215" dirty="0">
                <a:latin typeface="Times New Roman"/>
                <a:cs typeface="Times New Roman"/>
              </a:rPr>
              <a:t> 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383916" y="4965572"/>
            <a:ext cx="1496060" cy="1905"/>
          </a:xfrm>
          <a:custGeom>
            <a:avLst/>
            <a:gdLst/>
            <a:ahLst/>
            <a:cxnLst/>
            <a:rect l="l" t="t" r="r" b="b"/>
            <a:pathLst>
              <a:path w="1496060" h="1904">
                <a:moveTo>
                  <a:pt x="0" y="0"/>
                </a:moveTo>
                <a:lnTo>
                  <a:pt x="1495546" y="139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803202" y="4922449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91" y="0"/>
                </a:moveTo>
                <a:lnTo>
                  <a:pt x="76260" y="44516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027644" y="4111008"/>
            <a:ext cx="758825" cy="0"/>
          </a:xfrm>
          <a:custGeom>
            <a:avLst/>
            <a:gdLst/>
            <a:ahLst/>
            <a:cxnLst/>
            <a:rect l="l" t="t" r="r" b="b"/>
            <a:pathLst>
              <a:path w="758825">
                <a:moveTo>
                  <a:pt x="0" y="0"/>
                </a:moveTo>
                <a:lnTo>
                  <a:pt x="758691" y="0"/>
                </a:lnTo>
              </a:path>
            </a:pathLst>
          </a:custGeom>
          <a:ln w="113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041596" y="3703870"/>
            <a:ext cx="744855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880" dirty="0">
                <a:latin typeface="Times New Roman"/>
                <a:cs typeface="Times New Roman"/>
              </a:rPr>
              <a:t>B</a:t>
            </a:r>
            <a:r>
              <a:rPr sz="3225" spc="-22" baseline="14211" dirty="0">
                <a:latin typeface="Times New Roman"/>
                <a:cs typeface="Times New Roman"/>
              </a:rPr>
              <a:t>ˆ</a:t>
            </a:r>
            <a:r>
              <a:rPr sz="3225" spc="-502" baseline="14211" dirty="0">
                <a:latin typeface="Times New Roman"/>
                <a:cs typeface="Times New Roman"/>
              </a:rPr>
              <a:t> </a:t>
            </a:r>
            <a:r>
              <a:rPr sz="2150" spc="140" dirty="0">
                <a:latin typeface="Times New Roman"/>
                <a:cs typeface="Times New Roman"/>
              </a:rPr>
              <a:t>(</a:t>
            </a:r>
            <a:r>
              <a:rPr sz="2150" i="1" spc="125" dirty="0">
                <a:latin typeface="Times New Roman"/>
                <a:cs typeface="Times New Roman"/>
              </a:rPr>
              <a:t>z</a:t>
            </a:r>
            <a:r>
              <a:rPr sz="2400" spc="-30" baseline="32986" dirty="0">
                <a:latin typeface="Symbol"/>
                <a:cs typeface="Symbol"/>
              </a:rPr>
              <a:t></a:t>
            </a:r>
            <a:r>
              <a:rPr sz="2400" spc="120" baseline="32986" dirty="0">
                <a:latin typeface="Times New Roman"/>
                <a:cs typeface="Times New Roman"/>
              </a:rPr>
              <a:t>1</a:t>
            </a:r>
            <a:r>
              <a:rPr sz="2150" spc="-15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54265" y="4114577"/>
            <a:ext cx="732155" cy="374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980" dirty="0">
                <a:latin typeface="Times New Roman"/>
                <a:cs typeface="Times New Roman"/>
              </a:rPr>
              <a:t>A</a:t>
            </a:r>
            <a:r>
              <a:rPr sz="3225" spc="-22" baseline="15503" dirty="0">
                <a:latin typeface="Times New Roman"/>
                <a:cs typeface="Times New Roman"/>
              </a:rPr>
              <a:t>ˆ</a:t>
            </a:r>
            <a:r>
              <a:rPr sz="3225" spc="-502" baseline="15503" dirty="0">
                <a:latin typeface="Times New Roman"/>
                <a:cs typeface="Times New Roman"/>
              </a:rPr>
              <a:t> </a:t>
            </a:r>
            <a:r>
              <a:rPr sz="2150" spc="135" dirty="0">
                <a:latin typeface="Times New Roman"/>
                <a:cs typeface="Times New Roman"/>
              </a:rPr>
              <a:t>(</a:t>
            </a:r>
            <a:r>
              <a:rPr sz="2150" i="1" spc="125" dirty="0">
                <a:latin typeface="Times New Roman"/>
                <a:cs typeface="Times New Roman"/>
              </a:rPr>
              <a:t>z</a:t>
            </a:r>
            <a:r>
              <a:rPr sz="2400" spc="-30" baseline="32986" dirty="0">
                <a:latin typeface="Symbol"/>
                <a:cs typeface="Symbol"/>
              </a:rPr>
              <a:t></a:t>
            </a:r>
            <a:r>
              <a:rPr sz="2400" spc="120" baseline="32986" dirty="0">
                <a:latin typeface="Times New Roman"/>
                <a:cs typeface="Times New Roman"/>
              </a:rPr>
              <a:t>1</a:t>
            </a:r>
            <a:r>
              <a:rPr sz="2150" spc="-15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383916" y="4607433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0"/>
                </a:moveTo>
                <a:lnTo>
                  <a:pt x="0" y="358307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295534" y="3629771"/>
            <a:ext cx="1139190" cy="956944"/>
          </a:xfrm>
          <a:custGeom>
            <a:avLst/>
            <a:gdLst/>
            <a:ahLst/>
            <a:cxnLst/>
            <a:rect l="l" t="t" r="r" b="b"/>
            <a:pathLst>
              <a:path w="1139189" h="956945">
                <a:moveTo>
                  <a:pt x="0" y="159410"/>
                </a:moveTo>
                <a:lnTo>
                  <a:pt x="5851" y="116466"/>
                </a:lnTo>
                <a:lnTo>
                  <a:pt x="22348" y="77961"/>
                </a:lnTo>
                <a:lnTo>
                  <a:pt x="47907" y="45480"/>
                </a:lnTo>
                <a:lnTo>
                  <a:pt x="80944" y="20609"/>
                </a:lnTo>
                <a:lnTo>
                  <a:pt x="119875" y="4935"/>
                </a:lnTo>
                <a:lnTo>
                  <a:pt x="979779" y="0"/>
                </a:lnTo>
                <a:lnTo>
                  <a:pt x="994488" y="669"/>
                </a:lnTo>
                <a:lnTo>
                  <a:pt x="1036124" y="10247"/>
                </a:lnTo>
                <a:lnTo>
                  <a:pt x="1072795" y="29944"/>
                </a:lnTo>
                <a:lnTo>
                  <a:pt x="1102915" y="58175"/>
                </a:lnTo>
                <a:lnTo>
                  <a:pt x="1124897" y="93354"/>
                </a:lnTo>
                <a:lnTo>
                  <a:pt x="1137158" y="133896"/>
                </a:lnTo>
                <a:lnTo>
                  <a:pt x="1139189" y="796923"/>
                </a:lnTo>
                <a:lnTo>
                  <a:pt x="1138520" y="811634"/>
                </a:lnTo>
                <a:lnTo>
                  <a:pt x="1128941" y="853273"/>
                </a:lnTo>
                <a:lnTo>
                  <a:pt x="1109243" y="889943"/>
                </a:lnTo>
                <a:lnTo>
                  <a:pt x="1081011" y="920059"/>
                </a:lnTo>
                <a:lnTo>
                  <a:pt x="1045830" y="942038"/>
                </a:lnTo>
                <a:lnTo>
                  <a:pt x="1005286" y="954295"/>
                </a:lnTo>
                <a:lnTo>
                  <a:pt x="159379" y="956325"/>
                </a:lnTo>
                <a:lnTo>
                  <a:pt x="144669" y="955655"/>
                </a:lnTo>
                <a:lnTo>
                  <a:pt x="103032" y="946077"/>
                </a:lnTo>
                <a:lnTo>
                  <a:pt x="66364" y="926379"/>
                </a:lnTo>
                <a:lnTo>
                  <a:pt x="36251" y="898145"/>
                </a:lnTo>
                <a:lnTo>
                  <a:pt x="14277" y="862961"/>
                </a:lnTo>
                <a:lnTo>
                  <a:pt x="2026" y="822411"/>
                </a:lnTo>
                <a:lnTo>
                  <a:pt x="0" y="15941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677742" y="3948951"/>
            <a:ext cx="363220" cy="297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-20" dirty="0">
                <a:latin typeface="Times New Roman"/>
                <a:cs typeface="Times New Roman"/>
              </a:rPr>
              <a:t>1.0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446391" y="4964073"/>
            <a:ext cx="1463675" cy="1905"/>
          </a:xfrm>
          <a:custGeom>
            <a:avLst/>
            <a:gdLst/>
            <a:ahLst/>
            <a:cxnLst/>
            <a:rect l="l" t="t" r="r" b="b"/>
            <a:pathLst>
              <a:path w="1463675" h="1904">
                <a:moveTo>
                  <a:pt x="0" y="0"/>
                </a:moveTo>
                <a:lnTo>
                  <a:pt x="1463192" y="139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446391" y="4919685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6169" y="88904"/>
                </a:moveTo>
                <a:lnTo>
                  <a:pt x="0" y="44388"/>
                </a:lnTo>
                <a:lnTo>
                  <a:pt x="7623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909705" y="4574666"/>
            <a:ext cx="0" cy="391160"/>
          </a:xfrm>
          <a:custGeom>
            <a:avLst/>
            <a:gdLst/>
            <a:ahLst/>
            <a:cxnLst/>
            <a:rect l="l" t="t" r="r" b="b"/>
            <a:pathLst>
              <a:path h="391160">
                <a:moveTo>
                  <a:pt x="0" y="0"/>
                </a:moveTo>
                <a:lnTo>
                  <a:pt x="0" y="39088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50095" y="5226177"/>
            <a:ext cx="13335" cy="496570"/>
          </a:xfrm>
          <a:custGeom>
            <a:avLst/>
            <a:gdLst/>
            <a:ahLst/>
            <a:cxnLst/>
            <a:rect l="l" t="t" r="r" b="b"/>
            <a:pathLst>
              <a:path w="13335" h="496570">
                <a:moveTo>
                  <a:pt x="12740" y="0"/>
                </a:moveTo>
                <a:lnTo>
                  <a:pt x="0" y="496275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107606" y="564513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285"/>
                </a:moveTo>
                <a:lnTo>
                  <a:pt x="42489" y="77318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753119" y="4533701"/>
            <a:ext cx="235585" cy="353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5" dirty="0">
                <a:latin typeface="Times New Roman"/>
                <a:cs typeface="Times New Roman"/>
              </a:rPr>
              <a:t>y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A4EC-9104-1AD7-0A33-966C62F6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26" y="462915"/>
            <a:ext cx="8072119" cy="523220"/>
          </a:xfrm>
        </p:spPr>
        <p:txBody>
          <a:bodyPr/>
          <a:lstStyle/>
          <a:p>
            <a:r>
              <a:rPr lang="en-US" b="1" i="0" dirty="0">
                <a:effectLst/>
                <a:latin typeface="Söhne"/>
              </a:rPr>
              <a:t>Response Error Method: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A8A58-635E-401F-C036-465D15DF9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7649" y="1216967"/>
            <a:ext cx="7682642" cy="923330"/>
          </a:xfrm>
        </p:spPr>
        <p:txBody>
          <a:bodyPr/>
          <a:lstStyle/>
          <a:p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The Response Error Method focuses on minimizing the difference between the measured system response and the response predicted by the model. 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4D00E-20AC-40F7-9C82-743FC29F21BA}"/>
              </a:ext>
            </a:extLst>
          </p:cNvPr>
          <p:cNvSpPr txBox="1"/>
          <p:nvPr/>
        </p:nvSpPr>
        <p:spPr>
          <a:xfrm>
            <a:off x="617649" y="2274838"/>
            <a:ext cx="76826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374151"/>
                </a:solidFill>
                <a:effectLst/>
                <a:latin typeface="Söhne"/>
              </a:rPr>
              <a:t>Nonlinearity: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The Response Error Method is primarily designed for linear models. It may not work well for highly nonlinear systems without linearizing them around operating points.</a:t>
            </a:r>
          </a:p>
          <a:p>
            <a:pPr algn="l">
              <a:buFont typeface="+mj-lt"/>
              <a:buAutoNum type="arabicPeriod"/>
            </a:pPr>
            <a:endParaRPr lang="en-U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374151"/>
                </a:solidFill>
                <a:effectLst/>
                <a:latin typeface="Söhne"/>
              </a:rPr>
              <a:t>Initialization: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The method often requires initial guesses for model parameters, which can be challenging to obtain accurately.</a:t>
            </a:r>
          </a:p>
        </p:txBody>
      </p:sp>
    </p:spTree>
    <p:extLst>
      <p:ext uri="{BB962C8B-B14F-4D97-AF65-F5344CB8AC3E}">
        <p14:creationId xmlns:p14="http://schemas.microsoft.com/office/powerpoint/2010/main" val="3984252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95" dirty="0">
                <a:latin typeface="Calibri"/>
                <a:cs typeface="Calibri"/>
              </a:rPr>
              <a:t>P</a:t>
            </a:r>
            <a:r>
              <a:rPr dirty="0">
                <a:latin typeface="Calibri"/>
                <a:cs typeface="Calibri"/>
              </a:rPr>
              <a:t>art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S</a:t>
            </a:r>
            <a:r>
              <a:rPr spc="-50" dirty="0">
                <a:latin typeface="Calibri"/>
                <a:cs typeface="Calibri"/>
              </a:rPr>
              <a:t>y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45" dirty="0">
                <a:latin typeface="Calibri"/>
                <a:cs typeface="Calibri"/>
              </a:rPr>
              <a:t>t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Id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tifi</a:t>
            </a:r>
            <a:r>
              <a:rPr spc="-35" dirty="0">
                <a:latin typeface="Calibri"/>
                <a:cs typeface="Calibri"/>
              </a:rPr>
              <a:t>ca</a:t>
            </a:r>
            <a:r>
              <a:rPr spc="-10" dirty="0">
                <a:latin typeface="Calibri"/>
                <a:cs typeface="Calibri"/>
              </a:rPr>
              <a:t>tio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85" y="2290606"/>
            <a:ext cx="4754245" cy="2911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3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3.1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Le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qu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3.2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3.3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u="heavy" spc="-55" dirty="0">
                <a:latin typeface="Calibri"/>
                <a:cs typeface="Calibri"/>
              </a:rPr>
              <a:t>E</a:t>
            </a:r>
            <a:r>
              <a:rPr sz="2600" u="heavy" spc="-15" dirty="0">
                <a:latin typeface="Calibri"/>
                <a:cs typeface="Calibri"/>
              </a:rPr>
              <a:t>qu</a:t>
            </a:r>
            <a:r>
              <a:rPr sz="2600" u="heavy" spc="-45" dirty="0">
                <a:latin typeface="Calibri"/>
                <a:cs typeface="Calibri"/>
              </a:rPr>
              <a:t>a</a:t>
            </a:r>
            <a:r>
              <a:rPr sz="2600" u="heavy" spc="-15" dirty="0">
                <a:latin typeface="Calibri"/>
                <a:cs typeface="Calibri"/>
              </a:rPr>
              <a:t>t</a:t>
            </a:r>
            <a:r>
              <a:rPr sz="2600" u="heavy" spc="-5" dirty="0">
                <a:latin typeface="Calibri"/>
                <a:cs typeface="Calibri"/>
              </a:rPr>
              <a:t>i</a:t>
            </a:r>
            <a:r>
              <a:rPr sz="2600" u="heavy" spc="-20" dirty="0">
                <a:latin typeface="Calibri"/>
                <a:cs typeface="Calibri"/>
              </a:rPr>
              <a:t>o</a:t>
            </a:r>
            <a:r>
              <a:rPr sz="2600" u="heavy" spc="-15" dirty="0">
                <a:latin typeface="Calibri"/>
                <a:cs typeface="Calibri"/>
              </a:rPr>
              <a:t>n</a:t>
            </a:r>
            <a:r>
              <a:rPr sz="2600" u="heavy" spc="5" dirty="0">
                <a:latin typeface="Calibri"/>
                <a:cs typeface="Calibri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E</a:t>
            </a:r>
            <a:r>
              <a:rPr sz="2600" u="heavy" spc="-10" dirty="0">
                <a:latin typeface="Calibri"/>
                <a:cs typeface="Calibri"/>
              </a:rPr>
              <a:t>r</a:t>
            </a:r>
            <a:r>
              <a:rPr sz="2600" u="heavy" spc="-55" dirty="0">
                <a:latin typeface="Calibri"/>
                <a:cs typeface="Calibri"/>
              </a:rPr>
              <a:t>r</a:t>
            </a:r>
            <a:r>
              <a:rPr sz="2600" u="heavy" spc="-15" dirty="0">
                <a:latin typeface="Calibri"/>
                <a:cs typeface="Calibri"/>
              </a:rPr>
              <a:t>o</a:t>
            </a:r>
            <a:r>
              <a:rPr sz="2600" u="heavy" spc="-10" dirty="0">
                <a:latin typeface="Calibri"/>
                <a:cs typeface="Calibri"/>
              </a:rPr>
              <a:t>r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3.4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tim</a:t>
            </a:r>
            <a:r>
              <a:rPr sz="2600" spc="-4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Accu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cy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3.5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umma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&amp;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ap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5444886" y="1985375"/>
            <a:ext cx="1286510" cy="1072515"/>
          </a:xfrm>
          <a:custGeom>
            <a:avLst/>
            <a:gdLst/>
            <a:ahLst/>
            <a:cxnLst/>
            <a:rect l="l" t="t" r="r" b="b"/>
            <a:pathLst>
              <a:path w="1286509" h="1072514">
                <a:moveTo>
                  <a:pt x="1107551" y="0"/>
                </a:moveTo>
                <a:lnTo>
                  <a:pt x="165431" y="483"/>
                </a:lnTo>
                <a:lnTo>
                  <a:pt x="123286" y="8750"/>
                </a:lnTo>
                <a:lnTo>
                  <a:pt x="85331" y="26291"/>
                </a:lnTo>
                <a:lnTo>
                  <a:pt x="52824" y="51845"/>
                </a:lnTo>
                <a:lnTo>
                  <a:pt x="27027" y="84151"/>
                </a:lnTo>
                <a:lnTo>
                  <a:pt x="9198" y="121947"/>
                </a:lnTo>
                <a:lnTo>
                  <a:pt x="598" y="163973"/>
                </a:lnTo>
                <a:lnTo>
                  <a:pt x="0" y="178704"/>
                </a:lnTo>
                <a:lnTo>
                  <a:pt x="481" y="906674"/>
                </a:lnTo>
                <a:lnTo>
                  <a:pt x="8741" y="948817"/>
                </a:lnTo>
                <a:lnTo>
                  <a:pt x="26274" y="986776"/>
                </a:lnTo>
                <a:lnTo>
                  <a:pt x="51821" y="1019289"/>
                </a:lnTo>
                <a:lnTo>
                  <a:pt x="84122" y="1045094"/>
                </a:lnTo>
                <a:lnTo>
                  <a:pt x="121915" y="1062930"/>
                </a:lnTo>
                <a:lnTo>
                  <a:pt x="163942" y="1071535"/>
                </a:lnTo>
                <a:lnTo>
                  <a:pt x="178673" y="1072133"/>
                </a:lnTo>
                <a:lnTo>
                  <a:pt x="1120793" y="1071650"/>
                </a:lnTo>
                <a:lnTo>
                  <a:pt x="1162941" y="1063383"/>
                </a:lnTo>
                <a:lnTo>
                  <a:pt x="1200902" y="1045843"/>
                </a:lnTo>
                <a:lnTo>
                  <a:pt x="1233415" y="1020292"/>
                </a:lnTo>
                <a:lnTo>
                  <a:pt x="1259220" y="987991"/>
                </a:lnTo>
                <a:lnTo>
                  <a:pt x="1277054" y="950202"/>
                </a:lnTo>
                <a:lnTo>
                  <a:pt x="1285657" y="908186"/>
                </a:lnTo>
                <a:lnTo>
                  <a:pt x="1286255" y="893460"/>
                </a:lnTo>
                <a:lnTo>
                  <a:pt x="1285771" y="165438"/>
                </a:lnTo>
                <a:lnTo>
                  <a:pt x="1277499" y="123295"/>
                </a:lnTo>
                <a:lnTo>
                  <a:pt x="1259956" y="85340"/>
                </a:lnTo>
                <a:lnTo>
                  <a:pt x="1234402" y="52831"/>
                </a:lnTo>
                <a:lnTo>
                  <a:pt x="1202097" y="27031"/>
                </a:lnTo>
                <a:lnTo>
                  <a:pt x="1164303" y="9200"/>
                </a:lnTo>
                <a:lnTo>
                  <a:pt x="1122281" y="598"/>
                </a:lnTo>
                <a:lnTo>
                  <a:pt x="11075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5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qu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-10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Er</a:t>
            </a:r>
            <a:r>
              <a:rPr spc="-5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or</a:t>
            </a:r>
          </a:p>
        </p:txBody>
      </p:sp>
      <p:sp>
        <p:nvSpPr>
          <p:cNvPr id="5" name="object 5"/>
          <p:cNvSpPr/>
          <p:nvPr/>
        </p:nvSpPr>
        <p:spPr>
          <a:xfrm>
            <a:off x="2544390" y="2924942"/>
            <a:ext cx="1039494" cy="0"/>
          </a:xfrm>
          <a:custGeom>
            <a:avLst/>
            <a:gdLst/>
            <a:ahLst/>
            <a:cxnLst/>
            <a:rect l="l" t="t" r="r" b="b"/>
            <a:pathLst>
              <a:path w="1039495">
                <a:moveTo>
                  <a:pt x="0" y="0"/>
                </a:moveTo>
                <a:lnTo>
                  <a:pt x="1039059" y="0"/>
                </a:lnTo>
              </a:path>
            </a:pathLst>
          </a:custGeom>
          <a:ln w="126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11858" y="2471223"/>
            <a:ext cx="26416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37766" y="2549969"/>
            <a:ext cx="37909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340" dirty="0">
                <a:latin typeface="Times New Roman"/>
                <a:cs typeface="Times New Roman"/>
              </a:rPr>
              <a:t>b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i="1" spc="-10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6835" y="2937330"/>
            <a:ext cx="26416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9008" y="3011230"/>
            <a:ext cx="79248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-229" dirty="0">
                <a:latin typeface="Times New Roman"/>
                <a:cs typeface="Times New Roman"/>
              </a:rPr>
              <a:t>a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i="1" spc="-10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9619" y="2883899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68879" y="2883899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38058" y="2738541"/>
            <a:ext cx="54419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3220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x	</a:t>
            </a:r>
            <a:r>
              <a:rPr sz="2400" spc="-15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13493" y="2743398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5" dirty="0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32665" y="2547731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5" h="1905">
                <a:moveTo>
                  <a:pt x="0" y="0"/>
                </a:moveTo>
                <a:lnTo>
                  <a:pt x="760902" y="155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17277" y="2504694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8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68371" y="2505077"/>
            <a:ext cx="1039494" cy="0"/>
          </a:xfrm>
          <a:custGeom>
            <a:avLst/>
            <a:gdLst/>
            <a:ahLst/>
            <a:cxnLst/>
            <a:rect l="l" t="t" r="r" b="b"/>
            <a:pathLst>
              <a:path w="1039495">
                <a:moveTo>
                  <a:pt x="0" y="0"/>
                </a:moveTo>
                <a:lnTo>
                  <a:pt x="1039236" y="0"/>
                </a:lnTo>
              </a:path>
            </a:pathLst>
          </a:custGeom>
          <a:ln w="126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84296" y="3613276"/>
            <a:ext cx="4249420" cy="1172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6745">
              <a:lnSpc>
                <a:spcPct val="100000"/>
              </a:lnSpc>
            </a:pPr>
            <a:r>
              <a:rPr sz="3600" i="1" spc="-67" baseline="13888" dirty="0">
                <a:latin typeface="Times New Roman"/>
                <a:cs typeface="Times New Roman"/>
              </a:rPr>
              <a:t>x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i="1" spc="-120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</a:t>
            </a:r>
            <a:r>
              <a:rPr sz="3600" spc="-240" baseline="13888" dirty="0">
                <a:latin typeface="Times New Roman"/>
                <a:cs typeface="Times New Roman"/>
              </a:rPr>
              <a:t> </a:t>
            </a:r>
            <a:r>
              <a:rPr sz="3600" i="1" spc="-345" baseline="13888" dirty="0">
                <a:latin typeface="Times New Roman"/>
                <a:cs typeface="Times New Roman"/>
              </a:rPr>
              <a:t>a</a:t>
            </a:r>
            <a:r>
              <a:rPr sz="1800" spc="55" dirty="0">
                <a:latin typeface="Times New Roman"/>
                <a:cs typeface="Times New Roman"/>
              </a:rPr>
              <a:t>1</a:t>
            </a:r>
            <a:r>
              <a:rPr sz="3600" i="1" spc="-67" baseline="13888" dirty="0">
                <a:latin typeface="Times New Roman"/>
                <a:cs typeface="Times New Roman"/>
              </a:rPr>
              <a:t>x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</a:t>
            </a:r>
            <a:r>
              <a:rPr sz="3600" spc="-179" baseline="13888" dirty="0">
                <a:latin typeface="Times New Roman"/>
                <a:cs typeface="Times New Roman"/>
              </a:rPr>
              <a:t> </a:t>
            </a:r>
            <a:r>
              <a:rPr sz="3600" i="1" spc="-517" baseline="13888" dirty="0">
                <a:latin typeface="Times New Roman"/>
                <a:cs typeface="Times New Roman"/>
              </a:rPr>
              <a:t>b</a:t>
            </a:r>
            <a:r>
              <a:rPr sz="1800" spc="-125" dirty="0">
                <a:latin typeface="Times New Roman"/>
                <a:cs typeface="Times New Roman"/>
              </a:rPr>
              <a:t>1</a:t>
            </a:r>
            <a:r>
              <a:rPr sz="3600" i="1" spc="0" baseline="13888" dirty="0">
                <a:latin typeface="Times New Roman"/>
                <a:cs typeface="Times New Roman"/>
              </a:rPr>
              <a:t>u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5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3600"/>
              </a:lnSpc>
              <a:spcBef>
                <a:spcPts val="2460"/>
              </a:spcBef>
            </a:pPr>
            <a:r>
              <a:rPr sz="4725" spc="-397" baseline="7936" dirty="0">
                <a:latin typeface="Symbol"/>
                <a:cs typeface="Symbol"/>
              </a:rPr>
              <a:t></a:t>
            </a:r>
            <a:r>
              <a:rPr sz="4725" spc="-555" baseline="7936" dirty="0">
                <a:latin typeface="Times New Roman"/>
                <a:cs typeface="Times New Roman"/>
              </a:rPr>
              <a:t> </a:t>
            </a:r>
            <a:r>
              <a:rPr sz="3600" i="1" spc="-15" baseline="13888" dirty="0">
                <a:latin typeface="Times New Roman"/>
                <a:cs typeface="Times New Roman"/>
              </a:rPr>
              <a:t>y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i="1" spc="-120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</a:t>
            </a:r>
            <a:r>
              <a:rPr sz="3600" spc="-517" baseline="13888" dirty="0">
                <a:latin typeface="Times New Roman"/>
                <a:cs typeface="Times New Roman"/>
              </a:rPr>
              <a:t> </a:t>
            </a:r>
            <a:r>
              <a:rPr sz="3750" i="1" spc="37" baseline="13333" dirty="0">
                <a:latin typeface="Symbol"/>
                <a:cs typeface="Symbol"/>
              </a:rPr>
              <a:t>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80" dirty="0">
                <a:latin typeface="Times New Roman"/>
                <a:cs typeface="Times New Roman"/>
              </a:rPr>
              <a:t> </a:t>
            </a:r>
            <a:r>
              <a:rPr sz="4725" spc="-397" baseline="7936" dirty="0">
                <a:latin typeface="Symbol"/>
                <a:cs typeface="Symbol"/>
              </a:rPr>
              <a:t></a:t>
            </a:r>
            <a:r>
              <a:rPr sz="4725" spc="-630" baseline="7936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</a:t>
            </a:r>
            <a:r>
              <a:rPr sz="3600" spc="-240" baseline="13888" dirty="0">
                <a:latin typeface="Times New Roman"/>
                <a:cs typeface="Times New Roman"/>
              </a:rPr>
              <a:t> </a:t>
            </a:r>
            <a:r>
              <a:rPr sz="3600" i="1" spc="-345" baseline="13888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4725" spc="-397" baseline="7936" dirty="0">
                <a:latin typeface="Symbol"/>
                <a:cs typeface="Symbol"/>
              </a:rPr>
              <a:t></a:t>
            </a:r>
            <a:r>
              <a:rPr sz="4725" spc="-555" baseline="7936" dirty="0">
                <a:latin typeface="Times New Roman"/>
                <a:cs typeface="Times New Roman"/>
              </a:rPr>
              <a:t> </a:t>
            </a:r>
            <a:r>
              <a:rPr sz="3600" i="1" spc="-7" baseline="13888" dirty="0">
                <a:latin typeface="Times New Roman"/>
                <a:cs typeface="Times New Roman"/>
              </a:rPr>
              <a:t>y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</a:t>
            </a:r>
            <a:r>
              <a:rPr sz="3600" spc="-525" baseline="13888" dirty="0">
                <a:latin typeface="Times New Roman"/>
                <a:cs typeface="Times New Roman"/>
              </a:rPr>
              <a:t> </a:t>
            </a:r>
            <a:r>
              <a:rPr sz="3750" i="1" spc="37" baseline="13333" dirty="0">
                <a:latin typeface="Symbol"/>
                <a:cs typeface="Symbol"/>
              </a:rPr>
              <a:t>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4725" spc="-397" baseline="7936" dirty="0">
                <a:latin typeface="Symbol"/>
                <a:cs typeface="Symbol"/>
              </a:rPr>
              <a:t></a:t>
            </a:r>
            <a:r>
              <a:rPr sz="4725" spc="-405" baseline="7936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</a:t>
            </a:r>
            <a:r>
              <a:rPr sz="3600" spc="-179" baseline="13888" dirty="0">
                <a:latin typeface="Times New Roman"/>
                <a:cs typeface="Times New Roman"/>
              </a:rPr>
              <a:t> </a:t>
            </a:r>
            <a:r>
              <a:rPr sz="3600" i="1" spc="-509" baseline="13888" dirty="0">
                <a:latin typeface="Times New Roman"/>
                <a:cs typeface="Times New Roman"/>
              </a:rPr>
              <a:t>b</a:t>
            </a:r>
            <a:r>
              <a:rPr sz="1800" spc="-125" dirty="0">
                <a:latin typeface="Times New Roman"/>
                <a:cs typeface="Times New Roman"/>
              </a:rPr>
              <a:t>1</a:t>
            </a:r>
            <a:r>
              <a:rPr sz="3600" i="1" spc="0" baseline="13888" dirty="0">
                <a:latin typeface="Times New Roman"/>
                <a:cs typeface="Times New Roman"/>
              </a:rPr>
              <a:t>u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35933" y="2051361"/>
            <a:ext cx="26416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61772" y="2130104"/>
            <a:ext cx="37909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340" dirty="0">
                <a:latin typeface="Times New Roman"/>
                <a:cs typeface="Times New Roman"/>
              </a:rPr>
              <a:t>b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i="1" spc="-10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42995" y="2517468"/>
            <a:ext cx="1052195" cy="47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-229" dirty="0">
                <a:latin typeface="Times New Roman"/>
                <a:cs typeface="Times New Roman"/>
              </a:rPr>
              <a:t>a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30" baseline="32407" dirty="0">
                <a:latin typeface="Symbol"/>
                <a:cs typeface="Symbol"/>
              </a:rPr>
              <a:t></a:t>
            </a:r>
            <a:r>
              <a:rPr sz="2700" spc="-15" baseline="32407" dirty="0">
                <a:latin typeface="Times New Roman"/>
                <a:cs typeface="Times New Roman"/>
              </a:rPr>
              <a:t>1</a:t>
            </a:r>
            <a:endParaRPr sz="2700" baseline="32407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44886" y="1985375"/>
            <a:ext cx="1286510" cy="1072515"/>
          </a:xfrm>
          <a:custGeom>
            <a:avLst/>
            <a:gdLst/>
            <a:ahLst/>
            <a:cxnLst/>
            <a:rect l="l" t="t" r="r" b="b"/>
            <a:pathLst>
              <a:path w="1286509" h="1072514">
                <a:moveTo>
                  <a:pt x="0" y="178704"/>
                </a:moveTo>
                <a:lnTo>
                  <a:pt x="5244" y="135548"/>
                </a:lnTo>
                <a:lnTo>
                  <a:pt x="20136" y="96202"/>
                </a:lnTo>
                <a:lnTo>
                  <a:pt x="43417" y="61925"/>
                </a:lnTo>
                <a:lnTo>
                  <a:pt x="73828" y="33981"/>
                </a:lnTo>
                <a:lnTo>
                  <a:pt x="110107" y="13629"/>
                </a:lnTo>
                <a:lnTo>
                  <a:pt x="150995" y="2130"/>
                </a:lnTo>
                <a:lnTo>
                  <a:pt x="1107551" y="0"/>
                </a:lnTo>
                <a:lnTo>
                  <a:pt x="1122281" y="598"/>
                </a:lnTo>
                <a:lnTo>
                  <a:pt x="1164303" y="9200"/>
                </a:lnTo>
                <a:lnTo>
                  <a:pt x="1202097" y="27031"/>
                </a:lnTo>
                <a:lnTo>
                  <a:pt x="1234402" y="52831"/>
                </a:lnTo>
                <a:lnTo>
                  <a:pt x="1259956" y="85340"/>
                </a:lnTo>
                <a:lnTo>
                  <a:pt x="1277499" y="123295"/>
                </a:lnTo>
                <a:lnTo>
                  <a:pt x="1285771" y="165438"/>
                </a:lnTo>
                <a:lnTo>
                  <a:pt x="1286255" y="893460"/>
                </a:lnTo>
                <a:lnTo>
                  <a:pt x="1285657" y="908186"/>
                </a:lnTo>
                <a:lnTo>
                  <a:pt x="1277054" y="950202"/>
                </a:lnTo>
                <a:lnTo>
                  <a:pt x="1259220" y="987991"/>
                </a:lnTo>
                <a:lnTo>
                  <a:pt x="1233415" y="1020292"/>
                </a:lnTo>
                <a:lnTo>
                  <a:pt x="1200902" y="1045843"/>
                </a:lnTo>
                <a:lnTo>
                  <a:pt x="1162941" y="1063383"/>
                </a:lnTo>
                <a:lnTo>
                  <a:pt x="1120793" y="1071650"/>
                </a:lnTo>
                <a:lnTo>
                  <a:pt x="178673" y="1072133"/>
                </a:lnTo>
                <a:lnTo>
                  <a:pt x="163942" y="1071535"/>
                </a:lnTo>
                <a:lnTo>
                  <a:pt x="121915" y="1062930"/>
                </a:lnTo>
                <a:lnTo>
                  <a:pt x="84122" y="1045094"/>
                </a:lnTo>
                <a:lnTo>
                  <a:pt x="51821" y="1019289"/>
                </a:lnTo>
                <a:lnTo>
                  <a:pt x="26274" y="986776"/>
                </a:lnTo>
                <a:lnTo>
                  <a:pt x="8741" y="948817"/>
                </a:lnTo>
                <a:lnTo>
                  <a:pt x="481" y="906674"/>
                </a:lnTo>
                <a:lnTo>
                  <a:pt x="0" y="178704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892333" y="2047645"/>
            <a:ext cx="25781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45" dirty="0">
                <a:latin typeface="Times New Roman"/>
                <a:cs typeface="Times New Roman"/>
              </a:rPr>
              <a:t>x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49346" y="2068219"/>
            <a:ext cx="28130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0" dirty="0">
                <a:latin typeface="Times New Roman"/>
                <a:cs typeface="Times New Roman"/>
              </a:rPr>
              <a:t>u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518288" y="2295509"/>
            <a:ext cx="500380" cy="500380"/>
          </a:xfrm>
          <a:custGeom>
            <a:avLst/>
            <a:gdLst/>
            <a:ahLst/>
            <a:cxnLst/>
            <a:rect l="l" t="t" r="r" b="b"/>
            <a:pathLst>
              <a:path w="500379" h="500380">
                <a:moveTo>
                  <a:pt x="0" y="249935"/>
                </a:moveTo>
                <a:lnTo>
                  <a:pt x="3271" y="209400"/>
                </a:lnTo>
                <a:lnTo>
                  <a:pt x="12741" y="170945"/>
                </a:lnTo>
                <a:lnTo>
                  <a:pt x="27895" y="135085"/>
                </a:lnTo>
                <a:lnTo>
                  <a:pt x="48220" y="102336"/>
                </a:lnTo>
                <a:lnTo>
                  <a:pt x="73201" y="73212"/>
                </a:lnTo>
                <a:lnTo>
                  <a:pt x="102323" y="48229"/>
                </a:lnTo>
                <a:lnTo>
                  <a:pt x="135072" y="27901"/>
                </a:lnTo>
                <a:lnTo>
                  <a:pt x="170933" y="12744"/>
                </a:lnTo>
                <a:lnTo>
                  <a:pt x="209393" y="3271"/>
                </a:lnTo>
                <a:lnTo>
                  <a:pt x="249935" y="0"/>
                </a:lnTo>
                <a:lnTo>
                  <a:pt x="270431" y="828"/>
                </a:lnTo>
                <a:lnTo>
                  <a:pt x="309991" y="7265"/>
                </a:lnTo>
                <a:lnTo>
                  <a:pt x="347212" y="19644"/>
                </a:lnTo>
                <a:lnTo>
                  <a:pt x="381581" y="37451"/>
                </a:lnTo>
                <a:lnTo>
                  <a:pt x="412582" y="60171"/>
                </a:lnTo>
                <a:lnTo>
                  <a:pt x="439700" y="87289"/>
                </a:lnTo>
                <a:lnTo>
                  <a:pt x="462420" y="118290"/>
                </a:lnTo>
                <a:lnTo>
                  <a:pt x="480227" y="152659"/>
                </a:lnTo>
                <a:lnTo>
                  <a:pt x="492606" y="189880"/>
                </a:lnTo>
                <a:lnTo>
                  <a:pt x="499043" y="229440"/>
                </a:lnTo>
                <a:lnTo>
                  <a:pt x="499871" y="249935"/>
                </a:lnTo>
                <a:lnTo>
                  <a:pt x="499043" y="270435"/>
                </a:lnTo>
                <a:lnTo>
                  <a:pt x="492606" y="310001"/>
                </a:lnTo>
                <a:lnTo>
                  <a:pt x="480227" y="347225"/>
                </a:lnTo>
                <a:lnTo>
                  <a:pt x="462420" y="381595"/>
                </a:lnTo>
                <a:lnTo>
                  <a:pt x="439700" y="412594"/>
                </a:lnTo>
                <a:lnTo>
                  <a:pt x="412582" y="439710"/>
                </a:lnTo>
                <a:lnTo>
                  <a:pt x="381581" y="462427"/>
                </a:lnTo>
                <a:lnTo>
                  <a:pt x="347212" y="480231"/>
                </a:lnTo>
                <a:lnTo>
                  <a:pt x="309991" y="492608"/>
                </a:lnTo>
                <a:lnTo>
                  <a:pt x="270431" y="499043"/>
                </a:lnTo>
                <a:lnTo>
                  <a:pt x="249935" y="499871"/>
                </a:lnTo>
                <a:lnTo>
                  <a:pt x="229436" y="499043"/>
                </a:lnTo>
                <a:lnTo>
                  <a:pt x="189870" y="492608"/>
                </a:lnTo>
                <a:lnTo>
                  <a:pt x="152646" y="480231"/>
                </a:lnTo>
                <a:lnTo>
                  <a:pt x="118276" y="462427"/>
                </a:lnTo>
                <a:lnTo>
                  <a:pt x="87277" y="439710"/>
                </a:lnTo>
                <a:lnTo>
                  <a:pt x="60161" y="412594"/>
                </a:lnTo>
                <a:lnTo>
                  <a:pt x="37444" y="381595"/>
                </a:lnTo>
                <a:lnTo>
                  <a:pt x="19640" y="347225"/>
                </a:lnTo>
                <a:lnTo>
                  <a:pt x="7263" y="310001"/>
                </a:lnTo>
                <a:lnTo>
                  <a:pt x="828" y="270435"/>
                </a:lnTo>
                <a:lnTo>
                  <a:pt x="0" y="249935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68863" y="1711055"/>
            <a:ext cx="14604" cy="559435"/>
          </a:xfrm>
          <a:custGeom>
            <a:avLst/>
            <a:gdLst/>
            <a:ahLst/>
            <a:cxnLst/>
            <a:rect l="l" t="t" r="r" b="b"/>
            <a:pathLst>
              <a:path w="14604" h="559435">
                <a:moveTo>
                  <a:pt x="14417" y="0"/>
                </a:moveTo>
                <a:lnTo>
                  <a:pt x="0" y="55933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726374" y="2193066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69">
                <a:moveTo>
                  <a:pt x="88879" y="2316"/>
                </a:moveTo>
                <a:lnTo>
                  <a:pt x="42489" y="77327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645113" y="2328687"/>
            <a:ext cx="23495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Symbol"/>
                <a:cs typeface="Symbol"/>
              </a:rPr>
              <a:t>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09680" y="2071929"/>
            <a:ext cx="262890" cy="393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15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70488" y="1575868"/>
            <a:ext cx="287655" cy="41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25" dirty="0">
                <a:latin typeface="Symbol"/>
                <a:cs typeface="Symbol"/>
              </a:rPr>
              <a:t>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43262" y="2533253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4" h="1905">
                <a:moveTo>
                  <a:pt x="0" y="0"/>
                </a:moveTo>
                <a:lnTo>
                  <a:pt x="760902" y="155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27873" y="2490216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02158" y="2533253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5" h="1905">
                <a:moveTo>
                  <a:pt x="0" y="0"/>
                </a:moveTo>
                <a:lnTo>
                  <a:pt x="760902" y="155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686768" y="2490216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8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516120" y="3877126"/>
            <a:ext cx="1442085" cy="412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45" dirty="0">
                <a:latin typeface="Times New Roman"/>
                <a:cs typeface="Times New Roman"/>
              </a:rPr>
              <a:t>x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44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-179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345" dirty="0">
                <a:latin typeface="Times New Roman"/>
                <a:cs typeface="Times New Roman"/>
              </a:rPr>
              <a:t> </a:t>
            </a:r>
            <a:r>
              <a:rPr sz="2500" i="1" spc="25" dirty="0">
                <a:latin typeface="Symbol"/>
                <a:cs typeface="Symbol"/>
              </a:rPr>
              <a:t>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36838" y="5144956"/>
            <a:ext cx="4111625" cy="41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50"/>
              </a:lnSpc>
            </a:pPr>
            <a:r>
              <a:rPr sz="3525" i="1" spc="22" baseline="14184" dirty="0">
                <a:latin typeface="Times New Roman"/>
                <a:cs typeface="Times New Roman"/>
              </a:rPr>
              <a:t>y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3525" spc="37" baseline="14184" dirty="0">
                <a:latin typeface="Symbol"/>
                <a:cs typeface="Symbol"/>
              </a:rPr>
              <a:t></a:t>
            </a:r>
            <a:r>
              <a:rPr sz="3525" spc="-52" baseline="14184" dirty="0">
                <a:latin typeface="Times New Roman"/>
                <a:cs typeface="Times New Roman"/>
              </a:rPr>
              <a:t> </a:t>
            </a:r>
            <a:r>
              <a:rPr sz="3525" spc="142" baseline="14184" dirty="0">
                <a:latin typeface="Symbol"/>
                <a:cs typeface="Symbol"/>
              </a:rPr>
              <a:t></a:t>
            </a:r>
            <a:r>
              <a:rPr sz="3525" i="1" spc="-292" baseline="14184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-265" dirty="0">
                <a:latin typeface="Times New Roman"/>
                <a:cs typeface="Times New Roman"/>
              </a:rPr>
              <a:t> </a:t>
            </a:r>
            <a:r>
              <a:rPr sz="3525" i="1" spc="22" baseline="14184" dirty="0">
                <a:latin typeface="Times New Roman"/>
                <a:cs typeface="Times New Roman"/>
              </a:rPr>
              <a:t>y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3525" spc="37" baseline="14184" dirty="0">
                <a:latin typeface="Symbol"/>
                <a:cs typeface="Symbol"/>
              </a:rPr>
              <a:t></a:t>
            </a:r>
            <a:r>
              <a:rPr sz="3525" spc="-330" baseline="14184" dirty="0">
                <a:latin typeface="Times New Roman"/>
                <a:cs typeface="Times New Roman"/>
              </a:rPr>
              <a:t> </a:t>
            </a:r>
            <a:r>
              <a:rPr sz="3525" i="1" spc="-457" baseline="14184" dirty="0">
                <a:latin typeface="Times New Roman"/>
                <a:cs typeface="Times New Roman"/>
              </a:rPr>
              <a:t>b</a:t>
            </a:r>
            <a:r>
              <a:rPr sz="1800" spc="-125" dirty="0">
                <a:latin typeface="Times New Roman"/>
                <a:cs typeface="Times New Roman"/>
              </a:rPr>
              <a:t>1</a:t>
            </a:r>
            <a:r>
              <a:rPr sz="3525" i="1" spc="52" baseline="14184" dirty="0">
                <a:latin typeface="Times New Roman"/>
                <a:cs typeface="Times New Roman"/>
              </a:rPr>
              <a:t>u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3525" spc="37" baseline="14184" dirty="0">
                <a:latin typeface="Symbol"/>
                <a:cs typeface="Symbol"/>
              </a:rPr>
              <a:t></a:t>
            </a:r>
            <a:r>
              <a:rPr sz="3525" spc="-442" baseline="14184" dirty="0">
                <a:latin typeface="Times New Roman"/>
                <a:cs typeface="Times New Roman"/>
              </a:rPr>
              <a:t> </a:t>
            </a:r>
            <a:r>
              <a:rPr sz="3750" i="1" spc="37" baseline="13333" dirty="0">
                <a:latin typeface="Symbol"/>
                <a:cs typeface="Symbol"/>
              </a:rPr>
              <a:t>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i="1" spc="-120" dirty="0">
                <a:latin typeface="Times New Roman"/>
                <a:cs typeface="Times New Roman"/>
              </a:rPr>
              <a:t> </a:t>
            </a:r>
            <a:r>
              <a:rPr sz="3525" spc="37" baseline="14184" dirty="0">
                <a:latin typeface="Symbol"/>
                <a:cs typeface="Symbol"/>
              </a:rPr>
              <a:t></a:t>
            </a:r>
            <a:r>
              <a:rPr sz="3525" spc="-217" baseline="14184" dirty="0">
                <a:latin typeface="Times New Roman"/>
                <a:cs typeface="Times New Roman"/>
              </a:rPr>
              <a:t> </a:t>
            </a:r>
            <a:r>
              <a:rPr sz="3525" i="1" spc="-292" baseline="14184" dirty="0">
                <a:latin typeface="Times New Roman"/>
                <a:cs typeface="Times New Roman"/>
              </a:rPr>
              <a:t>a</a:t>
            </a:r>
            <a:r>
              <a:rPr sz="1800" spc="-200" dirty="0">
                <a:latin typeface="Times New Roman"/>
                <a:cs typeface="Times New Roman"/>
              </a:rPr>
              <a:t>1</a:t>
            </a:r>
            <a:r>
              <a:rPr sz="3750" i="1" spc="37" baseline="13333" dirty="0">
                <a:latin typeface="Symbol"/>
                <a:cs typeface="Symbol"/>
              </a:rPr>
              <a:t>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62161" y="5436665"/>
            <a:ext cx="1099820" cy="631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30"/>
              </a:lnSpc>
            </a:pPr>
            <a:r>
              <a:rPr sz="2400" spc="-665" dirty="0">
                <a:latin typeface="MT Extra"/>
                <a:cs typeface="MT Extra"/>
              </a:rPr>
              <a:t></a:t>
            </a:r>
            <a:r>
              <a:rPr sz="2400" spc="-610" dirty="0">
                <a:latin typeface="MT Extra"/>
                <a:cs typeface="MT Extra"/>
              </a:rPr>
              <a:t></a:t>
            </a:r>
            <a:r>
              <a:rPr sz="2400" spc="-140" dirty="0">
                <a:latin typeface="MT Extra"/>
                <a:cs typeface="MT Extra"/>
              </a:rPr>
              <a:t></a:t>
            </a:r>
            <a:r>
              <a:rPr sz="2400" spc="-1145" dirty="0">
                <a:latin typeface="MT Extra"/>
                <a:cs typeface="MT Extra"/>
              </a:rPr>
              <a:t></a:t>
            </a:r>
            <a:endParaRPr sz="2400">
              <a:latin typeface="MT Extra"/>
              <a:cs typeface="MT Extra"/>
            </a:endParaRPr>
          </a:p>
          <a:p>
            <a:pPr marL="86360" algn="ctr">
              <a:lnSpc>
                <a:spcPts val="2130"/>
              </a:lnSpc>
            </a:pPr>
            <a:r>
              <a:rPr sz="1900" i="1" spc="-25" dirty="0">
                <a:latin typeface="Symbol"/>
                <a:cs typeface="Symbol"/>
              </a:rPr>
              <a:t></a:t>
            </a:r>
            <a:r>
              <a:rPr sz="2100" i="1" spc="-15" baseline="-17857" dirty="0">
                <a:latin typeface="Times New Roman"/>
                <a:cs typeface="Times New Roman"/>
              </a:rPr>
              <a:t>k</a:t>
            </a:r>
            <a:endParaRPr sz="2100" baseline="-1785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5483748" y="1877933"/>
            <a:ext cx="1285875" cy="1072515"/>
          </a:xfrm>
          <a:custGeom>
            <a:avLst/>
            <a:gdLst/>
            <a:ahLst/>
            <a:cxnLst/>
            <a:rect l="l" t="t" r="r" b="b"/>
            <a:pathLst>
              <a:path w="1285875" h="1072514">
                <a:moveTo>
                  <a:pt x="1106789" y="0"/>
                </a:moveTo>
                <a:lnTo>
                  <a:pt x="165431" y="483"/>
                </a:lnTo>
                <a:lnTo>
                  <a:pt x="123286" y="8750"/>
                </a:lnTo>
                <a:lnTo>
                  <a:pt x="85331" y="26291"/>
                </a:lnTo>
                <a:lnTo>
                  <a:pt x="52824" y="51845"/>
                </a:lnTo>
                <a:lnTo>
                  <a:pt x="27027" y="84151"/>
                </a:lnTo>
                <a:lnTo>
                  <a:pt x="9198" y="121947"/>
                </a:lnTo>
                <a:lnTo>
                  <a:pt x="598" y="163973"/>
                </a:lnTo>
                <a:lnTo>
                  <a:pt x="0" y="178704"/>
                </a:lnTo>
                <a:lnTo>
                  <a:pt x="481" y="906674"/>
                </a:lnTo>
                <a:lnTo>
                  <a:pt x="8741" y="948817"/>
                </a:lnTo>
                <a:lnTo>
                  <a:pt x="26274" y="986776"/>
                </a:lnTo>
                <a:lnTo>
                  <a:pt x="51821" y="1019289"/>
                </a:lnTo>
                <a:lnTo>
                  <a:pt x="84122" y="1045094"/>
                </a:lnTo>
                <a:lnTo>
                  <a:pt x="121915" y="1062930"/>
                </a:lnTo>
                <a:lnTo>
                  <a:pt x="163942" y="1071535"/>
                </a:lnTo>
                <a:lnTo>
                  <a:pt x="178673" y="1072133"/>
                </a:lnTo>
                <a:lnTo>
                  <a:pt x="1120031" y="1071650"/>
                </a:lnTo>
                <a:lnTo>
                  <a:pt x="1162179" y="1063383"/>
                </a:lnTo>
                <a:lnTo>
                  <a:pt x="1200140" y="1045843"/>
                </a:lnTo>
                <a:lnTo>
                  <a:pt x="1232653" y="1020292"/>
                </a:lnTo>
                <a:lnTo>
                  <a:pt x="1258458" y="987991"/>
                </a:lnTo>
                <a:lnTo>
                  <a:pt x="1276292" y="950202"/>
                </a:lnTo>
                <a:lnTo>
                  <a:pt x="1284895" y="908186"/>
                </a:lnTo>
                <a:lnTo>
                  <a:pt x="1285493" y="893460"/>
                </a:lnTo>
                <a:lnTo>
                  <a:pt x="1285009" y="165438"/>
                </a:lnTo>
                <a:lnTo>
                  <a:pt x="1276737" y="123295"/>
                </a:lnTo>
                <a:lnTo>
                  <a:pt x="1259194" y="85340"/>
                </a:lnTo>
                <a:lnTo>
                  <a:pt x="1233640" y="52831"/>
                </a:lnTo>
                <a:lnTo>
                  <a:pt x="1201335" y="27031"/>
                </a:lnTo>
                <a:lnTo>
                  <a:pt x="1163541" y="9200"/>
                </a:lnTo>
                <a:lnTo>
                  <a:pt x="1121519" y="598"/>
                </a:lnTo>
                <a:lnTo>
                  <a:pt x="110678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5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qu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-10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Er</a:t>
            </a:r>
            <a:r>
              <a:rPr spc="-5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r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Co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ti</a:t>
            </a:r>
            <a:r>
              <a:rPr spc="-5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u</a:t>
            </a:r>
            <a:r>
              <a:rPr spc="-3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d</a:t>
            </a:r>
          </a:p>
        </p:txBody>
      </p:sp>
      <p:sp>
        <p:nvSpPr>
          <p:cNvPr id="4" name="object 4"/>
          <p:cNvSpPr/>
          <p:nvPr/>
        </p:nvSpPr>
        <p:spPr>
          <a:xfrm>
            <a:off x="6770765" y="2440289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5" h="1905">
                <a:moveTo>
                  <a:pt x="0" y="0"/>
                </a:moveTo>
                <a:lnTo>
                  <a:pt x="760902" y="155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55377" y="2397252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8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07232" y="2397634"/>
            <a:ext cx="1039494" cy="0"/>
          </a:xfrm>
          <a:custGeom>
            <a:avLst/>
            <a:gdLst/>
            <a:ahLst/>
            <a:cxnLst/>
            <a:rect l="l" t="t" r="r" b="b"/>
            <a:pathLst>
              <a:path w="1039495">
                <a:moveTo>
                  <a:pt x="0" y="0"/>
                </a:moveTo>
                <a:lnTo>
                  <a:pt x="1039236" y="0"/>
                </a:lnTo>
              </a:path>
            </a:pathLst>
          </a:custGeom>
          <a:ln w="126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74795" y="1943919"/>
            <a:ext cx="26416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00634" y="2022662"/>
            <a:ext cx="37909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340" dirty="0">
                <a:latin typeface="Times New Roman"/>
                <a:cs typeface="Times New Roman"/>
              </a:rPr>
              <a:t>b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i="1" spc="-10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9796" y="2410026"/>
            <a:ext cx="26416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1857" y="2483918"/>
            <a:ext cx="79248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-229" dirty="0">
                <a:latin typeface="Times New Roman"/>
                <a:cs typeface="Times New Roman"/>
              </a:rPr>
              <a:t>a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i="1" spc="-10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83748" y="1877933"/>
            <a:ext cx="1285875" cy="1072515"/>
          </a:xfrm>
          <a:custGeom>
            <a:avLst/>
            <a:gdLst/>
            <a:ahLst/>
            <a:cxnLst/>
            <a:rect l="l" t="t" r="r" b="b"/>
            <a:pathLst>
              <a:path w="1285875" h="1072514">
                <a:moveTo>
                  <a:pt x="0" y="178704"/>
                </a:moveTo>
                <a:lnTo>
                  <a:pt x="5244" y="135548"/>
                </a:lnTo>
                <a:lnTo>
                  <a:pt x="20136" y="96202"/>
                </a:lnTo>
                <a:lnTo>
                  <a:pt x="43417" y="61925"/>
                </a:lnTo>
                <a:lnTo>
                  <a:pt x="73828" y="33981"/>
                </a:lnTo>
                <a:lnTo>
                  <a:pt x="110107" y="13629"/>
                </a:lnTo>
                <a:lnTo>
                  <a:pt x="150995" y="2130"/>
                </a:lnTo>
                <a:lnTo>
                  <a:pt x="1106789" y="0"/>
                </a:lnTo>
                <a:lnTo>
                  <a:pt x="1121519" y="598"/>
                </a:lnTo>
                <a:lnTo>
                  <a:pt x="1163541" y="9200"/>
                </a:lnTo>
                <a:lnTo>
                  <a:pt x="1201335" y="27031"/>
                </a:lnTo>
                <a:lnTo>
                  <a:pt x="1233640" y="52831"/>
                </a:lnTo>
                <a:lnTo>
                  <a:pt x="1259194" y="85340"/>
                </a:lnTo>
                <a:lnTo>
                  <a:pt x="1276737" y="123295"/>
                </a:lnTo>
                <a:lnTo>
                  <a:pt x="1285009" y="165438"/>
                </a:lnTo>
                <a:lnTo>
                  <a:pt x="1285493" y="893460"/>
                </a:lnTo>
                <a:lnTo>
                  <a:pt x="1284895" y="908186"/>
                </a:lnTo>
                <a:lnTo>
                  <a:pt x="1276292" y="950202"/>
                </a:lnTo>
                <a:lnTo>
                  <a:pt x="1258458" y="987991"/>
                </a:lnTo>
                <a:lnTo>
                  <a:pt x="1232653" y="1020292"/>
                </a:lnTo>
                <a:lnTo>
                  <a:pt x="1200140" y="1045843"/>
                </a:lnTo>
                <a:lnTo>
                  <a:pt x="1162179" y="1063383"/>
                </a:lnTo>
                <a:lnTo>
                  <a:pt x="1120031" y="1071650"/>
                </a:lnTo>
                <a:lnTo>
                  <a:pt x="178673" y="1072133"/>
                </a:lnTo>
                <a:lnTo>
                  <a:pt x="163942" y="1071535"/>
                </a:lnTo>
                <a:lnTo>
                  <a:pt x="121915" y="1062930"/>
                </a:lnTo>
                <a:lnTo>
                  <a:pt x="84122" y="1045094"/>
                </a:lnTo>
                <a:lnTo>
                  <a:pt x="51821" y="1019289"/>
                </a:lnTo>
                <a:lnTo>
                  <a:pt x="26274" y="986776"/>
                </a:lnTo>
                <a:lnTo>
                  <a:pt x="8741" y="948817"/>
                </a:lnTo>
                <a:lnTo>
                  <a:pt x="481" y="906674"/>
                </a:lnTo>
                <a:lnTo>
                  <a:pt x="0" y="178704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30560" y="1940203"/>
            <a:ext cx="25781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45" dirty="0">
                <a:latin typeface="Times New Roman"/>
                <a:cs typeface="Times New Roman"/>
              </a:rPr>
              <a:t>x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87535" y="1960777"/>
            <a:ext cx="28194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0" dirty="0">
                <a:latin typeface="Times New Roman"/>
                <a:cs typeface="Times New Roman"/>
              </a:rPr>
              <a:t>u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57150" y="2187305"/>
            <a:ext cx="500380" cy="501015"/>
          </a:xfrm>
          <a:custGeom>
            <a:avLst/>
            <a:gdLst/>
            <a:ahLst/>
            <a:cxnLst/>
            <a:rect l="l" t="t" r="r" b="b"/>
            <a:pathLst>
              <a:path w="500379" h="501014">
                <a:moveTo>
                  <a:pt x="0" y="250332"/>
                </a:moveTo>
                <a:lnTo>
                  <a:pt x="3271" y="209726"/>
                </a:lnTo>
                <a:lnTo>
                  <a:pt x="12741" y="171206"/>
                </a:lnTo>
                <a:lnTo>
                  <a:pt x="27895" y="135289"/>
                </a:lnTo>
                <a:lnTo>
                  <a:pt x="48220" y="102488"/>
                </a:lnTo>
                <a:lnTo>
                  <a:pt x="73201" y="73319"/>
                </a:lnTo>
                <a:lnTo>
                  <a:pt x="102323" y="48298"/>
                </a:lnTo>
                <a:lnTo>
                  <a:pt x="135072" y="27941"/>
                </a:lnTo>
                <a:lnTo>
                  <a:pt x="170933" y="12761"/>
                </a:lnTo>
                <a:lnTo>
                  <a:pt x="209393" y="3276"/>
                </a:lnTo>
                <a:lnTo>
                  <a:pt x="249935" y="0"/>
                </a:lnTo>
                <a:lnTo>
                  <a:pt x="270431" y="829"/>
                </a:lnTo>
                <a:lnTo>
                  <a:pt x="309991" y="7275"/>
                </a:lnTo>
                <a:lnTo>
                  <a:pt x="347212" y="19671"/>
                </a:lnTo>
                <a:lnTo>
                  <a:pt x="381581" y="37504"/>
                </a:lnTo>
                <a:lnTo>
                  <a:pt x="412582" y="60258"/>
                </a:lnTo>
                <a:lnTo>
                  <a:pt x="439700" y="87417"/>
                </a:lnTo>
                <a:lnTo>
                  <a:pt x="462420" y="118466"/>
                </a:lnTo>
                <a:lnTo>
                  <a:pt x="480227" y="152890"/>
                </a:lnTo>
                <a:lnTo>
                  <a:pt x="492606" y="190173"/>
                </a:lnTo>
                <a:lnTo>
                  <a:pt x="499043" y="229800"/>
                </a:lnTo>
                <a:lnTo>
                  <a:pt x="499871" y="250332"/>
                </a:lnTo>
                <a:lnTo>
                  <a:pt x="499043" y="270863"/>
                </a:lnTo>
                <a:lnTo>
                  <a:pt x="492606" y="310488"/>
                </a:lnTo>
                <a:lnTo>
                  <a:pt x="480227" y="347769"/>
                </a:lnTo>
                <a:lnTo>
                  <a:pt x="462420" y="382189"/>
                </a:lnTo>
                <a:lnTo>
                  <a:pt x="439700" y="413233"/>
                </a:lnTo>
                <a:lnTo>
                  <a:pt x="412582" y="440388"/>
                </a:lnTo>
                <a:lnTo>
                  <a:pt x="381581" y="463137"/>
                </a:lnTo>
                <a:lnTo>
                  <a:pt x="347212" y="480966"/>
                </a:lnTo>
                <a:lnTo>
                  <a:pt x="309991" y="493360"/>
                </a:lnTo>
                <a:lnTo>
                  <a:pt x="270431" y="499804"/>
                </a:lnTo>
                <a:lnTo>
                  <a:pt x="249935" y="500633"/>
                </a:lnTo>
                <a:lnTo>
                  <a:pt x="229436" y="499804"/>
                </a:lnTo>
                <a:lnTo>
                  <a:pt x="189870" y="493360"/>
                </a:lnTo>
                <a:lnTo>
                  <a:pt x="152646" y="480966"/>
                </a:lnTo>
                <a:lnTo>
                  <a:pt x="118276" y="463137"/>
                </a:lnTo>
                <a:lnTo>
                  <a:pt x="87277" y="440388"/>
                </a:lnTo>
                <a:lnTo>
                  <a:pt x="60161" y="413233"/>
                </a:lnTo>
                <a:lnTo>
                  <a:pt x="37444" y="382189"/>
                </a:lnTo>
                <a:lnTo>
                  <a:pt x="19640" y="347769"/>
                </a:lnTo>
                <a:lnTo>
                  <a:pt x="7263" y="310488"/>
                </a:lnTo>
                <a:lnTo>
                  <a:pt x="828" y="270863"/>
                </a:lnTo>
                <a:lnTo>
                  <a:pt x="0" y="250332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07726" y="1603613"/>
            <a:ext cx="14604" cy="559435"/>
          </a:xfrm>
          <a:custGeom>
            <a:avLst/>
            <a:gdLst/>
            <a:ahLst/>
            <a:cxnLst/>
            <a:rect l="l" t="t" r="r" b="b"/>
            <a:pathLst>
              <a:path w="14604" h="559435">
                <a:moveTo>
                  <a:pt x="14417" y="0"/>
                </a:moveTo>
                <a:lnTo>
                  <a:pt x="0" y="55933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65236" y="2085624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69">
                <a:moveTo>
                  <a:pt x="88879" y="2316"/>
                </a:moveTo>
                <a:lnTo>
                  <a:pt x="42489" y="77327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683861" y="2220436"/>
            <a:ext cx="23495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20" dirty="0">
                <a:latin typeface="Symbol"/>
                <a:cs typeface="Symbol"/>
              </a:rPr>
              <a:t>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48552" y="1963828"/>
            <a:ext cx="26289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0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08652" y="1467719"/>
            <a:ext cx="288290" cy="412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25" dirty="0">
                <a:latin typeface="Symbol"/>
                <a:cs typeface="Symbol"/>
              </a:rPr>
              <a:t>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82124" y="2425811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4" h="1905">
                <a:moveTo>
                  <a:pt x="0" y="0"/>
                </a:moveTo>
                <a:lnTo>
                  <a:pt x="760902" y="155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66735" y="238274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291" y="44622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41020" y="2425811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5" h="1905">
                <a:moveTo>
                  <a:pt x="0" y="0"/>
                </a:moveTo>
                <a:lnTo>
                  <a:pt x="760902" y="155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725630" y="238274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82" y="0"/>
                </a:moveTo>
                <a:lnTo>
                  <a:pt x="76291" y="44622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3990" y="2654055"/>
            <a:ext cx="4110990" cy="412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50"/>
              </a:lnSpc>
            </a:pPr>
            <a:r>
              <a:rPr sz="3600" i="1" spc="-15" baseline="13888" dirty="0">
                <a:latin typeface="Times New Roman"/>
                <a:cs typeface="Times New Roman"/>
              </a:rPr>
              <a:t>y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</a:t>
            </a:r>
            <a:r>
              <a:rPr sz="3600" spc="-67" baseline="13888" dirty="0">
                <a:latin typeface="Times New Roman"/>
                <a:cs typeface="Times New Roman"/>
              </a:rPr>
              <a:t> </a:t>
            </a:r>
            <a:r>
              <a:rPr sz="3600" spc="75" baseline="13888" dirty="0">
                <a:latin typeface="Symbol"/>
                <a:cs typeface="Symbol"/>
              </a:rPr>
              <a:t></a:t>
            </a:r>
            <a:r>
              <a:rPr sz="3600" i="1" spc="-345" baseline="13888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-265" dirty="0">
                <a:latin typeface="Times New Roman"/>
                <a:cs typeface="Times New Roman"/>
              </a:rPr>
              <a:t> </a:t>
            </a:r>
            <a:r>
              <a:rPr sz="3600" i="1" spc="-15" baseline="13888" dirty="0">
                <a:latin typeface="Times New Roman"/>
                <a:cs typeface="Times New Roman"/>
              </a:rPr>
              <a:t>y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</a:t>
            </a:r>
            <a:r>
              <a:rPr sz="3600" spc="-352" baseline="13888" dirty="0">
                <a:latin typeface="Times New Roman"/>
                <a:cs typeface="Times New Roman"/>
              </a:rPr>
              <a:t> </a:t>
            </a:r>
            <a:r>
              <a:rPr sz="3600" i="1" spc="-509" baseline="13888" dirty="0">
                <a:latin typeface="Times New Roman"/>
                <a:cs typeface="Times New Roman"/>
              </a:rPr>
              <a:t>b</a:t>
            </a:r>
            <a:r>
              <a:rPr sz="1800" spc="-125" dirty="0">
                <a:latin typeface="Times New Roman"/>
                <a:cs typeface="Times New Roman"/>
              </a:rPr>
              <a:t>1</a:t>
            </a:r>
            <a:r>
              <a:rPr sz="3600" i="1" spc="0" baseline="13888" dirty="0">
                <a:latin typeface="Times New Roman"/>
                <a:cs typeface="Times New Roman"/>
              </a:rPr>
              <a:t>u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</a:t>
            </a:r>
            <a:r>
              <a:rPr sz="3600" spc="-465" baseline="13888" dirty="0">
                <a:latin typeface="Times New Roman"/>
                <a:cs typeface="Times New Roman"/>
              </a:rPr>
              <a:t> </a:t>
            </a:r>
            <a:r>
              <a:rPr sz="3750" i="1" spc="37" baseline="13333" dirty="0">
                <a:latin typeface="Symbol"/>
                <a:cs typeface="Symbol"/>
              </a:rPr>
              <a:t>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i="1" spc="-120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</a:t>
            </a:r>
            <a:r>
              <a:rPr sz="3600" spc="-232" baseline="13888" dirty="0">
                <a:latin typeface="Times New Roman"/>
                <a:cs typeface="Times New Roman"/>
              </a:rPr>
              <a:t> </a:t>
            </a:r>
            <a:r>
              <a:rPr sz="3600" i="1" spc="-345" baseline="13888" dirty="0">
                <a:latin typeface="Times New Roman"/>
                <a:cs typeface="Times New Roman"/>
              </a:rPr>
              <a:t>a</a:t>
            </a:r>
            <a:r>
              <a:rPr sz="1800" spc="-200" dirty="0">
                <a:latin typeface="Times New Roman"/>
                <a:cs typeface="Times New Roman"/>
              </a:rPr>
              <a:t>1</a:t>
            </a:r>
            <a:r>
              <a:rPr sz="3750" i="1" spc="37" baseline="13333" dirty="0">
                <a:latin typeface="Symbol"/>
                <a:cs typeface="Symbol"/>
              </a:rPr>
              <a:t>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61933" y="2840932"/>
            <a:ext cx="1204595" cy="631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30"/>
              </a:lnSpc>
            </a:pPr>
            <a:r>
              <a:rPr sz="2400" spc="-390" dirty="0">
                <a:latin typeface="MT Extra"/>
                <a:cs typeface="MT Extra"/>
              </a:rPr>
              <a:t></a:t>
            </a:r>
            <a:r>
              <a:rPr sz="2400" spc="-610" dirty="0">
                <a:latin typeface="MT Extra"/>
                <a:cs typeface="MT Extra"/>
              </a:rPr>
              <a:t></a:t>
            </a:r>
            <a:r>
              <a:rPr sz="2400" spc="-140" dirty="0">
                <a:latin typeface="MT Extra"/>
                <a:cs typeface="MT Extra"/>
              </a:rPr>
              <a:t></a:t>
            </a:r>
            <a:r>
              <a:rPr sz="2400" spc="-875" dirty="0">
                <a:latin typeface="MT Extra"/>
                <a:cs typeface="MT Extra"/>
              </a:rPr>
              <a:t></a:t>
            </a:r>
            <a:endParaRPr sz="2400">
              <a:latin typeface="MT Extra"/>
              <a:cs typeface="MT Extra"/>
            </a:endParaRPr>
          </a:p>
          <a:p>
            <a:pPr marL="52069" algn="ctr">
              <a:lnSpc>
                <a:spcPts val="2130"/>
              </a:lnSpc>
            </a:pPr>
            <a:r>
              <a:rPr sz="1900" i="1" spc="-25" dirty="0">
                <a:latin typeface="Symbol"/>
                <a:cs typeface="Symbol"/>
              </a:rPr>
              <a:t></a:t>
            </a:r>
            <a:r>
              <a:rPr sz="2100" i="1" spc="-15" baseline="-17857" dirty="0">
                <a:latin typeface="Times New Roman"/>
                <a:cs typeface="Times New Roman"/>
              </a:rPr>
              <a:t>k</a:t>
            </a:r>
            <a:endParaRPr sz="2100" baseline="-17857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1841" y="3918319"/>
            <a:ext cx="2396490" cy="4451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88315" algn="l"/>
                <a:tab pos="1545590" algn="l"/>
                <a:tab pos="2035175" algn="l"/>
              </a:tabLst>
            </a:pPr>
            <a:r>
              <a:rPr sz="1800" i="1" spc="-10" dirty="0">
                <a:latin typeface="Times New Roman"/>
                <a:cs typeface="Times New Roman"/>
              </a:rPr>
              <a:t>k	</a:t>
            </a:r>
            <a:r>
              <a:rPr sz="3525" spc="-202" baseline="-33096" dirty="0">
                <a:latin typeface="MT Extra"/>
                <a:cs typeface="MT Extra"/>
              </a:rPr>
              <a:t></a:t>
            </a:r>
            <a:r>
              <a:rPr sz="1800" spc="-835" dirty="0">
                <a:latin typeface="Times New Roman"/>
                <a:cs typeface="Times New Roman"/>
              </a:rPr>
              <a:t>1</a:t>
            </a:r>
            <a:r>
              <a:rPr sz="3525" spc="-419" baseline="-33096" dirty="0">
                <a:latin typeface="MT Extra"/>
                <a:cs typeface="MT Extra"/>
              </a:rPr>
              <a:t>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3525" spc="-765" baseline="-33096" dirty="0">
                <a:latin typeface="MT Extra"/>
                <a:cs typeface="MT Extra"/>
              </a:rPr>
              <a:t>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44566" y="3691368"/>
            <a:ext cx="1435100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6695" indent="-213995">
              <a:lnSpc>
                <a:spcPct val="100000"/>
              </a:lnSpc>
              <a:buFont typeface="Symbol"/>
              <a:buChar char=""/>
              <a:tabLst>
                <a:tab pos="226695" algn="l"/>
                <a:tab pos="1002665" algn="l"/>
              </a:tabLst>
            </a:pPr>
            <a:r>
              <a:rPr sz="2400" i="1" spc="-780" dirty="0">
                <a:latin typeface="Times New Roman"/>
                <a:cs typeface="Times New Roman"/>
              </a:rPr>
              <a:t>b</a:t>
            </a:r>
            <a:r>
              <a:rPr sz="3600" spc="-15" baseline="16203" dirty="0">
                <a:latin typeface="Times New Roman"/>
                <a:cs typeface="Times New Roman"/>
              </a:rPr>
              <a:t>ˆ</a:t>
            </a:r>
            <a:r>
              <a:rPr sz="3600" spc="-262" baseline="16203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u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5492" y="3767377"/>
            <a:ext cx="1193800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8300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y	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Symbol"/>
                <a:cs typeface="Symbol"/>
              </a:rPr>
              <a:t></a:t>
            </a:r>
            <a:r>
              <a:rPr sz="2400" i="1" spc="-875" dirty="0">
                <a:latin typeface="Times New Roman"/>
                <a:cs typeface="Times New Roman"/>
              </a:rPr>
              <a:t>a</a:t>
            </a:r>
            <a:r>
              <a:rPr sz="3600" spc="-15" baseline="2314" dirty="0">
                <a:latin typeface="Times New Roman"/>
                <a:cs typeface="Times New Roman"/>
              </a:rPr>
              <a:t>ˆ</a:t>
            </a:r>
            <a:r>
              <a:rPr sz="3600" baseline="2314" dirty="0">
                <a:latin typeface="Times New Roman"/>
                <a:cs typeface="Times New Roman"/>
              </a:rPr>
              <a:t> </a:t>
            </a:r>
            <a:r>
              <a:rPr sz="3600" spc="-405" baseline="2314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52389" y="3921961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06848" y="4034505"/>
            <a:ext cx="1190625" cy="697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36930" algn="l"/>
              </a:tabLst>
            </a:pPr>
            <a:r>
              <a:rPr sz="2350" spc="-540" dirty="0">
                <a:latin typeface="MT Extra"/>
                <a:cs typeface="MT Extra"/>
              </a:rPr>
              <a:t></a:t>
            </a:r>
            <a:r>
              <a:rPr sz="2350" spc="45" dirty="0">
                <a:latin typeface="MT Extra"/>
                <a:cs typeface="MT Extra"/>
              </a:rPr>
              <a:t>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1015" dirty="0">
                <a:latin typeface="MT Extra"/>
                <a:cs typeface="MT Extra"/>
              </a:rPr>
              <a:t></a:t>
            </a:r>
            <a:endParaRPr sz="2350">
              <a:latin typeface="MT Extra"/>
              <a:cs typeface="MT Extra"/>
            </a:endParaRPr>
          </a:p>
          <a:p>
            <a:pPr marL="194310">
              <a:lnSpc>
                <a:spcPct val="100000"/>
              </a:lnSpc>
              <a:spcBef>
                <a:spcPts val="200"/>
              </a:spcBef>
            </a:pPr>
            <a:r>
              <a:rPr sz="1800" i="1" spc="-670" dirty="0">
                <a:latin typeface="Times New Roman"/>
                <a:cs typeface="Times New Roman"/>
              </a:rPr>
              <a:t>y</a:t>
            </a:r>
            <a:r>
              <a:rPr sz="2700" spc="187" baseline="3086" dirty="0">
                <a:latin typeface="Times New Roman"/>
                <a:cs typeface="Times New Roman"/>
              </a:rPr>
              <a:t>ˆ</a:t>
            </a:r>
            <a:r>
              <a:rPr sz="2100" i="1" baseline="-23809" dirty="0">
                <a:latin typeface="Times New Roman"/>
                <a:cs typeface="Times New Roman"/>
              </a:rPr>
              <a:t>k</a:t>
            </a:r>
            <a:endParaRPr sz="2100" baseline="-23809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9923" y="5067694"/>
            <a:ext cx="1518285" cy="408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25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44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-179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-905" dirty="0">
                <a:latin typeface="Times New Roman"/>
                <a:cs typeface="Times New Roman"/>
              </a:rPr>
              <a:t>y</a:t>
            </a:r>
            <a:r>
              <a:rPr sz="3600" spc="135" baseline="2314" dirty="0">
                <a:latin typeface="Times New Roman"/>
                <a:cs typeface="Times New Roman"/>
              </a:rPr>
              <a:t>ˆ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12160" y="3035046"/>
            <a:ext cx="3111500" cy="2334895"/>
          </a:xfrm>
          <a:custGeom>
            <a:avLst/>
            <a:gdLst/>
            <a:ahLst/>
            <a:cxnLst/>
            <a:rect l="l" t="t" r="r" b="b"/>
            <a:pathLst>
              <a:path w="3111500" h="2334895">
                <a:moveTo>
                  <a:pt x="0" y="2334755"/>
                </a:moveTo>
                <a:lnTo>
                  <a:pt x="3111215" y="2334755"/>
                </a:lnTo>
                <a:lnTo>
                  <a:pt x="3111215" y="0"/>
                </a:lnTo>
                <a:lnTo>
                  <a:pt x="0" y="0"/>
                </a:lnTo>
                <a:lnTo>
                  <a:pt x="0" y="23347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16965" y="3212506"/>
            <a:ext cx="2407285" cy="1896745"/>
          </a:xfrm>
          <a:custGeom>
            <a:avLst/>
            <a:gdLst/>
            <a:ahLst/>
            <a:cxnLst/>
            <a:rect l="l" t="t" r="r" b="b"/>
            <a:pathLst>
              <a:path w="2407284" h="1896745">
                <a:moveTo>
                  <a:pt x="0" y="1896654"/>
                </a:moveTo>
                <a:lnTo>
                  <a:pt x="2406920" y="1896654"/>
                </a:lnTo>
                <a:lnTo>
                  <a:pt x="2406920" y="0"/>
                </a:lnTo>
                <a:lnTo>
                  <a:pt x="0" y="0"/>
                </a:lnTo>
                <a:lnTo>
                  <a:pt x="0" y="18966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016964" y="3212510"/>
            <a:ext cx="2407285" cy="1896745"/>
          </a:xfrm>
          <a:custGeom>
            <a:avLst/>
            <a:gdLst/>
            <a:ahLst/>
            <a:cxnLst/>
            <a:rect l="l" t="t" r="r" b="b"/>
            <a:pathLst>
              <a:path w="2407284" h="1896745">
                <a:moveTo>
                  <a:pt x="0" y="0"/>
                </a:moveTo>
                <a:lnTo>
                  <a:pt x="2406907" y="0"/>
                </a:lnTo>
                <a:lnTo>
                  <a:pt x="2406907" y="1896651"/>
                </a:lnTo>
                <a:lnTo>
                  <a:pt x="0" y="1896651"/>
                </a:lnTo>
                <a:lnTo>
                  <a:pt x="0" y="0"/>
                </a:lnTo>
                <a:close/>
              </a:path>
            </a:pathLst>
          </a:custGeom>
          <a:ln w="554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016964" y="510916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16964" y="3212525"/>
            <a:ext cx="2407285" cy="0"/>
          </a:xfrm>
          <a:custGeom>
            <a:avLst/>
            <a:gdLst/>
            <a:ahLst/>
            <a:cxnLst/>
            <a:rect l="l" t="t" r="r" b="b"/>
            <a:pathLst>
              <a:path w="2407284">
                <a:moveTo>
                  <a:pt x="0" y="0"/>
                </a:moveTo>
                <a:lnTo>
                  <a:pt x="2406907" y="0"/>
                </a:lnTo>
              </a:path>
            </a:pathLst>
          </a:custGeom>
          <a:ln w="55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423871" y="32125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16964" y="5109174"/>
            <a:ext cx="2407285" cy="0"/>
          </a:xfrm>
          <a:custGeom>
            <a:avLst/>
            <a:gdLst/>
            <a:ahLst/>
            <a:cxnLst/>
            <a:rect l="l" t="t" r="r" b="b"/>
            <a:pathLst>
              <a:path w="2407284">
                <a:moveTo>
                  <a:pt x="0" y="0"/>
                </a:moveTo>
                <a:lnTo>
                  <a:pt x="2406907" y="0"/>
                </a:lnTo>
              </a:path>
            </a:pathLst>
          </a:custGeom>
          <a:ln w="5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423871" y="510916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423871" y="3212510"/>
            <a:ext cx="0" cy="1896745"/>
          </a:xfrm>
          <a:custGeom>
            <a:avLst/>
            <a:gdLst/>
            <a:ahLst/>
            <a:cxnLst/>
            <a:rect l="l" t="t" r="r" b="b"/>
            <a:pathLst>
              <a:path h="1896745">
                <a:moveTo>
                  <a:pt x="0" y="1896676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423871" y="32125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016964" y="3212510"/>
            <a:ext cx="0" cy="1896745"/>
          </a:xfrm>
          <a:custGeom>
            <a:avLst/>
            <a:gdLst/>
            <a:ahLst/>
            <a:cxnLst/>
            <a:rect l="l" t="t" r="r" b="b"/>
            <a:pathLst>
              <a:path h="1896745">
                <a:moveTo>
                  <a:pt x="0" y="1896676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016964" y="32125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423871" y="51091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016964" y="32125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505015" y="5081444"/>
            <a:ext cx="0" cy="27940"/>
          </a:xfrm>
          <a:custGeom>
            <a:avLst/>
            <a:gdLst/>
            <a:ahLst/>
            <a:cxnLst/>
            <a:rect l="l" t="t" r="r" b="b"/>
            <a:pathLst>
              <a:path h="27939">
                <a:moveTo>
                  <a:pt x="0" y="2773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505015" y="50814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505015" y="3212510"/>
            <a:ext cx="0" cy="22225"/>
          </a:xfrm>
          <a:custGeom>
            <a:avLst/>
            <a:gdLst/>
            <a:ahLst/>
            <a:cxnLst/>
            <a:rect l="l" t="t" r="r" b="b"/>
            <a:pathLst>
              <a:path h="22225">
                <a:moveTo>
                  <a:pt x="0" y="0"/>
                </a:moveTo>
                <a:lnTo>
                  <a:pt x="0" y="22189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505015" y="32346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054057" y="5081444"/>
            <a:ext cx="0" cy="27940"/>
          </a:xfrm>
          <a:custGeom>
            <a:avLst/>
            <a:gdLst/>
            <a:ahLst/>
            <a:cxnLst/>
            <a:rect l="l" t="t" r="r" b="b"/>
            <a:pathLst>
              <a:path h="27939">
                <a:moveTo>
                  <a:pt x="0" y="2773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054057" y="50814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054057" y="3212510"/>
            <a:ext cx="0" cy="22225"/>
          </a:xfrm>
          <a:custGeom>
            <a:avLst/>
            <a:gdLst/>
            <a:ahLst/>
            <a:cxnLst/>
            <a:rect l="l" t="t" r="r" b="b"/>
            <a:pathLst>
              <a:path h="22225">
                <a:moveTo>
                  <a:pt x="0" y="0"/>
                </a:moveTo>
                <a:lnTo>
                  <a:pt x="0" y="22189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054057" y="32346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603098" y="5081444"/>
            <a:ext cx="0" cy="27940"/>
          </a:xfrm>
          <a:custGeom>
            <a:avLst/>
            <a:gdLst/>
            <a:ahLst/>
            <a:cxnLst/>
            <a:rect l="l" t="t" r="r" b="b"/>
            <a:pathLst>
              <a:path h="27939">
                <a:moveTo>
                  <a:pt x="0" y="2773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603098" y="50814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603098" y="3212510"/>
            <a:ext cx="0" cy="22225"/>
          </a:xfrm>
          <a:custGeom>
            <a:avLst/>
            <a:gdLst/>
            <a:ahLst/>
            <a:cxnLst/>
            <a:rect l="l" t="t" r="r" b="b"/>
            <a:pathLst>
              <a:path h="22225">
                <a:moveTo>
                  <a:pt x="0" y="0"/>
                </a:moveTo>
                <a:lnTo>
                  <a:pt x="0" y="22189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603098" y="32346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146592" y="5081444"/>
            <a:ext cx="0" cy="27940"/>
          </a:xfrm>
          <a:custGeom>
            <a:avLst/>
            <a:gdLst/>
            <a:ahLst/>
            <a:cxnLst/>
            <a:rect l="l" t="t" r="r" b="b"/>
            <a:pathLst>
              <a:path h="27939">
                <a:moveTo>
                  <a:pt x="0" y="2773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146592" y="50814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146592" y="3212510"/>
            <a:ext cx="0" cy="22225"/>
          </a:xfrm>
          <a:custGeom>
            <a:avLst/>
            <a:gdLst/>
            <a:ahLst/>
            <a:cxnLst/>
            <a:rect l="l" t="t" r="r" b="b"/>
            <a:pathLst>
              <a:path h="22225">
                <a:moveTo>
                  <a:pt x="0" y="0"/>
                </a:moveTo>
                <a:lnTo>
                  <a:pt x="0" y="22189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146592" y="32346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6431310" y="5125854"/>
            <a:ext cx="1789430" cy="14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1340" algn="l"/>
                <a:tab pos="1110615" algn="l"/>
                <a:tab pos="1654175" algn="l"/>
              </a:tabLst>
            </a:pPr>
            <a:r>
              <a:rPr sz="950" dirty="0">
                <a:latin typeface="Times New Roman"/>
                <a:cs typeface="Times New Roman"/>
              </a:rPr>
              <a:t>10	20	30	40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016964" y="4926162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>
                <a:moveTo>
                  <a:pt x="0" y="0"/>
                </a:moveTo>
                <a:lnTo>
                  <a:pt x="22189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039154" y="492616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396165" y="4926162"/>
            <a:ext cx="27940" cy="0"/>
          </a:xfrm>
          <a:custGeom>
            <a:avLst/>
            <a:gdLst/>
            <a:ahLst/>
            <a:cxnLst/>
            <a:rect l="l" t="t" r="r" b="b"/>
            <a:pathLst>
              <a:path w="27940">
                <a:moveTo>
                  <a:pt x="27706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396165" y="492616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5921087" y="4859661"/>
            <a:ext cx="86995" cy="14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dirty="0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016964" y="4571238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>
                <a:moveTo>
                  <a:pt x="0" y="0"/>
                </a:moveTo>
                <a:lnTo>
                  <a:pt x="22189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039154" y="45712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396165" y="4571238"/>
            <a:ext cx="27940" cy="0"/>
          </a:xfrm>
          <a:custGeom>
            <a:avLst/>
            <a:gdLst/>
            <a:ahLst/>
            <a:cxnLst/>
            <a:rect l="l" t="t" r="r" b="b"/>
            <a:pathLst>
              <a:path w="27940">
                <a:moveTo>
                  <a:pt x="27706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396165" y="45712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5860089" y="4504721"/>
            <a:ext cx="147955" cy="14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dirty="0">
                <a:latin typeface="Times New Roman"/>
                <a:cs typeface="Times New Roman"/>
              </a:rPr>
              <a:t>10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016964" y="421076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>
                <a:moveTo>
                  <a:pt x="0" y="0"/>
                </a:moveTo>
                <a:lnTo>
                  <a:pt x="22189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039154" y="42107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396165" y="4210765"/>
            <a:ext cx="27940" cy="0"/>
          </a:xfrm>
          <a:custGeom>
            <a:avLst/>
            <a:gdLst/>
            <a:ahLst/>
            <a:cxnLst/>
            <a:rect l="l" t="t" r="r" b="b"/>
            <a:pathLst>
              <a:path w="27940">
                <a:moveTo>
                  <a:pt x="27706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396165" y="42107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5860089" y="4144244"/>
            <a:ext cx="147955" cy="14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dirty="0">
                <a:latin typeface="Times New Roman"/>
                <a:cs typeface="Times New Roman"/>
              </a:rPr>
              <a:t>20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016964" y="3855838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>
                <a:moveTo>
                  <a:pt x="0" y="0"/>
                </a:moveTo>
                <a:lnTo>
                  <a:pt x="22189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039154" y="38558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396165" y="3855838"/>
            <a:ext cx="27940" cy="0"/>
          </a:xfrm>
          <a:custGeom>
            <a:avLst/>
            <a:gdLst/>
            <a:ahLst/>
            <a:cxnLst/>
            <a:rect l="l" t="t" r="r" b="b"/>
            <a:pathLst>
              <a:path w="27940">
                <a:moveTo>
                  <a:pt x="27706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396165" y="38558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5860089" y="3789330"/>
            <a:ext cx="147955" cy="14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dirty="0">
                <a:latin typeface="Times New Roman"/>
                <a:cs typeface="Times New Roman"/>
              </a:rPr>
              <a:t>30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016964" y="3495361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>
                <a:moveTo>
                  <a:pt x="0" y="0"/>
                </a:moveTo>
                <a:lnTo>
                  <a:pt x="22189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039154" y="34953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396165" y="3495361"/>
            <a:ext cx="27940" cy="0"/>
          </a:xfrm>
          <a:custGeom>
            <a:avLst/>
            <a:gdLst/>
            <a:ahLst/>
            <a:cxnLst/>
            <a:rect l="l" t="t" r="r" b="b"/>
            <a:pathLst>
              <a:path w="27940">
                <a:moveTo>
                  <a:pt x="27706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396165" y="34953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5860089" y="3428853"/>
            <a:ext cx="147955" cy="14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dirty="0">
                <a:latin typeface="Times New Roman"/>
                <a:cs typeface="Times New Roman"/>
              </a:rPr>
              <a:t>40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8423871" y="32125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8423871" y="51091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423871" y="32125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016964" y="32125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5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016965" y="4388214"/>
            <a:ext cx="2413000" cy="538480"/>
          </a:xfrm>
          <a:custGeom>
            <a:avLst/>
            <a:gdLst/>
            <a:ahLst/>
            <a:cxnLst/>
            <a:rect l="l" t="t" r="r" b="b"/>
            <a:pathLst>
              <a:path w="2413000" h="538479">
                <a:moveTo>
                  <a:pt x="0" y="537935"/>
                </a:moveTo>
                <a:lnTo>
                  <a:pt x="0" y="537935"/>
                </a:lnTo>
                <a:lnTo>
                  <a:pt x="432576" y="537935"/>
                </a:lnTo>
                <a:lnTo>
                  <a:pt x="488050" y="0"/>
                </a:lnTo>
                <a:lnTo>
                  <a:pt x="543494" y="0"/>
                </a:lnTo>
                <a:lnTo>
                  <a:pt x="598968" y="0"/>
                </a:lnTo>
                <a:lnTo>
                  <a:pt x="654412" y="0"/>
                </a:lnTo>
                <a:lnTo>
                  <a:pt x="709886" y="537935"/>
                </a:lnTo>
                <a:lnTo>
                  <a:pt x="2406907" y="537935"/>
                </a:lnTo>
                <a:lnTo>
                  <a:pt x="2412468" y="537935"/>
                </a:lnTo>
              </a:path>
            </a:pathLst>
          </a:custGeom>
          <a:ln w="110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994774" y="3435365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10" h="43179">
                <a:moveTo>
                  <a:pt x="0" y="21164"/>
                </a:moveTo>
                <a:lnTo>
                  <a:pt x="4359" y="7905"/>
                </a:lnTo>
                <a:lnTo>
                  <a:pt x="15466" y="0"/>
                </a:lnTo>
                <a:lnTo>
                  <a:pt x="31774" y="2443"/>
                </a:lnTo>
                <a:lnTo>
                  <a:pt x="41462" y="10519"/>
                </a:lnTo>
                <a:lnTo>
                  <a:pt x="40828" y="28069"/>
                </a:lnTo>
                <a:lnTo>
                  <a:pt x="34750" y="38767"/>
                </a:lnTo>
                <a:lnTo>
                  <a:pt x="25029" y="43170"/>
                </a:lnTo>
                <a:lnTo>
                  <a:pt x="10346" y="39472"/>
                </a:lnTo>
                <a:lnTo>
                  <a:pt x="1688" y="29612"/>
                </a:lnTo>
                <a:lnTo>
                  <a:pt x="0" y="21164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044701" y="3402081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10" h="43179">
                <a:moveTo>
                  <a:pt x="0" y="21164"/>
                </a:moveTo>
                <a:lnTo>
                  <a:pt x="4350" y="7905"/>
                </a:lnTo>
                <a:lnTo>
                  <a:pt x="15454" y="0"/>
                </a:lnTo>
                <a:lnTo>
                  <a:pt x="31768" y="2442"/>
                </a:lnTo>
                <a:lnTo>
                  <a:pt x="41459" y="10514"/>
                </a:lnTo>
                <a:lnTo>
                  <a:pt x="40827" y="28066"/>
                </a:lnTo>
                <a:lnTo>
                  <a:pt x="34752" y="38765"/>
                </a:lnTo>
                <a:lnTo>
                  <a:pt x="25034" y="43170"/>
                </a:lnTo>
                <a:lnTo>
                  <a:pt x="10335" y="39473"/>
                </a:lnTo>
                <a:lnTo>
                  <a:pt x="1685" y="29615"/>
                </a:lnTo>
                <a:lnTo>
                  <a:pt x="0" y="21164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100145" y="3501902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10" h="43179">
                <a:moveTo>
                  <a:pt x="0" y="21164"/>
                </a:moveTo>
                <a:lnTo>
                  <a:pt x="4359" y="7905"/>
                </a:lnTo>
                <a:lnTo>
                  <a:pt x="15466" y="0"/>
                </a:lnTo>
                <a:lnTo>
                  <a:pt x="31774" y="2443"/>
                </a:lnTo>
                <a:lnTo>
                  <a:pt x="41462" y="10519"/>
                </a:lnTo>
                <a:lnTo>
                  <a:pt x="40828" y="28069"/>
                </a:lnTo>
                <a:lnTo>
                  <a:pt x="34750" y="38767"/>
                </a:lnTo>
                <a:lnTo>
                  <a:pt x="25029" y="43170"/>
                </a:lnTo>
                <a:lnTo>
                  <a:pt x="10346" y="39472"/>
                </a:lnTo>
                <a:lnTo>
                  <a:pt x="1688" y="29612"/>
                </a:lnTo>
                <a:lnTo>
                  <a:pt x="0" y="21164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155619" y="3518544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10" h="43179">
                <a:moveTo>
                  <a:pt x="0" y="21164"/>
                </a:moveTo>
                <a:lnTo>
                  <a:pt x="4350" y="7905"/>
                </a:lnTo>
                <a:lnTo>
                  <a:pt x="15454" y="0"/>
                </a:lnTo>
                <a:lnTo>
                  <a:pt x="31768" y="2445"/>
                </a:lnTo>
                <a:lnTo>
                  <a:pt x="41443" y="10527"/>
                </a:lnTo>
                <a:lnTo>
                  <a:pt x="40805" y="28083"/>
                </a:lnTo>
                <a:lnTo>
                  <a:pt x="34727" y="38779"/>
                </a:lnTo>
                <a:lnTo>
                  <a:pt x="25003" y="43174"/>
                </a:lnTo>
                <a:lnTo>
                  <a:pt x="10318" y="39468"/>
                </a:lnTo>
                <a:lnTo>
                  <a:pt x="1677" y="29596"/>
                </a:lnTo>
                <a:lnTo>
                  <a:pt x="0" y="21164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211063" y="3379914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10" h="43179">
                <a:moveTo>
                  <a:pt x="0" y="21142"/>
                </a:moveTo>
                <a:lnTo>
                  <a:pt x="4365" y="7886"/>
                </a:lnTo>
                <a:lnTo>
                  <a:pt x="15484" y="0"/>
                </a:lnTo>
                <a:lnTo>
                  <a:pt x="31793" y="2447"/>
                </a:lnTo>
                <a:lnTo>
                  <a:pt x="41476" y="10525"/>
                </a:lnTo>
                <a:lnTo>
                  <a:pt x="40830" y="28081"/>
                </a:lnTo>
                <a:lnTo>
                  <a:pt x="34738" y="38766"/>
                </a:lnTo>
                <a:lnTo>
                  <a:pt x="25005" y="43152"/>
                </a:lnTo>
                <a:lnTo>
                  <a:pt x="10333" y="39455"/>
                </a:lnTo>
                <a:lnTo>
                  <a:pt x="1682" y="29588"/>
                </a:lnTo>
                <a:lnTo>
                  <a:pt x="0" y="21142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266537" y="3496355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10" h="43179">
                <a:moveTo>
                  <a:pt x="0" y="21164"/>
                </a:moveTo>
                <a:lnTo>
                  <a:pt x="4350" y="7905"/>
                </a:lnTo>
                <a:lnTo>
                  <a:pt x="15454" y="0"/>
                </a:lnTo>
                <a:lnTo>
                  <a:pt x="31768" y="2445"/>
                </a:lnTo>
                <a:lnTo>
                  <a:pt x="41443" y="10527"/>
                </a:lnTo>
                <a:lnTo>
                  <a:pt x="40805" y="28096"/>
                </a:lnTo>
                <a:lnTo>
                  <a:pt x="34727" y="38788"/>
                </a:lnTo>
                <a:lnTo>
                  <a:pt x="25003" y="43174"/>
                </a:lnTo>
                <a:lnTo>
                  <a:pt x="10318" y="39476"/>
                </a:lnTo>
                <a:lnTo>
                  <a:pt x="1677" y="29609"/>
                </a:lnTo>
                <a:lnTo>
                  <a:pt x="0" y="21164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321980" y="3501902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10" h="43179">
                <a:moveTo>
                  <a:pt x="0" y="21164"/>
                </a:moveTo>
                <a:lnTo>
                  <a:pt x="4359" y="7905"/>
                </a:lnTo>
                <a:lnTo>
                  <a:pt x="15466" y="0"/>
                </a:lnTo>
                <a:lnTo>
                  <a:pt x="31788" y="2443"/>
                </a:lnTo>
                <a:lnTo>
                  <a:pt x="41468" y="10519"/>
                </a:lnTo>
                <a:lnTo>
                  <a:pt x="40836" y="28071"/>
                </a:lnTo>
                <a:lnTo>
                  <a:pt x="34762" y="38768"/>
                </a:lnTo>
                <a:lnTo>
                  <a:pt x="25032" y="43171"/>
                </a:lnTo>
                <a:lnTo>
                  <a:pt x="10347" y="39473"/>
                </a:lnTo>
                <a:lnTo>
                  <a:pt x="1689" y="29614"/>
                </a:lnTo>
                <a:lnTo>
                  <a:pt x="0" y="21164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377454" y="3507450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10" h="43179">
                <a:moveTo>
                  <a:pt x="0" y="21164"/>
                </a:moveTo>
                <a:lnTo>
                  <a:pt x="4350" y="7905"/>
                </a:lnTo>
                <a:lnTo>
                  <a:pt x="15454" y="0"/>
                </a:lnTo>
                <a:lnTo>
                  <a:pt x="31768" y="2445"/>
                </a:lnTo>
                <a:lnTo>
                  <a:pt x="41443" y="10527"/>
                </a:lnTo>
                <a:lnTo>
                  <a:pt x="40805" y="28083"/>
                </a:lnTo>
                <a:lnTo>
                  <a:pt x="34727" y="38779"/>
                </a:lnTo>
                <a:lnTo>
                  <a:pt x="25003" y="43174"/>
                </a:lnTo>
                <a:lnTo>
                  <a:pt x="10318" y="39468"/>
                </a:lnTo>
                <a:lnTo>
                  <a:pt x="1677" y="29596"/>
                </a:lnTo>
                <a:lnTo>
                  <a:pt x="0" y="21164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427351" y="3557373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10" h="43179">
                <a:moveTo>
                  <a:pt x="0" y="21167"/>
                </a:moveTo>
                <a:lnTo>
                  <a:pt x="4359" y="7894"/>
                </a:lnTo>
                <a:lnTo>
                  <a:pt x="15466" y="0"/>
                </a:lnTo>
                <a:lnTo>
                  <a:pt x="31788" y="2438"/>
                </a:lnTo>
                <a:lnTo>
                  <a:pt x="41469" y="10509"/>
                </a:lnTo>
                <a:lnTo>
                  <a:pt x="40834" y="28067"/>
                </a:lnTo>
                <a:lnTo>
                  <a:pt x="34756" y="38755"/>
                </a:lnTo>
                <a:lnTo>
                  <a:pt x="25021" y="43145"/>
                </a:lnTo>
                <a:lnTo>
                  <a:pt x="10334" y="39449"/>
                </a:lnTo>
                <a:lnTo>
                  <a:pt x="1680" y="29590"/>
                </a:lnTo>
                <a:lnTo>
                  <a:pt x="0" y="21167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482825" y="3490829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42"/>
                </a:moveTo>
                <a:lnTo>
                  <a:pt x="4356" y="7886"/>
                </a:lnTo>
                <a:lnTo>
                  <a:pt x="15473" y="0"/>
                </a:lnTo>
                <a:lnTo>
                  <a:pt x="31787" y="2449"/>
                </a:lnTo>
                <a:lnTo>
                  <a:pt x="41457" y="10534"/>
                </a:lnTo>
                <a:lnTo>
                  <a:pt x="40807" y="28095"/>
                </a:lnTo>
                <a:lnTo>
                  <a:pt x="34716" y="38779"/>
                </a:lnTo>
                <a:lnTo>
                  <a:pt x="24979" y="43156"/>
                </a:lnTo>
                <a:lnTo>
                  <a:pt x="10305" y="39451"/>
                </a:lnTo>
                <a:lnTo>
                  <a:pt x="1670" y="29572"/>
                </a:lnTo>
                <a:lnTo>
                  <a:pt x="0" y="21142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538299" y="3718202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48"/>
                </a:moveTo>
                <a:lnTo>
                  <a:pt x="4359" y="7884"/>
                </a:lnTo>
                <a:lnTo>
                  <a:pt x="15475" y="0"/>
                </a:lnTo>
                <a:lnTo>
                  <a:pt x="31790" y="2454"/>
                </a:lnTo>
                <a:lnTo>
                  <a:pt x="41459" y="10542"/>
                </a:lnTo>
                <a:lnTo>
                  <a:pt x="40808" y="28096"/>
                </a:lnTo>
                <a:lnTo>
                  <a:pt x="34715" y="38779"/>
                </a:lnTo>
                <a:lnTo>
                  <a:pt x="24967" y="43160"/>
                </a:lnTo>
                <a:lnTo>
                  <a:pt x="10299" y="39455"/>
                </a:lnTo>
                <a:lnTo>
                  <a:pt x="1668" y="29572"/>
                </a:lnTo>
                <a:lnTo>
                  <a:pt x="0" y="2114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593743" y="4211773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52" y="7896"/>
                </a:lnTo>
                <a:lnTo>
                  <a:pt x="15460" y="0"/>
                </a:lnTo>
                <a:lnTo>
                  <a:pt x="31774" y="2445"/>
                </a:lnTo>
                <a:lnTo>
                  <a:pt x="41448" y="10526"/>
                </a:lnTo>
                <a:lnTo>
                  <a:pt x="40806" y="28085"/>
                </a:lnTo>
                <a:lnTo>
                  <a:pt x="34722" y="38775"/>
                </a:lnTo>
                <a:lnTo>
                  <a:pt x="24992" y="43161"/>
                </a:lnTo>
                <a:lnTo>
                  <a:pt x="10310" y="39456"/>
                </a:lnTo>
                <a:lnTo>
                  <a:pt x="1672" y="29582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649217" y="4533426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7"/>
                </a:moveTo>
                <a:lnTo>
                  <a:pt x="4355" y="7895"/>
                </a:lnTo>
                <a:lnTo>
                  <a:pt x="15460" y="0"/>
                </a:lnTo>
                <a:lnTo>
                  <a:pt x="31775" y="2449"/>
                </a:lnTo>
                <a:lnTo>
                  <a:pt x="41448" y="10533"/>
                </a:lnTo>
                <a:lnTo>
                  <a:pt x="40807" y="28087"/>
                </a:lnTo>
                <a:lnTo>
                  <a:pt x="34723" y="38776"/>
                </a:lnTo>
                <a:lnTo>
                  <a:pt x="24984" y="43167"/>
                </a:lnTo>
                <a:lnTo>
                  <a:pt x="10307" y="39463"/>
                </a:lnTo>
                <a:lnTo>
                  <a:pt x="1671" y="29587"/>
                </a:lnTo>
                <a:lnTo>
                  <a:pt x="0" y="21167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704661" y="4638803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52" y="7896"/>
                </a:lnTo>
                <a:lnTo>
                  <a:pt x="15460" y="0"/>
                </a:lnTo>
                <a:lnTo>
                  <a:pt x="31774" y="2445"/>
                </a:lnTo>
                <a:lnTo>
                  <a:pt x="41448" y="10526"/>
                </a:lnTo>
                <a:lnTo>
                  <a:pt x="40806" y="28085"/>
                </a:lnTo>
                <a:lnTo>
                  <a:pt x="34723" y="38776"/>
                </a:lnTo>
                <a:lnTo>
                  <a:pt x="24994" y="43163"/>
                </a:lnTo>
                <a:lnTo>
                  <a:pt x="10312" y="39459"/>
                </a:lnTo>
                <a:lnTo>
                  <a:pt x="1673" y="29585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760135" y="4699796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73"/>
                </a:moveTo>
                <a:lnTo>
                  <a:pt x="4353" y="7902"/>
                </a:lnTo>
                <a:lnTo>
                  <a:pt x="15455" y="0"/>
                </a:lnTo>
                <a:lnTo>
                  <a:pt x="31769" y="2448"/>
                </a:lnTo>
                <a:lnTo>
                  <a:pt x="41444" y="10532"/>
                </a:lnTo>
                <a:lnTo>
                  <a:pt x="40806" y="28082"/>
                </a:lnTo>
                <a:lnTo>
                  <a:pt x="34726" y="38776"/>
                </a:lnTo>
                <a:lnTo>
                  <a:pt x="24990" y="43172"/>
                </a:lnTo>
                <a:lnTo>
                  <a:pt x="10310" y="39466"/>
                </a:lnTo>
                <a:lnTo>
                  <a:pt x="1672" y="29592"/>
                </a:lnTo>
                <a:lnTo>
                  <a:pt x="0" y="21173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810031" y="4572247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52" y="7896"/>
                </a:lnTo>
                <a:lnTo>
                  <a:pt x="15460" y="0"/>
                </a:lnTo>
                <a:lnTo>
                  <a:pt x="31774" y="2445"/>
                </a:lnTo>
                <a:lnTo>
                  <a:pt x="41448" y="10526"/>
                </a:lnTo>
                <a:lnTo>
                  <a:pt x="40806" y="28085"/>
                </a:lnTo>
                <a:lnTo>
                  <a:pt x="34726" y="38780"/>
                </a:lnTo>
                <a:lnTo>
                  <a:pt x="25000" y="43172"/>
                </a:lnTo>
                <a:lnTo>
                  <a:pt x="10317" y="39467"/>
                </a:lnTo>
                <a:lnTo>
                  <a:pt x="1677" y="29595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865505" y="4566704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6"/>
                </a:moveTo>
                <a:lnTo>
                  <a:pt x="4355" y="7896"/>
                </a:lnTo>
                <a:lnTo>
                  <a:pt x="15460" y="0"/>
                </a:lnTo>
                <a:lnTo>
                  <a:pt x="31775" y="2449"/>
                </a:lnTo>
                <a:lnTo>
                  <a:pt x="41448" y="10534"/>
                </a:lnTo>
                <a:lnTo>
                  <a:pt x="40806" y="28087"/>
                </a:lnTo>
                <a:lnTo>
                  <a:pt x="34722" y="38776"/>
                </a:lnTo>
                <a:lnTo>
                  <a:pt x="24983" y="43167"/>
                </a:lnTo>
                <a:lnTo>
                  <a:pt x="10306" y="39462"/>
                </a:lnTo>
                <a:lnTo>
                  <a:pt x="1670" y="29586"/>
                </a:lnTo>
                <a:lnTo>
                  <a:pt x="0" y="21166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920949" y="4577794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52" y="7896"/>
                </a:lnTo>
                <a:lnTo>
                  <a:pt x="15460" y="0"/>
                </a:lnTo>
                <a:lnTo>
                  <a:pt x="31774" y="2441"/>
                </a:lnTo>
                <a:lnTo>
                  <a:pt x="41463" y="10513"/>
                </a:lnTo>
                <a:lnTo>
                  <a:pt x="40828" y="28068"/>
                </a:lnTo>
                <a:lnTo>
                  <a:pt x="34748" y="38762"/>
                </a:lnTo>
                <a:lnTo>
                  <a:pt x="25025" y="43159"/>
                </a:lnTo>
                <a:lnTo>
                  <a:pt x="10329" y="39463"/>
                </a:lnTo>
                <a:lnTo>
                  <a:pt x="1682" y="29604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976423" y="4533426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7"/>
                </a:moveTo>
                <a:lnTo>
                  <a:pt x="4355" y="7895"/>
                </a:lnTo>
                <a:lnTo>
                  <a:pt x="15460" y="0"/>
                </a:lnTo>
                <a:lnTo>
                  <a:pt x="31775" y="2449"/>
                </a:lnTo>
                <a:lnTo>
                  <a:pt x="41448" y="10533"/>
                </a:lnTo>
                <a:lnTo>
                  <a:pt x="40807" y="28087"/>
                </a:lnTo>
                <a:lnTo>
                  <a:pt x="34723" y="38776"/>
                </a:lnTo>
                <a:lnTo>
                  <a:pt x="24984" y="43167"/>
                </a:lnTo>
                <a:lnTo>
                  <a:pt x="10307" y="39463"/>
                </a:lnTo>
                <a:lnTo>
                  <a:pt x="1671" y="29587"/>
                </a:lnTo>
                <a:lnTo>
                  <a:pt x="0" y="21167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7031866" y="4477974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61" y="7896"/>
                </a:lnTo>
                <a:lnTo>
                  <a:pt x="15471" y="0"/>
                </a:lnTo>
                <a:lnTo>
                  <a:pt x="31780" y="2443"/>
                </a:lnTo>
                <a:lnTo>
                  <a:pt x="41466" y="10518"/>
                </a:lnTo>
                <a:lnTo>
                  <a:pt x="40828" y="28072"/>
                </a:lnTo>
                <a:lnTo>
                  <a:pt x="34744" y="38763"/>
                </a:lnTo>
                <a:lnTo>
                  <a:pt x="25019" y="43157"/>
                </a:lnTo>
                <a:lnTo>
                  <a:pt x="10338" y="39460"/>
                </a:lnTo>
                <a:lnTo>
                  <a:pt x="1683" y="29598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087341" y="4522332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75"/>
                </a:moveTo>
                <a:lnTo>
                  <a:pt x="4353" y="7904"/>
                </a:lnTo>
                <a:lnTo>
                  <a:pt x="15453" y="0"/>
                </a:lnTo>
                <a:lnTo>
                  <a:pt x="31767" y="2448"/>
                </a:lnTo>
                <a:lnTo>
                  <a:pt x="41443" y="10531"/>
                </a:lnTo>
                <a:lnTo>
                  <a:pt x="40806" y="28088"/>
                </a:lnTo>
                <a:lnTo>
                  <a:pt x="34727" y="38780"/>
                </a:lnTo>
                <a:lnTo>
                  <a:pt x="24993" y="43174"/>
                </a:lnTo>
                <a:lnTo>
                  <a:pt x="10311" y="39472"/>
                </a:lnTo>
                <a:lnTo>
                  <a:pt x="1673" y="29601"/>
                </a:lnTo>
                <a:lnTo>
                  <a:pt x="0" y="21175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142784" y="4500154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61" y="7896"/>
                </a:lnTo>
                <a:lnTo>
                  <a:pt x="15471" y="0"/>
                </a:lnTo>
                <a:lnTo>
                  <a:pt x="31780" y="2443"/>
                </a:lnTo>
                <a:lnTo>
                  <a:pt x="41466" y="10518"/>
                </a:lnTo>
                <a:lnTo>
                  <a:pt x="40829" y="28071"/>
                </a:lnTo>
                <a:lnTo>
                  <a:pt x="34749" y="38769"/>
                </a:lnTo>
                <a:lnTo>
                  <a:pt x="25028" y="43171"/>
                </a:lnTo>
                <a:lnTo>
                  <a:pt x="10347" y="39474"/>
                </a:lnTo>
                <a:lnTo>
                  <a:pt x="1689" y="29613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198259" y="4533426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7"/>
                </a:moveTo>
                <a:lnTo>
                  <a:pt x="4355" y="7895"/>
                </a:lnTo>
                <a:lnTo>
                  <a:pt x="15460" y="0"/>
                </a:lnTo>
                <a:lnTo>
                  <a:pt x="31775" y="2449"/>
                </a:lnTo>
                <a:lnTo>
                  <a:pt x="41448" y="10533"/>
                </a:lnTo>
                <a:lnTo>
                  <a:pt x="40807" y="28087"/>
                </a:lnTo>
                <a:lnTo>
                  <a:pt x="34723" y="38776"/>
                </a:lnTo>
                <a:lnTo>
                  <a:pt x="24984" y="43167"/>
                </a:lnTo>
                <a:lnTo>
                  <a:pt x="10307" y="39463"/>
                </a:lnTo>
                <a:lnTo>
                  <a:pt x="1671" y="29587"/>
                </a:lnTo>
                <a:lnTo>
                  <a:pt x="0" y="21167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7248155" y="4494619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61" y="7896"/>
                </a:lnTo>
                <a:lnTo>
                  <a:pt x="15471" y="0"/>
                </a:lnTo>
                <a:lnTo>
                  <a:pt x="31780" y="2443"/>
                </a:lnTo>
                <a:lnTo>
                  <a:pt x="41466" y="10518"/>
                </a:lnTo>
                <a:lnTo>
                  <a:pt x="40828" y="28072"/>
                </a:lnTo>
                <a:lnTo>
                  <a:pt x="34744" y="38763"/>
                </a:lnTo>
                <a:lnTo>
                  <a:pt x="25019" y="43157"/>
                </a:lnTo>
                <a:lnTo>
                  <a:pt x="10338" y="39460"/>
                </a:lnTo>
                <a:lnTo>
                  <a:pt x="1683" y="29598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7303629" y="4500152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73"/>
                </a:moveTo>
                <a:lnTo>
                  <a:pt x="4353" y="7902"/>
                </a:lnTo>
                <a:lnTo>
                  <a:pt x="15455" y="0"/>
                </a:lnTo>
                <a:lnTo>
                  <a:pt x="31769" y="2448"/>
                </a:lnTo>
                <a:lnTo>
                  <a:pt x="41444" y="10532"/>
                </a:lnTo>
                <a:lnTo>
                  <a:pt x="40806" y="28088"/>
                </a:lnTo>
                <a:lnTo>
                  <a:pt x="34727" y="38780"/>
                </a:lnTo>
                <a:lnTo>
                  <a:pt x="24992" y="43175"/>
                </a:lnTo>
                <a:lnTo>
                  <a:pt x="10312" y="39473"/>
                </a:lnTo>
                <a:lnTo>
                  <a:pt x="1674" y="29600"/>
                </a:lnTo>
                <a:lnTo>
                  <a:pt x="0" y="21173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7359073" y="4466888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61" y="7896"/>
                </a:lnTo>
                <a:lnTo>
                  <a:pt x="15471" y="0"/>
                </a:lnTo>
                <a:lnTo>
                  <a:pt x="31780" y="2443"/>
                </a:lnTo>
                <a:lnTo>
                  <a:pt x="41466" y="10518"/>
                </a:lnTo>
                <a:lnTo>
                  <a:pt x="40828" y="28072"/>
                </a:lnTo>
                <a:lnTo>
                  <a:pt x="34745" y="38764"/>
                </a:lnTo>
                <a:lnTo>
                  <a:pt x="25020" y="43160"/>
                </a:lnTo>
                <a:lnTo>
                  <a:pt x="10340" y="39462"/>
                </a:lnTo>
                <a:lnTo>
                  <a:pt x="1685" y="29601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7414547" y="4522341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6"/>
                </a:moveTo>
                <a:lnTo>
                  <a:pt x="4355" y="7896"/>
                </a:lnTo>
                <a:lnTo>
                  <a:pt x="15460" y="0"/>
                </a:lnTo>
                <a:lnTo>
                  <a:pt x="31775" y="2449"/>
                </a:lnTo>
                <a:lnTo>
                  <a:pt x="41448" y="10534"/>
                </a:lnTo>
                <a:lnTo>
                  <a:pt x="40806" y="28087"/>
                </a:lnTo>
                <a:lnTo>
                  <a:pt x="34722" y="38776"/>
                </a:lnTo>
                <a:lnTo>
                  <a:pt x="24983" y="43167"/>
                </a:lnTo>
                <a:lnTo>
                  <a:pt x="10306" y="39462"/>
                </a:lnTo>
                <a:lnTo>
                  <a:pt x="1670" y="29586"/>
                </a:lnTo>
                <a:lnTo>
                  <a:pt x="0" y="21166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7469991" y="4433611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61" y="7896"/>
                </a:lnTo>
                <a:lnTo>
                  <a:pt x="15471" y="0"/>
                </a:lnTo>
                <a:lnTo>
                  <a:pt x="31780" y="2443"/>
                </a:lnTo>
                <a:lnTo>
                  <a:pt x="41466" y="10518"/>
                </a:lnTo>
                <a:lnTo>
                  <a:pt x="40828" y="28072"/>
                </a:lnTo>
                <a:lnTo>
                  <a:pt x="34745" y="38764"/>
                </a:lnTo>
                <a:lnTo>
                  <a:pt x="25020" y="43160"/>
                </a:lnTo>
                <a:lnTo>
                  <a:pt x="10340" y="39462"/>
                </a:lnTo>
                <a:lnTo>
                  <a:pt x="1685" y="29601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525465" y="4372600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73"/>
                </a:moveTo>
                <a:lnTo>
                  <a:pt x="4353" y="7902"/>
                </a:lnTo>
                <a:lnTo>
                  <a:pt x="15455" y="0"/>
                </a:lnTo>
                <a:lnTo>
                  <a:pt x="31769" y="2448"/>
                </a:lnTo>
                <a:lnTo>
                  <a:pt x="41444" y="10532"/>
                </a:lnTo>
                <a:lnTo>
                  <a:pt x="40806" y="28088"/>
                </a:lnTo>
                <a:lnTo>
                  <a:pt x="34727" y="38780"/>
                </a:lnTo>
                <a:lnTo>
                  <a:pt x="24992" y="43175"/>
                </a:lnTo>
                <a:lnTo>
                  <a:pt x="10312" y="39473"/>
                </a:lnTo>
                <a:lnTo>
                  <a:pt x="1674" y="29600"/>
                </a:lnTo>
                <a:lnTo>
                  <a:pt x="0" y="21173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580908" y="4333787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1"/>
                </a:moveTo>
                <a:lnTo>
                  <a:pt x="4360" y="7898"/>
                </a:lnTo>
                <a:lnTo>
                  <a:pt x="15470" y="0"/>
                </a:lnTo>
                <a:lnTo>
                  <a:pt x="31778" y="2442"/>
                </a:lnTo>
                <a:lnTo>
                  <a:pt x="41465" y="10517"/>
                </a:lnTo>
                <a:lnTo>
                  <a:pt x="40828" y="28072"/>
                </a:lnTo>
                <a:lnTo>
                  <a:pt x="34746" y="38764"/>
                </a:lnTo>
                <a:lnTo>
                  <a:pt x="25021" y="43159"/>
                </a:lnTo>
                <a:lnTo>
                  <a:pt x="10339" y="39462"/>
                </a:lnTo>
                <a:lnTo>
                  <a:pt x="1684" y="29601"/>
                </a:lnTo>
                <a:lnTo>
                  <a:pt x="0" y="21161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630835" y="4394790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6"/>
                </a:moveTo>
                <a:lnTo>
                  <a:pt x="4355" y="7896"/>
                </a:lnTo>
                <a:lnTo>
                  <a:pt x="15460" y="0"/>
                </a:lnTo>
                <a:lnTo>
                  <a:pt x="31775" y="2449"/>
                </a:lnTo>
                <a:lnTo>
                  <a:pt x="41448" y="10534"/>
                </a:lnTo>
                <a:lnTo>
                  <a:pt x="40806" y="28087"/>
                </a:lnTo>
                <a:lnTo>
                  <a:pt x="34722" y="38776"/>
                </a:lnTo>
                <a:lnTo>
                  <a:pt x="24983" y="43167"/>
                </a:lnTo>
                <a:lnTo>
                  <a:pt x="10306" y="39462"/>
                </a:lnTo>
                <a:lnTo>
                  <a:pt x="1670" y="29586"/>
                </a:lnTo>
                <a:lnTo>
                  <a:pt x="0" y="21166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686278" y="4378150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1"/>
                </a:moveTo>
                <a:lnTo>
                  <a:pt x="4360" y="7898"/>
                </a:lnTo>
                <a:lnTo>
                  <a:pt x="15470" y="0"/>
                </a:lnTo>
                <a:lnTo>
                  <a:pt x="31778" y="2442"/>
                </a:lnTo>
                <a:lnTo>
                  <a:pt x="41465" y="10517"/>
                </a:lnTo>
                <a:lnTo>
                  <a:pt x="40829" y="28071"/>
                </a:lnTo>
                <a:lnTo>
                  <a:pt x="34749" y="38769"/>
                </a:lnTo>
                <a:lnTo>
                  <a:pt x="25029" y="43170"/>
                </a:lnTo>
                <a:lnTo>
                  <a:pt x="10346" y="39473"/>
                </a:lnTo>
                <a:lnTo>
                  <a:pt x="1689" y="29614"/>
                </a:lnTo>
                <a:lnTo>
                  <a:pt x="0" y="21161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741753" y="4389242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4"/>
                </a:moveTo>
                <a:lnTo>
                  <a:pt x="4355" y="7894"/>
                </a:lnTo>
                <a:lnTo>
                  <a:pt x="15462" y="0"/>
                </a:lnTo>
                <a:lnTo>
                  <a:pt x="31777" y="2450"/>
                </a:lnTo>
                <a:lnTo>
                  <a:pt x="41450" y="10535"/>
                </a:lnTo>
                <a:lnTo>
                  <a:pt x="40807" y="28087"/>
                </a:lnTo>
                <a:lnTo>
                  <a:pt x="34722" y="38777"/>
                </a:lnTo>
                <a:lnTo>
                  <a:pt x="24982" y="43168"/>
                </a:lnTo>
                <a:lnTo>
                  <a:pt x="10307" y="39462"/>
                </a:lnTo>
                <a:lnTo>
                  <a:pt x="1671" y="29585"/>
                </a:lnTo>
                <a:lnTo>
                  <a:pt x="0" y="21164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7797196" y="4516799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61" y="7896"/>
                </a:lnTo>
                <a:lnTo>
                  <a:pt x="15471" y="0"/>
                </a:lnTo>
                <a:lnTo>
                  <a:pt x="31780" y="2443"/>
                </a:lnTo>
                <a:lnTo>
                  <a:pt x="41466" y="10518"/>
                </a:lnTo>
                <a:lnTo>
                  <a:pt x="40828" y="28072"/>
                </a:lnTo>
                <a:lnTo>
                  <a:pt x="34745" y="38764"/>
                </a:lnTo>
                <a:lnTo>
                  <a:pt x="25020" y="43160"/>
                </a:lnTo>
                <a:lnTo>
                  <a:pt x="10340" y="39462"/>
                </a:lnTo>
                <a:lnTo>
                  <a:pt x="1685" y="29601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7852671" y="4339331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4"/>
                </a:moveTo>
                <a:lnTo>
                  <a:pt x="4355" y="7894"/>
                </a:lnTo>
                <a:lnTo>
                  <a:pt x="15462" y="0"/>
                </a:lnTo>
                <a:lnTo>
                  <a:pt x="31777" y="2450"/>
                </a:lnTo>
                <a:lnTo>
                  <a:pt x="41450" y="10535"/>
                </a:lnTo>
                <a:lnTo>
                  <a:pt x="40807" y="28087"/>
                </a:lnTo>
                <a:lnTo>
                  <a:pt x="34722" y="38777"/>
                </a:lnTo>
                <a:lnTo>
                  <a:pt x="24982" y="43168"/>
                </a:lnTo>
                <a:lnTo>
                  <a:pt x="10307" y="39462"/>
                </a:lnTo>
                <a:lnTo>
                  <a:pt x="1671" y="29585"/>
                </a:lnTo>
                <a:lnTo>
                  <a:pt x="0" y="21164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7908114" y="4511251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61" y="7896"/>
                </a:lnTo>
                <a:lnTo>
                  <a:pt x="15471" y="0"/>
                </a:lnTo>
                <a:lnTo>
                  <a:pt x="31780" y="2443"/>
                </a:lnTo>
                <a:lnTo>
                  <a:pt x="41466" y="10518"/>
                </a:lnTo>
                <a:lnTo>
                  <a:pt x="40829" y="28071"/>
                </a:lnTo>
                <a:lnTo>
                  <a:pt x="34748" y="38768"/>
                </a:lnTo>
                <a:lnTo>
                  <a:pt x="25026" y="43168"/>
                </a:lnTo>
                <a:lnTo>
                  <a:pt x="10345" y="39471"/>
                </a:lnTo>
                <a:lnTo>
                  <a:pt x="1688" y="29610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7963589" y="4411422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6"/>
                </a:moveTo>
                <a:lnTo>
                  <a:pt x="4355" y="7896"/>
                </a:lnTo>
                <a:lnTo>
                  <a:pt x="15460" y="0"/>
                </a:lnTo>
                <a:lnTo>
                  <a:pt x="31775" y="2449"/>
                </a:lnTo>
                <a:lnTo>
                  <a:pt x="41448" y="10534"/>
                </a:lnTo>
                <a:lnTo>
                  <a:pt x="40806" y="28087"/>
                </a:lnTo>
                <a:lnTo>
                  <a:pt x="34722" y="38776"/>
                </a:lnTo>
                <a:lnTo>
                  <a:pt x="24983" y="43167"/>
                </a:lnTo>
                <a:lnTo>
                  <a:pt x="10306" y="39462"/>
                </a:lnTo>
                <a:lnTo>
                  <a:pt x="1670" y="29586"/>
                </a:lnTo>
                <a:lnTo>
                  <a:pt x="0" y="21166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013485" y="4433614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7"/>
                </a:moveTo>
                <a:lnTo>
                  <a:pt x="4359" y="7903"/>
                </a:lnTo>
                <a:lnTo>
                  <a:pt x="15464" y="0"/>
                </a:lnTo>
                <a:lnTo>
                  <a:pt x="31773" y="2441"/>
                </a:lnTo>
                <a:lnTo>
                  <a:pt x="41461" y="10515"/>
                </a:lnTo>
                <a:lnTo>
                  <a:pt x="40827" y="28072"/>
                </a:lnTo>
                <a:lnTo>
                  <a:pt x="34749" y="38767"/>
                </a:lnTo>
                <a:lnTo>
                  <a:pt x="25028" y="43165"/>
                </a:lnTo>
                <a:lnTo>
                  <a:pt x="10343" y="39470"/>
                </a:lnTo>
                <a:lnTo>
                  <a:pt x="1686" y="29612"/>
                </a:lnTo>
                <a:lnTo>
                  <a:pt x="0" y="21167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068959" y="4511249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73"/>
                </a:moveTo>
                <a:lnTo>
                  <a:pt x="4353" y="7902"/>
                </a:lnTo>
                <a:lnTo>
                  <a:pt x="15455" y="0"/>
                </a:lnTo>
                <a:lnTo>
                  <a:pt x="31769" y="2448"/>
                </a:lnTo>
                <a:lnTo>
                  <a:pt x="41444" y="10532"/>
                </a:lnTo>
                <a:lnTo>
                  <a:pt x="40806" y="28088"/>
                </a:lnTo>
                <a:lnTo>
                  <a:pt x="34726" y="38779"/>
                </a:lnTo>
                <a:lnTo>
                  <a:pt x="24990" y="43172"/>
                </a:lnTo>
                <a:lnTo>
                  <a:pt x="10310" y="39470"/>
                </a:lnTo>
                <a:lnTo>
                  <a:pt x="1672" y="29597"/>
                </a:lnTo>
                <a:lnTo>
                  <a:pt x="0" y="21173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8124403" y="4306063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7"/>
                </a:moveTo>
                <a:lnTo>
                  <a:pt x="4359" y="7903"/>
                </a:lnTo>
                <a:lnTo>
                  <a:pt x="15464" y="0"/>
                </a:lnTo>
                <a:lnTo>
                  <a:pt x="31773" y="2441"/>
                </a:lnTo>
                <a:lnTo>
                  <a:pt x="41461" y="10515"/>
                </a:lnTo>
                <a:lnTo>
                  <a:pt x="40827" y="28067"/>
                </a:lnTo>
                <a:lnTo>
                  <a:pt x="34749" y="38763"/>
                </a:lnTo>
                <a:lnTo>
                  <a:pt x="25028" y="43165"/>
                </a:lnTo>
                <a:lnTo>
                  <a:pt x="10343" y="39467"/>
                </a:lnTo>
                <a:lnTo>
                  <a:pt x="1686" y="29607"/>
                </a:lnTo>
                <a:lnTo>
                  <a:pt x="0" y="21167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179877" y="4489063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6"/>
                </a:moveTo>
                <a:lnTo>
                  <a:pt x="4355" y="7896"/>
                </a:lnTo>
                <a:lnTo>
                  <a:pt x="15460" y="0"/>
                </a:lnTo>
                <a:lnTo>
                  <a:pt x="31775" y="2449"/>
                </a:lnTo>
                <a:lnTo>
                  <a:pt x="41448" y="10534"/>
                </a:lnTo>
                <a:lnTo>
                  <a:pt x="40807" y="28087"/>
                </a:lnTo>
                <a:lnTo>
                  <a:pt x="34726" y="38781"/>
                </a:lnTo>
                <a:lnTo>
                  <a:pt x="24991" y="43178"/>
                </a:lnTo>
                <a:lnTo>
                  <a:pt x="10313" y="39473"/>
                </a:lnTo>
                <a:lnTo>
                  <a:pt x="1675" y="29598"/>
                </a:lnTo>
                <a:lnTo>
                  <a:pt x="0" y="21166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235320" y="4461342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9"/>
                </a:moveTo>
                <a:lnTo>
                  <a:pt x="4358" y="7905"/>
                </a:lnTo>
                <a:lnTo>
                  <a:pt x="15462" y="0"/>
                </a:lnTo>
                <a:lnTo>
                  <a:pt x="31771" y="2441"/>
                </a:lnTo>
                <a:lnTo>
                  <a:pt x="41459" y="10514"/>
                </a:lnTo>
                <a:lnTo>
                  <a:pt x="40827" y="28073"/>
                </a:lnTo>
                <a:lnTo>
                  <a:pt x="34750" y="38767"/>
                </a:lnTo>
                <a:lnTo>
                  <a:pt x="25031" y="43167"/>
                </a:lnTo>
                <a:lnTo>
                  <a:pt x="10344" y="39472"/>
                </a:lnTo>
                <a:lnTo>
                  <a:pt x="1687" y="29616"/>
                </a:lnTo>
                <a:lnTo>
                  <a:pt x="0" y="21169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290794" y="4361512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6"/>
                </a:moveTo>
                <a:lnTo>
                  <a:pt x="4355" y="7896"/>
                </a:lnTo>
                <a:lnTo>
                  <a:pt x="15460" y="0"/>
                </a:lnTo>
                <a:lnTo>
                  <a:pt x="31775" y="2449"/>
                </a:lnTo>
                <a:lnTo>
                  <a:pt x="41448" y="10534"/>
                </a:lnTo>
                <a:lnTo>
                  <a:pt x="40807" y="28087"/>
                </a:lnTo>
                <a:lnTo>
                  <a:pt x="34726" y="38781"/>
                </a:lnTo>
                <a:lnTo>
                  <a:pt x="24991" y="43178"/>
                </a:lnTo>
                <a:lnTo>
                  <a:pt x="10313" y="39473"/>
                </a:lnTo>
                <a:lnTo>
                  <a:pt x="1675" y="29598"/>
                </a:lnTo>
                <a:lnTo>
                  <a:pt x="0" y="21166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8346238" y="4483533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58"/>
                </a:moveTo>
                <a:lnTo>
                  <a:pt x="4361" y="7896"/>
                </a:lnTo>
                <a:lnTo>
                  <a:pt x="15471" y="0"/>
                </a:lnTo>
                <a:lnTo>
                  <a:pt x="31780" y="2443"/>
                </a:lnTo>
                <a:lnTo>
                  <a:pt x="41466" y="10518"/>
                </a:lnTo>
                <a:lnTo>
                  <a:pt x="40828" y="28072"/>
                </a:lnTo>
                <a:lnTo>
                  <a:pt x="34745" y="38764"/>
                </a:lnTo>
                <a:lnTo>
                  <a:pt x="25020" y="43160"/>
                </a:lnTo>
                <a:lnTo>
                  <a:pt x="10340" y="39462"/>
                </a:lnTo>
                <a:lnTo>
                  <a:pt x="1685" y="29601"/>
                </a:lnTo>
                <a:lnTo>
                  <a:pt x="0" y="21158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8401712" y="4339331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21164"/>
                </a:moveTo>
                <a:lnTo>
                  <a:pt x="4355" y="7894"/>
                </a:lnTo>
                <a:lnTo>
                  <a:pt x="15462" y="0"/>
                </a:lnTo>
                <a:lnTo>
                  <a:pt x="31777" y="2450"/>
                </a:lnTo>
                <a:lnTo>
                  <a:pt x="41450" y="10535"/>
                </a:lnTo>
                <a:lnTo>
                  <a:pt x="40808" y="28087"/>
                </a:lnTo>
                <a:lnTo>
                  <a:pt x="34725" y="38780"/>
                </a:lnTo>
                <a:lnTo>
                  <a:pt x="24988" y="43176"/>
                </a:lnTo>
                <a:lnTo>
                  <a:pt x="10312" y="39471"/>
                </a:lnTo>
                <a:lnTo>
                  <a:pt x="1674" y="29595"/>
                </a:lnTo>
                <a:lnTo>
                  <a:pt x="0" y="21164"/>
                </a:lnTo>
                <a:close/>
              </a:path>
            </a:pathLst>
          </a:custGeom>
          <a:ln w="11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016965" y="3500878"/>
            <a:ext cx="2407285" cy="1209040"/>
          </a:xfrm>
          <a:custGeom>
            <a:avLst/>
            <a:gdLst/>
            <a:ahLst/>
            <a:cxnLst/>
            <a:rect l="l" t="t" r="r" b="b"/>
            <a:pathLst>
              <a:path w="2407284" h="1209039">
                <a:moveTo>
                  <a:pt x="0" y="0"/>
                </a:moveTo>
                <a:lnTo>
                  <a:pt x="0" y="0"/>
                </a:lnTo>
                <a:lnTo>
                  <a:pt x="488050" y="0"/>
                </a:lnTo>
                <a:lnTo>
                  <a:pt x="543494" y="371580"/>
                </a:lnTo>
                <a:lnTo>
                  <a:pt x="598968" y="693229"/>
                </a:lnTo>
                <a:lnTo>
                  <a:pt x="654412" y="970524"/>
                </a:lnTo>
                <a:lnTo>
                  <a:pt x="709886" y="1208981"/>
                </a:lnTo>
                <a:lnTo>
                  <a:pt x="765329" y="1170169"/>
                </a:lnTo>
                <a:lnTo>
                  <a:pt x="815256" y="1136891"/>
                </a:lnTo>
                <a:lnTo>
                  <a:pt x="870700" y="1109161"/>
                </a:lnTo>
                <a:lnTo>
                  <a:pt x="926174" y="1081430"/>
                </a:lnTo>
                <a:lnTo>
                  <a:pt x="981618" y="1064797"/>
                </a:lnTo>
                <a:lnTo>
                  <a:pt x="1037092" y="1042617"/>
                </a:lnTo>
                <a:lnTo>
                  <a:pt x="1092536" y="1031520"/>
                </a:lnTo>
                <a:lnTo>
                  <a:pt x="1148010" y="1014887"/>
                </a:lnTo>
                <a:lnTo>
                  <a:pt x="1203453" y="1003789"/>
                </a:lnTo>
                <a:lnTo>
                  <a:pt x="1253380" y="992707"/>
                </a:lnTo>
                <a:lnTo>
                  <a:pt x="1308824" y="987157"/>
                </a:lnTo>
                <a:lnTo>
                  <a:pt x="1364298" y="976062"/>
                </a:lnTo>
                <a:lnTo>
                  <a:pt x="1419742" y="970524"/>
                </a:lnTo>
                <a:lnTo>
                  <a:pt x="1475216" y="964977"/>
                </a:lnTo>
                <a:lnTo>
                  <a:pt x="1530659" y="959429"/>
                </a:lnTo>
                <a:lnTo>
                  <a:pt x="1586134" y="953879"/>
                </a:lnTo>
                <a:lnTo>
                  <a:pt x="1636030" y="953879"/>
                </a:lnTo>
                <a:lnTo>
                  <a:pt x="1691504" y="948344"/>
                </a:lnTo>
                <a:lnTo>
                  <a:pt x="1746948" y="948344"/>
                </a:lnTo>
                <a:lnTo>
                  <a:pt x="1802422" y="942793"/>
                </a:lnTo>
                <a:lnTo>
                  <a:pt x="1857865" y="942793"/>
                </a:lnTo>
                <a:lnTo>
                  <a:pt x="1913340" y="942793"/>
                </a:lnTo>
                <a:lnTo>
                  <a:pt x="1968783" y="937246"/>
                </a:lnTo>
                <a:lnTo>
                  <a:pt x="2018710" y="937246"/>
                </a:lnTo>
                <a:lnTo>
                  <a:pt x="2074154" y="937246"/>
                </a:lnTo>
                <a:lnTo>
                  <a:pt x="2129628" y="937246"/>
                </a:lnTo>
                <a:lnTo>
                  <a:pt x="2185072" y="937246"/>
                </a:lnTo>
                <a:lnTo>
                  <a:pt x="2240546" y="931699"/>
                </a:lnTo>
                <a:lnTo>
                  <a:pt x="2295989" y="931699"/>
                </a:lnTo>
                <a:lnTo>
                  <a:pt x="2351464" y="931699"/>
                </a:lnTo>
                <a:lnTo>
                  <a:pt x="2406907" y="931699"/>
                </a:lnTo>
              </a:path>
            </a:pathLst>
          </a:custGeom>
          <a:ln w="1109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 txBox="1"/>
          <p:nvPr/>
        </p:nvSpPr>
        <p:spPr>
          <a:xfrm>
            <a:off x="2630929" y="5831801"/>
            <a:ext cx="657225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615" indent="-208915">
              <a:lnSpc>
                <a:spcPct val="100000"/>
              </a:lnSpc>
              <a:buFont typeface="Symbol"/>
              <a:buChar char=""/>
              <a:tabLst>
                <a:tab pos="222250" algn="l"/>
              </a:tabLst>
            </a:pPr>
            <a:r>
              <a:rPr sz="2400" i="1" spc="-780" dirty="0">
                <a:latin typeface="Times New Roman"/>
                <a:cs typeface="Times New Roman"/>
              </a:rPr>
              <a:t>b</a:t>
            </a:r>
            <a:r>
              <a:rPr sz="3600" spc="-15" baseline="16203" dirty="0">
                <a:latin typeface="Times New Roman"/>
                <a:cs typeface="Times New Roman"/>
              </a:rPr>
              <a:t>ˆ</a:t>
            </a:r>
            <a:r>
              <a:rPr sz="3600" spc="-262" baseline="16203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u</a:t>
            </a:r>
            <a:r>
              <a:rPr sz="2400" i="1" spc="-140" dirty="0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589932" y="5907691"/>
            <a:ext cx="165544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6559" algn="l"/>
                <a:tab pos="1020444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E	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-875" dirty="0">
                <a:latin typeface="Times New Roman"/>
                <a:cs typeface="Times New Roman"/>
              </a:rPr>
              <a:t>a</a:t>
            </a:r>
            <a:r>
              <a:rPr sz="3600" spc="-15" baseline="2314" dirty="0">
                <a:latin typeface="Times New Roman"/>
                <a:cs typeface="Times New Roman"/>
              </a:rPr>
              <a:t>ˆ</a:t>
            </a:r>
            <a:r>
              <a:rPr sz="3600" baseline="2314" dirty="0">
                <a:latin typeface="Times New Roman"/>
                <a:cs typeface="Times New Roman"/>
              </a:rPr>
              <a:t> </a:t>
            </a:r>
            <a:r>
              <a:rPr sz="3600" spc="-405" baseline="2314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5067405" y="5879017"/>
            <a:ext cx="666115" cy="643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275" spc="-817" baseline="-5727" dirty="0">
                <a:latin typeface="Symbol"/>
                <a:cs typeface="Symbol"/>
              </a:rPr>
              <a:t></a:t>
            </a:r>
            <a:r>
              <a:rPr sz="2650" spc="-25" dirty="0">
                <a:latin typeface="Times New Roman"/>
                <a:cs typeface="Times New Roman"/>
              </a:rPr>
              <a:t>EE</a:t>
            </a:r>
            <a:r>
              <a:rPr sz="2650" spc="-10" dirty="0">
                <a:latin typeface="Times New Roman"/>
                <a:cs typeface="Times New Roman"/>
              </a:rPr>
              <a:t>: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8697829" y="5221411"/>
            <a:ext cx="162560" cy="1301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500"/>
              </a:lnSpc>
            </a:pPr>
            <a:r>
              <a:rPr sz="4850" spc="-760" dirty="0">
                <a:latin typeface="Symbol"/>
                <a:cs typeface="Symbol"/>
              </a:rPr>
              <a:t></a:t>
            </a:r>
            <a:endParaRPr sz="4850">
              <a:latin typeface="Symbol"/>
              <a:cs typeface="Symbol"/>
            </a:endParaRPr>
          </a:p>
          <a:p>
            <a:pPr marL="38735">
              <a:lnSpc>
                <a:spcPts val="5500"/>
              </a:lnSpc>
            </a:pPr>
            <a:r>
              <a:rPr sz="4850" spc="-760" dirty="0">
                <a:latin typeface="Symbol"/>
                <a:cs typeface="Symbol"/>
              </a:rPr>
              <a:t></a:t>
            </a:r>
            <a:endParaRPr sz="4850">
              <a:latin typeface="Symbol"/>
              <a:cs typeface="Symbo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7666990" y="5949389"/>
            <a:ext cx="662305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285" indent="-235585">
              <a:lnSpc>
                <a:spcPct val="100000"/>
              </a:lnSpc>
              <a:buFont typeface="Symbol"/>
              <a:buChar char=""/>
              <a:tabLst>
                <a:tab pos="248920" algn="l"/>
              </a:tabLst>
            </a:pPr>
            <a:r>
              <a:rPr sz="2650" i="1" spc="-860" dirty="0">
                <a:latin typeface="Times New Roman"/>
                <a:cs typeface="Times New Roman"/>
              </a:rPr>
              <a:t>b</a:t>
            </a:r>
            <a:r>
              <a:rPr sz="3975" spc="-15" baseline="16771" dirty="0">
                <a:latin typeface="Times New Roman"/>
                <a:cs typeface="Times New Roman"/>
              </a:rPr>
              <a:t>ˆ</a:t>
            </a:r>
            <a:r>
              <a:rPr sz="3975" spc="-292" baseline="16771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u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924593" y="6033447"/>
            <a:ext cx="161925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75" i="1" spc="-1500" baseline="-2096" dirty="0">
                <a:latin typeface="Times New Roman"/>
                <a:cs typeface="Times New Roman"/>
              </a:rPr>
              <a:t>y</a:t>
            </a:r>
            <a:r>
              <a:rPr sz="2650" spc="-10" dirty="0">
                <a:latin typeface="Times New Roman"/>
                <a:cs typeface="Times New Roman"/>
              </a:rPr>
              <a:t>ˆ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317327" y="6033447"/>
            <a:ext cx="922019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9460" algn="l"/>
              </a:tabLst>
            </a:pP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960" dirty="0">
                <a:latin typeface="Times New Roman"/>
                <a:cs typeface="Times New Roman"/>
              </a:rPr>
              <a:t>a</a:t>
            </a:r>
            <a:r>
              <a:rPr sz="3975" spc="-15" baseline="2096" dirty="0">
                <a:latin typeface="Times New Roman"/>
                <a:cs typeface="Times New Roman"/>
              </a:rPr>
              <a:t>ˆ</a:t>
            </a:r>
            <a:r>
              <a:rPr sz="3975" baseline="2096" dirty="0">
                <a:latin typeface="Times New Roman"/>
                <a:cs typeface="Times New Roman"/>
              </a:rPr>
              <a:t>	</a:t>
            </a:r>
            <a:r>
              <a:rPr sz="2650" i="1" spc="-15" dirty="0">
                <a:latin typeface="Times New Roman"/>
                <a:cs typeface="Times New Roman"/>
              </a:rPr>
              <a:t>y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5020910" y="5221411"/>
            <a:ext cx="135890" cy="643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50" spc="-760" dirty="0">
                <a:latin typeface="Symbol"/>
                <a:cs typeface="Symbol"/>
              </a:rPr>
              <a:t></a:t>
            </a:r>
            <a:endParaRPr sz="4850">
              <a:latin typeface="Symbol"/>
              <a:cs typeface="Symbol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5898672" y="5375842"/>
            <a:ext cx="2791460" cy="448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40"/>
              </a:lnSpc>
              <a:tabLst>
                <a:tab pos="405130" algn="l"/>
              </a:tabLst>
            </a:pPr>
            <a:r>
              <a:rPr sz="3975" i="1" spc="-1492" baseline="1467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3975" spc="150" baseline="16771" dirty="0">
                <a:solidFill>
                  <a:srgbClr val="FF0000"/>
                </a:solidFill>
                <a:latin typeface="Times New Roman"/>
                <a:cs typeface="Times New Roman"/>
              </a:rPr>
              <a:t>ˆ</a:t>
            </a:r>
            <a:r>
              <a:rPr sz="195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1950" i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975" spc="-22" baseline="14675" dirty="0">
                <a:latin typeface="Symbol"/>
                <a:cs typeface="Symbol"/>
              </a:rPr>
              <a:t></a:t>
            </a:r>
            <a:r>
              <a:rPr sz="3975" spc="-75" baseline="14675" dirty="0">
                <a:latin typeface="Times New Roman"/>
                <a:cs typeface="Times New Roman"/>
              </a:rPr>
              <a:t> </a:t>
            </a:r>
            <a:r>
              <a:rPr sz="3975" spc="89" baseline="14675" dirty="0">
                <a:latin typeface="Symbol"/>
                <a:cs typeface="Symbol"/>
              </a:rPr>
              <a:t></a:t>
            </a:r>
            <a:r>
              <a:rPr sz="3975" i="1" spc="-1439" baseline="14675" dirty="0">
                <a:latin typeface="Times New Roman"/>
                <a:cs typeface="Times New Roman"/>
              </a:rPr>
              <a:t>a</a:t>
            </a:r>
            <a:r>
              <a:rPr sz="3975" spc="-277" baseline="16771" dirty="0">
                <a:latin typeface="Times New Roman"/>
                <a:cs typeface="Times New Roman"/>
              </a:rPr>
              <a:t>ˆ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r>
              <a:rPr sz="1950" spc="-285" dirty="0">
                <a:latin typeface="Times New Roman"/>
                <a:cs typeface="Times New Roman"/>
              </a:rPr>
              <a:t> </a:t>
            </a:r>
            <a:r>
              <a:rPr sz="3975" i="1" spc="-1492" baseline="1467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3975" spc="150" baseline="16771" dirty="0">
                <a:solidFill>
                  <a:srgbClr val="FF0000"/>
                </a:solidFill>
                <a:latin typeface="Times New Roman"/>
                <a:cs typeface="Times New Roman"/>
              </a:rPr>
              <a:t>ˆ</a:t>
            </a:r>
            <a:r>
              <a:rPr sz="195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1950" i="1" spc="-2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-145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195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975" spc="-22" baseline="14675" dirty="0">
                <a:latin typeface="Symbol"/>
                <a:cs typeface="Symbol"/>
              </a:rPr>
              <a:t></a:t>
            </a:r>
            <a:r>
              <a:rPr sz="3975" spc="-390" baseline="14675" dirty="0">
                <a:latin typeface="Times New Roman"/>
                <a:cs typeface="Times New Roman"/>
              </a:rPr>
              <a:t> </a:t>
            </a:r>
            <a:r>
              <a:rPr sz="3975" i="1" spc="-562" baseline="14675" dirty="0">
                <a:latin typeface="Times New Roman"/>
                <a:cs typeface="Times New Roman"/>
              </a:rPr>
              <a:t>b</a:t>
            </a:r>
            <a:r>
              <a:rPr sz="1950" spc="-125" dirty="0">
                <a:latin typeface="Times New Roman"/>
                <a:cs typeface="Times New Roman"/>
              </a:rPr>
              <a:t>1</a:t>
            </a:r>
            <a:r>
              <a:rPr sz="3975" i="1" spc="15" baseline="14675" dirty="0">
                <a:latin typeface="Times New Roman"/>
                <a:cs typeface="Times New Roman"/>
              </a:rPr>
              <a:t>u</a:t>
            </a:r>
            <a:r>
              <a:rPr sz="1950" i="1" spc="5" dirty="0">
                <a:latin typeface="Times New Roman"/>
                <a:cs typeface="Times New Roman"/>
              </a:rPr>
              <a:t>k</a:t>
            </a:r>
            <a:r>
              <a:rPr sz="1950" i="1" spc="-275" dirty="0">
                <a:latin typeface="Times New Roman"/>
                <a:cs typeface="Times New Roman"/>
              </a:rPr>
              <a:t> </a:t>
            </a:r>
            <a:r>
              <a:rPr sz="1950" spc="-145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7937849" y="5291786"/>
            <a:ext cx="137795" cy="361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Times New Roman"/>
                <a:cs typeface="Times New Roman"/>
              </a:rPr>
              <a:t>ˆ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5159084" y="5391644"/>
            <a:ext cx="549275" cy="361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Times New Roman"/>
                <a:cs typeface="Times New Roman"/>
              </a:rPr>
              <a:t>R</a:t>
            </a:r>
            <a:r>
              <a:rPr sz="2650" spc="-25" dirty="0">
                <a:latin typeface="Times New Roman"/>
                <a:cs typeface="Times New Roman"/>
              </a:rPr>
              <a:t>E</a:t>
            </a:r>
            <a:r>
              <a:rPr sz="2650" spc="-10" dirty="0">
                <a:latin typeface="Times New Roman"/>
                <a:cs typeface="Times New Roman"/>
              </a:rPr>
              <a:t>: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51" name="object 151"/>
          <p:cNvSpPr/>
          <p:nvPr/>
        </p:nvSpPr>
        <p:spPr>
          <a:xfrm>
            <a:off x="399668" y="5753480"/>
            <a:ext cx="3452495" cy="749300"/>
          </a:xfrm>
          <a:custGeom>
            <a:avLst/>
            <a:gdLst/>
            <a:ahLst/>
            <a:cxnLst/>
            <a:rect l="l" t="t" r="r" b="b"/>
            <a:pathLst>
              <a:path w="3452495" h="749300">
                <a:moveTo>
                  <a:pt x="0" y="124849"/>
                </a:moveTo>
                <a:lnTo>
                  <a:pt x="7377" y="82465"/>
                </a:lnTo>
                <a:lnTo>
                  <a:pt x="27788" y="46312"/>
                </a:lnTo>
                <a:lnTo>
                  <a:pt x="58650" y="18972"/>
                </a:lnTo>
                <a:lnTo>
                  <a:pt x="97381" y="3029"/>
                </a:lnTo>
                <a:lnTo>
                  <a:pt x="3327029" y="0"/>
                </a:lnTo>
                <a:lnTo>
                  <a:pt x="3341688" y="851"/>
                </a:lnTo>
                <a:lnTo>
                  <a:pt x="3382279" y="12862"/>
                </a:lnTo>
                <a:lnTo>
                  <a:pt x="3415781" y="37045"/>
                </a:lnTo>
                <a:lnTo>
                  <a:pt x="3439609" y="70819"/>
                </a:lnTo>
                <a:lnTo>
                  <a:pt x="3451180" y="111598"/>
                </a:lnTo>
                <a:lnTo>
                  <a:pt x="3451875" y="624209"/>
                </a:lnTo>
                <a:lnTo>
                  <a:pt x="3451023" y="638869"/>
                </a:lnTo>
                <a:lnTo>
                  <a:pt x="3439012" y="679461"/>
                </a:lnTo>
                <a:lnTo>
                  <a:pt x="3414826" y="712960"/>
                </a:lnTo>
                <a:lnTo>
                  <a:pt x="3381051" y="736785"/>
                </a:lnTo>
                <a:lnTo>
                  <a:pt x="3340269" y="748352"/>
                </a:lnTo>
                <a:lnTo>
                  <a:pt x="124836" y="749045"/>
                </a:lnTo>
                <a:lnTo>
                  <a:pt x="110175" y="748194"/>
                </a:lnTo>
                <a:lnTo>
                  <a:pt x="69582" y="736184"/>
                </a:lnTo>
                <a:lnTo>
                  <a:pt x="36082" y="712000"/>
                </a:lnTo>
                <a:lnTo>
                  <a:pt x="12258" y="678226"/>
                </a:lnTo>
                <a:lnTo>
                  <a:pt x="693" y="637443"/>
                </a:lnTo>
                <a:lnTo>
                  <a:pt x="0" y="124849"/>
                </a:lnTo>
                <a:close/>
              </a:path>
            </a:pathLst>
          </a:custGeom>
          <a:ln w="2514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 txBox="1"/>
          <p:nvPr/>
        </p:nvSpPr>
        <p:spPr>
          <a:xfrm>
            <a:off x="774692" y="6062047"/>
            <a:ext cx="1270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397232" y="6062047"/>
            <a:ext cx="1270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946682" y="6062047"/>
            <a:ext cx="1397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221109" y="6058411"/>
            <a:ext cx="37401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lang="en-US" i="1" spc="-160" dirty="0">
                <a:latin typeface="Symbol"/>
                <a:cs typeface="Times New Roman"/>
              </a:rPr>
              <a:t>-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2951355" y="6058411"/>
            <a:ext cx="62928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970" algn="l"/>
              </a:tabLst>
            </a:pPr>
            <a:r>
              <a:rPr sz="1800" spc="-10" dirty="0">
                <a:latin typeface="Times New Roman"/>
                <a:cs typeface="Times New Roman"/>
              </a:rPr>
              <a:t>1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lang="en-US" i="1" spc="-160" dirty="0">
                <a:latin typeface="Symbol"/>
                <a:cs typeface="Times New Roman"/>
              </a:rPr>
              <a:t>-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6912095" y="6200378"/>
            <a:ext cx="71247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4960" algn="l"/>
              </a:tabLst>
            </a:pPr>
            <a:r>
              <a:rPr sz="1950" spc="5" dirty="0">
                <a:latin typeface="Times New Roman"/>
                <a:cs typeface="Times New Roman"/>
              </a:rPr>
              <a:t>1	</a:t>
            </a:r>
            <a:r>
              <a:rPr sz="1950" i="1" spc="5" dirty="0">
                <a:latin typeface="Times New Roman"/>
                <a:cs typeface="Times New Roman"/>
              </a:rPr>
              <a:t>k</a:t>
            </a:r>
            <a:r>
              <a:rPr sz="1950" i="1" spc="-275" dirty="0">
                <a:latin typeface="Times New Roman"/>
                <a:cs typeface="Times New Roman"/>
              </a:rPr>
              <a:t> </a:t>
            </a:r>
            <a:r>
              <a:rPr lang="en-US" sz="1950" i="1" spc="-140" dirty="0">
                <a:latin typeface="Symbol"/>
                <a:cs typeface="Times New Roman"/>
              </a:rPr>
              <a:t>-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8025546" y="6200378"/>
            <a:ext cx="6915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4005" algn="l"/>
              </a:tabLst>
            </a:pPr>
            <a:r>
              <a:rPr sz="1950" spc="5" dirty="0">
                <a:latin typeface="Times New Roman"/>
                <a:cs typeface="Times New Roman"/>
              </a:rPr>
              <a:t>1	</a:t>
            </a:r>
            <a:r>
              <a:rPr sz="1950" i="1" spc="5" dirty="0">
                <a:latin typeface="Times New Roman"/>
                <a:cs typeface="Times New Roman"/>
              </a:rPr>
              <a:t>k</a:t>
            </a:r>
            <a:r>
              <a:rPr sz="1950" i="1" spc="-275" dirty="0">
                <a:latin typeface="Times New Roman"/>
                <a:cs typeface="Times New Roman"/>
              </a:rPr>
              <a:t> </a:t>
            </a:r>
            <a:r>
              <a:rPr lang="en-US" sz="1950" i="1" spc="-140" dirty="0">
                <a:latin typeface="Symbol"/>
                <a:cs typeface="Times New Roman"/>
              </a:rPr>
              <a:t>-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6075037" y="6204394"/>
            <a:ext cx="137795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5" dirty="0">
                <a:latin typeface="Times New Roman"/>
                <a:cs typeface="Times New Roman"/>
              </a:rPr>
              <a:t>k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5747399" y="1887839"/>
            <a:ext cx="1240790" cy="968375"/>
          </a:xfrm>
          <a:custGeom>
            <a:avLst/>
            <a:gdLst/>
            <a:ahLst/>
            <a:cxnLst/>
            <a:rect l="l" t="t" r="r" b="b"/>
            <a:pathLst>
              <a:path w="1240790" h="968375">
                <a:moveTo>
                  <a:pt x="1079205" y="0"/>
                </a:moveTo>
                <a:lnTo>
                  <a:pt x="147120" y="614"/>
                </a:lnTo>
                <a:lnTo>
                  <a:pt x="105389" y="9954"/>
                </a:lnTo>
                <a:lnTo>
                  <a:pt x="68526" y="29338"/>
                </a:lnTo>
                <a:lnTo>
                  <a:pt x="38077" y="57218"/>
                </a:lnTo>
                <a:lnTo>
                  <a:pt x="15589" y="92046"/>
                </a:lnTo>
                <a:lnTo>
                  <a:pt x="2608" y="132275"/>
                </a:lnTo>
                <a:lnTo>
                  <a:pt x="0" y="161330"/>
                </a:lnTo>
                <a:lnTo>
                  <a:pt x="612" y="820656"/>
                </a:lnTo>
                <a:lnTo>
                  <a:pt x="9944" y="862394"/>
                </a:lnTo>
                <a:lnTo>
                  <a:pt x="29320" y="899262"/>
                </a:lnTo>
                <a:lnTo>
                  <a:pt x="57192" y="929716"/>
                </a:lnTo>
                <a:lnTo>
                  <a:pt x="92016" y="952208"/>
                </a:lnTo>
                <a:lnTo>
                  <a:pt x="132243" y="965191"/>
                </a:lnTo>
                <a:lnTo>
                  <a:pt x="161300" y="967800"/>
                </a:lnTo>
                <a:lnTo>
                  <a:pt x="1093385" y="967186"/>
                </a:lnTo>
                <a:lnTo>
                  <a:pt x="1135120" y="957850"/>
                </a:lnTo>
                <a:lnTo>
                  <a:pt x="1171989" y="938472"/>
                </a:lnTo>
                <a:lnTo>
                  <a:pt x="1202445" y="910600"/>
                </a:lnTo>
                <a:lnTo>
                  <a:pt x="1224940" y="875778"/>
                </a:lnTo>
                <a:lnTo>
                  <a:pt x="1237926" y="835554"/>
                </a:lnTo>
                <a:lnTo>
                  <a:pt x="1240535" y="806500"/>
                </a:lnTo>
                <a:lnTo>
                  <a:pt x="1239919" y="147127"/>
                </a:lnTo>
                <a:lnTo>
                  <a:pt x="1230574" y="105398"/>
                </a:lnTo>
                <a:lnTo>
                  <a:pt x="1211189" y="68534"/>
                </a:lnTo>
                <a:lnTo>
                  <a:pt x="1183309" y="38083"/>
                </a:lnTo>
                <a:lnTo>
                  <a:pt x="1148483" y="15592"/>
                </a:lnTo>
                <a:lnTo>
                  <a:pt x="1108257" y="2609"/>
                </a:lnTo>
                <a:lnTo>
                  <a:pt x="107920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5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qu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-10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Er</a:t>
            </a:r>
            <a:r>
              <a:rPr spc="-5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r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Co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t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F</a:t>
            </a:r>
            <a:r>
              <a:rPr spc="-5" dirty="0">
                <a:latin typeface="Calibri"/>
                <a:cs typeface="Calibri"/>
              </a:rPr>
              <a:t>u</a:t>
            </a:r>
            <a:r>
              <a:rPr dirty="0">
                <a:latin typeface="Calibri"/>
                <a:cs typeface="Calibri"/>
              </a:rPr>
              <a:t>ncti</a:t>
            </a:r>
            <a:r>
              <a:rPr spc="-10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4" name="object 4"/>
          <p:cNvSpPr/>
          <p:nvPr/>
        </p:nvSpPr>
        <p:spPr>
          <a:xfrm>
            <a:off x="6989460" y="2395331"/>
            <a:ext cx="733425" cy="1905"/>
          </a:xfrm>
          <a:custGeom>
            <a:avLst/>
            <a:gdLst/>
            <a:ahLst/>
            <a:cxnLst/>
            <a:rect l="l" t="t" r="r" b="b"/>
            <a:pathLst>
              <a:path w="733425" h="1905">
                <a:moveTo>
                  <a:pt x="0" y="0"/>
                </a:moveTo>
                <a:lnTo>
                  <a:pt x="733226" y="140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46395" y="235214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5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66782" y="2356878"/>
            <a:ext cx="1002665" cy="0"/>
          </a:xfrm>
          <a:custGeom>
            <a:avLst/>
            <a:gdLst/>
            <a:ahLst/>
            <a:cxnLst/>
            <a:rect l="l" t="t" r="r" b="b"/>
            <a:pathLst>
              <a:path w="1002665">
                <a:moveTo>
                  <a:pt x="0" y="0"/>
                </a:moveTo>
                <a:lnTo>
                  <a:pt x="1002458" y="0"/>
                </a:lnTo>
              </a:path>
            </a:pathLst>
          </a:custGeom>
          <a:ln w="11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13835" y="1946019"/>
            <a:ext cx="255904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60" dirty="0">
                <a:latin typeface="Symbol"/>
                <a:cs typeface="Symbol"/>
              </a:rPr>
              <a:t></a:t>
            </a:r>
            <a:r>
              <a:rPr sz="1600" spc="6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52916" y="2017117"/>
            <a:ext cx="366395" cy="358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240" dirty="0">
                <a:latin typeface="Times New Roman"/>
                <a:cs typeface="Times New Roman"/>
              </a:rPr>
              <a:t>b</a:t>
            </a:r>
            <a:r>
              <a:rPr sz="2400" spc="187" baseline="-19097" dirty="0">
                <a:latin typeface="Times New Roman"/>
                <a:cs typeface="Times New Roman"/>
              </a:rPr>
              <a:t>1</a:t>
            </a:r>
            <a:r>
              <a:rPr sz="2150" i="1" spc="55" dirty="0">
                <a:latin typeface="Times New Roman"/>
                <a:cs typeface="Times New Roman"/>
              </a:rPr>
              <a:t>z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01894" y="2366881"/>
            <a:ext cx="255904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60" dirty="0">
                <a:latin typeface="Symbol"/>
                <a:cs typeface="Symbol"/>
              </a:rPr>
              <a:t></a:t>
            </a:r>
            <a:r>
              <a:rPr sz="1600" spc="6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41877" y="2433519"/>
            <a:ext cx="76581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254" dirty="0">
                <a:latin typeface="Times New Roman"/>
                <a:cs typeface="Times New Roman"/>
              </a:rPr>
              <a:t>1</a:t>
            </a:r>
            <a:r>
              <a:rPr sz="2150" spc="80" dirty="0">
                <a:latin typeface="Symbol"/>
                <a:cs typeface="Symbol"/>
              </a:rPr>
              <a:t></a:t>
            </a:r>
            <a:r>
              <a:rPr sz="2150" spc="-110" dirty="0">
                <a:latin typeface="Times New Roman"/>
                <a:cs typeface="Times New Roman"/>
              </a:rPr>
              <a:t> </a:t>
            </a:r>
            <a:r>
              <a:rPr sz="2150" i="1" spc="-135" dirty="0">
                <a:latin typeface="Times New Roman"/>
                <a:cs typeface="Times New Roman"/>
              </a:rPr>
              <a:t>a</a:t>
            </a:r>
            <a:r>
              <a:rPr sz="2400" spc="187" baseline="-19097" dirty="0">
                <a:latin typeface="Times New Roman"/>
                <a:cs typeface="Times New Roman"/>
              </a:rPr>
              <a:t>1</a:t>
            </a:r>
            <a:r>
              <a:rPr sz="2150" i="1" spc="55" dirty="0">
                <a:latin typeface="Times New Roman"/>
                <a:cs typeface="Times New Roman"/>
              </a:rPr>
              <a:t>z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47399" y="1887839"/>
            <a:ext cx="1240790" cy="968375"/>
          </a:xfrm>
          <a:custGeom>
            <a:avLst/>
            <a:gdLst/>
            <a:ahLst/>
            <a:cxnLst/>
            <a:rect l="l" t="t" r="r" b="b"/>
            <a:pathLst>
              <a:path w="1240790" h="968375">
                <a:moveTo>
                  <a:pt x="0" y="161330"/>
                </a:moveTo>
                <a:lnTo>
                  <a:pt x="5784" y="118361"/>
                </a:lnTo>
                <a:lnTo>
                  <a:pt x="22105" y="79760"/>
                </a:lnTo>
                <a:lnTo>
                  <a:pt x="47419" y="47076"/>
                </a:lnTo>
                <a:lnTo>
                  <a:pt x="80177" y="21856"/>
                </a:lnTo>
                <a:lnTo>
                  <a:pt x="118835" y="5648"/>
                </a:lnTo>
                <a:lnTo>
                  <a:pt x="1079205" y="0"/>
                </a:lnTo>
                <a:lnTo>
                  <a:pt x="1093916" y="661"/>
                </a:lnTo>
                <a:lnTo>
                  <a:pt x="1135598" y="10132"/>
                </a:lnTo>
                <a:lnTo>
                  <a:pt x="1172396" y="29625"/>
                </a:lnTo>
                <a:lnTo>
                  <a:pt x="1202763" y="57595"/>
                </a:lnTo>
                <a:lnTo>
                  <a:pt x="1225152" y="92493"/>
                </a:lnTo>
                <a:lnTo>
                  <a:pt x="1238015" y="132772"/>
                </a:lnTo>
                <a:lnTo>
                  <a:pt x="1240535" y="806500"/>
                </a:lnTo>
                <a:lnTo>
                  <a:pt x="1239873" y="821213"/>
                </a:lnTo>
                <a:lnTo>
                  <a:pt x="1230401" y="862894"/>
                </a:lnTo>
                <a:lnTo>
                  <a:pt x="1210904" y="899688"/>
                </a:lnTo>
                <a:lnTo>
                  <a:pt x="1182930" y="930049"/>
                </a:lnTo>
                <a:lnTo>
                  <a:pt x="1148026" y="952430"/>
                </a:lnTo>
                <a:lnTo>
                  <a:pt x="1107741" y="965285"/>
                </a:lnTo>
                <a:lnTo>
                  <a:pt x="161300" y="967800"/>
                </a:lnTo>
                <a:lnTo>
                  <a:pt x="146586" y="967139"/>
                </a:lnTo>
                <a:lnTo>
                  <a:pt x="104901" y="957668"/>
                </a:lnTo>
                <a:lnTo>
                  <a:pt x="68104" y="938174"/>
                </a:lnTo>
                <a:lnTo>
                  <a:pt x="37743" y="910203"/>
                </a:lnTo>
                <a:lnTo>
                  <a:pt x="15363" y="875301"/>
                </a:lnTo>
                <a:lnTo>
                  <a:pt x="2511" y="835014"/>
                </a:lnTo>
                <a:lnTo>
                  <a:pt x="0" y="16133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143247" y="1942830"/>
            <a:ext cx="249554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35" dirty="0">
                <a:latin typeface="Times New Roman"/>
                <a:cs typeface="Times New Roman"/>
              </a:rPr>
              <a:t>x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71951" y="1961118"/>
            <a:ext cx="27241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95" dirty="0">
                <a:latin typeface="Times New Roman"/>
                <a:cs typeface="Times New Roman"/>
              </a:rPr>
              <a:t>u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47650" y="2167493"/>
            <a:ext cx="482600" cy="452120"/>
          </a:xfrm>
          <a:custGeom>
            <a:avLst/>
            <a:gdLst/>
            <a:ahLst/>
            <a:cxnLst/>
            <a:rect l="l" t="t" r="r" b="b"/>
            <a:pathLst>
              <a:path w="482600" h="452119">
                <a:moveTo>
                  <a:pt x="0" y="225948"/>
                </a:moveTo>
                <a:lnTo>
                  <a:pt x="7008" y="171651"/>
                </a:lnTo>
                <a:lnTo>
                  <a:pt x="26915" y="122113"/>
                </a:lnTo>
                <a:lnTo>
                  <a:pt x="58047" y="78904"/>
                </a:lnTo>
                <a:lnTo>
                  <a:pt x="98728" y="43595"/>
                </a:lnTo>
                <a:lnTo>
                  <a:pt x="147284" y="17756"/>
                </a:lnTo>
                <a:lnTo>
                  <a:pt x="202038" y="2957"/>
                </a:lnTo>
                <a:lnTo>
                  <a:pt x="241157" y="0"/>
                </a:lnTo>
                <a:lnTo>
                  <a:pt x="260937" y="749"/>
                </a:lnTo>
                <a:lnTo>
                  <a:pt x="299115" y="6566"/>
                </a:lnTo>
                <a:lnTo>
                  <a:pt x="351994" y="25220"/>
                </a:lnTo>
                <a:lnTo>
                  <a:pt x="398117" y="54390"/>
                </a:lnTo>
                <a:lnTo>
                  <a:pt x="435808" y="92507"/>
                </a:lnTo>
                <a:lnTo>
                  <a:pt x="463391" y="138000"/>
                </a:lnTo>
                <a:lnTo>
                  <a:pt x="479189" y="189298"/>
                </a:lnTo>
                <a:lnTo>
                  <a:pt x="482345" y="225948"/>
                </a:lnTo>
                <a:lnTo>
                  <a:pt x="481546" y="244478"/>
                </a:lnTo>
                <a:lnTo>
                  <a:pt x="470049" y="297361"/>
                </a:lnTo>
                <a:lnTo>
                  <a:pt x="446208" y="344958"/>
                </a:lnTo>
                <a:lnTo>
                  <a:pt x="411700" y="385701"/>
                </a:lnTo>
                <a:lnTo>
                  <a:pt x="368202" y="418021"/>
                </a:lnTo>
                <a:lnTo>
                  <a:pt x="317389" y="440349"/>
                </a:lnTo>
                <a:lnTo>
                  <a:pt x="260937" y="451117"/>
                </a:lnTo>
                <a:lnTo>
                  <a:pt x="241157" y="451865"/>
                </a:lnTo>
                <a:lnTo>
                  <a:pt x="221377" y="451117"/>
                </a:lnTo>
                <a:lnTo>
                  <a:pt x="183201" y="445301"/>
                </a:lnTo>
                <a:lnTo>
                  <a:pt x="130327" y="426652"/>
                </a:lnTo>
                <a:lnTo>
                  <a:pt x="84210" y="397488"/>
                </a:lnTo>
                <a:lnTo>
                  <a:pt x="46526" y="359378"/>
                </a:lnTo>
                <a:lnTo>
                  <a:pt x="18949" y="313891"/>
                </a:lnTo>
                <a:lnTo>
                  <a:pt x="3156" y="262596"/>
                </a:lnTo>
                <a:lnTo>
                  <a:pt x="0" y="225948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989874" y="1639427"/>
            <a:ext cx="13970" cy="502920"/>
          </a:xfrm>
          <a:custGeom>
            <a:avLst/>
            <a:gdLst/>
            <a:ahLst/>
            <a:cxnLst/>
            <a:rect l="l" t="t" r="r" b="b"/>
            <a:pathLst>
              <a:path w="13970" h="502919">
                <a:moveTo>
                  <a:pt x="13868" y="0"/>
                </a:moveTo>
                <a:lnTo>
                  <a:pt x="0" y="50282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47538" y="2064867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69">
                <a:moveTo>
                  <a:pt x="88879" y="2438"/>
                </a:moveTo>
                <a:lnTo>
                  <a:pt x="42336" y="77388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870069" y="2195648"/>
            <a:ext cx="227329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100" dirty="0">
                <a:latin typeface="Symbol"/>
                <a:cs typeface="Symbol"/>
              </a:rPr>
              <a:t>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14264" y="1964165"/>
            <a:ext cx="254000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70" dirty="0">
                <a:latin typeface="Times New Roman"/>
                <a:cs typeface="Times New Roman"/>
              </a:rPr>
              <a:t>y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04258" y="1514685"/>
            <a:ext cx="278765" cy="376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i="1" spc="85" dirty="0">
                <a:latin typeface="Symbol"/>
                <a:cs typeface="Symbol"/>
              </a:rPr>
              <a:t>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73970" y="2382377"/>
            <a:ext cx="733425" cy="1905"/>
          </a:xfrm>
          <a:custGeom>
            <a:avLst/>
            <a:gdLst/>
            <a:ahLst/>
            <a:cxnLst/>
            <a:rect l="l" t="t" r="r" b="b"/>
            <a:pathLst>
              <a:path w="733425" h="1905">
                <a:moveTo>
                  <a:pt x="0" y="0"/>
                </a:moveTo>
                <a:lnTo>
                  <a:pt x="733226" y="140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30905" y="2339187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5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214755" y="2382377"/>
            <a:ext cx="733425" cy="1905"/>
          </a:xfrm>
          <a:custGeom>
            <a:avLst/>
            <a:gdLst/>
            <a:ahLst/>
            <a:cxnLst/>
            <a:rect l="l" t="t" r="r" b="b"/>
            <a:pathLst>
              <a:path w="733425" h="1905">
                <a:moveTo>
                  <a:pt x="0" y="0"/>
                </a:moveTo>
                <a:lnTo>
                  <a:pt x="733226" y="140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871691" y="2339187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5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663281" y="3107604"/>
            <a:ext cx="16954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994" dirty="0">
                <a:latin typeface="Symbol"/>
                <a:cs typeface="Symbol"/>
              </a:rPr>
              <a:t></a:t>
            </a:r>
            <a:endParaRPr sz="44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21817" y="3107604"/>
            <a:ext cx="16954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994" dirty="0">
                <a:latin typeface="Symbol"/>
                <a:cs typeface="Symbol"/>
              </a:rPr>
              <a:t></a:t>
            </a:r>
            <a:endParaRPr sz="44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65830" y="3078825"/>
            <a:ext cx="1397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54402" y="3186458"/>
            <a:ext cx="615315" cy="40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75" dirty="0">
                <a:latin typeface="Times New Roman"/>
                <a:cs typeface="Times New Roman"/>
              </a:rPr>
              <a:t>E</a:t>
            </a:r>
            <a:r>
              <a:rPr sz="2700" spc="-15" baseline="32407" dirty="0">
                <a:latin typeface="Times New Roman"/>
                <a:cs typeface="Times New Roman"/>
              </a:rPr>
              <a:t>2</a:t>
            </a:r>
            <a:r>
              <a:rPr sz="2700" baseline="32407" dirty="0">
                <a:latin typeface="Times New Roman"/>
                <a:cs typeface="Times New Roman"/>
              </a:rPr>
              <a:t> </a:t>
            </a:r>
            <a:r>
              <a:rPr sz="2700" spc="-195" baseline="32407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20242" y="3398083"/>
            <a:ext cx="64706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6385" algn="l"/>
              </a:tabLst>
            </a:pPr>
            <a:r>
              <a:rPr sz="1800" spc="-10" dirty="0">
                <a:latin typeface="Times New Roman"/>
                <a:cs typeface="Times New Roman"/>
              </a:rPr>
              <a:t>1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22808" y="3398083"/>
            <a:ext cx="62801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335" algn="l"/>
              </a:tabLst>
            </a:pPr>
            <a:r>
              <a:rPr sz="1800" spc="-10" dirty="0">
                <a:latin typeface="Times New Roman"/>
                <a:cs typeface="Times New Roman"/>
              </a:rPr>
              <a:t>1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73781" y="3063789"/>
            <a:ext cx="373380" cy="789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034" algn="ctr">
              <a:lnSpc>
                <a:spcPts val="1885"/>
              </a:lnSpc>
            </a:pPr>
            <a:r>
              <a:rPr sz="1800" i="1" spc="-1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66040">
              <a:lnSpc>
                <a:spcPts val="2475"/>
              </a:lnSpc>
            </a:pPr>
            <a:r>
              <a:rPr sz="2400" spc="-20" dirty="0">
                <a:latin typeface="Symbol"/>
                <a:cs typeface="Symbol"/>
              </a:rPr>
              <a:t></a:t>
            </a:r>
            <a:endParaRPr sz="2400">
              <a:latin typeface="Symbol"/>
              <a:cs typeface="Symbol"/>
            </a:endParaRPr>
          </a:p>
          <a:p>
            <a:pPr algn="ctr">
              <a:lnSpc>
                <a:spcPts val="203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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15930" y="3596728"/>
            <a:ext cx="37338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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03070" y="3171220"/>
            <a:ext cx="65595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615" indent="-208915">
              <a:lnSpc>
                <a:spcPct val="100000"/>
              </a:lnSpc>
              <a:buFont typeface="Symbol"/>
              <a:buChar char=""/>
              <a:tabLst>
                <a:tab pos="222250" algn="l"/>
              </a:tabLst>
            </a:pPr>
            <a:r>
              <a:rPr sz="2400" i="1" spc="-780" dirty="0">
                <a:latin typeface="Times New Roman"/>
                <a:cs typeface="Times New Roman"/>
              </a:rPr>
              <a:t>b</a:t>
            </a:r>
            <a:r>
              <a:rPr sz="3600" spc="-15" baseline="16203" dirty="0">
                <a:latin typeface="Times New Roman"/>
                <a:cs typeface="Times New Roman"/>
              </a:rPr>
              <a:t>ˆ</a:t>
            </a:r>
            <a:r>
              <a:rPr sz="3600" spc="-262" baseline="16203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u</a:t>
            </a:r>
            <a:r>
              <a:rPr sz="2400" i="1" spc="-140" dirty="0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35789" y="3247192"/>
            <a:ext cx="982980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8615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y	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-869" dirty="0">
                <a:latin typeface="Times New Roman"/>
                <a:cs typeface="Times New Roman"/>
              </a:rPr>
              <a:t>a</a:t>
            </a:r>
            <a:r>
              <a:rPr sz="3600" spc="-15" baseline="2314" dirty="0">
                <a:latin typeface="Times New Roman"/>
                <a:cs typeface="Times New Roman"/>
              </a:rPr>
              <a:t>ˆ</a:t>
            </a:r>
            <a:r>
              <a:rPr sz="3600" baseline="2314" dirty="0">
                <a:latin typeface="Times New Roman"/>
                <a:cs typeface="Times New Roman"/>
              </a:rPr>
              <a:t> </a:t>
            </a:r>
            <a:r>
              <a:rPr sz="3600" spc="-412" baseline="2314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69808" y="3063789"/>
            <a:ext cx="242570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85"/>
              </a:lnSpc>
            </a:pPr>
            <a:r>
              <a:rPr sz="1800" i="1" spc="-1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</a:pPr>
            <a:r>
              <a:rPr sz="2400" spc="-20" dirty="0">
                <a:latin typeface="Symbol"/>
                <a:cs typeface="Symbol"/>
              </a:rPr>
              <a:t>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38757" y="3401725"/>
            <a:ext cx="1270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71875" y="3401725"/>
            <a:ext cx="1270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2674" y="3256587"/>
            <a:ext cx="43497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5" dirty="0">
                <a:latin typeface="Times New Roman"/>
                <a:cs typeface="Times New Roman"/>
              </a:rPr>
              <a:t>J</a:t>
            </a:r>
            <a:r>
              <a:rPr sz="2400" i="1" spc="2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57198" y="4616826"/>
            <a:ext cx="429259" cy="0"/>
          </a:xfrm>
          <a:custGeom>
            <a:avLst/>
            <a:gdLst/>
            <a:ahLst/>
            <a:cxnLst/>
            <a:rect l="l" t="t" r="r" b="b"/>
            <a:pathLst>
              <a:path w="429259">
                <a:moveTo>
                  <a:pt x="0" y="0"/>
                </a:moveTo>
                <a:lnTo>
                  <a:pt x="428847" y="0"/>
                </a:lnTo>
              </a:path>
            </a:pathLst>
          </a:custGeom>
          <a:ln w="12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014386" y="4280680"/>
            <a:ext cx="125730" cy="586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690" dirty="0">
                <a:latin typeface="Symbol"/>
                <a:cs typeface="Symbol"/>
              </a:rPr>
              <a:t></a:t>
            </a:r>
            <a:endParaRPr sz="4400">
              <a:latin typeface="Symbol"/>
              <a:cs typeface="Symbo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89209" y="5729989"/>
            <a:ext cx="414655" cy="0"/>
          </a:xfrm>
          <a:custGeom>
            <a:avLst/>
            <a:gdLst/>
            <a:ahLst/>
            <a:cxnLst/>
            <a:rect l="l" t="t" r="r" b="b"/>
            <a:pathLst>
              <a:path w="414655">
                <a:moveTo>
                  <a:pt x="0" y="0"/>
                </a:moveTo>
                <a:lnTo>
                  <a:pt x="41457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496185" y="4280680"/>
            <a:ext cx="143510" cy="1699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690" dirty="0">
                <a:latin typeface="Symbol"/>
                <a:cs typeface="Symbol"/>
              </a:rPr>
              <a:t></a:t>
            </a:r>
            <a:endParaRPr sz="4400">
              <a:latin typeface="Symbol"/>
              <a:cs typeface="Symbol"/>
            </a:endParaRPr>
          </a:p>
          <a:p>
            <a:pPr marL="30480">
              <a:lnSpc>
                <a:spcPct val="100000"/>
              </a:lnSpc>
              <a:spcBef>
                <a:spcPts val="3484"/>
              </a:spcBef>
            </a:pPr>
            <a:r>
              <a:rPr sz="4400" spc="-690" dirty="0">
                <a:latin typeface="Symbol"/>
                <a:cs typeface="Symbol"/>
              </a:rPr>
              <a:t></a:t>
            </a:r>
            <a:endParaRPr sz="44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24848" y="4368174"/>
            <a:ext cx="126364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80" dirty="0">
                <a:latin typeface="Symbol"/>
                <a:cs typeface="Symbol"/>
              </a:rPr>
              <a:t>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15623" y="4368174"/>
            <a:ext cx="505459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5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4800" spc="-419" baseline="7812" dirty="0">
                <a:latin typeface="Symbol"/>
                <a:cs typeface="Symbol"/>
              </a:rPr>
              <a:t></a:t>
            </a:r>
            <a:endParaRPr sz="4800" baseline="7812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855419" y="4572089"/>
            <a:ext cx="64897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61646" y="4572089"/>
            <a:ext cx="62992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97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51447" y="4771376"/>
            <a:ext cx="37465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0385" y="4658915"/>
            <a:ext cx="413384" cy="1027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spc="-25" dirty="0">
                <a:latin typeface="Symbol"/>
                <a:cs typeface="Symbol"/>
              </a:rPr>
              <a:t></a:t>
            </a:r>
            <a:r>
              <a:rPr sz="2400" i="1" spc="-860" dirty="0">
                <a:latin typeface="Times New Roman"/>
                <a:cs typeface="Times New Roman"/>
              </a:rPr>
              <a:t>a</a:t>
            </a:r>
            <a:r>
              <a:rPr sz="3600" spc="-240" baseline="2314" dirty="0">
                <a:latin typeface="Times New Roman"/>
                <a:cs typeface="Times New Roman"/>
              </a:rPr>
              <a:t>ˆ</a:t>
            </a:r>
            <a:r>
              <a:rPr sz="2700" baseline="-20061" dirty="0">
                <a:latin typeface="Times New Roman"/>
                <a:cs typeface="Times New Roman"/>
              </a:rPr>
              <a:t>1</a:t>
            </a:r>
            <a:endParaRPr sz="2700" baseline="-20061">
              <a:latin typeface="Times New Roman"/>
              <a:cs typeface="Times New Roman"/>
            </a:endParaRPr>
          </a:p>
          <a:p>
            <a:pPr marL="22860" algn="ctr">
              <a:lnSpc>
                <a:spcPct val="100000"/>
              </a:lnSpc>
              <a:spcBef>
                <a:spcPts val="2495"/>
              </a:spcBef>
            </a:pPr>
            <a:r>
              <a:rPr sz="2400" spc="-25" dirty="0">
                <a:latin typeface="Symbol"/>
                <a:cs typeface="Symbol"/>
              </a:rPr>
              <a:t>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40740" y="4344506"/>
            <a:ext cx="657860" cy="421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2250" indent="-209550">
              <a:lnSpc>
                <a:spcPct val="100000"/>
              </a:lnSpc>
              <a:buFont typeface="Symbol"/>
              <a:buChar char=""/>
              <a:tabLst>
                <a:tab pos="222885" algn="l"/>
              </a:tabLst>
            </a:pPr>
            <a:r>
              <a:rPr sz="2400" i="1" spc="-765" dirty="0">
                <a:latin typeface="Times New Roman"/>
                <a:cs typeface="Times New Roman"/>
              </a:rPr>
              <a:t>b</a:t>
            </a:r>
            <a:r>
              <a:rPr sz="3600" baseline="16203" dirty="0">
                <a:latin typeface="Times New Roman"/>
                <a:cs typeface="Times New Roman"/>
              </a:rPr>
              <a:t>ˆ</a:t>
            </a:r>
            <a:r>
              <a:rPr sz="3600" spc="-262" baseline="16203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-140" dirty="0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505997" y="4420718"/>
            <a:ext cx="648970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220" indent="-223520">
              <a:lnSpc>
                <a:spcPct val="100000"/>
              </a:lnSpc>
              <a:buFont typeface="Symbol"/>
              <a:buChar char=""/>
              <a:tabLst>
                <a:tab pos="236854" algn="l"/>
              </a:tabLst>
            </a:pPr>
            <a:r>
              <a:rPr sz="2400" i="1" spc="-860" dirty="0">
                <a:latin typeface="Times New Roman"/>
                <a:cs typeface="Times New Roman"/>
              </a:rPr>
              <a:t>a</a:t>
            </a:r>
            <a:r>
              <a:rPr sz="3600" baseline="2314" dirty="0">
                <a:latin typeface="Times New Roman"/>
                <a:cs typeface="Times New Roman"/>
              </a:rPr>
              <a:t>ˆ </a:t>
            </a:r>
            <a:r>
              <a:rPr sz="3600" spc="-405" baseline="2314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54364" y="4430141"/>
            <a:ext cx="107505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61065" y="4430141"/>
            <a:ext cx="41211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732459" y="4236715"/>
            <a:ext cx="1784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05057" y="4575734"/>
            <a:ext cx="1270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99295" y="4237998"/>
            <a:ext cx="30861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5" dirty="0">
                <a:latin typeface="Symbol"/>
                <a:cs typeface="Symbol"/>
              </a:rPr>
              <a:t></a:t>
            </a:r>
            <a:r>
              <a:rPr sz="2400" i="1" spc="-15" dirty="0"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79010" y="4435011"/>
            <a:ext cx="16129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5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032141" y="5393926"/>
            <a:ext cx="125730" cy="586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690" dirty="0">
                <a:latin typeface="Symbol"/>
                <a:cs typeface="Symbol"/>
              </a:rPr>
              <a:t></a:t>
            </a:r>
            <a:endParaRPr sz="4400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642691" y="5481409"/>
            <a:ext cx="126364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80" dirty="0">
                <a:latin typeface="Symbol"/>
                <a:cs typeface="Symbol"/>
              </a:rPr>
              <a:t>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090708" y="5481409"/>
            <a:ext cx="505459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5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4800" spc="-419" baseline="7812" dirty="0">
                <a:latin typeface="Symbol"/>
                <a:cs typeface="Symbol"/>
              </a:rPr>
              <a:t></a:t>
            </a:r>
            <a:endParaRPr sz="4800" baseline="7812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873212" y="5685256"/>
            <a:ext cx="64897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879467" y="5685256"/>
            <a:ext cx="62992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97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669191" y="5884495"/>
            <a:ext cx="37465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92388" y="5810056"/>
            <a:ext cx="398780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5" dirty="0">
                <a:latin typeface="Symbol"/>
                <a:cs typeface="Symbol"/>
              </a:rPr>
              <a:t></a:t>
            </a:r>
            <a:r>
              <a:rPr sz="2400" i="1" spc="-330" dirty="0">
                <a:latin typeface="Times New Roman"/>
                <a:cs typeface="Times New Roman"/>
              </a:rPr>
              <a:t>b</a:t>
            </a:r>
            <a:r>
              <a:rPr sz="2700" baseline="-18518" dirty="0">
                <a:latin typeface="Times New Roman"/>
                <a:cs typeface="Times New Roman"/>
              </a:rPr>
              <a:t>1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558604" y="5457736"/>
            <a:ext cx="657860" cy="421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2250" indent="-209550">
              <a:lnSpc>
                <a:spcPct val="100000"/>
              </a:lnSpc>
              <a:buFont typeface="Symbol"/>
              <a:buChar char=""/>
              <a:tabLst>
                <a:tab pos="222885" algn="l"/>
              </a:tabLst>
            </a:pPr>
            <a:r>
              <a:rPr sz="2400" i="1" spc="-765" dirty="0">
                <a:latin typeface="Times New Roman"/>
                <a:cs typeface="Times New Roman"/>
              </a:rPr>
              <a:t>b</a:t>
            </a:r>
            <a:r>
              <a:rPr sz="3600" baseline="16203" dirty="0">
                <a:latin typeface="Times New Roman"/>
                <a:cs typeface="Times New Roman"/>
              </a:rPr>
              <a:t>ˆ</a:t>
            </a:r>
            <a:r>
              <a:rPr sz="3600" spc="-262" baseline="16203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-140" dirty="0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523760" y="5533936"/>
            <a:ext cx="648970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220" indent="-223520">
              <a:lnSpc>
                <a:spcPct val="100000"/>
              </a:lnSpc>
              <a:buFont typeface="Symbol"/>
              <a:buChar char=""/>
              <a:tabLst>
                <a:tab pos="236854" algn="l"/>
              </a:tabLst>
            </a:pPr>
            <a:r>
              <a:rPr sz="2400" i="1" spc="-860" dirty="0">
                <a:latin typeface="Times New Roman"/>
                <a:cs typeface="Times New Roman"/>
              </a:rPr>
              <a:t>a</a:t>
            </a:r>
            <a:r>
              <a:rPr sz="3600" baseline="2314" dirty="0">
                <a:latin typeface="Times New Roman"/>
                <a:cs typeface="Times New Roman"/>
              </a:rPr>
              <a:t>ˆ </a:t>
            </a:r>
            <a:r>
              <a:rPr sz="3600" spc="-405" baseline="231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272092" y="5543355"/>
            <a:ext cx="107505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636234" y="5543355"/>
            <a:ext cx="41148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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95716" y="5724437"/>
            <a:ext cx="1270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ˆ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750201" y="5349986"/>
            <a:ext cx="1784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322819" y="5688910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768161" y="5543355"/>
            <a:ext cx="34480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Symbol"/>
                <a:cs typeface="Symbol"/>
              </a:rPr>
              <a:t>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2"/>
          <p:cNvSpPr/>
          <p:nvPr/>
        </p:nvSpPr>
        <p:spPr>
          <a:xfrm>
            <a:off x="5747399" y="1951847"/>
            <a:ext cx="1240790" cy="969010"/>
          </a:xfrm>
          <a:custGeom>
            <a:avLst/>
            <a:gdLst/>
            <a:ahLst/>
            <a:cxnLst/>
            <a:rect l="l" t="t" r="r" b="b"/>
            <a:pathLst>
              <a:path w="1240790" h="969010">
                <a:moveTo>
                  <a:pt x="1079113" y="0"/>
                </a:moveTo>
                <a:lnTo>
                  <a:pt x="147043" y="629"/>
                </a:lnTo>
                <a:lnTo>
                  <a:pt x="105334" y="10008"/>
                </a:lnTo>
                <a:lnTo>
                  <a:pt x="68491" y="29420"/>
                </a:lnTo>
                <a:lnTo>
                  <a:pt x="38058" y="57320"/>
                </a:lnTo>
                <a:lnTo>
                  <a:pt x="15582" y="92160"/>
                </a:lnTo>
                <a:lnTo>
                  <a:pt x="2607" y="132395"/>
                </a:lnTo>
                <a:lnTo>
                  <a:pt x="0" y="161452"/>
                </a:lnTo>
                <a:lnTo>
                  <a:pt x="627" y="821409"/>
                </a:lnTo>
                <a:lnTo>
                  <a:pt x="9997" y="863135"/>
                </a:lnTo>
                <a:lnTo>
                  <a:pt x="29400" y="899991"/>
                </a:lnTo>
                <a:lnTo>
                  <a:pt x="57289" y="930433"/>
                </a:lnTo>
                <a:lnTo>
                  <a:pt x="92118" y="952916"/>
                </a:lnTo>
                <a:lnTo>
                  <a:pt x="132342" y="965893"/>
                </a:lnTo>
                <a:lnTo>
                  <a:pt x="161391" y="968501"/>
                </a:lnTo>
                <a:lnTo>
                  <a:pt x="1093462" y="967872"/>
                </a:lnTo>
                <a:lnTo>
                  <a:pt x="1135174" y="958497"/>
                </a:lnTo>
                <a:lnTo>
                  <a:pt x="1172024" y="939091"/>
                </a:lnTo>
                <a:lnTo>
                  <a:pt x="1202464" y="911199"/>
                </a:lnTo>
                <a:lnTo>
                  <a:pt x="1224947" y="876365"/>
                </a:lnTo>
                <a:lnTo>
                  <a:pt x="1237927" y="836135"/>
                </a:lnTo>
                <a:lnTo>
                  <a:pt x="1240535" y="807079"/>
                </a:lnTo>
                <a:lnTo>
                  <a:pt x="1239904" y="147076"/>
                </a:lnTo>
                <a:lnTo>
                  <a:pt x="1230521" y="105358"/>
                </a:lnTo>
                <a:lnTo>
                  <a:pt x="1211108" y="68507"/>
                </a:lnTo>
                <a:lnTo>
                  <a:pt x="1183212" y="38067"/>
                </a:lnTo>
                <a:lnTo>
                  <a:pt x="1148380" y="15585"/>
                </a:lnTo>
                <a:lnTo>
                  <a:pt x="1108158" y="2608"/>
                </a:lnTo>
                <a:lnTo>
                  <a:pt x="10791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Multi</a:t>
            </a:r>
            <a:r>
              <a:rPr spc="-5" dirty="0">
                <a:latin typeface="Calibri"/>
                <a:cs typeface="Calibri"/>
              </a:rPr>
              <a:t>pl</a:t>
            </a:r>
            <a:r>
              <a:rPr dirty="0">
                <a:latin typeface="Calibri"/>
                <a:cs typeface="Calibri"/>
              </a:rPr>
              <a:t>y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ou</a:t>
            </a:r>
            <a:r>
              <a:rPr dirty="0">
                <a:latin typeface="Calibri"/>
                <a:cs typeface="Calibri"/>
              </a:rPr>
              <a:t>t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th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b</a:t>
            </a:r>
            <a:r>
              <a:rPr spc="-90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ac</a:t>
            </a:r>
            <a:r>
              <a:rPr spc="-130" dirty="0">
                <a:latin typeface="Calibri"/>
                <a:cs typeface="Calibri"/>
              </a:rPr>
              <a:t>k</a:t>
            </a:r>
            <a:r>
              <a:rPr spc="-4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19405" y="5076312"/>
            <a:ext cx="65468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2735" algn="l"/>
              </a:tabLst>
            </a:pPr>
            <a:r>
              <a:rPr sz="1800" i="1" dirty="0">
                <a:latin typeface="Times New Roman"/>
                <a:cs typeface="Times New Roman"/>
              </a:rPr>
              <a:t>k	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8511" y="5076312"/>
            <a:ext cx="113855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7020" algn="l"/>
                <a:tab pos="77724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2885" y="5076312"/>
            <a:ext cx="111950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970" algn="l"/>
                <a:tab pos="75819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1836" y="5275586"/>
            <a:ext cx="37401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30804" y="5275586"/>
            <a:ext cx="37401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9094" y="5275586"/>
            <a:ext cx="37401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37459" y="4848840"/>
            <a:ext cx="2033905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78485" algn="l"/>
                <a:tab pos="1867535" algn="l"/>
              </a:tabLst>
            </a:pPr>
            <a:r>
              <a:rPr sz="2400" i="1" dirty="0">
                <a:latin typeface="Times New Roman"/>
                <a:cs typeface="Times New Roman"/>
              </a:rPr>
              <a:t>u	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spc="179" baseline="-3472" dirty="0">
                <a:latin typeface="Times New Roman"/>
                <a:cs typeface="Times New Roman"/>
              </a:rPr>
              <a:t> </a:t>
            </a:r>
            <a:r>
              <a:rPr sz="2400" i="1" spc="-765" dirty="0">
                <a:latin typeface="Times New Roman"/>
                <a:cs typeface="Times New Roman"/>
              </a:rPr>
              <a:t>b</a:t>
            </a:r>
            <a:r>
              <a:rPr sz="3600" baseline="16203" dirty="0">
                <a:latin typeface="Times New Roman"/>
                <a:cs typeface="Times New Roman"/>
              </a:rPr>
              <a:t>ˆ</a:t>
            </a:r>
            <a:r>
              <a:rPr sz="3600" spc="-262" baseline="16203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	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3963" y="4741126"/>
            <a:ext cx="2423795" cy="544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145">
              <a:lnSpc>
                <a:spcPts val="1800"/>
              </a:lnSpc>
              <a:tabLst>
                <a:tab pos="1720214" algn="l"/>
              </a:tabLst>
            </a:pPr>
            <a:r>
              <a:rPr sz="1800" i="1" dirty="0">
                <a:latin typeface="Times New Roman"/>
                <a:cs typeface="Times New Roman"/>
              </a:rPr>
              <a:t>N	N</a:t>
            </a:r>
            <a:endParaRPr sz="1800">
              <a:latin typeface="Times New Roman"/>
              <a:cs typeface="Times New Roman"/>
            </a:endParaRPr>
          </a:p>
          <a:p>
            <a:pPr marL="243840" indent="-231140">
              <a:lnSpc>
                <a:spcPts val="2520"/>
              </a:lnSpc>
              <a:buFont typeface="Symbol"/>
              <a:buChar char=""/>
              <a:tabLst>
                <a:tab pos="244475" algn="l"/>
                <a:tab pos="591185" algn="l"/>
                <a:tab pos="1418590" algn="l"/>
              </a:tabLst>
            </a:pP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y </a:t>
            </a:r>
            <a:r>
              <a:rPr sz="2400" i="1" spc="-2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	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spc="292" baseline="-3472" dirty="0">
                <a:latin typeface="Times New Roman"/>
                <a:cs typeface="Times New Roman"/>
              </a:rPr>
              <a:t> </a:t>
            </a:r>
            <a:r>
              <a:rPr sz="2400" i="1" spc="-860" dirty="0">
                <a:latin typeface="Times New Roman"/>
                <a:cs typeface="Times New Roman"/>
              </a:rPr>
              <a:t>a</a:t>
            </a:r>
            <a:r>
              <a:rPr sz="3600" baseline="2314" dirty="0">
                <a:latin typeface="Times New Roman"/>
                <a:cs typeface="Times New Roman"/>
              </a:rPr>
              <a:t>ˆ </a:t>
            </a:r>
            <a:r>
              <a:rPr sz="3600" spc="-405" baseline="231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7977" y="4934435"/>
            <a:ext cx="41148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10041" y="4741126"/>
            <a:ext cx="1784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20286" y="3924929"/>
            <a:ext cx="67373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1785" algn="l"/>
              </a:tabLst>
            </a:pPr>
            <a:r>
              <a:rPr sz="1800" i="1" dirty="0">
                <a:latin typeface="Times New Roman"/>
                <a:cs typeface="Times New Roman"/>
              </a:rPr>
              <a:t>k	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54059" y="3924929"/>
            <a:ext cx="115887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7020" algn="l"/>
                <a:tab pos="79629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43933" y="3924929"/>
            <a:ext cx="113919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970" algn="l"/>
                <a:tab pos="77724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82527" y="4124097"/>
            <a:ext cx="37465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56021" y="4124097"/>
            <a:ext cx="37465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69573" y="4124097"/>
            <a:ext cx="37465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01470" y="3697456"/>
            <a:ext cx="1579880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59435" algn="l"/>
              </a:tabLst>
            </a:pPr>
            <a:r>
              <a:rPr sz="2400" i="1" dirty="0">
                <a:latin typeface="Times New Roman"/>
                <a:cs typeface="Times New Roman"/>
              </a:rPr>
              <a:t>y	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spc="172" baseline="-3472" dirty="0">
                <a:latin typeface="Times New Roman"/>
                <a:cs typeface="Times New Roman"/>
              </a:rPr>
              <a:t> </a:t>
            </a:r>
            <a:r>
              <a:rPr sz="2400" i="1" spc="-765" dirty="0">
                <a:latin typeface="Times New Roman"/>
                <a:cs typeface="Times New Roman"/>
              </a:rPr>
              <a:t>b</a:t>
            </a:r>
            <a:r>
              <a:rPr sz="3600" baseline="16203" dirty="0">
                <a:latin typeface="Times New Roman"/>
                <a:cs typeface="Times New Roman"/>
              </a:rPr>
              <a:t>ˆ</a:t>
            </a:r>
            <a:r>
              <a:rPr sz="3600" spc="-262" baseline="16203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-140" dirty="0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6548" y="3589742"/>
            <a:ext cx="2216785" cy="545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00"/>
              </a:lnSpc>
              <a:tabLst>
                <a:tab pos="1512570" algn="l"/>
              </a:tabLst>
            </a:pPr>
            <a:r>
              <a:rPr sz="1800" i="1" dirty="0">
                <a:latin typeface="Times New Roman"/>
                <a:cs typeface="Times New Roman"/>
              </a:rPr>
              <a:t>N	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520"/>
              </a:lnSpc>
              <a:tabLst>
                <a:tab pos="359410" algn="l"/>
                <a:tab pos="659130" algn="l"/>
                <a:tab pos="1206500" algn="l"/>
              </a:tabLst>
            </a:pP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y	y	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spc="292" baseline="-3472" dirty="0">
                <a:latin typeface="Times New Roman"/>
                <a:cs typeface="Times New Roman"/>
              </a:rPr>
              <a:t> </a:t>
            </a:r>
            <a:r>
              <a:rPr sz="2400" i="1" spc="-860" dirty="0">
                <a:latin typeface="Times New Roman"/>
                <a:cs typeface="Times New Roman"/>
              </a:rPr>
              <a:t>a</a:t>
            </a:r>
            <a:r>
              <a:rPr sz="3600" baseline="2314" dirty="0">
                <a:latin typeface="Times New Roman"/>
                <a:cs typeface="Times New Roman"/>
              </a:rPr>
              <a:t>ˆ </a:t>
            </a:r>
            <a:r>
              <a:rPr sz="3600" spc="-405" baseline="231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72206" y="3783052"/>
            <a:ext cx="97790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78485" algn="l"/>
              </a:tabLst>
            </a:pPr>
            <a:r>
              <a:rPr sz="2400" i="1" dirty="0">
                <a:latin typeface="Times New Roman"/>
                <a:cs typeface="Times New Roman"/>
              </a:rPr>
              <a:t>y	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0590" y="3589742"/>
            <a:ext cx="1784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989460" y="2460101"/>
            <a:ext cx="733425" cy="1905"/>
          </a:xfrm>
          <a:custGeom>
            <a:avLst/>
            <a:gdLst/>
            <a:ahLst/>
            <a:cxnLst/>
            <a:rect l="l" t="t" r="r" b="b"/>
            <a:pathLst>
              <a:path w="733425" h="1905">
                <a:moveTo>
                  <a:pt x="0" y="0"/>
                </a:moveTo>
                <a:lnTo>
                  <a:pt x="733226" y="140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46395" y="241691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5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66782" y="2421625"/>
            <a:ext cx="1002665" cy="0"/>
          </a:xfrm>
          <a:custGeom>
            <a:avLst/>
            <a:gdLst/>
            <a:ahLst/>
            <a:cxnLst/>
            <a:rect l="l" t="t" r="r" b="b"/>
            <a:pathLst>
              <a:path w="1002665">
                <a:moveTo>
                  <a:pt x="0" y="0"/>
                </a:moveTo>
                <a:lnTo>
                  <a:pt x="1002458" y="0"/>
                </a:lnTo>
              </a:path>
            </a:pathLst>
          </a:custGeom>
          <a:ln w="11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413835" y="2010790"/>
            <a:ext cx="255904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60" dirty="0">
                <a:latin typeface="Symbol"/>
                <a:cs typeface="Symbol"/>
              </a:rPr>
              <a:t></a:t>
            </a:r>
            <a:r>
              <a:rPr sz="1600" spc="6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52916" y="2081887"/>
            <a:ext cx="366395" cy="358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240" dirty="0">
                <a:latin typeface="Times New Roman"/>
                <a:cs typeface="Times New Roman"/>
              </a:rPr>
              <a:t>b</a:t>
            </a:r>
            <a:r>
              <a:rPr sz="2400" spc="187" baseline="-19097" dirty="0">
                <a:latin typeface="Times New Roman"/>
                <a:cs typeface="Times New Roman"/>
              </a:rPr>
              <a:t>1</a:t>
            </a:r>
            <a:r>
              <a:rPr sz="2150" i="1" spc="55" dirty="0">
                <a:latin typeface="Times New Roman"/>
                <a:cs typeface="Times New Roman"/>
              </a:rPr>
              <a:t>z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01894" y="2431651"/>
            <a:ext cx="255904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60" dirty="0">
                <a:latin typeface="Symbol"/>
                <a:cs typeface="Symbol"/>
              </a:rPr>
              <a:t></a:t>
            </a:r>
            <a:r>
              <a:rPr sz="1600" spc="6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41877" y="2498289"/>
            <a:ext cx="76581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254" dirty="0">
                <a:latin typeface="Times New Roman"/>
                <a:cs typeface="Times New Roman"/>
              </a:rPr>
              <a:t>1</a:t>
            </a:r>
            <a:r>
              <a:rPr sz="2150" spc="80" dirty="0">
                <a:latin typeface="Symbol"/>
                <a:cs typeface="Symbol"/>
              </a:rPr>
              <a:t></a:t>
            </a:r>
            <a:r>
              <a:rPr sz="2150" spc="-110" dirty="0">
                <a:latin typeface="Times New Roman"/>
                <a:cs typeface="Times New Roman"/>
              </a:rPr>
              <a:t> </a:t>
            </a:r>
            <a:r>
              <a:rPr sz="2150" i="1" spc="-135" dirty="0">
                <a:latin typeface="Times New Roman"/>
                <a:cs typeface="Times New Roman"/>
              </a:rPr>
              <a:t>a</a:t>
            </a:r>
            <a:r>
              <a:rPr sz="2400" spc="187" baseline="-19097" dirty="0">
                <a:latin typeface="Times New Roman"/>
                <a:cs typeface="Times New Roman"/>
              </a:rPr>
              <a:t>1</a:t>
            </a:r>
            <a:r>
              <a:rPr sz="2150" i="1" spc="55" dirty="0">
                <a:latin typeface="Times New Roman"/>
                <a:cs typeface="Times New Roman"/>
              </a:rPr>
              <a:t>z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747399" y="1951847"/>
            <a:ext cx="1240790" cy="969010"/>
          </a:xfrm>
          <a:custGeom>
            <a:avLst/>
            <a:gdLst/>
            <a:ahLst/>
            <a:cxnLst/>
            <a:rect l="l" t="t" r="r" b="b"/>
            <a:pathLst>
              <a:path w="1240790" h="969010">
                <a:moveTo>
                  <a:pt x="0" y="161452"/>
                </a:moveTo>
                <a:lnTo>
                  <a:pt x="5781" y="118480"/>
                </a:lnTo>
                <a:lnTo>
                  <a:pt x="22095" y="79871"/>
                </a:lnTo>
                <a:lnTo>
                  <a:pt x="47395" y="47172"/>
                </a:lnTo>
                <a:lnTo>
                  <a:pt x="80136" y="21930"/>
                </a:lnTo>
                <a:lnTo>
                  <a:pt x="118773" y="5690"/>
                </a:lnTo>
                <a:lnTo>
                  <a:pt x="1079113" y="0"/>
                </a:lnTo>
                <a:lnTo>
                  <a:pt x="1093821" y="661"/>
                </a:lnTo>
                <a:lnTo>
                  <a:pt x="1135495" y="10127"/>
                </a:lnTo>
                <a:lnTo>
                  <a:pt x="1172296" y="29613"/>
                </a:lnTo>
                <a:lnTo>
                  <a:pt x="1202676" y="57571"/>
                </a:lnTo>
                <a:lnTo>
                  <a:pt x="1225088" y="92457"/>
                </a:lnTo>
                <a:lnTo>
                  <a:pt x="1237986" y="132725"/>
                </a:lnTo>
                <a:lnTo>
                  <a:pt x="1240535" y="807079"/>
                </a:lnTo>
                <a:lnTo>
                  <a:pt x="1239874" y="821793"/>
                </a:lnTo>
                <a:lnTo>
                  <a:pt x="1230406" y="863479"/>
                </a:lnTo>
                <a:lnTo>
                  <a:pt x="1210919" y="900283"/>
                </a:lnTo>
                <a:lnTo>
                  <a:pt x="1182959" y="930660"/>
                </a:lnTo>
                <a:lnTo>
                  <a:pt x="1148074" y="953067"/>
                </a:lnTo>
                <a:lnTo>
                  <a:pt x="1107811" y="965957"/>
                </a:lnTo>
                <a:lnTo>
                  <a:pt x="161391" y="968501"/>
                </a:lnTo>
                <a:lnTo>
                  <a:pt x="146681" y="967840"/>
                </a:lnTo>
                <a:lnTo>
                  <a:pt x="105003" y="958374"/>
                </a:lnTo>
                <a:lnTo>
                  <a:pt x="68204" y="938888"/>
                </a:lnTo>
                <a:lnTo>
                  <a:pt x="37830" y="910928"/>
                </a:lnTo>
                <a:lnTo>
                  <a:pt x="15426" y="876038"/>
                </a:lnTo>
                <a:lnTo>
                  <a:pt x="2540" y="835763"/>
                </a:lnTo>
                <a:lnTo>
                  <a:pt x="0" y="161452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143247" y="2006837"/>
            <a:ext cx="249554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35" dirty="0">
                <a:latin typeface="Times New Roman"/>
                <a:cs typeface="Times New Roman"/>
              </a:rPr>
              <a:t>x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71951" y="2025887"/>
            <a:ext cx="27241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95" dirty="0">
                <a:latin typeface="Times New Roman"/>
                <a:cs typeface="Times New Roman"/>
              </a:rPr>
              <a:t>u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747650" y="2231501"/>
            <a:ext cx="482600" cy="452120"/>
          </a:xfrm>
          <a:custGeom>
            <a:avLst/>
            <a:gdLst/>
            <a:ahLst/>
            <a:cxnLst/>
            <a:rect l="l" t="t" r="r" b="b"/>
            <a:pathLst>
              <a:path w="482600" h="452119">
                <a:moveTo>
                  <a:pt x="0" y="225948"/>
                </a:moveTo>
                <a:lnTo>
                  <a:pt x="7008" y="171651"/>
                </a:lnTo>
                <a:lnTo>
                  <a:pt x="26915" y="122113"/>
                </a:lnTo>
                <a:lnTo>
                  <a:pt x="58047" y="78904"/>
                </a:lnTo>
                <a:lnTo>
                  <a:pt x="98728" y="43595"/>
                </a:lnTo>
                <a:lnTo>
                  <a:pt x="147284" y="17756"/>
                </a:lnTo>
                <a:lnTo>
                  <a:pt x="202038" y="2957"/>
                </a:lnTo>
                <a:lnTo>
                  <a:pt x="241157" y="0"/>
                </a:lnTo>
                <a:lnTo>
                  <a:pt x="260937" y="749"/>
                </a:lnTo>
                <a:lnTo>
                  <a:pt x="299115" y="6566"/>
                </a:lnTo>
                <a:lnTo>
                  <a:pt x="351994" y="25220"/>
                </a:lnTo>
                <a:lnTo>
                  <a:pt x="398117" y="54390"/>
                </a:lnTo>
                <a:lnTo>
                  <a:pt x="435808" y="92507"/>
                </a:lnTo>
                <a:lnTo>
                  <a:pt x="463391" y="138000"/>
                </a:lnTo>
                <a:lnTo>
                  <a:pt x="479189" y="189298"/>
                </a:lnTo>
                <a:lnTo>
                  <a:pt x="482345" y="225948"/>
                </a:lnTo>
                <a:lnTo>
                  <a:pt x="481546" y="244478"/>
                </a:lnTo>
                <a:lnTo>
                  <a:pt x="470049" y="297361"/>
                </a:lnTo>
                <a:lnTo>
                  <a:pt x="446208" y="344958"/>
                </a:lnTo>
                <a:lnTo>
                  <a:pt x="411700" y="385701"/>
                </a:lnTo>
                <a:lnTo>
                  <a:pt x="368202" y="418021"/>
                </a:lnTo>
                <a:lnTo>
                  <a:pt x="317389" y="440349"/>
                </a:lnTo>
                <a:lnTo>
                  <a:pt x="260937" y="451117"/>
                </a:lnTo>
                <a:lnTo>
                  <a:pt x="241157" y="451865"/>
                </a:lnTo>
                <a:lnTo>
                  <a:pt x="221377" y="451117"/>
                </a:lnTo>
                <a:lnTo>
                  <a:pt x="183201" y="445301"/>
                </a:lnTo>
                <a:lnTo>
                  <a:pt x="130327" y="426652"/>
                </a:lnTo>
                <a:lnTo>
                  <a:pt x="84210" y="397488"/>
                </a:lnTo>
                <a:lnTo>
                  <a:pt x="46526" y="359378"/>
                </a:lnTo>
                <a:lnTo>
                  <a:pt x="18949" y="313891"/>
                </a:lnTo>
                <a:lnTo>
                  <a:pt x="3156" y="262596"/>
                </a:lnTo>
                <a:lnTo>
                  <a:pt x="0" y="225948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989874" y="1704197"/>
            <a:ext cx="13970" cy="502920"/>
          </a:xfrm>
          <a:custGeom>
            <a:avLst/>
            <a:gdLst/>
            <a:ahLst/>
            <a:cxnLst/>
            <a:rect l="l" t="t" r="r" b="b"/>
            <a:pathLst>
              <a:path w="13970" h="502919">
                <a:moveTo>
                  <a:pt x="13868" y="0"/>
                </a:moveTo>
                <a:lnTo>
                  <a:pt x="0" y="50282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947538" y="2129637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69">
                <a:moveTo>
                  <a:pt x="88879" y="2438"/>
                </a:moveTo>
                <a:lnTo>
                  <a:pt x="42336" y="77388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870069" y="2260418"/>
            <a:ext cx="227329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100" dirty="0">
                <a:latin typeface="Symbol"/>
                <a:cs typeface="Symbol"/>
              </a:rPr>
              <a:t>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14264" y="2028174"/>
            <a:ext cx="254000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70" dirty="0">
                <a:latin typeface="Times New Roman"/>
                <a:cs typeface="Times New Roman"/>
              </a:rPr>
              <a:t>y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04258" y="1578693"/>
            <a:ext cx="278765" cy="376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i="1" spc="85" dirty="0">
                <a:latin typeface="Symbol"/>
                <a:cs typeface="Symbol"/>
              </a:rPr>
              <a:t>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973970" y="2447147"/>
            <a:ext cx="733425" cy="1905"/>
          </a:xfrm>
          <a:custGeom>
            <a:avLst/>
            <a:gdLst/>
            <a:ahLst/>
            <a:cxnLst/>
            <a:rect l="l" t="t" r="r" b="b"/>
            <a:pathLst>
              <a:path w="733425" h="1905">
                <a:moveTo>
                  <a:pt x="0" y="0"/>
                </a:moveTo>
                <a:lnTo>
                  <a:pt x="733226" y="140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630905" y="2403957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5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14755" y="2447147"/>
            <a:ext cx="733425" cy="1905"/>
          </a:xfrm>
          <a:custGeom>
            <a:avLst/>
            <a:gdLst/>
            <a:ahLst/>
            <a:cxnLst/>
            <a:rect l="l" t="t" r="r" b="b"/>
            <a:pathLst>
              <a:path w="733425" h="1905">
                <a:moveTo>
                  <a:pt x="0" y="0"/>
                </a:moveTo>
                <a:lnTo>
                  <a:pt x="733226" y="140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871691" y="2403957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5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30"/>
          <p:cNvSpPr/>
          <p:nvPr/>
        </p:nvSpPr>
        <p:spPr>
          <a:xfrm>
            <a:off x="5747399" y="1938893"/>
            <a:ext cx="1240790" cy="969010"/>
          </a:xfrm>
          <a:custGeom>
            <a:avLst/>
            <a:gdLst/>
            <a:ahLst/>
            <a:cxnLst/>
            <a:rect l="l" t="t" r="r" b="b"/>
            <a:pathLst>
              <a:path w="1240790" h="969010">
                <a:moveTo>
                  <a:pt x="1079113" y="0"/>
                </a:moveTo>
                <a:lnTo>
                  <a:pt x="147043" y="629"/>
                </a:lnTo>
                <a:lnTo>
                  <a:pt x="105334" y="10008"/>
                </a:lnTo>
                <a:lnTo>
                  <a:pt x="68491" y="29420"/>
                </a:lnTo>
                <a:lnTo>
                  <a:pt x="38058" y="57320"/>
                </a:lnTo>
                <a:lnTo>
                  <a:pt x="15582" y="92160"/>
                </a:lnTo>
                <a:lnTo>
                  <a:pt x="2607" y="132395"/>
                </a:lnTo>
                <a:lnTo>
                  <a:pt x="0" y="161452"/>
                </a:lnTo>
                <a:lnTo>
                  <a:pt x="627" y="821409"/>
                </a:lnTo>
                <a:lnTo>
                  <a:pt x="9997" y="863135"/>
                </a:lnTo>
                <a:lnTo>
                  <a:pt x="29400" y="899991"/>
                </a:lnTo>
                <a:lnTo>
                  <a:pt x="57289" y="930433"/>
                </a:lnTo>
                <a:lnTo>
                  <a:pt x="92118" y="952916"/>
                </a:lnTo>
                <a:lnTo>
                  <a:pt x="132342" y="965893"/>
                </a:lnTo>
                <a:lnTo>
                  <a:pt x="161391" y="968501"/>
                </a:lnTo>
                <a:lnTo>
                  <a:pt x="1093462" y="967872"/>
                </a:lnTo>
                <a:lnTo>
                  <a:pt x="1135174" y="958497"/>
                </a:lnTo>
                <a:lnTo>
                  <a:pt x="1172024" y="939091"/>
                </a:lnTo>
                <a:lnTo>
                  <a:pt x="1202464" y="911199"/>
                </a:lnTo>
                <a:lnTo>
                  <a:pt x="1224947" y="876365"/>
                </a:lnTo>
                <a:lnTo>
                  <a:pt x="1237927" y="836135"/>
                </a:lnTo>
                <a:lnTo>
                  <a:pt x="1240535" y="807079"/>
                </a:lnTo>
                <a:lnTo>
                  <a:pt x="1239904" y="147076"/>
                </a:lnTo>
                <a:lnTo>
                  <a:pt x="1230521" y="105358"/>
                </a:lnTo>
                <a:lnTo>
                  <a:pt x="1211108" y="68507"/>
                </a:lnTo>
                <a:lnTo>
                  <a:pt x="1183212" y="38067"/>
                </a:lnTo>
                <a:lnTo>
                  <a:pt x="1148380" y="15585"/>
                </a:lnTo>
                <a:lnTo>
                  <a:pt x="1108158" y="2608"/>
                </a:lnTo>
                <a:lnTo>
                  <a:pt x="10791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h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Calibri"/>
                <a:cs typeface="Calibri"/>
              </a:rPr>
              <a:t>N</a:t>
            </a:r>
            <a:r>
              <a:rPr spc="-5" dirty="0">
                <a:latin typeface="Calibri"/>
                <a:cs typeface="Calibri"/>
              </a:rPr>
              <a:t>orm</a:t>
            </a:r>
            <a:r>
              <a:rPr spc="5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5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q</a:t>
            </a:r>
            <a:r>
              <a:rPr spc="-5" dirty="0">
                <a:latin typeface="Calibri"/>
                <a:cs typeface="Calibri"/>
              </a:rPr>
              <a:t>u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-10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94333" y="5074368"/>
            <a:ext cx="1138555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7020" algn="l"/>
                <a:tab pos="776605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8914" y="5074368"/>
            <a:ext cx="1119505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970" algn="l"/>
                <a:tab pos="75819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21418" y="5074368"/>
            <a:ext cx="654685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2735" algn="l"/>
              </a:tabLst>
            </a:pPr>
            <a:r>
              <a:rPr sz="1800" i="1" spc="-10" dirty="0">
                <a:latin typeface="Times New Roman"/>
                <a:cs typeface="Times New Roman"/>
              </a:rPr>
              <a:t>k	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5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6517" y="5273833"/>
            <a:ext cx="374015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95019" y="5273833"/>
            <a:ext cx="374015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83985" y="5273833"/>
            <a:ext cx="374015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8619" y="4738893"/>
            <a:ext cx="3318510" cy="545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145">
              <a:lnSpc>
                <a:spcPts val="1805"/>
              </a:lnSpc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243840" indent="-231140">
              <a:lnSpc>
                <a:spcPts val="2525"/>
              </a:lnSpc>
              <a:buFont typeface="Symbol"/>
              <a:buChar char=""/>
              <a:tabLst>
                <a:tab pos="244475" algn="l"/>
                <a:tab pos="1297305" algn="l"/>
                <a:tab pos="1863089" algn="l"/>
                <a:tab pos="3152775" algn="l"/>
              </a:tabLst>
            </a:pP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spc="292" baseline="-3472" dirty="0">
                <a:latin typeface="Times New Roman"/>
                <a:cs typeface="Times New Roman"/>
              </a:rPr>
              <a:t> </a:t>
            </a:r>
            <a:r>
              <a:rPr sz="2400" i="1" spc="-860" dirty="0">
                <a:latin typeface="Times New Roman"/>
                <a:cs typeface="Times New Roman"/>
              </a:rPr>
              <a:t>a</a:t>
            </a:r>
            <a:r>
              <a:rPr sz="3600" baseline="2314" dirty="0">
                <a:latin typeface="Times New Roman"/>
                <a:cs typeface="Times New Roman"/>
              </a:rPr>
              <a:t>ˆ </a:t>
            </a:r>
            <a:r>
              <a:rPr sz="3600" spc="-405" baseline="2314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u	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spc="179" baseline="-3472" dirty="0">
                <a:latin typeface="Times New Roman"/>
                <a:cs typeface="Times New Roman"/>
              </a:rPr>
              <a:t> </a:t>
            </a:r>
            <a:r>
              <a:rPr sz="2400" i="1" spc="-765" dirty="0">
                <a:latin typeface="Times New Roman"/>
                <a:cs typeface="Times New Roman"/>
              </a:rPr>
              <a:t>b</a:t>
            </a:r>
            <a:r>
              <a:rPr sz="3600" baseline="16203" dirty="0">
                <a:latin typeface="Times New Roman"/>
                <a:cs typeface="Times New Roman"/>
              </a:rPr>
              <a:t>ˆ</a:t>
            </a:r>
            <a:r>
              <a:rPr sz="3600" spc="-262" baseline="16203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	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75962" y="4738893"/>
            <a:ext cx="1784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44162" y="4738893"/>
            <a:ext cx="1080135" cy="545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>
              <a:lnSpc>
                <a:spcPts val="1805"/>
              </a:lnSpc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525"/>
              </a:lnSpc>
              <a:tabLst>
                <a:tab pos="653415" algn="l"/>
              </a:tabLst>
            </a:pPr>
            <a:r>
              <a:rPr sz="2400" dirty="0">
                <a:latin typeface="Symbol"/>
                <a:cs typeface="Symbol"/>
              </a:rPr>
              <a:t>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i="1" spc="-2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23493" y="3759930"/>
            <a:ext cx="115824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7020" algn="l"/>
                <a:tab pos="79629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12956" y="3759930"/>
            <a:ext cx="113919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970" algn="l"/>
                <a:tab pos="77724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1191" y="3759930"/>
            <a:ext cx="67373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1785" algn="l"/>
              </a:tabLst>
            </a:pPr>
            <a:r>
              <a:rPr sz="1800" i="1" dirty="0">
                <a:latin typeface="Times New Roman"/>
                <a:cs typeface="Times New Roman"/>
              </a:rPr>
              <a:t>k	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5549" y="3959276"/>
            <a:ext cx="37465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38800" y="3959276"/>
            <a:ext cx="37465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23494" y="3959276"/>
            <a:ext cx="37465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79557" y="3424442"/>
            <a:ext cx="2670175" cy="545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805"/>
              </a:lnSpc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525"/>
              </a:lnSpc>
              <a:tabLst>
                <a:tab pos="1103630" algn="l"/>
                <a:tab pos="1651000" algn="l"/>
              </a:tabLst>
            </a:pP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spc="292" baseline="-3472" dirty="0">
                <a:latin typeface="Times New Roman"/>
                <a:cs typeface="Times New Roman"/>
              </a:rPr>
              <a:t> </a:t>
            </a:r>
            <a:r>
              <a:rPr sz="2400" i="1" spc="-860" dirty="0">
                <a:latin typeface="Times New Roman"/>
                <a:cs typeface="Times New Roman"/>
              </a:rPr>
              <a:t>a</a:t>
            </a:r>
            <a:r>
              <a:rPr sz="3600" baseline="2314" dirty="0">
                <a:latin typeface="Times New Roman"/>
                <a:cs typeface="Times New Roman"/>
              </a:rPr>
              <a:t>ˆ </a:t>
            </a:r>
            <a:r>
              <a:rPr sz="3600" spc="-405" baseline="231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	y	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spc="179" baseline="-3472" dirty="0">
                <a:latin typeface="Times New Roman"/>
                <a:cs typeface="Times New Roman"/>
              </a:rPr>
              <a:t> </a:t>
            </a:r>
            <a:r>
              <a:rPr sz="2400" i="1" spc="-765" dirty="0">
                <a:latin typeface="Times New Roman"/>
                <a:cs typeface="Times New Roman"/>
              </a:rPr>
              <a:t>b</a:t>
            </a:r>
            <a:r>
              <a:rPr sz="3600" baseline="16203" dirty="0">
                <a:latin typeface="Times New Roman"/>
                <a:cs typeface="Times New Roman"/>
              </a:rPr>
              <a:t>ˆ</a:t>
            </a:r>
            <a:r>
              <a:rPr sz="3600" spc="-262" baseline="16203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-140" dirty="0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19814" y="3424442"/>
            <a:ext cx="1784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41123" y="3424442"/>
            <a:ext cx="1844039" cy="545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1009" algn="ctr">
              <a:lnSpc>
                <a:spcPts val="1805"/>
              </a:lnSpc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525"/>
              </a:lnSpc>
              <a:tabLst>
                <a:tab pos="578485" algn="l"/>
                <a:tab pos="1395730" algn="l"/>
                <a:tab pos="1695450" algn="l"/>
              </a:tabLst>
            </a:pPr>
            <a:r>
              <a:rPr sz="2400" i="1" dirty="0">
                <a:latin typeface="Times New Roman"/>
                <a:cs typeface="Times New Roman"/>
              </a:rPr>
              <a:t>y	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3600" baseline="-3472" dirty="0">
                <a:latin typeface="Symbol"/>
                <a:cs typeface="Symbol"/>
              </a:rPr>
              <a:t></a:t>
            </a:r>
            <a:r>
              <a:rPr sz="3600" baseline="-3472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y	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989460" y="2447147"/>
            <a:ext cx="733425" cy="1905"/>
          </a:xfrm>
          <a:custGeom>
            <a:avLst/>
            <a:gdLst/>
            <a:ahLst/>
            <a:cxnLst/>
            <a:rect l="l" t="t" r="r" b="b"/>
            <a:pathLst>
              <a:path w="733425" h="1905">
                <a:moveTo>
                  <a:pt x="0" y="0"/>
                </a:moveTo>
                <a:lnTo>
                  <a:pt x="733226" y="140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46395" y="2403957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5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66782" y="2408688"/>
            <a:ext cx="1002665" cy="0"/>
          </a:xfrm>
          <a:custGeom>
            <a:avLst/>
            <a:gdLst/>
            <a:ahLst/>
            <a:cxnLst/>
            <a:rect l="l" t="t" r="r" b="b"/>
            <a:pathLst>
              <a:path w="1002665">
                <a:moveTo>
                  <a:pt x="0" y="0"/>
                </a:moveTo>
                <a:lnTo>
                  <a:pt x="1002458" y="0"/>
                </a:lnTo>
              </a:path>
            </a:pathLst>
          </a:custGeom>
          <a:ln w="11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13835" y="1997836"/>
            <a:ext cx="255904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60" dirty="0">
                <a:latin typeface="Symbol"/>
                <a:cs typeface="Symbol"/>
              </a:rPr>
              <a:t></a:t>
            </a:r>
            <a:r>
              <a:rPr sz="1600" spc="6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52916" y="2068933"/>
            <a:ext cx="366395" cy="358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240" dirty="0">
                <a:latin typeface="Times New Roman"/>
                <a:cs typeface="Times New Roman"/>
              </a:rPr>
              <a:t>b</a:t>
            </a:r>
            <a:r>
              <a:rPr sz="2400" spc="187" baseline="-19097" dirty="0">
                <a:latin typeface="Times New Roman"/>
                <a:cs typeface="Times New Roman"/>
              </a:rPr>
              <a:t>1</a:t>
            </a:r>
            <a:r>
              <a:rPr sz="2150" i="1" spc="55" dirty="0">
                <a:latin typeface="Times New Roman"/>
                <a:cs typeface="Times New Roman"/>
              </a:rPr>
              <a:t>z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01894" y="2418697"/>
            <a:ext cx="255904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60" dirty="0">
                <a:latin typeface="Symbol"/>
                <a:cs typeface="Symbol"/>
              </a:rPr>
              <a:t></a:t>
            </a:r>
            <a:r>
              <a:rPr sz="1600" spc="6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41877" y="2485335"/>
            <a:ext cx="76581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254" dirty="0">
                <a:latin typeface="Times New Roman"/>
                <a:cs typeface="Times New Roman"/>
              </a:rPr>
              <a:t>1</a:t>
            </a:r>
            <a:r>
              <a:rPr sz="2150" spc="80" dirty="0">
                <a:latin typeface="Symbol"/>
                <a:cs typeface="Symbol"/>
              </a:rPr>
              <a:t></a:t>
            </a:r>
            <a:r>
              <a:rPr sz="2150" spc="-110" dirty="0">
                <a:latin typeface="Times New Roman"/>
                <a:cs typeface="Times New Roman"/>
              </a:rPr>
              <a:t> </a:t>
            </a:r>
            <a:r>
              <a:rPr sz="2150" i="1" spc="-135" dirty="0">
                <a:latin typeface="Times New Roman"/>
                <a:cs typeface="Times New Roman"/>
              </a:rPr>
              <a:t>a</a:t>
            </a:r>
            <a:r>
              <a:rPr sz="2400" spc="187" baseline="-19097" dirty="0">
                <a:latin typeface="Times New Roman"/>
                <a:cs typeface="Times New Roman"/>
              </a:rPr>
              <a:t>1</a:t>
            </a:r>
            <a:r>
              <a:rPr sz="2150" i="1" spc="55" dirty="0">
                <a:latin typeface="Times New Roman"/>
                <a:cs typeface="Times New Roman"/>
              </a:rPr>
              <a:t>z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747399" y="1938893"/>
            <a:ext cx="1240790" cy="969010"/>
          </a:xfrm>
          <a:custGeom>
            <a:avLst/>
            <a:gdLst/>
            <a:ahLst/>
            <a:cxnLst/>
            <a:rect l="l" t="t" r="r" b="b"/>
            <a:pathLst>
              <a:path w="1240790" h="969010">
                <a:moveTo>
                  <a:pt x="0" y="161452"/>
                </a:moveTo>
                <a:lnTo>
                  <a:pt x="5781" y="118480"/>
                </a:lnTo>
                <a:lnTo>
                  <a:pt x="22095" y="79871"/>
                </a:lnTo>
                <a:lnTo>
                  <a:pt x="47395" y="47172"/>
                </a:lnTo>
                <a:lnTo>
                  <a:pt x="80136" y="21930"/>
                </a:lnTo>
                <a:lnTo>
                  <a:pt x="118773" y="5690"/>
                </a:lnTo>
                <a:lnTo>
                  <a:pt x="1079113" y="0"/>
                </a:lnTo>
                <a:lnTo>
                  <a:pt x="1093821" y="661"/>
                </a:lnTo>
                <a:lnTo>
                  <a:pt x="1135495" y="10127"/>
                </a:lnTo>
                <a:lnTo>
                  <a:pt x="1172296" y="29613"/>
                </a:lnTo>
                <a:lnTo>
                  <a:pt x="1202676" y="57571"/>
                </a:lnTo>
                <a:lnTo>
                  <a:pt x="1225088" y="92457"/>
                </a:lnTo>
                <a:lnTo>
                  <a:pt x="1237986" y="132725"/>
                </a:lnTo>
                <a:lnTo>
                  <a:pt x="1240535" y="807079"/>
                </a:lnTo>
                <a:lnTo>
                  <a:pt x="1239874" y="821793"/>
                </a:lnTo>
                <a:lnTo>
                  <a:pt x="1230406" y="863479"/>
                </a:lnTo>
                <a:lnTo>
                  <a:pt x="1210919" y="900283"/>
                </a:lnTo>
                <a:lnTo>
                  <a:pt x="1182959" y="930660"/>
                </a:lnTo>
                <a:lnTo>
                  <a:pt x="1148074" y="953067"/>
                </a:lnTo>
                <a:lnTo>
                  <a:pt x="1107811" y="965957"/>
                </a:lnTo>
                <a:lnTo>
                  <a:pt x="161391" y="968501"/>
                </a:lnTo>
                <a:lnTo>
                  <a:pt x="146681" y="967840"/>
                </a:lnTo>
                <a:lnTo>
                  <a:pt x="105003" y="958374"/>
                </a:lnTo>
                <a:lnTo>
                  <a:pt x="68204" y="938888"/>
                </a:lnTo>
                <a:lnTo>
                  <a:pt x="37830" y="910928"/>
                </a:lnTo>
                <a:lnTo>
                  <a:pt x="15426" y="876038"/>
                </a:lnTo>
                <a:lnTo>
                  <a:pt x="2540" y="835763"/>
                </a:lnTo>
                <a:lnTo>
                  <a:pt x="0" y="161452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143247" y="1993884"/>
            <a:ext cx="249554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35" dirty="0">
                <a:latin typeface="Times New Roman"/>
                <a:cs typeface="Times New Roman"/>
              </a:rPr>
              <a:t>x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71951" y="2012934"/>
            <a:ext cx="27241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95" dirty="0">
                <a:latin typeface="Times New Roman"/>
                <a:cs typeface="Times New Roman"/>
              </a:rPr>
              <a:t>u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47650" y="2218547"/>
            <a:ext cx="482600" cy="452120"/>
          </a:xfrm>
          <a:custGeom>
            <a:avLst/>
            <a:gdLst/>
            <a:ahLst/>
            <a:cxnLst/>
            <a:rect l="l" t="t" r="r" b="b"/>
            <a:pathLst>
              <a:path w="482600" h="452119">
                <a:moveTo>
                  <a:pt x="0" y="225948"/>
                </a:moveTo>
                <a:lnTo>
                  <a:pt x="7008" y="171651"/>
                </a:lnTo>
                <a:lnTo>
                  <a:pt x="26915" y="122113"/>
                </a:lnTo>
                <a:lnTo>
                  <a:pt x="58047" y="78904"/>
                </a:lnTo>
                <a:lnTo>
                  <a:pt x="98728" y="43595"/>
                </a:lnTo>
                <a:lnTo>
                  <a:pt x="147284" y="17756"/>
                </a:lnTo>
                <a:lnTo>
                  <a:pt x="202038" y="2957"/>
                </a:lnTo>
                <a:lnTo>
                  <a:pt x="241157" y="0"/>
                </a:lnTo>
                <a:lnTo>
                  <a:pt x="260937" y="749"/>
                </a:lnTo>
                <a:lnTo>
                  <a:pt x="299115" y="6566"/>
                </a:lnTo>
                <a:lnTo>
                  <a:pt x="351994" y="25220"/>
                </a:lnTo>
                <a:lnTo>
                  <a:pt x="398117" y="54390"/>
                </a:lnTo>
                <a:lnTo>
                  <a:pt x="435808" y="92507"/>
                </a:lnTo>
                <a:lnTo>
                  <a:pt x="463391" y="138000"/>
                </a:lnTo>
                <a:lnTo>
                  <a:pt x="479189" y="189298"/>
                </a:lnTo>
                <a:lnTo>
                  <a:pt x="482345" y="225948"/>
                </a:lnTo>
                <a:lnTo>
                  <a:pt x="481546" y="244478"/>
                </a:lnTo>
                <a:lnTo>
                  <a:pt x="470049" y="297361"/>
                </a:lnTo>
                <a:lnTo>
                  <a:pt x="446208" y="344958"/>
                </a:lnTo>
                <a:lnTo>
                  <a:pt x="411700" y="385701"/>
                </a:lnTo>
                <a:lnTo>
                  <a:pt x="368202" y="418021"/>
                </a:lnTo>
                <a:lnTo>
                  <a:pt x="317389" y="440349"/>
                </a:lnTo>
                <a:lnTo>
                  <a:pt x="260937" y="451117"/>
                </a:lnTo>
                <a:lnTo>
                  <a:pt x="241157" y="451865"/>
                </a:lnTo>
                <a:lnTo>
                  <a:pt x="221377" y="451117"/>
                </a:lnTo>
                <a:lnTo>
                  <a:pt x="183201" y="445301"/>
                </a:lnTo>
                <a:lnTo>
                  <a:pt x="130327" y="426652"/>
                </a:lnTo>
                <a:lnTo>
                  <a:pt x="84210" y="397488"/>
                </a:lnTo>
                <a:lnTo>
                  <a:pt x="46526" y="359378"/>
                </a:lnTo>
                <a:lnTo>
                  <a:pt x="18949" y="313891"/>
                </a:lnTo>
                <a:lnTo>
                  <a:pt x="3156" y="262596"/>
                </a:lnTo>
                <a:lnTo>
                  <a:pt x="0" y="225948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989874" y="1691243"/>
            <a:ext cx="13970" cy="502920"/>
          </a:xfrm>
          <a:custGeom>
            <a:avLst/>
            <a:gdLst/>
            <a:ahLst/>
            <a:cxnLst/>
            <a:rect l="l" t="t" r="r" b="b"/>
            <a:pathLst>
              <a:path w="13970" h="502919">
                <a:moveTo>
                  <a:pt x="13868" y="0"/>
                </a:moveTo>
                <a:lnTo>
                  <a:pt x="0" y="50282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947538" y="211668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69">
                <a:moveTo>
                  <a:pt x="88879" y="2438"/>
                </a:moveTo>
                <a:lnTo>
                  <a:pt x="42336" y="77388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870069" y="2247464"/>
            <a:ext cx="227329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100" dirty="0">
                <a:latin typeface="Symbol"/>
                <a:cs typeface="Symbol"/>
              </a:rPr>
              <a:t>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414264" y="2015319"/>
            <a:ext cx="254000" cy="358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70" dirty="0">
                <a:latin typeface="Times New Roman"/>
                <a:cs typeface="Times New Roman"/>
              </a:rPr>
              <a:t>y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04258" y="1565739"/>
            <a:ext cx="278765" cy="376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i="1" spc="85" dirty="0">
                <a:latin typeface="Symbol"/>
                <a:cs typeface="Symbol"/>
              </a:rPr>
              <a:t></a:t>
            </a:r>
            <a:r>
              <a:rPr sz="2400" i="1" spc="67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973970" y="2434193"/>
            <a:ext cx="733425" cy="1905"/>
          </a:xfrm>
          <a:custGeom>
            <a:avLst/>
            <a:gdLst/>
            <a:ahLst/>
            <a:cxnLst/>
            <a:rect l="l" t="t" r="r" b="b"/>
            <a:pathLst>
              <a:path w="733425" h="1905">
                <a:moveTo>
                  <a:pt x="0" y="0"/>
                </a:moveTo>
                <a:lnTo>
                  <a:pt x="733226" y="140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30905" y="239100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5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14755" y="2434193"/>
            <a:ext cx="733425" cy="1905"/>
          </a:xfrm>
          <a:custGeom>
            <a:avLst/>
            <a:gdLst/>
            <a:ahLst/>
            <a:cxnLst/>
            <a:rect l="l" t="t" r="r" b="b"/>
            <a:pathLst>
              <a:path w="733425" h="1905">
                <a:moveTo>
                  <a:pt x="0" y="0"/>
                </a:moveTo>
                <a:lnTo>
                  <a:pt x="733226" y="140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871691" y="239100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52" y="0"/>
                </a:moveTo>
                <a:lnTo>
                  <a:pt x="7629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0EFB-43F7-977C-16C2-64A5C1A4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39" y="381000"/>
            <a:ext cx="8072119" cy="523220"/>
          </a:xfrm>
        </p:spPr>
        <p:txBody>
          <a:bodyPr/>
          <a:lstStyle/>
          <a:p>
            <a:r>
              <a:rPr lang="en-US" b="1" i="0" dirty="0">
                <a:effectLst/>
                <a:latin typeface="Söhne"/>
              </a:rPr>
              <a:t>Equation Error Method: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56463-65CB-FCB1-45CE-E9D217A25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39" y="1254942"/>
            <a:ext cx="7682642" cy="1846659"/>
          </a:xfrm>
        </p:spPr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Equation Error Method focuses on minimizing the difference between the model's output and the actual measured output in the model's state-space representation.</a:t>
            </a:r>
          </a:p>
          <a:p>
            <a:endParaRPr lang="en-US" dirty="0">
              <a:solidFill>
                <a:srgbClr val="374151"/>
              </a:solidFill>
              <a:latin typeface="Söhne"/>
            </a:endParaRPr>
          </a:p>
          <a:p>
            <a:r>
              <a:rPr lang="en-US" dirty="0">
                <a:solidFill>
                  <a:srgbClr val="374151"/>
                </a:solidFill>
                <a:latin typeface="Söhne"/>
              </a:rPr>
              <a:t>Square error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757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3931" y="798850"/>
            <a:ext cx="3817620" cy="45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7876" y="2289169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5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27876" y="2824307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CFD5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27876" y="3359456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9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27876" y="3894594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CFD5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27876" y="4429734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9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27876" y="4964872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CFD5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27876" y="5500009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49"/>
                </a:moveTo>
                <a:lnTo>
                  <a:pt x="1044119" y="535149"/>
                </a:lnTo>
                <a:lnTo>
                  <a:pt x="1044119" y="0"/>
                </a:lnTo>
                <a:lnTo>
                  <a:pt x="0" y="0"/>
                </a:lnTo>
                <a:lnTo>
                  <a:pt x="0" y="535149"/>
                </a:lnTo>
                <a:close/>
              </a:path>
            </a:pathLst>
          </a:custGeom>
          <a:solidFill>
            <a:srgbClr val="E9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51020" y="2314956"/>
            <a:ext cx="4721351" cy="35463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28300" y="4673727"/>
            <a:ext cx="108585" cy="107950"/>
          </a:xfrm>
          <a:custGeom>
            <a:avLst/>
            <a:gdLst/>
            <a:ahLst/>
            <a:cxnLst/>
            <a:rect l="l" t="t" r="r" b="b"/>
            <a:pathLst>
              <a:path w="108585" h="107950">
                <a:moveTo>
                  <a:pt x="54051" y="0"/>
                </a:moveTo>
                <a:lnTo>
                  <a:pt x="15821" y="15750"/>
                </a:lnTo>
                <a:lnTo>
                  <a:pt x="12" y="53629"/>
                </a:lnTo>
                <a:lnTo>
                  <a:pt x="0" y="53875"/>
                </a:lnTo>
                <a:lnTo>
                  <a:pt x="1964" y="68120"/>
                </a:lnTo>
                <a:lnTo>
                  <a:pt x="26865" y="100131"/>
                </a:lnTo>
                <a:lnTo>
                  <a:pt x="54228" y="107441"/>
                </a:lnTo>
                <a:lnTo>
                  <a:pt x="68577" y="105496"/>
                </a:lnTo>
                <a:lnTo>
                  <a:pt x="100835" y="80774"/>
                </a:lnTo>
                <a:lnTo>
                  <a:pt x="108203" y="53629"/>
                </a:lnTo>
                <a:lnTo>
                  <a:pt x="106250" y="39369"/>
                </a:lnTo>
                <a:lnTo>
                  <a:pt x="81364" y="7320"/>
                </a:lnTo>
                <a:lnTo>
                  <a:pt x="5405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28299" y="4673727"/>
            <a:ext cx="108585" cy="107950"/>
          </a:xfrm>
          <a:custGeom>
            <a:avLst/>
            <a:gdLst/>
            <a:ahLst/>
            <a:cxnLst/>
            <a:rect l="l" t="t" r="r" b="b"/>
            <a:pathLst>
              <a:path w="108585" h="107950">
                <a:moveTo>
                  <a:pt x="0" y="53720"/>
                </a:moveTo>
                <a:lnTo>
                  <a:pt x="15821" y="15750"/>
                </a:lnTo>
                <a:lnTo>
                  <a:pt x="54051" y="0"/>
                </a:lnTo>
                <a:lnTo>
                  <a:pt x="68437" y="1915"/>
                </a:lnTo>
                <a:lnTo>
                  <a:pt x="100784" y="26557"/>
                </a:lnTo>
                <a:lnTo>
                  <a:pt x="108203" y="53629"/>
                </a:lnTo>
                <a:lnTo>
                  <a:pt x="106276" y="67929"/>
                </a:lnTo>
                <a:lnTo>
                  <a:pt x="81471" y="100064"/>
                </a:lnTo>
                <a:lnTo>
                  <a:pt x="54228" y="107441"/>
                </a:lnTo>
                <a:lnTo>
                  <a:pt x="39809" y="105529"/>
                </a:lnTo>
                <a:lnTo>
                  <a:pt x="7435" y="80917"/>
                </a:lnTo>
                <a:lnTo>
                  <a:pt x="0" y="5372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72318" y="4295014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53736" y="0"/>
                </a:moveTo>
                <a:lnTo>
                  <a:pt x="15718" y="15962"/>
                </a:lnTo>
                <a:lnTo>
                  <a:pt x="0" y="54100"/>
                </a:lnTo>
                <a:lnTo>
                  <a:pt x="11" y="55220"/>
                </a:lnTo>
                <a:lnTo>
                  <a:pt x="16326" y="92723"/>
                </a:lnTo>
                <a:lnTo>
                  <a:pt x="55016" y="108195"/>
                </a:lnTo>
                <a:lnTo>
                  <a:pt x="69181" y="106069"/>
                </a:lnTo>
                <a:lnTo>
                  <a:pt x="100957" y="80963"/>
                </a:lnTo>
                <a:lnTo>
                  <a:pt x="108199" y="53434"/>
                </a:lnTo>
                <a:lnTo>
                  <a:pt x="106125" y="39206"/>
                </a:lnTo>
                <a:lnTo>
                  <a:pt x="81115" y="7279"/>
                </a:lnTo>
                <a:lnTo>
                  <a:pt x="5373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72318" y="4295014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0" y="54100"/>
                </a:moveTo>
                <a:lnTo>
                  <a:pt x="15718" y="15962"/>
                </a:lnTo>
                <a:lnTo>
                  <a:pt x="53736" y="0"/>
                </a:lnTo>
                <a:lnTo>
                  <a:pt x="68166" y="1903"/>
                </a:lnTo>
                <a:lnTo>
                  <a:pt x="100590" y="26434"/>
                </a:lnTo>
                <a:lnTo>
                  <a:pt x="108199" y="53434"/>
                </a:lnTo>
                <a:lnTo>
                  <a:pt x="106306" y="67956"/>
                </a:lnTo>
                <a:lnTo>
                  <a:pt x="81894" y="100500"/>
                </a:lnTo>
                <a:lnTo>
                  <a:pt x="55016" y="108195"/>
                </a:lnTo>
                <a:lnTo>
                  <a:pt x="40417" y="106313"/>
                </a:lnTo>
                <a:lnTo>
                  <a:pt x="7774" y="82009"/>
                </a:lnTo>
                <a:lnTo>
                  <a:pt x="0" y="5410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80522" y="4042792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53736" y="0"/>
                </a:moveTo>
                <a:lnTo>
                  <a:pt x="15718" y="15962"/>
                </a:lnTo>
                <a:lnTo>
                  <a:pt x="0" y="54100"/>
                </a:lnTo>
                <a:lnTo>
                  <a:pt x="11" y="55220"/>
                </a:lnTo>
                <a:lnTo>
                  <a:pt x="16326" y="92723"/>
                </a:lnTo>
                <a:lnTo>
                  <a:pt x="55016" y="108195"/>
                </a:lnTo>
                <a:lnTo>
                  <a:pt x="69181" y="106069"/>
                </a:lnTo>
                <a:lnTo>
                  <a:pt x="100957" y="80963"/>
                </a:lnTo>
                <a:lnTo>
                  <a:pt x="108199" y="53434"/>
                </a:lnTo>
                <a:lnTo>
                  <a:pt x="106125" y="39206"/>
                </a:lnTo>
                <a:lnTo>
                  <a:pt x="81115" y="7279"/>
                </a:lnTo>
                <a:lnTo>
                  <a:pt x="5373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80522" y="4042792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0" y="54100"/>
                </a:moveTo>
                <a:lnTo>
                  <a:pt x="15718" y="15962"/>
                </a:lnTo>
                <a:lnTo>
                  <a:pt x="53736" y="0"/>
                </a:lnTo>
                <a:lnTo>
                  <a:pt x="68166" y="1903"/>
                </a:lnTo>
                <a:lnTo>
                  <a:pt x="100590" y="26434"/>
                </a:lnTo>
                <a:lnTo>
                  <a:pt x="108199" y="53434"/>
                </a:lnTo>
                <a:lnTo>
                  <a:pt x="106306" y="67956"/>
                </a:lnTo>
                <a:lnTo>
                  <a:pt x="81894" y="100500"/>
                </a:lnTo>
                <a:lnTo>
                  <a:pt x="55016" y="108195"/>
                </a:lnTo>
                <a:lnTo>
                  <a:pt x="40417" y="106313"/>
                </a:lnTo>
                <a:lnTo>
                  <a:pt x="7774" y="82009"/>
                </a:lnTo>
                <a:lnTo>
                  <a:pt x="0" y="5410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24540" y="3791315"/>
            <a:ext cx="108585" cy="107950"/>
          </a:xfrm>
          <a:custGeom>
            <a:avLst/>
            <a:gdLst/>
            <a:ahLst/>
            <a:cxnLst/>
            <a:rect l="l" t="t" r="r" b="b"/>
            <a:pathLst>
              <a:path w="108585" h="107950">
                <a:moveTo>
                  <a:pt x="54038" y="0"/>
                </a:moveTo>
                <a:lnTo>
                  <a:pt x="15817" y="15762"/>
                </a:lnTo>
                <a:lnTo>
                  <a:pt x="15" y="53621"/>
                </a:lnTo>
                <a:lnTo>
                  <a:pt x="0" y="53906"/>
                </a:lnTo>
                <a:lnTo>
                  <a:pt x="1967" y="68147"/>
                </a:lnTo>
                <a:lnTo>
                  <a:pt x="26875" y="100149"/>
                </a:lnTo>
                <a:lnTo>
                  <a:pt x="54247" y="107457"/>
                </a:lnTo>
                <a:lnTo>
                  <a:pt x="68592" y="105507"/>
                </a:lnTo>
                <a:lnTo>
                  <a:pt x="100837" y="80777"/>
                </a:lnTo>
                <a:lnTo>
                  <a:pt x="108203" y="53621"/>
                </a:lnTo>
                <a:lnTo>
                  <a:pt x="106245" y="39366"/>
                </a:lnTo>
                <a:lnTo>
                  <a:pt x="81354" y="7320"/>
                </a:lnTo>
                <a:lnTo>
                  <a:pt x="5403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24540" y="3791315"/>
            <a:ext cx="108585" cy="107950"/>
          </a:xfrm>
          <a:custGeom>
            <a:avLst/>
            <a:gdLst/>
            <a:ahLst/>
            <a:cxnLst/>
            <a:rect l="l" t="t" r="r" b="b"/>
            <a:pathLst>
              <a:path w="108585" h="107950">
                <a:moveTo>
                  <a:pt x="0" y="53736"/>
                </a:moveTo>
                <a:lnTo>
                  <a:pt x="15817" y="15762"/>
                </a:lnTo>
                <a:lnTo>
                  <a:pt x="54038" y="0"/>
                </a:lnTo>
                <a:lnTo>
                  <a:pt x="68427" y="1915"/>
                </a:lnTo>
                <a:lnTo>
                  <a:pt x="100776" y="26556"/>
                </a:lnTo>
                <a:lnTo>
                  <a:pt x="108203" y="53621"/>
                </a:lnTo>
                <a:lnTo>
                  <a:pt x="106276" y="67928"/>
                </a:lnTo>
                <a:lnTo>
                  <a:pt x="81482" y="100072"/>
                </a:lnTo>
                <a:lnTo>
                  <a:pt x="54247" y="107457"/>
                </a:lnTo>
                <a:lnTo>
                  <a:pt x="39822" y="105545"/>
                </a:lnTo>
                <a:lnTo>
                  <a:pt x="7441" y="80941"/>
                </a:lnTo>
                <a:lnTo>
                  <a:pt x="0" y="53736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188092" y="5153026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53736" y="0"/>
                </a:moveTo>
                <a:lnTo>
                  <a:pt x="15718" y="15962"/>
                </a:lnTo>
                <a:lnTo>
                  <a:pt x="0" y="54100"/>
                </a:lnTo>
                <a:lnTo>
                  <a:pt x="11" y="55220"/>
                </a:lnTo>
                <a:lnTo>
                  <a:pt x="16326" y="92723"/>
                </a:lnTo>
                <a:lnTo>
                  <a:pt x="55016" y="108195"/>
                </a:lnTo>
                <a:lnTo>
                  <a:pt x="69181" y="106069"/>
                </a:lnTo>
                <a:lnTo>
                  <a:pt x="100957" y="80963"/>
                </a:lnTo>
                <a:lnTo>
                  <a:pt x="108199" y="53434"/>
                </a:lnTo>
                <a:lnTo>
                  <a:pt x="106125" y="39206"/>
                </a:lnTo>
                <a:lnTo>
                  <a:pt x="81115" y="7279"/>
                </a:lnTo>
                <a:lnTo>
                  <a:pt x="5373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188092" y="5153026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0" y="54100"/>
                </a:moveTo>
                <a:lnTo>
                  <a:pt x="15718" y="15962"/>
                </a:lnTo>
                <a:lnTo>
                  <a:pt x="53736" y="0"/>
                </a:lnTo>
                <a:lnTo>
                  <a:pt x="68166" y="1903"/>
                </a:lnTo>
                <a:lnTo>
                  <a:pt x="100590" y="26434"/>
                </a:lnTo>
                <a:lnTo>
                  <a:pt x="108199" y="53434"/>
                </a:lnTo>
                <a:lnTo>
                  <a:pt x="106306" y="67956"/>
                </a:lnTo>
                <a:lnTo>
                  <a:pt x="81894" y="100500"/>
                </a:lnTo>
                <a:lnTo>
                  <a:pt x="55016" y="108195"/>
                </a:lnTo>
                <a:lnTo>
                  <a:pt x="40417" y="106313"/>
                </a:lnTo>
                <a:lnTo>
                  <a:pt x="7774" y="82009"/>
                </a:lnTo>
                <a:lnTo>
                  <a:pt x="0" y="5410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89188" y="2282819"/>
          <a:ext cx="4176458" cy="37459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4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137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2650" i="1" dirty="0">
                          <a:latin typeface="Times New Roman"/>
                          <a:cs typeface="Times New Roman"/>
                        </a:rPr>
                        <a:t>k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</a:pPr>
                      <a:r>
                        <a:rPr sz="2650" i="1" spc="12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65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50" i="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50" i="1" spc="-4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</a:pPr>
                      <a:r>
                        <a:rPr sz="2650" i="1" spc="12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65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50" i="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5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5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650" spc="-210" dirty="0">
                          <a:latin typeface="Times New Roman"/>
                          <a:cs typeface="Times New Roman"/>
                        </a:rPr>
                        <a:t>1)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</a:pPr>
                      <a:r>
                        <a:rPr sz="2650" i="1" spc="10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50" spc="7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50" i="1" spc="229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37">
                <a:tc>
                  <a:txBody>
                    <a:bodyPr/>
                    <a:lstStyle/>
                    <a:p>
                      <a:pPr marR="4699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11112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149">
                <a:tc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11112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149"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0.2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137">
                <a:tc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0.36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140"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0.49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137"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0.59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60" dirty="0">
                <a:latin typeface="Calibri"/>
                <a:cs typeface="Calibri"/>
              </a:rPr>
              <a:t>R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s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spc="15" dirty="0">
                <a:latin typeface="Calibri"/>
                <a:cs typeface="Calibri"/>
              </a:rPr>
              <a:t>r</a:t>
            </a:r>
            <a:r>
              <a:rPr spc="-55" dirty="0">
                <a:latin typeface="Calibri"/>
                <a:cs typeface="Calibri"/>
              </a:rPr>
              <a:t>v</a:t>
            </a:r>
            <a:r>
              <a:rPr spc="-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i</a:t>
            </a:r>
            <a:r>
              <a:rPr spc="-15" dirty="0">
                <a:latin typeface="Calibri"/>
                <a:cs typeface="Calibri"/>
              </a:rPr>
              <a:t>r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Mo</a:t>
            </a:r>
            <a:r>
              <a:rPr spc="-5" dirty="0">
                <a:latin typeface="Calibri"/>
                <a:cs typeface="Calibri"/>
              </a:rPr>
              <a:t>d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90" dirty="0">
                <a:latin typeface="Calibri"/>
                <a:cs typeface="Calibri"/>
              </a:rPr>
              <a:t>x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ci</a:t>
            </a:r>
            <a:r>
              <a:rPr spc="-10" dirty="0">
                <a:latin typeface="Calibri"/>
                <a:cs typeface="Calibri"/>
              </a:rPr>
              <a:t>s</a:t>
            </a:r>
            <a:r>
              <a:rPr spc="-20" dirty="0">
                <a:latin typeface="Calibri"/>
                <a:cs typeface="Calibri"/>
              </a:rPr>
              <a:t>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127970"/>
            <a:ext cx="7432040" cy="3570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Cal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ts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3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  <a:p>
            <a:pPr marL="241300" marR="106045" indent="-228600">
              <a:lnSpc>
                <a:spcPts val="2810"/>
              </a:lnSpc>
              <a:spcBef>
                <a:spcPts val="103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si</a:t>
            </a:r>
            <a:r>
              <a:rPr sz="2600" spc="-20" dirty="0">
                <a:latin typeface="Calibri"/>
                <a:cs typeface="Calibri"/>
              </a:rPr>
              <a:t>mu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ts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x</a:t>
            </a:r>
            <a:r>
              <a:rPr sz="2600" spc="-20" dirty="0">
                <a:latin typeface="Calibri"/>
                <a:cs typeface="Calibri"/>
              </a:rPr>
              <a:t>ac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kn</a:t>
            </a:r>
            <a:r>
              <a:rPr sz="2600" spc="-3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(se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Calibri"/>
                <a:cs typeface="Calibri"/>
              </a:rPr>
              <a:t>previous PPTs</a:t>
            </a:r>
            <a:r>
              <a:rPr sz="2600" spc="-20" dirty="0">
                <a:latin typeface="Calibri"/>
                <a:cs typeface="Calibri"/>
              </a:rPr>
              <a:t>)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1677035">
              <a:lnSpc>
                <a:spcPct val="100000"/>
              </a:lnSpc>
              <a:spcBef>
                <a:spcPts val="2310"/>
              </a:spcBef>
            </a:pPr>
            <a:r>
              <a:rPr sz="2650" i="1" spc="8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00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0.8</a:t>
            </a:r>
            <a:r>
              <a:rPr sz="2650" spc="-415" dirty="0">
                <a:latin typeface="Times New Roman"/>
                <a:cs typeface="Times New Roman"/>
              </a:rPr>
              <a:t> </a:t>
            </a:r>
            <a:r>
              <a:rPr sz="2650" i="1" spc="75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25" dirty="0">
                <a:latin typeface="Times New Roman"/>
                <a:cs typeface="Times New Roman"/>
              </a:rPr>
              <a:t>k</a:t>
            </a:r>
            <a:r>
              <a:rPr sz="2650" i="1" spc="-10" dirty="0">
                <a:latin typeface="Times New Roman"/>
                <a:cs typeface="Times New Roman"/>
              </a:rPr>
              <a:t> </a:t>
            </a:r>
            <a:r>
              <a:rPr sz="2650" spc="150" dirty="0">
                <a:latin typeface="Symbol"/>
                <a:cs typeface="Symbol"/>
              </a:rPr>
              <a:t></a:t>
            </a:r>
            <a:r>
              <a:rPr sz="2650" spc="-220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1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0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0.</a:t>
            </a:r>
            <a:r>
              <a:rPr sz="2650" spc="-55" dirty="0">
                <a:latin typeface="Times New Roman"/>
                <a:cs typeface="Times New Roman"/>
              </a:rPr>
              <a:t>2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25" dirty="0">
                <a:latin typeface="Times New Roman"/>
                <a:cs typeface="Times New Roman"/>
              </a:rPr>
              <a:t>k</a:t>
            </a:r>
            <a:r>
              <a:rPr sz="2650" i="1" spc="-10" dirty="0">
                <a:latin typeface="Times New Roman"/>
                <a:cs typeface="Times New Roman"/>
              </a:rPr>
              <a:t> </a:t>
            </a:r>
            <a:r>
              <a:rPr sz="2650" spc="150" dirty="0">
                <a:latin typeface="Symbol"/>
                <a:cs typeface="Symbol"/>
              </a:rPr>
              <a:t></a:t>
            </a:r>
            <a:r>
              <a:rPr sz="2650" spc="-220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"/>
              </a:spcBef>
            </a:pPr>
            <a:endParaRPr sz="2700" dirty="0">
              <a:latin typeface="Times New Roman"/>
              <a:cs typeface="Times New Roman"/>
            </a:endParaRPr>
          </a:p>
          <a:p>
            <a:pPr marL="241300" marR="102235" indent="-228600">
              <a:lnSpc>
                <a:spcPts val="281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He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x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si</a:t>
            </a:r>
            <a:r>
              <a:rPr sz="2600" spc="-20" dirty="0">
                <a:latin typeface="Calibri"/>
                <a:cs typeface="Calibri"/>
              </a:rPr>
              <a:t>mp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Calibri"/>
                <a:cs typeface="Calibri"/>
              </a:rPr>
              <a:t>‘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80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’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w</a:t>
            </a:r>
            <a:r>
              <a:rPr sz="2600" spc="-20" dirty="0">
                <a:latin typeface="Calibri"/>
                <a:cs typeface="Calibri"/>
              </a:rPr>
              <a:t>er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w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3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but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lang="en-NZ" sz="2600" spc="-15" dirty="0">
                <a:latin typeface="Calibri"/>
                <a:cs typeface="Calibri"/>
              </a:rPr>
              <a:t>you need to verify it: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M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tlab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f</a:t>
            </a:r>
            <a:r>
              <a:rPr dirty="0">
                <a:latin typeface="Calibri"/>
                <a:cs typeface="Calibri"/>
              </a:rPr>
              <a:t>unctio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7108" y="2478554"/>
            <a:ext cx="7101840" cy="177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In-bu</a:t>
            </a:r>
            <a:r>
              <a:rPr sz="2600" spc="-5" dirty="0">
                <a:latin typeface="Calibri"/>
                <a:cs typeface="Calibri"/>
              </a:rPr>
              <a:t>il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fun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(b</a:t>
            </a:r>
            <a:r>
              <a:rPr sz="2600" spc="-20" dirty="0">
                <a:latin typeface="Calibri"/>
                <a:cs typeface="Calibri"/>
              </a:rPr>
              <a:t>ac</a:t>
            </a:r>
            <a:r>
              <a:rPr sz="2600" spc="-40" dirty="0">
                <a:latin typeface="Calibri"/>
                <a:cs typeface="Calibri"/>
              </a:rPr>
              <a:t>k</a:t>
            </a:r>
            <a:r>
              <a:rPr sz="2600" spc="-5" dirty="0">
                <a:latin typeface="Calibri"/>
                <a:cs typeface="Calibri"/>
              </a:rPr>
              <a:t>sl</a:t>
            </a:r>
            <a:r>
              <a:rPr sz="2600" spc="-20" dirty="0">
                <a:latin typeface="Calibri"/>
                <a:cs typeface="Calibri"/>
              </a:rPr>
              <a:t>as</a:t>
            </a:r>
            <a:r>
              <a:rPr sz="2600" spc="-15" dirty="0">
                <a:latin typeface="Calibri"/>
                <a:cs typeface="Calibri"/>
              </a:rPr>
              <a:t>h: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r)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al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ol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75" dirty="0">
                <a:latin typeface="Calibri"/>
                <a:cs typeface="Calibri"/>
              </a:rPr>
              <a:t>o</a:t>
            </a:r>
            <a:r>
              <a:rPr sz="2600" spc="-80" dirty="0">
                <a:latin typeface="Calibri"/>
                <a:cs typeface="Calibri"/>
              </a:rPr>
              <a:t>x</a:t>
            </a:r>
            <a:r>
              <a:rPr sz="2600" spc="-2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725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Id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ti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35" dirty="0">
                <a:latin typeface="Calibri"/>
                <a:cs typeface="Calibri"/>
              </a:rPr>
              <a:t>c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ti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oo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-5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(Th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Calibri"/>
                <a:cs typeface="Calibri"/>
              </a:rPr>
              <a:t>M</a:t>
            </a:r>
            <a:r>
              <a:rPr sz="2400" spc="-4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20" dirty="0">
                <a:latin typeface="Calibri"/>
                <a:cs typeface="Calibri"/>
              </a:rPr>
              <a:t>h</a:t>
            </a:r>
            <a:r>
              <a:rPr sz="2400" spc="-45" dirty="0">
                <a:latin typeface="Calibri"/>
                <a:cs typeface="Calibri"/>
              </a:rPr>
              <a:t>w</a:t>
            </a:r>
            <a:r>
              <a:rPr sz="2400" spc="-2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k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b="1" i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rx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705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ain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oo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-5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(L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st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Un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55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20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i="1" spc="-15" dirty="0">
                <a:solidFill>
                  <a:srgbClr val="C00000"/>
                </a:solidFill>
                <a:latin typeface="Calibri"/>
                <a:cs typeface="Calibri"/>
              </a:rPr>
              <a:t>iv</a:t>
            </a:r>
            <a:r>
              <a:rPr sz="2400" b="1" i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(o</a:t>
            </a:r>
            <a:r>
              <a:rPr sz="2400" spc="-15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ti</a:t>
            </a:r>
            <a:r>
              <a:rPr sz="2400" spc="-5" dirty="0">
                <a:latin typeface="Calibri"/>
                <a:cs typeface="Calibri"/>
              </a:rPr>
              <a:t>on)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95" dirty="0">
                <a:latin typeface="Calibri"/>
                <a:cs typeface="Calibri"/>
              </a:rPr>
              <a:t>P</a:t>
            </a:r>
            <a:r>
              <a:rPr dirty="0">
                <a:latin typeface="Calibri"/>
                <a:cs typeface="Calibri"/>
              </a:rPr>
              <a:t>art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S</a:t>
            </a:r>
            <a:r>
              <a:rPr spc="-50" dirty="0">
                <a:latin typeface="Calibri"/>
                <a:cs typeface="Calibri"/>
              </a:rPr>
              <a:t>y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45" dirty="0">
                <a:latin typeface="Calibri"/>
                <a:cs typeface="Calibri"/>
              </a:rPr>
              <a:t>t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Id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tifi</a:t>
            </a:r>
            <a:r>
              <a:rPr spc="-35" dirty="0">
                <a:latin typeface="Calibri"/>
                <a:cs typeface="Calibri"/>
              </a:rPr>
              <a:t>ca</a:t>
            </a:r>
            <a:r>
              <a:rPr spc="-10" dirty="0">
                <a:latin typeface="Calibri"/>
                <a:cs typeface="Calibri"/>
              </a:rPr>
              <a:t>tio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85" y="2290606"/>
            <a:ext cx="7112000" cy="2911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3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3.1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Le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qu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3.2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3.3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3.4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E</a:t>
            </a:r>
            <a:r>
              <a:rPr sz="2600" u="heavy" spc="-50" dirty="0">
                <a:latin typeface="Calibri"/>
                <a:cs typeface="Calibri"/>
              </a:rPr>
              <a:t>s</a:t>
            </a:r>
            <a:r>
              <a:rPr sz="2600" u="heavy" spc="-15" dirty="0">
                <a:latin typeface="Calibri"/>
                <a:cs typeface="Calibri"/>
              </a:rPr>
              <a:t>tim</a:t>
            </a:r>
            <a:r>
              <a:rPr sz="2600" u="heavy" spc="-40" dirty="0">
                <a:latin typeface="Calibri"/>
                <a:cs typeface="Calibri"/>
              </a:rPr>
              <a:t>a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-20" dirty="0">
                <a:latin typeface="Calibri"/>
                <a:cs typeface="Calibri"/>
              </a:rPr>
              <a:t>o</a:t>
            </a:r>
            <a:r>
              <a:rPr sz="2600" u="heavy" spc="-15" dirty="0">
                <a:latin typeface="Calibri"/>
                <a:cs typeface="Calibri"/>
              </a:rPr>
              <a:t>n</a:t>
            </a:r>
            <a:r>
              <a:rPr sz="2600" u="heavy" spc="15" dirty="0">
                <a:latin typeface="Calibri"/>
                <a:cs typeface="Calibri"/>
              </a:rPr>
              <a:t> </a:t>
            </a:r>
            <a:r>
              <a:rPr sz="2600" u="heavy" spc="-15" dirty="0">
                <a:latin typeface="Calibri"/>
                <a:cs typeface="Calibri"/>
              </a:rPr>
              <a:t>Accu</a:t>
            </a:r>
            <a:r>
              <a:rPr sz="2600" u="heavy" spc="-65" dirty="0">
                <a:latin typeface="Calibri"/>
                <a:cs typeface="Calibri"/>
              </a:rPr>
              <a:t>r</a:t>
            </a:r>
            <a:r>
              <a:rPr sz="2600" u="heavy" spc="-20" dirty="0">
                <a:latin typeface="Calibri"/>
                <a:cs typeface="Calibri"/>
              </a:rPr>
              <a:t>a</a:t>
            </a:r>
            <a:r>
              <a:rPr sz="2600" u="heavy" spc="-15" dirty="0">
                <a:latin typeface="Calibri"/>
                <a:cs typeface="Calibri"/>
              </a:rPr>
              <a:t>cy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(Ad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ce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3.5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umma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&amp;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ap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60" dirty="0">
                <a:latin typeface="Calibri"/>
                <a:cs typeface="Calibri"/>
              </a:rPr>
              <a:t>R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al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d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spc="-4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wit</a:t>
            </a:r>
            <a:r>
              <a:rPr dirty="0">
                <a:latin typeface="Calibri"/>
                <a:cs typeface="Calibri"/>
              </a:rPr>
              <a:t>h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n</a:t>
            </a:r>
            <a:r>
              <a:rPr spc="-5" dirty="0">
                <a:latin typeface="Calibri"/>
                <a:cs typeface="Calibri"/>
              </a:rPr>
              <a:t>oise</a:t>
            </a:r>
          </a:p>
        </p:txBody>
      </p:sp>
      <p:sp>
        <p:nvSpPr>
          <p:cNvPr id="5" name="object 5"/>
          <p:cNvSpPr/>
          <p:nvPr/>
        </p:nvSpPr>
        <p:spPr>
          <a:xfrm>
            <a:off x="4651247" y="3302200"/>
            <a:ext cx="3728720" cy="2936875"/>
          </a:xfrm>
          <a:custGeom>
            <a:avLst/>
            <a:gdLst/>
            <a:ahLst/>
            <a:cxnLst/>
            <a:rect l="l" t="t" r="r" b="b"/>
            <a:pathLst>
              <a:path w="3728720" h="2936875">
                <a:moveTo>
                  <a:pt x="0" y="2936592"/>
                </a:moveTo>
                <a:lnTo>
                  <a:pt x="3728404" y="2936592"/>
                </a:lnTo>
                <a:lnTo>
                  <a:pt x="3728404" y="0"/>
                </a:lnTo>
                <a:lnTo>
                  <a:pt x="0" y="0"/>
                </a:lnTo>
                <a:lnTo>
                  <a:pt x="0" y="29365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1221" y="3302186"/>
            <a:ext cx="3728720" cy="0"/>
          </a:xfrm>
          <a:custGeom>
            <a:avLst/>
            <a:gdLst/>
            <a:ahLst/>
            <a:cxnLst/>
            <a:rect l="l" t="t" r="r" b="b"/>
            <a:pathLst>
              <a:path w="3728720">
                <a:moveTo>
                  <a:pt x="0" y="0"/>
                </a:moveTo>
                <a:lnTo>
                  <a:pt x="3728453" y="0"/>
                </a:lnTo>
              </a:path>
            </a:pathLst>
          </a:custGeom>
          <a:ln w="86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79674" y="330220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51221" y="6238766"/>
            <a:ext cx="3728720" cy="0"/>
          </a:xfrm>
          <a:custGeom>
            <a:avLst/>
            <a:gdLst/>
            <a:ahLst/>
            <a:cxnLst/>
            <a:rect l="l" t="t" r="r" b="b"/>
            <a:pathLst>
              <a:path w="3728720">
                <a:moveTo>
                  <a:pt x="0" y="0"/>
                </a:moveTo>
                <a:lnTo>
                  <a:pt x="3728453" y="0"/>
                </a:lnTo>
              </a:path>
            </a:pathLst>
          </a:custGeom>
          <a:ln w="86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79674" y="62387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9659" y="3302170"/>
            <a:ext cx="0" cy="2936875"/>
          </a:xfrm>
          <a:custGeom>
            <a:avLst/>
            <a:gdLst/>
            <a:ahLst/>
            <a:cxnLst/>
            <a:rect l="l" t="t" r="r" b="b"/>
            <a:pathLst>
              <a:path h="2936875">
                <a:moveTo>
                  <a:pt x="0" y="2936607"/>
                </a:moveTo>
                <a:lnTo>
                  <a:pt x="0" y="0"/>
                </a:lnTo>
              </a:path>
            </a:pathLst>
          </a:custGeom>
          <a:ln w="86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379674" y="33021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51237" y="3302170"/>
            <a:ext cx="0" cy="2936875"/>
          </a:xfrm>
          <a:custGeom>
            <a:avLst/>
            <a:gdLst/>
            <a:ahLst/>
            <a:cxnLst/>
            <a:rect l="l" t="t" r="r" b="b"/>
            <a:pathLst>
              <a:path h="2936875">
                <a:moveTo>
                  <a:pt x="0" y="2936607"/>
                </a:moveTo>
                <a:lnTo>
                  <a:pt x="0" y="0"/>
                </a:lnTo>
              </a:path>
            </a:pathLst>
          </a:custGeom>
          <a:ln w="86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51252" y="33021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79674" y="62387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51252" y="33021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51252" y="61958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51252" y="333654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569819" y="6272842"/>
            <a:ext cx="16764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90058" y="6195846"/>
            <a:ext cx="0" cy="43180"/>
          </a:xfrm>
          <a:custGeom>
            <a:avLst/>
            <a:gdLst/>
            <a:ahLst/>
            <a:cxnLst/>
            <a:rect l="l" t="t" r="r" b="b"/>
            <a:pathLst>
              <a:path h="43179">
                <a:moveTo>
                  <a:pt x="0" y="42932"/>
                </a:moveTo>
                <a:lnTo>
                  <a:pt x="0" y="0"/>
                </a:lnTo>
              </a:path>
            </a:pathLst>
          </a:custGeom>
          <a:ln w="8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90058" y="61958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390058" y="3302170"/>
            <a:ext cx="0" cy="34925"/>
          </a:xfrm>
          <a:custGeom>
            <a:avLst/>
            <a:gdLst/>
            <a:ahLst/>
            <a:cxnLst/>
            <a:rect l="l" t="t" r="r" b="b"/>
            <a:pathLst>
              <a:path h="34925">
                <a:moveTo>
                  <a:pt x="0" y="0"/>
                </a:moveTo>
                <a:lnTo>
                  <a:pt x="0" y="34372"/>
                </a:lnTo>
              </a:path>
            </a:pathLst>
          </a:custGeom>
          <a:ln w="8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90058" y="333654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37462" y="6195846"/>
            <a:ext cx="0" cy="43180"/>
          </a:xfrm>
          <a:custGeom>
            <a:avLst/>
            <a:gdLst/>
            <a:ahLst/>
            <a:cxnLst/>
            <a:rect l="l" t="t" r="r" b="b"/>
            <a:pathLst>
              <a:path h="43179">
                <a:moveTo>
                  <a:pt x="0" y="42932"/>
                </a:moveTo>
                <a:lnTo>
                  <a:pt x="0" y="0"/>
                </a:lnTo>
              </a:path>
            </a:pathLst>
          </a:custGeom>
          <a:ln w="8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37462" y="61958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37462" y="3302170"/>
            <a:ext cx="0" cy="34925"/>
          </a:xfrm>
          <a:custGeom>
            <a:avLst/>
            <a:gdLst/>
            <a:ahLst/>
            <a:cxnLst/>
            <a:rect l="l" t="t" r="r" b="b"/>
            <a:pathLst>
              <a:path h="34925">
                <a:moveTo>
                  <a:pt x="0" y="0"/>
                </a:moveTo>
                <a:lnTo>
                  <a:pt x="0" y="34372"/>
                </a:lnTo>
              </a:path>
            </a:pathLst>
          </a:custGeom>
          <a:ln w="8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37462" y="333654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884866" y="6195846"/>
            <a:ext cx="0" cy="43180"/>
          </a:xfrm>
          <a:custGeom>
            <a:avLst/>
            <a:gdLst/>
            <a:ahLst/>
            <a:cxnLst/>
            <a:rect l="l" t="t" r="r" b="b"/>
            <a:pathLst>
              <a:path h="43179">
                <a:moveTo>
                  <a:pt x="0" y="42932"/>
                </a:moveTo>
                <a:lnTo>
                  <a:pt x="0" y="0"/>
                </a:lnTo>
              </a:path>
            </a:pathLst>
          </a:custGeom>
          <a:ln w="8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884866" y="61958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84866" y="3302170"/>
            <a:ext cx="0" cy="34925"/>
          </a:xfrm>
          <a:custGeom>
            <a:avLst/>
            <a:gdLst/>
            <a:ahLst/>
            <a:cxnLst/>
            <a:rect l="l" t="t" r="r" b="b"/>
            <a:pathLst>
              <a:path h="34925">
                <a:moveTo>
                  <a:pt x="0" y="0"/>
                </a:moveTo>
                <a:lnTo>
                  <a:pt x="0" y="34342"/>
                </a:lnTo>
              </a:path>
            </a:pathLst>
          </a:custGeom>
          <a:ln w="8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84866" y="333651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32240" y="6195846"/>
            <a:ext cx="0" cy="43180"/>
          </a:xfrm>
          <a:custGeom>
            <a:avLst/>
            <a:gdLst/>
            <a:ahLst/>
            <a:cxnLst/>
            <a:rect l="l" t="t" r="r" b="b"/>
            <a:pathLst>
              <a:path h="43179">
                <a:moveTo>
                  <a:pt x="0" y="42932"/>
                </a:moveTo>
                <a:lnTo>
                  <a:pt x="0" y="0"/>
                </a:lnTo>
              </a:path>
            </a:pathLst>
          </a:custGeom>
          <a:ln w="8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632240" y="61958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632240" y="3302170"/>
            <a:ext cx="0" cy="34925"/>
          </a:xfrm>
          <a:custGeom>
            <a:avLst/>
            <a:gdLst/>
            <a:ahLst/>
            <a:cxnLst/>
            <a:rect l="l" t="t" r="r" b="b"/>
            <a:pathLst>
              <a:path h="34925">
                <a:moveTo>
                  <a:pt x="0" y="0"/>
                </a:moveTo>
                <a:lnTo>
                  <a:pt x="0" y="34342"/>
                </a:lnTo>
              </a:path>
            </a:pathLst>
          </a:custGeom>
          <a:ln w="8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632240" y="333651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379644" y="61958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379644" y="333651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231299" y="6272830"/>
            <a:ext cx="330707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9460" algn="l"/>
                <a:tab pos="1506855" algn="l"/>
                <a:tab pos="2254250" algn="l"/>
                <a:tab pos="3001645" algn="l"/>
              </a:tabLst>
            </a:pPr>
            <a:r>
              <a:rPr sz="2200" spc="40" dirty="0">
                <a:latin typeface="Times New Roman"/>
                <a:cs typeface="Times New Roman"/>
              </a:rPr>
              <a:t>1</a:t>
            </a:r>
            <a:r>
              <a:rPr sz="2200" spc="10" dirty="0">
                <a:latin typeface="Times New Roman"/>
                <a:cs typeface="Times New Roman"/>
              </a:rPr>
              <a:t>0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40" dirty="0">
                <a:latin typeface="Times New Roman"/>
                <a:cs typeface="Times New Roman"/>
              </a:rPr>
              <a:t>2</a:t>
            </a:r>
            <a:r>
              <a:rPr sz="2200" spc="10" dirty="0">
                <a:latin typeface="Times New Roman"/>
                <a:cs typeface="Times New Roman"/>
              </a:rPr>
              <a:t>0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40" dirty="0">
                <a:latin typeface="Times New Roman"/>
                <a:cs typeface="Times New Roman"/>
              </a:rPr>
              <a:t>3</a:t>
            </a:r>
            <a:r>
              <a:rPr sz="2200" spc="10" dirty="0">
                <a:latin typeface="Times New Roman"/>
                <a:cs typeface="Times New Roman"/>
              </a:rPr>
              <a:t>0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40" dirty="0">
                <a:latin typeface="Times New Roman"/>
                <a:cs typeface="Times New Roman"/>
              </a:rPr>
              <a:t>4</a:t>
            </a:r>
            <a:r>
              <a:rPr sz="2200" spc="10" dirty="0">
                <a:latin typeface="Times New Roman"/>
                <a:cs typeface="Times New Roman"/>
              </a:rPr>
              <a:t>0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40" dirty="0">
                <a:latin typeface="Times New Roman"/>
                <a:cs typeface="Times New Roman"/>
              </a:rPr>
              <a:t>50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651252" y="5989760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>
                <a:moveTo>
                  <a:pt x="0" y="0"/>
                </a:moveTo>
                <a:lnTo>
                  <a:pt x="34359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685611" y="59897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336687" y="5989760"/>
            <a:ext cx="43180" cy="0"/>
          </a:xfrm>
          <a:custGeom>
            <a:avLst/>
            <a:gdLst/>
            <a:ahLst/>
            <a:cxnLst/>
            <a:rect l="l" t="t" r="r" b="b"/>
            <a:pathLst>
              <a:path w="43179">
                <a:moveTo>
                  <a:pt x="42957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336687" y="59897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651252" y="5500330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>
                <a:moveTo>
                  <a:pt x="0" y="0"/>
                </a:moveTo>
                <a:lnTo>
                  <a:pt x="34359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685611" y="550033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336687" y="5500330"/>
            <a:ext cx="43180" cy="0"/>
          </a:xfrm>
          <a:custGeom>
            <a:avLst/>
            <a:gdLst/>
            <a:ahLst/>
            <a:cxnLst/>
            <a:rect l="l" t="t" r="r" b="b"/>
            <a:pathLst>
              <a:path w="43179">
                <a:moveTo>
                  <a:pt x="42957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336687" y="550033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651221" y="5010897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>
                <a:moveTo>
                  <a:pt x="0" y="0"/>
                </a:moveTo>
                <a:lnTo>
                  <a:pt x="3439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685611" y="50108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336687" y="5010897"/>
            <a:ext cx="43180" cy="0"/>
          </a:xfrm>
          <a:custGeom>
            <a:avLst/>
            <a:gdLst/>
            <a:ahLst/>
            <a:cxnLst/>
            <a:rect l="l" t="t" r="r" b="b"/>
            <a:pathLst>
              <a:path w="43179">
                <a:moveTo>
                  <a:pt x="42957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336687" y="50108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651221" y="4521455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>
                <a:moveTo>
                  <a:pt x="0" y="0"/>
                </a:moveTo>
                <a:lnTo>
                  <a:pt x="34359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685581" y="45214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336687" y="4521455"/>
            <a:ext cx="43180" cy="0"/>
          </a:xfrm>
          <a:custGeom>
            <a:avLst/>
            <a:gdLst/>
            <a:ahLst/>
            <a:cxnLst/>
            <a:rect l="l" t="t" r="r" b="b"/>
            <a:pathLst>
              <a:path w="43179">
                <a:moveTo>
                  <a:pt x="42957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336687" y="45214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651221" y="4032025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>
                <a:moveTo>
                  <a:pt x="0" y="0"/>
                </a:moveTo>
                <a:lnTo>
                  <a:pt x="34359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685581" y="4032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36687" y="4032025"/>
            <a:ext cx="43180" cy="0"/>
          </a:xfrm>
          <a:custGeom>
            <a:avLst/>
            <a:gdLst/>
            <a:ahLst/>
            <a:cxnLst/>
            <a:rect l="l" t="t" r="r" b="b"/>
            <a:pathLst>
              <a:path w="43179">
                <a:moveTo>
                  <a:pt x="42957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336687" y="4032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651221" y="3542598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>
                <a:moveTo>
                  <a:pt x="0" y="0"/>
                </a:moveTo>
                <a:lnTo>
                  <a:pt x="34359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685581" y="354259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336687" y="3542598"/>
            <a:ext cx="43180" cy="0"/>
          </a:xfrm>
          <a:custGeom>
            <a:avLst/>
            <a:gdLst/>
            <a:ahLst/>
            <a:cxnLst/>
            <a:rect l="l" t="t" r="r" b="b"/>
            <a:pathLst>
              <a:path w="43179">
                <a:moveTo>
                  <a:pt x="42957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336687" y="354259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312072" y="3396326"/>
            <a:ext cx="317500" cy="275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40" dirty="0">
                <a:latin typeface="Times New Roman"/>
                <a:cs typeface="Times New Roman"/>
              </a:rPr>
              <a:t>10</a:t>
            </a:r>
            <a:endParaRPr sz="22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210"/>
              </a:spcBef>
            </a:pPr>
            <a:r>
              <a:rPr sz="2200" spc="10" dirty="0">
                <a:latin typeface="Times New Roman"/>
                <a:cs typeface="Times New Roman"/>
              </a:rPr>
              <a:t>8</a:t>
            </a:r>
            <a:endParaRPr sz="22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210"/>
              </a:spcBef>
            </a:pPr>
            <a:r>
              <a:rPr sz="2200" spc="10" dirty="0">
                <a:latin typeface="Times New Roman"/>
                <a:cs typeface="Times New Roman"/>
              </a:rPr>
              <a:t>6</a:t>
            </a:r>
            <a:endParaRPr sz="22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210"/>
              </a:spcBef>
            </a:pPr>
            <a:r>
              <a:rPr sz="2200" spc="10" dirty="0"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210"/>
              </a:spcBef>
            </a:pPr>
            <a:r>
              <a:rPr sz="2200" spc="10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210"/>
              </a:spcBef>
            </a:pPr>
            <a:r>
              <a:rPr sz="2200" spc="10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379644" y="33021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379644" y="62387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379644" y="33021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651221" y="33021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719971" y="5749348"/>
            <a:ext cx="3668395" cy="240665"/>
          </a:xfrm>
          <a:custGeom>
            <a:avLst/>
            <a:gdLst/>
            <a:ahLst/>
            <a:cxnLst/>
            <a:rect l="l" t="t" r="r" b="b"/>
            <a:pathLst>
              <a:path w="3668395" h="240664">
                <a:moveTo>
                  <a:pt x="0" y="240424"/>
                </a:moveTo>
                <a:lnTo>
                  <a:pt x="0" y="240424"/>
                </a:lnTo>
                <a:lnTo>
                  <a:pt x="670087" y="240424"/>
                </a:lnTo>
                <a:lnTo>
                  <a:pt x="747404" y="0"/>
                </a:lnTo>
                <a:lnTo>
                  <a:pt x="3659703" y="0"/>
                </a:lnTo>
                <a:lnTo>
                  <a:pt x="3668276" y="0"/>
                </a:lnTo>
              </a:path>
            </a:pathLst>
          </a:custGeom>
          <a:ln w="4293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685611" y="5983207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0"/>
                </a:moveTo>
                <a:lnTo>
                  <a:pt x="2926" y="18355"/>
                </a:lnTo>
                <a:lnTo>
                  <a:pt x="10886" y="7168"/>
                </a:lnTo>
                <a:lnTo>
                  <a:pt x="22651" y="0"/>
                </a:lnTo>
                <a:lnTo>
                  <a:pt x="40473" y="980"/>
                </a:lnTo>
                <a:lnTo>
                  <a:pt x="53946" y="5996"/>
                </a:lnTo>
                <a:lnTo>
                  <a:pt x="63088" y="14227"/>
                </a:lnTo>
                <a:lnTo>
                  <a:pt x="67916" y="24855"/>
                </a:lnTo>
                <a:lnTo>
                  <a:pt x="66043" y="41479"/>
                </a:lnTo>
                <a:lnTo>
                  <a:pt x="59879" y="54153"/>
                </a:lnTo>
                <a:lnTo>
                  <a:pt x="50346" y="62577"/>
                </a:lnTo>
                <a:lnTo>
                  <a:pt x="38366" y="66449"/>
                </a:lnTo>
                <a:lnTo>
                  <a:pt x="22860" y="63980"/>
                </a:lnTo>
                <a:lnTo>
                  <a:pt x="10856" y="56930"/>
                </a:lnTo>
                <a:lnTo>
                  <a:pt x="3018" y="46344"/>
                </a:lnTo>
                <a:lnTo>
                  <a:pt x="12" y="33267"/>
                </a:lnTo>
                <a:lnTo>
                  <a:pt x="0" y="32330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762928" y="5880167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3"/>
                </a:moveTo>
                <a:lnTo>
                  <a:pt x="2926" y="18353"/>
                </a:lnTo>
                <a:lnTo>
                  <a:pt x="10885" y="7167"/>
                </a:lnTo>
                <a:lnTo>
                  <a:pt x="22650" y="0"/>
                </a:lnTo>
                <a:lnTo>
                  <a:pt x="40462" y="981"/>
                </a:lnTo>
                <a:lnTo>
                  <a:pt x="53929" y="5998"/>
                </a:lnTo>
                <a:lnTo>
                  <a:pt x="63066" y="14234"/>
                </a:lnTo>
                <a:lnTo>
                  <a:pt x="67889" y="24871"/>
                </a:lnTo>
                <a:lnTo>
                  <a:pt x="66012" y="41496"/>
                </a:lnTo>
                <a:lnTo>
                  <a:pt x="59843" y="54170"/>
                </a:lnTo>
                <a:lnTo>
                  <a:pt x="50307" y="62591"/>
                </a:lnTo>
                <a:lnTo>
                  <a:pt x="38330" y="66456"/>
                </a:lnTo>
                <a:lnTo>
                  <a:pt x="22837" y="63982"/>
                </a:lnTo>
                <a:lnTo>
                  <a:pt x="10840" y="56924"/>
                </a:lnTo>
                <a:lnTo>
                  <a:pt x="3008" y="46327"/>
                </a:lnTo>
                <a:lnTo>
                  <a:pt x="11" y="33239"/>
                </a:lnTo>
                <a:lnTo>
                  <a:pt x="0" y="32333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840245" y="5966035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3"/>
                </a:moveTo>
                <a:lnTo>
                  <a:pt x="2926" y="18353"/>
                </a:lnTo>
                <a:lnTo>
                  <a:pt x="10885" y="7167"/>
                </a:lnTo>
                <a:lnTo>
                  <a:pt x="22650" y="0"/>
                </a:lnTo>
                <a:lnTo>
                  <a:pt x="40462" y="981"/>
                </a:lnTo>
                <a:lnTo>
                  <a:pt x="53929" y="5998"/>
                </a:lnTo>
                <a:lnTo>
                  <a:pt x="63066" y="14234"/>
                </a:lnTo>
                <a:lnTo>
                  <a:pt x="67889" y="24871"/>
                </a:lnTo>
                <a:lnTo>
                  <a:pt x="66012" y="41497"/>
                </a:lnTo>
                <a:lnTo>
                  <a:pt x="59840" y="54168"/>
                </a:lnTo>
                <a:lnTo>
                  <a:pt x="50301" y="62585"/>
                </a:lnTo>
                <a:lnTo>
                  <a:pt x="38321" y="66445"/>
                </a:lnTo>
                <a:lnTo>
                  <a:pt x="22829" y="63971"/>
                </a:lnTo>
                <a:lnTo>
                  <a:pt x="10833" y="56912"/>
                </a:lnTo>
                <a:lnTo>
                  <a:pt x="3003" y="46315"/>
                </a:lnTo>
                <a:lnTo>
                  <a:pt x="11" y="33222"/>
                </a:lnTo>
                <a:lnTo>
                  <a:pt x="0" y="32333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908964" y="5957455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17"/>
                </a:moveTo>
                <a:lnTo>
                  <a:pt x="2925" y="18348"/>
                </a:lnTo>
                <a:lnTo>
                  <a:pt x="10884" y="7167"/>
                </a:lnTo>
                <a:lnTo>
                  <a:pt x="22654" y="0"/>
                </a:lnTo>
                <a:lnTo>
                  <a:pt x="40475" y="978"/>
                </a:lnTo>
                <a:lnTo>
                  <a:pt x="53949" y="5991"/>
                </a:lnTo>
                <a:lnTo>
                  <a:pt x="63090" y="14220"/>
                </a:lnTo>
                <a:lnTo>
                  <a:pt x="67917" y="24847"/>
                </a:lnTo>
                <a:lnTo>
                  <a:pt x="66042" y="41480"/>
                </a:lnTo>
                <a:lnTo>
                  <a:pt x="59876" y="54155"/>
                </a:lnTo>
                <a:lnTo>
                  <a:pt x="50342" y="62575"/>
                </a:lnTo>
                <a:lnTo>
                  <a:pt x="38368" y="66439"/>
                </a:lnTo>
                <a:lnTo>
                  <a:pt x="22861" y="63970"/>
                </a:lnTo>
                <a:lnTo>
                  <a:pt x="10856" y="56922"/>
                </a:lnTo>
                <a:lnTo>
                  <a:pt x="3018" y="46337"/>
                </a:lnTo>
                <a:lnTo>
                  <a:pt x="12" y="33255"/>
                </a:lnTo>
                <a:lnTo>
                  <a:pt x="0" y="32317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986311" y="5974619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3"/>
                </a:moveTo>
                <a:lnTo>
                  <a:pt x="2926" y="18353"/>
                </a:lnTo>
                <a:lnTo>
                  <a:pt x="10885" y="7167"/>
                </a:lnTo>
                <a:lnTo>
                  <a:pt x="22650" y="0"/>
                </a:lnTo>
                <a:lnTo>
                  <a:pt x="40462" y="981"/>
                </a:lnTo>
                <a:lnTo>
                  <a:pt x="53929" y="5998"/>
                </a:lnTo>
                <a:lnTo>
                  <a:pt x="63066" y="14234"/>
                </a:lnTo>
                <a:lnTo>
                  <a:pt x="67889" y="24871"/>
                </a:lnTo>
                <a:lnTo>
                  <a:pt x="66012" y="41497"/>
                </a:lnTo>
                <a:lnTo>
                  <a:pt x="59840" y="54168"/>
                </a:lnTo>
                <a:lnTo>
                  <a:pt x="50301" y="62585"/>
                </a:lnTo>
                <a:lnTo>
                  <a:pt x="38321" y="66445"/>
                </a:lnTo>
                <a:lnTo>
                  <a:pt x="22829" y="63971"/>
                </a:lnTo>
                <a:lnTo>
                  <a:pt x="10833" y="56912"/>
                </a:lnTo>
                <a:lnTo>
                  <a:pt x="3003" y="46315"/>
                </a:lnTo>
                <a:lnTo>
                  <a:pt x="11" y="33222"/>
                </a:lnTo>
                <a:lnTo>
                  <a:pt x="0" y="32333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063627" y="5974619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3"/>
                </a:moveTo>
                <a:lnTo>
                  <a:pt x="2926" y="18353"/>
                </a:lnTo>
                <a:lnTo>
                  <a:pt x="10885" y="7167"/>
                </a:lnTo>
                <a:lnTo>
                  <a:pt x="22650" y="0"/>
                </a:lnTo>
                <a:lnTo>
                  <a:pt x="40462" y="981"/>
                </a:lnTo>
                <a:lnTo>
                  <a:pt x="53929" y="5998"/>
                </a:lnTo>
                <a:lnTo>
                  <a:pt x="63066" y="14234"/>
                </a:lnTo>
                <a:lnTo>
                  <a:pt x="67889" y="24871"/>
                </a:lnTo>
                <a:lnTo>
                  <a:pt x="66012" y="41497"/>
                </a:lnTo>
                <a:lnTo>
                  <a:pt x="59840" y="54168"/>
                </a:lnTo>
                <a:lnTo>
                  <a:pt x="50301" y="62585"/>
                </a:lnTo>
                <a:lnTo>
                  <a:pt x="38321" y="66445"/>
                </a:lnTo>
                <a:lnTo>
                  <a:pt x="22829" y="63971"/>
                </a:lnTo>
                <a:lnTo>
                  <a:pt x="10833" y="56912"/>
                </a:lnTo>
                <a:lnTo>
                  <a:pt x="3003" y="46315"/>
                </a:lnTo>
                <a:lnTo>
                  <a:pt x="11" y="33222"/>
                </a:lnTo>
                <a:lnTo>
                  <a:pt x="0" y="32333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132346" y="5940270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1"/>
                </a:moveTo>
                <a:lnTo>
                  <a:pt x="2926" y="18352"/>
                </a:lnTo>
                <a:lnTo>
                  <a:pt x="10886" y="7166"/>
                </a:lnTo>
                <a:lnTo>
                  <a:pt x="22651" y="0"/>
                </a:lnTo>
                <a:lnTo>
                  <a:pt x="40463" y="981"/>
                </a:lnTo>
                <a:lnTo>
                  <a:pt x="53931" y="5999"/>
                </a:lnTo>
                <a:lnTo>
                  <a:pt x="63068" y="14236"/>
                </a:lnTo>
                <a:lnTo>
                  <a:pt x="67890" y="24873"/>
                </a:lnTo>
                <a:lnTo>
                  <a:pt x="66013" y="41498"/>
                </a:lnTo>
                <a:lnTo>
                  <a:pt x="59843" y="54172"/>
                </a:lnTo>
                <a:lnTo>
                  <a:pt x="50306" y="62592"/>
                </a:lnTo>
                <a:lnTo>
                  <a:pt x="38329" y="66457"/>
                </a:lnTo>
                <a:lnTo>
                  <a:pt x="22837" y="63983"/>
                </a:lnTo>
                <a:lnTo>
                  <a:pt x="10840" y="56924"/>
                </a:lnTo>
                <a:lnTo>
                  <a:pt x="3009" y="46328"/>
                </a:lnTo>
                <a:lnTo>
                  <a:pt x="11" y="33238"/>
                </a:lnTo>
                <a:lnTo>
                  <a:pt x="0" y="32331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209663" y="5948856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2"/>
                </a:moveTo>
                <a:lnTo>
                  <a:pt x="2926" y="18357"/>
                </a:lnTo>
                <a:lnTo>
                  <a:pt x="10885" y="7170"/>
                </a:lnTo>
                <a:lnTo>
                  <a:pt x="22650" y="0"/>
                </a:lnTo>
                <a:lnTo>
                  <a:pt x="40461" y="981"/>
                </a:lnTo>
                <a:lnTo>
                  <a:pt x="53929" y="6001"/>
                </a:lnTo>
                <a:lnTo>
                  <a:pt x="63066" y="14238"/>
                </a:lnTo>
                <a:lnTo>
                  <a:pt x="67889" y="24873"/>
                </a:lnTo>
                <a:lnTo>
                  <a:pt x="66012" y="41497"/>
                </a:lnTo>
                <a:lnTo>
                  <a:pt x="59843" y="54170"/>
                </a:lnTo>
                <a:lnTo>
                  <a:pt x="50306" y="62591"/>
                </a:lnTo>
                <a:lnTo>
                  <a:pt x="38328" y="66455"/>
                </a:lnTo>
                <a:lnTo>
                  <a:pt x="22836" y="63980"/>
                </a:lnTo>
                <a:lnTo>
                  <a:pt x="10839" y="56922"/>
                </a:lnTo>
                <a:lnTo>
                  <a:pt x="3008" y="46325"/>
                </a:lnTo>
                <a:lnTo>
                  <a:pt x="11" y="33236"/>
                </a:lnTo>
                <a:lnTo>
                  <a:pt x="0" y="32332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286980" y="5940270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1"/>
                </a:moveTo>
                <a:lnTo>
                  <a:pt x="2926" y="18352"/>
                </a:lnTo>
                <a:lnTo>
                  <a:pt x="10886" y="7166"/>
                </a:lnTo>
                <a:lnTo>
                  <a:pt x="22651" y="0"/>
                </a:lnTo>
                <a:lnTo>
                  <a:pt x="40463" y="981"/>
                </a:lnTo>
                <a:lnTo>
                  <a:pt x="53931" y="5999"/>
                </a:lnTo>
                <a:lnTo>
                  <a:pt x="63068" y="14236"/>
                </a:lnTo>
                <a:lnTo>
                  <a:pt x="67890" y="24873"/>
                </a:lnTo>
                <a:lnTo>
                  <a:pt x="66013" y="41498"/>
                </a:lnTo>
                <a:lnTo>
                  <a:pt x="59843" y="54172"/>
                </a:lnTo>
                <a:lnTo>
                  <a:pt x="50306" y="62592"/>
                </a:lnTo>
                <a:lnTo>
                  <a:pt x="38329" y="66457"/>
                </a:lnTo>
                <a:lnTo>
                  <a:pt x="22837" y="63983"/>
                </a:lnTo>
                <a:lnTo>
                  <a:pt x="10840" y="56924"/>
                </a:lnTo>
                <a:lnTo>
                  <a:pt x="3009" y="46328"/>
                </a:lnTo>
                <a:lnTo>
                  <a:pt x="11" y="33238"/>
                </a:lnTo>
                <a:lnTo>
                  <a:pt x="0" y="32331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355699" y="5905923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9"/>
                </a:moveTo>
                <a:lnTo>
                  <a:pt x="2926" y="18356"/>
                </a:lnTo>
                <a:lnTo>
                  <a:pt x="10886" y="7169"/>
                </a:lnTo>
                <a:lnTo>
                  <a:pt x="22651" y="0"/>
                </a:lnTo>
                <a:lnTo>
                  <a:pt x="40463" y="982"/>
                </a:lnTo>
                <a:lnTo>
                  <a:pt x="53930" y="6002"/>
                </a:lnTo>
                <a:lnTo>
                  <a:pt x="63067" y="14240"/>
                </a:lnTo>
                <a:lnTo>
                  <a:pt x="67889" y="24874"/>
                </a:lnTo>
                <a:lnTo>
                  <a:pt x="66012" y="41502"/>
                </a:lnTo>
                <a:lnTo>
                  <a:pt x="59842" y="54175"/>
                </a:lnTo>
                <a:lnTo>
                  <a:pt x="50304" y="62592"/>
                </a:lnTo>
                <a:lnTo>
                  <a:pt x="38324" y="66453"/>
                </a:lnTo>
                <a:lnTo>
                  <a:pt x="22834" y="63980"/>
                </a:lnTo>
                <a:lnTo>
                  <a:pt x="10838" y="56923"/>
                </a:lnTo>
                <a:lnTo>
                  <a:pt x="3007" y="46326"/>
                </a:lnTo>
                <a:lnTo>
                  <a:pt x="11" y="33231"/>
                </a:lnTo>
                <a:lnTo>
                  <a:pt x="0" y="32329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433016" y="5914515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1"/>
                </a:moveTo>
                <a:lnTo>
                  <a:pt x="2927" y="18347"/>
                </a:lnTo>
                <a:lnTo>
                  <a:pt x="10890" y="7164"/>
                </a:lnTo>
                <a:lnTo>
                  <a:pt x="22658" y="0"/>
                </a:lnTo>
                <a:lnTo>
                  <a:pt x="40471" y="983"/>
                </a:lnTo>
                <a:lnTo>
                  <a:pt x="53938" y="6004"/>
                </a:lnTo>
                <a:lnTo>
                  <a:pt x="63073" y="14242"/>
                </a:lnTo>
                <a:lnTo>
                  <a:pt x="67892" y="24879"/>
                </a:lnTo>
                <a:lnTo>
                  <a:pt x="66013" y="41503"/>
                </a:lnTo>
                <a:lnTo>
                  <a:pt x="59839" y="54173"/>
                </a:lnTo>
                <a:lnTo>
                  <a:pt x="50298" y="62589"/>
                </a:lnTo>
                <a:lnTo>
                  <a:pt x="38316" y="66449"/>
                </a:lnTo>
                <a:lnTo>
                  <a:pt x="22828" y="63974"/>
                </a:lnTo>
                <a:lnTo>
                  <a:pt x="10834" y="56915"/>
                </a:lnTo>
                <a:lnTo>
                  <a:pt x="3005" y="46315"/>
                </a:lnTo>
                <a:lnTo>
                  <a:pt x="11" y="33217"/>
                </a:lnTo>
                <a:lnTo>
                  <a:pt x="0" y="32321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510332" y="5502360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1"/>
                </a:moveTo>
                <a:lnTo>
                  <a:pt x="2926" y="18352"/>
                </a:lnTo>
                <a:lnTo>
                  <a:pt x="10886" y="7166"/>
                </a:lnTo>
                <a:lnTo>
                  <a:pt x="22651" y="0"/>
                </a:lnTo>
                <a:lnTo>
                  <a:pt x="40463" y="981"/>
                </a:lnTo>
                <a:lnTo>
                  <a:pt x="53931" y="5999"/>
                </a:lnTo>
                <a:lnTo>
                  <a:pt x="63068" y="14236"/>
                </a:lnTo>
                <a:lnTo>
                  <a:pt x="67890" y="24873"/>
                </a:lnTo>
                <a:lnTo>
                  <a:pt x="66012" y="41497"/>
                </a:lnTo>
                <a:lnTo>
                  <a:pt x="59840" y="54168"/>
                </a:lnTo>
                <a:lnTo>
                  <a:pt x="50299" y="62584"/>
                </a:lnTo>
                <a:lnTo>
                  <a:pt x="38318" y="66443"/>
                </a:lnTo>
                <a:lnTo>
                  <a:pt x="22827" y="63968"/>
                </a:lnTo>
                <a:lnTo>
                  <a:pt x="10831" y="56909"/>
                </a:lnTo>
                <a:lnTo>
                  <a:pt x="3002" y="46310"/>
                </a:lnTo>
                <a:lnTo>
                  <a:pt x="11" y="33217"/>
                </a:lnTo>
                <a:lnTo>
                  <a:pt x="0" y="32331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579051" y="5081615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1"/>
                </a:moveTo>
                <a:lnTo>
                  <a:pt x="2926" y="18352"/>
                </a:lnTo>
                <a:lnTo>
                  <a:pt x="10886" y="7166"/>
                </a:lnTo>
                <a:lnTo>
                  <a:pt x="22651" y="0"/>
                </a:lnTo>
                <a:lnTo>
                  <a:pt x="40463" y="981"/>
                </a:lnTo>
                <a:lnTo>
                  <a:pt x="53931" y="5999"/>
                </a:lnTo>
                <a:lnTo>
                  <a:pt x="63068" y="14236"/>
                </a:lnTo>
                <a:lnTo>
                  <a:pt x="67890" y="24873"/>
                </a:lnTo>
                <a:lnTo>
                  <a:pt x="66013" y="41498"/>
                </a:lnTo>
                <a:lnTo>
                  <a:pt x="59843" y="54172"/>
                </a:lnTo>
                <a:lnTo>
                  <a:pt x="50306" y="62592"/>
                </a:lnTo>
                <a:lnTo>
                  <a:pt x="38329" y="66457"/>
                </a:lnTo>
                <a:lnTo>
                  <a:pt x="22837" y="63983"/>
                </a:lnTo>
                <a:lnTo>
                  <a:pt x="10840" y="56924"/>
                </a:lnTo>
                <a:lnTo>
                  <a:pt x="3009" y="46328"/>
                </a:lnTo>
                <a:lnTo>
                  <a:pt x="11" y="33238"/>
                </a:lnTo>
                <a:lnTo>
                  <a:pt x="0" y="32331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656368" y="4678057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15"/>
                </a:moveTo>
                <a:lnTo>
                  <a:pt x="2925" y="18347"/>
                </a:lnTo>
                <a:lnTo>
                  <a:pt x="10885" y="7166"/>
                </a:lnTo>
                <a:lnTo>
                  <a:pt x="22655" y="0"/>
                </a:lnTo>
                <a:lnTo>
                  <a:pt x="40477" y="978"/>
                </a:lnTo>
                <a:lnTo>
                  <a:pt x="53950" y="5992"/>
                </a:lnTo>
                <a:lnTo>
                  <a:pt x="63092" y="14221"/>
                </a:lnTo>
                <a:lnTo>
                  <a:pt x="67917" y="24849"/>
                </a:lnTo>
                <a:lnTo>
                  <a:pt x="66042" y="41481"/>
                </a:lnTo>
                <a:lnTo>
                  <a:pt x="59875" y="54156"/>
                </a:lnTo>
                <a:lnTo>
                  <a:pt x="50342" y="62576"/>
                </a:lnTo>
                <a:lnTo>
                  <a:pt x="38367" y="66440"/>
                </a:lnTo>
                <a:lnTo>
                  <a:pt x="22861" y="63971"/>
                </a:lnTo>
                <a:lnTo>
                  <a:pt x="10856" y="56923"/>
                </a:lnTo>
                <a:lnTo>
                  <a:pt x="3018" y="46337"/>
                </a:lnTo>
                <a:lnTo>
                  <a:pt x="12" y="33254"/>
                </a:lnTo>
                <a:lnTo>
                  <a:pt x="0" y="32315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733684" y="4557836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1"/>
                </a:moveTo>
                <a:lnTo>
                  <a:pt x="2926" y="18352"/>
                </a:lnTo>
                <a:lnTo>
                  <a:pt x="10886" y="7166"/>
                </a:lnTo>
                <a:lnTo>
                  <a:pt x="22651" y="0"/>
                </a:lnTo>
                <a:lnTo>
                  <a:pt x="40473" y="980"/>
                </a:lnTo>
                <a:lnTo>
                  <a:pt x="53946" y="5994"/>
                </a:lnTo>
                <a:lnTo>
                  <a:pt x="63088" y="14224"/>
                </a:lnTo>
                <a:lnTo>
                  <a:pt x="67916" y="24854"/>
                </a:lnTo>
                <a:lnTo>
                  <a:pt x="66043" y="41478"/>
                </a:lnTo>
                <a:lnTo>
                  <a:pt x="59880" y="54153"/>
                </a:lnTo>
                <a:lnTo>
                  <a:pt x="50347" y="62577"/>
                </a:lnTo>
                <a:lnTo>
                  <a:pt x="38367" y="66450"/>
                </a:lnTo>
                <a:lnTo>
                  <a:pt x="22861" y="63981"/>
                </a:lnTo>
                <a:lnTo>
                  <a:pt x="10857" y="56931"/>
                </a:lnTo>
                <a:lnTo>
                  <a:pt x="3019" y="46346"/>
                </a:lnTo>
                <a:lnTo>
                  <a:pt x="12" y="33269"/>
                </a:lnTo>
                <a:lnTo>
                  <a:pt x="0" y="32331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802434" y="4188620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1"/>
                </a:moveTo>
                <a:lnTo>
                  <a:pt x="2922" y="18347"/>
                </a:lnTo>
                <a:lnTo>
                  <a:pt x="10878" y="7164"/>
                </a:lnTo>
                <a:lnTo>
                  <a:pt x="22646" y="0"/>
                </a:lnTo>
                <a:lnTo>
                  <a:pt x="40462" y="983"/>
                </a:lnTo>
                <a:lnTo>
                  <a:pt x="53932" y="6002"/>
                </a:lnTo>
                <a:lnTo>
                  <a:pt x="63069" y="14238"/>
                </a:lnTo>
                <a:lnTo>
                  <a:pt x="67891" y="24871"/>
                </a:lnTo>
                <a:lnTo>
                  <a:pt x="66013" y="41497"/>
                </a:lnTo>
                <a:lnTo>
                  <a:pt x="59841" y="54170"/>
                </a:lnTo>
                <a:lnTo>
                  <a:pt x="50302" y="62587"/>
                </a:lnTo>
                <a:lnTo>
                  <a:pt x="38322" y="66448"/>
                </a:lnTo>
                <a:lnTo>
                  <a:pt x="22820" y="63974"/>
                </a:lnTo>
                <a:lnTo>
                  <a:pt x="10826" y="56917"/>
                </a:lnTo>
                <a:lnTo>
                  <a:pt x="3002" y="46318"/>
                </a:lnTo>
                <a:lnTo>
                  <a:pt x="11" y="33223"/>
                </a:lnTo>
                <a:lnTo>
                  <a:pt x="0" y="32321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879720" y="4180028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9"/>
                </a:moveTo>
                <a:lnTo>
                  <a:pt x="2926" y="18356"/>
                </a:lnTo>
                <a:lnTo>
                  <a:pt x="10886" y="7169"/>
                </a:lnTo>
                <a:lnTo>
                  <a:pt x="22651" y="0"/>
                </a:lnTo>
                <a:lnTo>
                  <a:pt x="40473" y="980"/>
                </a:lnTo>
                <a:lnTo>
                  <a:pt x="53946" y="5996"/>
                </a:lnTo>
                <a:lnTo>
                  <a:pt x="63088" y="14228"/>
                </a:lnTo>
                <a:lnTo>
                  <a:pt x="67916" y="24855"/>
                </a:lnTo>
                <a:lnTo>
                  <a:pt x="66043" y="41479"/>
                </a:lnTo>
                <a:lnTo>
                  <a:pt x="59879" y="54153"/>
                </a:lnTo>
                <a:lnTo>
                  <a:pt x="50346" y="62576"/>
                </a:lnTo>
                <a:lnTo>
                  <a:pt x="38365" y="66449"/>
                </a:lnTo>
                <a:lnTo>
                  <a:pt x="22860" y="63979"/>
                </a:lnTo>
                <a:lnTo>
                  <a:pt x="10856" y="56930"/>
                </a:lnTo>
                <a:lnTo>
                  <a:pt x="3018" y="46344"/>
                </a:lnTo>
                <a:lnTo>
                  <a:pt x="12" y="33266"/>
                </a:lnTo>
                <a:lnTo>
                  <a:pt x="0" y="32329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957037" y="4016893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4"/>
                </a:moveTo>
                <a:lnTo>
                  <a:pt x="2924" y="18351"/>
                </a:lnTo>
                <a:lnTo>
                  <a:pt x="10881" y="7168"/>
                </a:lnTo>
                <a:lnTo>
                  <a:pt x="22648" y="0"/>
                </a:lnTo>
                <a:lnTo>
                  <a:pt x="40470" y="976"/>
                </a:lnTo>
                <a:lnTo>
                  <a:pt x="53943" y="5987"/>
                </a:lnTo>
                <a:lnTo>
                  <a:pt x="63086" y="14215"/>
                </a:lnTo>
                <a:lnTo>
                  <a:pt x="67915" y="24843"/>
                </a:lnTo>
                <a:lnTo>
                  <a:pt x="66042" y="41475"/>
                </a:lnTo>
                <a:lnTo>
                  <a:pt x="59876" y="54151"/>
                </a:lnTo>
                <a:lnTo>
                  <a:pt x="50344" y="62571"/>
                </a:lnTo>
                <a:lnTo>
                  <a:pt x="38371" y="66437"/>
                </a:lnTo>
                <a:lnTo>
                  <a:pt x="22861" y="63968"/>
                </a:lnTo>
                <a:lnTo>
                  <a:pt x="10855" y="56920"/>
                </a:lnTo>
                <a:lnTo>
                  <a:pt x="3017" y="46336"/>
                </a:lnTo>
                <a:lnTo>
                  <a:pt x="12" y="33257"/>
                </a:lnTo>
                <a:lnTo>
                  <a:pt x="0" y="32324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025786" y="3845152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2"/>
                </a:moveTo>
                <a:lnTo>
                  <a:pt x="2926" y="18357"/>
                </a:lnTo>
                <a:lnTo>
                  <a:pt x="10885" y="7170"/>
                </a:lnTo>
                <a:lnTo>
                  <a:pt x="22650" y="0"/>
                </a:lnTo>
                <a:lnTo>
                  <a:pt x="40461" y="981"/>
                </a:lnTo>
                <a:lnTo>
                  <a:pt x="53929" y="6001"/>
                </a:lnTo>
                <a:lnTo>
                  <a:pt x="63066" y="14238"/>
                </a:lnTo>
                <a:lnTo>
                  <a:pt x="67889" y="24873"/>
                </a:lnTo>
                <a:lnTo>
                  <a:pt x="66012" y="41497"/>
                </a:lnTo>
                <a:lnTo>
                  <a:pt x="59843" y="54170"/>
                </a:lnTo>
                <a:lnTo>
                  <a:pt x="50306" y="62591"/>
                </a:lnTo>
                <a:lnTo>
                  <a:pt x="38328" y="66455"/>
                </a:lnTo>
                <a:lnTo>
                  <a:pt x="22836" y="63980"/>
                </a:lnTo>
                <a:lnTo>
                  <a:pt x="10839" y="56922"/>
                </a:lnTo>
                <a:lnTo>
                  <a:pt x="3008" y="46325"/>
                </a:lnTo>
                <a:lnTo>
                  <a:pt x="11" y="33236"/>
                </a:lnTo>
                <a:lnTo>
                  <a:pt x="0" y="32332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103103" y="3853736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32"/>
                </a:moveTo>
                <a:lnTo>
                  <a:pt x="2926" y="18357"/>
                </a:lnTo>
                <a:lnTo>
                  <a:pt x="10885" y="7170"/>
                </a:lnTo>
                <a:lnTo>
                  <a:pt x="22650" y="0"/>
                </a:lnTo>
                <a:lnTo>
                  <a:pt x="40461" y="981"/>
                </a:lnTo>
                <a:lnTo>
                  <a:pt x="53929" y="6001"/>
                </a:lnTo>
                <a:lnTo>
                  <a:pt x="63066" y="14238"/>
                </a:lnTo>
                <a:lnTo>
                  <a:pt x="67889" y="24873"/>
                </a:lnTo>
                <a:lnTo>
                  <a:pt x="66012" y="41502"/>
                </a:lnTo>
                <a:lnTo>
                  <a:pt x="59843" y="54175"/>
                </a:lnTo>
                <a:lnTo>
                  <a:pt x="50306" y="62593"/>
                </a:lnTo>
                <a:lnTo>
                  <a:pt x="38328" y="66455"/>
                </a:lnTo>
                <a:lnTo>
                  <a:pt x="22836" y="63982"/>
                </a:lnTo>
                <a:lnTo>
                  <a:pt x="10839" y="56926"/>
                </a:lnTo>
                <a:lnTo>
                  <a:pt x="3008" y="46330"/>
                </a:lnTo>
                <a:lnTo>
                  <a:pt x="11" y="33236"/>
                </a:lnTo>
                <a:lnTo>
                  <a:pt x="0" y="32332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180420" y="3699177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49"/>
                </a:moveTo>
                <a:lnTo>
                  <a:pt x="2924" y="18362"/>
                </a:lnTo>
                <a:lnTo>
                  <a:pt x="10879" y="7171"/>
                </a:lnTo>
                <a:lnTo>
                  <a:pt x="22637" y="0"/>
                </a:lnTo>
                <a:lnTo>
                  <a:pt x="40449" y="977"/>
                </a:lnTo>
                <a:lnTo>
                  <a:pt x="53917" y="5991"/>
                </a:lnTo>
                <a:lnTo>
                  <a:pt x="63057" y="14224"/>
                </a:lnTo>
                <a:lnTo>
                  <a:pt x="67884" y="24860"/>
                </a:lnTo>
                <a:lnTo>
                  <a:pt x="66012" y="41483"/>
                </a:lnTo>
                <a:lnTo>
                  <a:pt x="59848" y="54161"/>
                </a:lnTo>
                <a:lnTo>
                  <a:pt x="50318" y="62590"/>
                </a:lnTo>
                <a:lnTo>
                  <a:pt x="38348" y="66464"/>
                </a:lnTo>
                <a:lnTo>
                  <a:pt x="22848" y="63989"/>
                </a:lnTo>
                <a:lnTo>
                  <a:pt x="10847" y="56930"/>
                </a:lnTo>
                <a:lnTo>
                  <a:pt x="3012" y="46339"/>
                </a:lnTo>
                <a:lnTo>
                  <a:pt x="11" y="33266"/>
                </a:lnTo>
                <a:lnTo>
                  <a:pt x="0" y="32349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249139" y="3767886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8"/>
                </a:lnTo>
                <a:lnTo>
                  <a:pt x="59838" y="54167"/>
                </a:lnTo>
                <a:lnTo>
                  <a:pt x="50295" y="62581"/>
                </a:lnTo>
                <a:lnTo>
                  <a:pt x="38311" y="66439"/>
                </a:lnTo>
                <a:lnTo>
                  <a:pt x="22822" y="63963"/>
                </a:lnTo>
                <a:lnTo>
                  <a:pt x="10828" y="56902"/>
                </a:lnTo>
                <a:lnTo>
                  <a:pt x="3000" y="46301"/>
                </a:lnTo>
                <a:lnTo>
                  <a:pt x="10" y="33205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326455" y="3724950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403772" y="3578977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05"/>
                </a:moveTo>
                <a:lnTo>
                  <a:pt x="2929" y="18330"/>
                </a:lnTo>
                <a:lnTo>
                  <a:pt x="10897" y="7153"/>
                </a:lnTo>
                <a:lnTo>
                  <a:pt x="22673" y="0"/>
                </a:lnTo>
                <a:lnTo>
                  <a:pt x="40486" y="986"/>
                </a:lnTo>
                <a:lnTo>
                  <a:pt x="53952" y="6007"/>
                </a:lnTo>
                <a:lnTo>
                  <a:pt x="63085" y="14247"/>
                </a:lnTo>
                <a:lnTo>
                  <a:pt x="67898" y="24888"/>
                </a:lnTo>
                <a:lnTo>
                  <a:pt x="66015" y="41511"/>
                </a:lnTo>
                <a:lnTo>
                  <a:pt x="59838" y="54182"/>
                </a:lnTo>
                <a:lnTo>
                  <a:pt x="50294" y="62597"/>
                </a:lnTo>
                <a:lnTo>
                  <a:pt x="38309" y="66455"/>
                </a:lnTo>
                <a:lnTo>
                  <a:pt x="22828" y="63980"/>
                </a:lnTo>
                <a:lnTo>
                  <a:pt x="10837" y="56921"/>
                </a:lnTo>
                <a:lnTo>
                  <a:pt x="3008" y="46318"/>
                </a:lnTo>
                <a:lnTo>
                  <a:pt x="11" y="33212"/>
                </a:lnTo>
                <a:lnTo>
                  <a:pt x="0" y="32305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481088" y="3664828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4" y="41509"/>
                </a:lnTo>
                <a:lnTo>
                  <a:pt x="59846" y="54186"/>
                </a:lnTo>
                <a:lnTo>
                  <a:pt x="50312" y="62607"/>
                </a:lnTo>
                <a:lnTo>
                  <a:pt x="38337" y="66472"/>
                </a:lnTo>
                <a:lnTo>
                  <a:pt x="22846" y="64001"/>
                </a:lnTo>
                <a:lnTo>
                  <a:pt x="10850" y="56949"/>
                </a:lnTo>
                <a:lnTo>
                  <a:pt x="3015" y="46354"/>
                </a:lnTo>
                <a:lnTo>
                  <a:pt x="12" y="33257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549807" y="3647672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627124" y="3527438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46"/>
                </a:moveTo>
                <a:lnTo>
                  <a:pt x="2924" y="18372"/>
                </a:lnTo>
                <a:lnTo>
                  <a:pt x="10879" y="7178"/>
                </a:lnTo>
                <a:lnTo>
                  <a:pt x="22637" y="0"/>
                </a:lnTo>
                <a:lnTo>
                  <a:pt x="40448" y="979"/>
                </a:lnTo>
                <a:lnTo>
                  <a:pt x="53916" y="5997"/>
                </a:lnTo>
                <a:lnTo>
                  <a:pt x="63056" y="14233"/>
                </a:lnTo>
                <a:lnTo>
                  <a:pt x="67884" y="24865"/>
                </a:lnTo>
                <a:lnTo>
                  <a:pt x="66011" y="41497"/>
                </a:lnTo>
                <a:lnTo>
                  <a:pt x="59846" y="54174"/>
                </a:lnTo>
                <a:lnTo>
                  <a:pt x="50315" y="62595"/>
                </a:lnTo>
                <a:lnTo>
                  <a:pt x="38343" y="66461"/>
                </a:lnTo>
                <a:lnTo>
                  <a:pt x="22844" y="63990"/>
                </a:lnTo>
                <a:lnTo>
                  <a:pt x="10844" y="56937"/>
                </a:lnTo>
                <a:lnTo>
                  <a:pt x="3010" y="46345"/>
                </a:lnTo>
                <a:lnTo>
                  <a:pt x="11" y="33259"/>
                </a:lnTo>
                <a:lnTo>
                  <a:pt x="0" y="3234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704441" y="3570380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40"/>
                </a:moveTo>
                <a:lnTo>
                  <a:pt x="2922" y="18371"/>
                </a:lnTo>
                <a:lnTo>
                  <a:pt x="10874" y="7180"/>
                </a:lnTo>
                <a:lnTo>
                  <a:pt x="22634" y="0"/>
                </a:lnTo>
                <a:lnTo>
                  <a:pt x="40455" y="974"/>
                </a:lnTo>
                <a:lnTo>
                  <a:pt x="53929" y="5985"/>
                </a:lnTo>
                <a:lnTo>
                  <a:pt x="63074" y="14212"/>
                </a:lnTo>
                <a:lnTo>
                  <a:pt x="67909" y="24835"/>
                </a:lnTo>
                <a:lnTo>
                  <a:pt x="66041" y="41474"/>
                </a:lnTo>
                <a:lnTo>
                  <a:pt x="59882" y="54155"/>
                </a:lnTo>
                <a:lnTo>
                  <a:pt x="50358" y="62580"/>
                </a:lnTo>
                <a:lnTo>
                  <a:pt x="38393" y="66453"/>
                </a:lnTo>
                <a:lnTo>
                  <a:pt x="22877" y="63987"/>
                </a:lnTo>
                <a:lnTo>
                  <a:pt x="10866" y="56944"/>
                </a:lnTo>
                <a:lnTo>
                  <a:pt x="3024" y="46366"/>
                </a:lnTo>
                <a:lnTo>
                  <a:pt x="12" y="33295"/>
                </a:lnTo>
                <a:lnTo>
                  <a:pt x="0" y="32340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773190" y="3613306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49"/>
                </a:moveTo>
                <a:lnTo>
                  <a:pt x="2924" y="18362"/>
                </a:lnTo>
                <a:lnTo>
                  <a:pt x="10879" y="7171"/>
                </a:lnTo>
                <a:lnTo>
                  <a:pt x="22637" y="0"/>
                </a:lnTo>
                <a:lnTo>
                  <a:pt x="40449" y="977"/>
                </a:lnTo>
                <a:lnTo>
                  <a:pt x="53917" y="5991"/>
                </a:lnTo>
                <a:lnTo>
                  <a:pt x="63057" y="14224"/>
                </a:lnTo>
                <a:lnTo>
                  <a:pt x="67884" y="24860"/>
                </a:lnTo>
                <a:lnTo>
                  <a:pt x="66012" y="41496"/>
                </a:lnTo>
                <a:lnTo>
                  <a:pt x="59848" y="54174"/>
                </a:lnTo>
                <a:lnTo>
                  <a:pt x="50318" y="62596"/>
                </a:lnTo>
                <a:lnTo>
                  <a:pt x="38348" y="66464"/>
                </a:lnTo>
                <a:lnTo>
                  <a:pt x="22848" y="63994"/>
                </a:lnTo>
                <a:lnTo>
                  <a:pt x="10847" y="56942"/>
                </a:lnTo>
                <a:lnTo>
                  <a:pt x="3012" y="46351"/>
                </a:lnTo>
                <a:lnTo>
                  <a:pt x="11" y="33267"/>
                </a:lnTo>
                <a:lnTo>
                  <a:pt x="0" y="32349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850507" y="3510272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2" y="18351"/>
                </a:lnTo>
                <a:lnTo>
                  <a:pt x="10876" y="7166"/>
                </a:lnTo>
                <a:lnTo>
                  <a:pt x="22643" y="0"/>
                </a:lnTo>
                <a:lnTo>
                  <a:pt x="40459" y="982"/>
                </a:lnTo>
                <a:lnTo>
                  <a:pt x="53928" y="6000"/>
                </a:lnTo>
                <a:lnTo>
                  <a:pt x="63067" y="14235"/>
                </a:lnTo>
                <a:lnTo>
                  <a:pt x="67889" y="24869"/>
                </a:lnTo>
                <a:lnTo>
                  <a:pt x="66012" y="41494"/>
                </a:lnTo>
                <a:lnTo>
                  <a:pt x="59841" y="54166"/>
                </a:lnTo>
                <a:lnTo>
                  <a:pt x="50302" y="62583"/>
                </a:lnTo>
                <a:lnTo>
                  <a:pt x="38321" y="66443"/>
                </a:lnTo>
                <a:lnTo>
                  <a:pt x="22818" y="63969"/>
                </a:lnTo>
                <a:lnTo>
                  <a:pt x="10823" y="56911"/>
                </a:lnTo>
                <a:lnTo>
                  <a:pt x="3000" y="46313"/>
                </a:lnTo>
                <a:lnTo>
                  <a:pt x="11" y="33220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927793" y="3604736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77" y="981"/>
                </a:lnTo>
                <a:lnTo>
                  <a:pt x="53950" y="5997"/>
                </a:lnTo>
                <a:lnTo>
                  <a:pt x="63091" y="14228"/>
                </a:lnTo>
                <a:lnTo>
                  <a:pt x="67917" y="24857"/>
                </a:lnTo>
                <a:lnTo>
                  <a:pt x="66043" y="41481"/>
                </a:lnTo>
                <a:lnTo>
                  <a:pt x="59877" y="54152"/>
                </a:lnTo>
                <a:lnTo>
                  <a:pt x="50340" y="62572"/>
                </a:lnTo>
                <a:lnTo>
                  <a:pt x="38356" y="66440"/>
                </a:lnTo>
                <a:lnTo>
                  <a:pt x="22853" y="63970"/>
                </a:lnTo>
                <a:lnTo>
                  <a:pt x="10850" y="56920"/>
                </a:lnTo>
                <a:lnTo>
                  <a:pt x="3014" y="46332"/>
                </a:lnTo>
                <a:lnTo>
                  <a:pt x="11" y="33250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996542" y="3493109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02"/>
                </a:moveTo>
                <a:lnTo>
                  <a:pt x="2929" y="18339"/>
                </a:lnTo>
                <a:lnTo>
                  <a:pt x="10897" y="7161"/>
                </a:lnTo>
                <a:lnTo>
                  <a:pt x="22673" y="0"/>
                </a:lnTo>
                <a:lnTo>
                  <a:pt x="40485" y="987"/>
                </a:lnTo>
                <a:lnTo>
                  <a:pt x="53951" y="6014"/>
                </a:lnTo>
                <a:lnTo>
                  <a:pt x="63084" y="14256"/>
                </a:lnTo>
                <a:lnTo>
                  <a:pt x="67898" y="24892"/>
                </a:lnTo>
                <a:lnTo>
                  <a:pt x="66014" y="41513"/>
                </a:lnTo>
                <a:lnTo>
                  <a:pt x="59837" y="54182"/>
                </a:lnTo>
                <a:lnTo>
                  <a:pt x="50291" y="62596"/>
                </a:lnTo>
                <a:lnTo>
                  <a:pt x="38304" y="66452"/>
                </a:lnTo>
                <a:lnTo>
                  <a:pt x="22825" y="63977"/>
                </a:lnTo>
                <a:lnTo>
                  <a:pt x="10835" y="56916"/>
                </a:lnTo>
                <a:lnTo>
                  <a:pt x="3006" y="46311"/>
                </a:lnTo>
                <a:lnTo>
                  <a:pt x="11" y="33204"/>
                </a:lnTo>
                <a:lnTo>
                  <a:pt x="0" y="32302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073859" y="3587550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151175" y="3510272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219894" y="3561801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297211" y="3475929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374528" y="3458743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512"/>
                </a:lnTo>
                <a:lnTo>
                  <a:pt x="59839" y="54181"/>
                </a:lnTo>
                <a:lnTo>
                  <a:pt x="50298" y="62591"/>
                </a:lnTo>
                <a:lnTo>
                  <a:pt x="38315" y="66444"/>
                </a:lnTo>
                <a:lnTo>
                  <a:pt x="22826" y="63973"/>
                </a:lnTo>
                <a:lnTo>
                  <a:pt x="10832" y="56920"/>
                </a:lnTo>
                <a:lnTo>
                  <a:pt x="3003" y="46322"/>
                </a:lnTo>
                <a:lnTo>
                  <a:pt x="11" y="33215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443247" y="3510272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77" y="981"/>
                </a:lnTo>
                <a:lnTo>
                  <a:pt x="53950" y="5997"/>
                </a:lnTo>
                <a:lnTo>
                  <a:pt x="63091" y="14228"/>
                </a:lnTo>
                <a:lnTo>
                  <a:pt x="67917" y="24857"/>
                </a:lnTo>
                <a:lnTo>
                  <a:pt x="66043" y="41481"/>
                </a:lnTo>
                <a:lnTo>
                  <a:pt x="59877" y="54152"/>
                </a:lnTo>
                <a:lnTo>
                  <a:pt x="50340" y="62572"/>
                </a:lnTo>
                <a:lnTo>
                  <a:pt x="38356" y="66440"/>
                </a:lnTo>
                <a:lnTo>
                  <a:pt x="22853" y="63970"/>
                </a:lnTo>
                <a:lnTo>
                  <a:pt x="10850" y="56920"/>
                </a:lnTo>
                <a:lnTo>
                  <a:pt x="3014" y="46332"/>
                </a:lnTo>
                <a:lnTo>
                  <a:pt x="11" y="33250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520564" y="3493089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2"/>
                </a:moveTo>
                <a:lnTo>
                  <a:pt x="2926" y="18360"/>
                </a:lnTo>
                <a:lnTo>
                  <a:pt x="10888" y="7173"/>
                </a:lnTo>
                <a:lnTo>
                  <a:pt x="22655" y="0"/>
                </a:lnTo>
                <a:lnTo>
                  <a:pt x="40467" y="984"/>
                </a:lnTo>
                <a:lnTo>
                  <a:pt x="53933" y="6009"/>
                </a:lnTo>
                <a:lnTo>
                  <a:pt x="63070" y="14249"/>
                </a:lnTo>
                <a:lnTo>
                  <a:pt x="67891" y="24880"/>
                </a:lnTo>
                <a:lnTo>
                  <a:pt x="66013" y="41511"/>
                </a:lnTo>
                <a:lnTo>
                  <a:pt x="59844" y="54186"/>
                </a:lnTo>
                <a:lnTo>
                  <a:pt x="50308" y="62606"/>
                </a:lnTo>
                <a:lnTo>
                  <a:pt x="38332" y="66469"/>
                </a:lnTo>
                <a:lnTo>
                  <a:pt x="22843" y="63998"/>
                </a:lnTo>
                <a:lnTo>
                  <a:pt x="10847" y="56944"/>
                </a:lnTo>
                <a:lnTo>
                  <a:pt x="3014" y="46348"/>
                </a:lnTo>
                <a:lnTo>
                  <a:pt x="12" y="33249"/>
                </a:lnTo>
                <a:lnTo>
                  <a:pt x="0" y="32322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597880" y="3432994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666600" y="3561801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77" y="981"/>
                </a:lnTo>
                <a:lnTo>
                  <a:pt x="53950" y="5997"/>
                </a:lnTo>
                <a:lnTo>
                  <a:pt x="63091" y="14228"/>
                </a:lnTo>
                <a:lnTo>
                  <a:pt x="67917" y="24857"/>
                </a:lnTo>
                <a:lnTo>
                  <a:pt x="66043" y="41481"/>
                </a:lnTo>
                <a:lnTo>
                  <a:pt x="59877" y="54152"/>
                </a:lnTo>
                <a:lnTo>
                  <a:pt x="50340" y="62572"/>
                </a:lnTo>
                <a:lnTo>
                  <a:pt x="38356" y="66440"/>
                </a:lnTo>
                <a:lnTo>
                  <a:pt x="22853" y="63970"/>
                </a:lnTo>
                <a:lnTo>
                  <a:pt x="10850" y="56920"/>
                </a:lnTo>
                <a:lnTo>
                  <a:pt x="3014" y="46332"/>
                </a:lnTo>
                <a:lnTo>
                  <a:pt x="11" y="33250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743916" y="3501685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19"/>
                </a:moveTo>
                <a:lnTo>
                  <a:pt x="2929" y="18350"/>
                </a:lnTo>
                <a:lnTo>
                  <a:pt x="10895" y="7168"/>
                </a:lnTo>
                <a:lnTo>
                  <a:pt x="22664" y="0"/>
                </a:lnTo>
                <a:lnTo>
                  <a:pt x="40482" y="978"/>
                </a:lnTo>
                <a:lnTo>
                  <a:pt x="53953" y="5992"/>
                </a:lnTo>
                <a:lnTo>
                  <a:pt x="63093" y="14224"/>
                </a:lnTo>
                <a:lnTo>
                  <a:pt x="67918" y="24854"/>
                </a:lnTo>
                <a:lnTo>
                  <a:pt x="66042" y="41494"/>
                </a:lnTo>
                <a:lnTo>
                  <a:pt x="59873" y="54167"/>
                </a:lnTo>
                <a:lnTo>
                  <a:pt x="50337" y="62579"/>
                </a:lnTo>
                <a:lnTo>
                  <a:pt x="38360" y="66437"/>
                </a:lnTo>
                <a:lnTo>
                  <a:pt x="22867" y="63969"/>
                </a:lnTo>
                <a:lnTo>
                  <a:pt x="10862" y="56925"/>
                </a:lnTo>
                <a:lnTo>
                  <a:pt x="3019" y="46339"/>
                </a:lnTo>
                <a:lnTo>
                  <a:pt x="12" y="33246"/>
                </a:lnTo>
                <a:lnTo>
                  <a:pt x="0" y="32319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821263" y="3493086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4" y="41497"/>
                </a:lnTo>
                <a:lnTo>
                  <a:pt x="59846" y="54174"/>
                </a:lnTo>
                <a:lnTo>
                  <a:pt x="50312" y="62601"/>
                </a:lnTo>
                <a:lnTo>
                  <a:pt x="38337" y="66472"/>
                </a:lnTo>
                <a:lnTo>
                  <a:pt x="22846" y="63997"/>
                </a:lnTo>
                <a:lnTo>
                  <a:pt x="10850" y="56938"/>
                </a:lnTo>
                <a:lnTo>
                  <a:pt x="3016" y="46341"/>
                </a:lnTo>
                <a:lnTo>
                  <a:pt x="12" y="33256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889982" y="3458743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512"/>
                </a:lnTo>
                <a:lnTo>
                  <a:pt x="59839" y="54181"/>
                </a:lnTo>
                <a:lnTo>
                  <a:pt x="50298" y="62591"/>
                </a:lnTo>
                <a:lnTo>
                  <a:pt x="38315" y="66444"/>
                </a:lnTo>
                <a:lnTo>
                  <a:pt x="22826" y="63973"/>
                </a:lnTo>
                <a:lnTo>
                  <a:pt x="10832" y="56920"/>
                </a:lnTo>
                <a:lnTo>
                  <a:pt x="3003" y="46322"/>
                </a:lnTo>
                <a:lnTo>
                  <a:pt x="11" y="33215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967298" y="3501678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512"/>
                </a:lnTo>
                <a:lnTo>
                  <a:pt x="59839" y="54181"/>
                </a:lnTo>
                <a:lnTo>
                  <a:pt x="50298" y="62591"/>
                </a:lnTo>
                <a:lnTo>
                  <a:pt x="38315" y="66444"/>
                </a:lnTo>
                <a:lnTo>
                  <a:pt x="22826" y="63973"/>
                </a:lnTo>
                <a:lnTo>
                  <a:pt x="10832" y="56920"/>
                </a:lnTo>
                <a:lnTo>
                  <a:pt x="3003" y="46322"/>
                </a:lnTo>
                <a:lnTo>
                  <a:pt x="11" y="33215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044615" y="3424401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8113335" y="3553207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8190651" y="3493086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67968" y="3518865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345285" y="3536021"/>
            <a:ext cx="67945" cy="66675"/>
          </a:xfrm>
          <a:custGeom>
            <a:avLst/>
            <a:gdLst/>
            <a:ahLst/>
            <a:cxnLst/>
            <a:rect l="l" t="t" r="r" b="b"/>
            <a:pathLst>
              <a:path w="67945" h="66675">
                <a:moveTo>
                  <a:pt x="0" y="32326"/>
                </a:moveTo>
                <a:lnTo>
                  <a:pt x="2926" y="18351"/>
                </a:lnTo>
                <a:lnTo>
                  <a:pt x="10888" y="7166"/>
                </a:lnTo>
                <a:lnTo>
                  <a:pt x="22655" y="0"/>
                </a:lnTo>
                <a:lnTo>
                  <a:pt x="40467" y="982"/>
                </a:lnTo>
                <a:lnTo>
                  <a:pt x="53934" y="6002"/>
                </a:lnTo>
                <a:lnTo>
                  <a:pt x="63070" y="14240"/>
                </a:lnTo>
                <a:lnTo>
                  <a:pt x="67891" y="24876"/>
                </a:lnTo>
                <a:lnTo>
                  <a:pt x="66012" y="41499"/>
                </a:lnTo>
                <a:lnTo>
                  <a:pt x="59839" y="54169"/>
                </a:lnTo>
                <a:lnTo>
                  <a:pt x="50298" y="62585"/>
                </a:lnTo>
                <a:lnTo>
                  <a:pt x="38315" y="66444"/>
                </a:lnTo>
                <a:lnTo>
                  <a:pt x="22826" y="63969"/>
                </a:lnTo>
                <a:lnTo>
                  <a:pt x="10832" y="56909"/>
                </a:lnTo>
                <a:lnTo>
                  <a:pt x="3003" y="46309"/>
                </a:lnTo>
                <a:lnTo>
                  <a:pt x="11" y="33214"/>
                </a:lnTo>
                <a:lnTo>
                  <a:pt x="0" y="32326"/>
                </a:lnTo>
                <a:close/>
              </a:path>
            </a:pathLst>
          </a:custGeom>
          <a:ln w="42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719971" y="3551191"/>
            <a:ext cx="3668395" cy="2439035"/>
          </a:xfrm>
          <a:custGeom>
            <a:avLst/>
            <a:gdLst/>
            <a:ahLst/>
            <a:cxnLst/>
            <a:rect l="l" t="t" r="r" b="b"/>
            <a:pathLst>
              <a:path w="3668395" h="2439035">
                <a:moveTo>
                  <a:pt x="0" y="2438581"/>
                </a:moveTo>
                <a:lnTo>
                  <a:pt x="0" y="2438581"/>
                </a:lnTo>
                <a:lnTo>
                  <a:pt x="747404" y="2438581"/>
                </a:lnTo>
                <a:lnTo>
                  <a:pt x="824720" y="1914812"/>
                </a:lnTo>
                <a:lnTo>
                  <a:pt x="893439" y="1502653"/>
                </a:lnTo>
                <a:lnTo>
                  <a:pt x="970786" y="1184948"/>
                </a:lnTo>
                <a:lnTo>
                  <a:pt x="1048103" y="927355"/>
                </a:lnTo>
                <a:lnTo>
                  <a:pt x="1116822" y="729866"/>
                </a:lnTo>
                <a:lnTo>
                  <a:pt x="1194139" y="575310"/>
                </a:lnTo>
                <a:lnTo>
                  <a:pt x="1271455" y="455093"/>
                </a:lnTo>
                <a:lnTo>
                  <a:pt x="1340174" y="352057"/>
                </a:lnTo>
                <a:lnTo>
                  <a:pt x="1417491" y="283369"/>
                </a:lnTo>
                <a:lnTo>
                  <a:pt x="1494808" y="223241"/>
                </a:lnTo>
                <a:lnTo>
                  <a:pt x="1563527" y="171742"/>
                </a:lnTo>
                <a:lnTo>
                  <a:pt x="1640843" y="137400"/>
                </a:lnTo>
                <a:lnTo>
                  <a:pt x="1718190" y="111620"/>
                </a:lnTo>
                <a:lnTo>
                  <a:pt x="1795507" y="85871"/>
                </a:lnTo>
                <a:lnTo>
                  <a:pt x="1864226" y="68684"/>
                </a:lnTo>
                <a:lnTo>
                  <a:pt x="1941543" y="51528"/>
                </a:lnTo>
                <a:lnTo>
                  <a:pt x="2018859" y="42935"/>
                </a:lnTo>
                <a:lnTo>
                  <a:pt x="2087578" y="34372"/>
                </a:lnTo>
                <a:lnTo>
                  <a:pt x="2164895" y="25779"/>
                </a:lnTo>
                <a:lnTo>
                  <a:pt x="2242212" y="25779"/>
                </a:lnTo>
                <a:lnTo>
                  <a:pt x="2310931" y="17186"/>
                </a:lnTo>
                <a:lnTo>
                  <a:pt x="2388247" y="17186"/>
                </a:lnTo>
                <a:lnTo>
                  <a:pt x="2465564" y="8593"/>
                </a:lnTo>
                <a:lnTo>
                  <a:pt x="2534313" y="8593"/>
                </a:lnTo>
                <a:lnTo>
                  <a:pt x="2912299" y="8593"/>
                </a:lnTo>
                <a:lnTo>
                  <a:pt x="2981018" y="0"/>
                </a:lnTo>
                <a:lnTo>
                  <a:pt x="3659703" y="0"/>
                </a:lnTo>
                <a:lnTo>
                  <a:pt x="3668276" y="0"/>
                </a:lnTo>
              </a:path>
            </a:pathLst>
          </a:custGeom>
          <a:ln w="4293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791080" y="2282555"/>
            <a:ext cx="1473200" cy="1096010"/>
          </a:xfrm>
          <a:custGeom>
            <a:avLst/>
            <a:gdLst/>
            <a:ahLst/>
            <a:cxnLst/>
            <a:rect l="l" t="t" r="r" b="b"/>
            <a:pathLst>
              <a:path w="1473200" h="1096010">
                <a:moveTo>
                  <a:pt x="1290325" y="0"/>
                </a:moveTo>
                <a:lnTo>
                  <a:pt x="182630" y="0"/>
                </a:lnTo>
                <a:lnTo>
                  <a:pt x="167650" y="605"/>
                </a:lnTo>
                <a:lnTo>
                  <a:pt x="124902" y="9311"/>
                </a:lnTo>
                <a:lnTo>
                  <a:pt x="86425" y="27365"/>
                </a:lnTo>
                <a:lnTo>
                  <a:pt x="53488" y="53496"/>
                </a:lnTo>
                <a:lnTo>
                  <a:pt x="27360" y="86435"/>
                </a:lnTo>
                <a:lnTo>
                  <a:pt x="9309" y="124912"/>
                </a:lnTo>
                <a:lnTo>
                  <a:pt x="605" y="167658"/>
                </a:lnTo>
                <a:lnTo>
                  <a:pt x="0" y="182636"/>
                </a:lnTo>
                <a:lnTo>
                  <a:pt x="0" y="913150"/>
                </a:lnTo>
                <a:lnTo>
                  <a:pt x="5307" y="957035"/>
                </a:lnTo>
                <a:lnTo>
                  <a:pt x="20383" y="997071"/>
                </a:lnTo>
                <a:lnTo>
                  <a:pt x="43960" y="1031991"/>
                </a:lnTo>
                <a:lnTo>
                  <a:pt x="74768" y="1060525"/>
                </a:lnTo>
                <a:lnTo>
                  <a:pt x="111539" y="1081407"/>
                </a:lnTo>
                <a:lnTo>
                  <a:pt x="153004" y="1093366"/>
                </a:lnTo>
                <a:lnTo>
                  <a:pt x="182630" y="1095755"/>
                </a:lnTo>
                <a:lnTo>
                  <a:pt x="1290325" y="1095755"/>
                </a:lnTo>
                <a:lnTo>
                  <a:pt x="1334211" y="1090449"/>
                </a:lnTo>
                <a:lnTo>
                  <a:pt x="1374252" y="1075375"/>
                </a:lnTo>
                <a:lnTo>
                  <a:pt x="1409179" y="1051802"/>
                </a:lnTo>
                <a:lnTo>
                  <a:pt x="1437720" y="1020998"/>
                </a:lnTo>
                <a:lnTo>
                  <a:pt x="1458607" y="984232"/>
                </a:lnTo>
                <a:lnTo>
                  <a:pt x="1470570" y="942771"/>
                </a:lnTo>
                <a:lnTo>
                  <a:pt x="1472961" y="913150"/>
                </a:lnTo>
                <a:lnTo>
                  <a:pt x="1472961" y="182636"/>
                </a:lnTo>
                <a:lnTo>
                  <a:pt x="1467652" y="138749"/>
                </a:lnTo>
                <a:lnTo>
                  <a:pt x="1452574" y="98708"/>
                </a:lnTo>
                <a:lnTo>
                  <a:pt x="1428994" y="63782"/>
                </a:lnTo>
                <a:lnTo>
                  <a:pt x="1398183" y="35240"/>
                </a:lnTo>
                <a:lnTo>
                  <a:pt x="1361411" y="14353"/>
                </a:lnTo>
                <a:lnTo>
                  <a:pt x="1319947" y="2390"/>
                </a:lnTo>
                <a:lnTo>
                  <a:pt x="12903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791080" y="2282555"/>
            <a:ext cx="1473200" cy="1096010"/>
          </a:xfrm>
          <a:custGeom>
            <a:avLst/>
            <a:gdLst/>
            <a:ahLst/>
            <a:cxnLst/>
            <a:rect l="l" t="t" r="r" b="b"/>
            <a:pathLst>
              <a:path w="1473200" h="1096010">
                <a:moveTo>
                  <a:pt x="0" y="182636"/>
                </a:moveTo>
                <a:lnTo>
                  <a:pt x="5307" y="138749"/>
                </a:lnTo>
                <a:lnTo>
                  <a:pt x="20383" y="98708"/>
                </a:lnTo>
                <a:lnTo>
                  <a:pt x="43960" y="63782"/>
                </a:lnTo>
                <a:lnTo>
                  <a:pt x="74768" y="35240"/>
                </a:lnTo>
                <a:lnTo>
                  <a:pt x="111539" y="14353"/>
                </a:lnTo>
                <a:lnTo>
                  <a:pt x="153004" y="2390"/>
                </a:lnTo>
                <a:lnTo>
                  <a:pt x="182630" y="0"/>
                </a:lnTo>
                <a:lnTo>
                  <a:pt x="1290325" y="0"/>
                </a:lnTo>
                <a:lnTo>
                  <a:pt x="1334211" y="5308"/>
                </a:lnTo>
                <a:lnTo>
                  <a:pt x="1374252" y="20387"/>
                </a:lnTo>
                <a:lnTo>
                  <a:pt x="1409179" y="43966"/>
                </a:lnTo>
                <a:lnTo>
                  <a:pt x="1437720" y="74777"/>
                </a:lnTo>
                <a:lnTo>
                  <a:pt x="1458607" y="111549"/>
                </a:lnTo>
                <a:lnTo>
                  <a:pt x="1470570" y="153013"/>
                </a:lnTo>
                <a:lnTo>
                  <a:pt x="1472961" y="182636"/>
                </a:lnTo>
                <a:lnTo>
                  <a:pt x="1472961" y="913150"/>
                </a:lnTo>
                <a:lnTo>
                  <a:pt x="1467652" y="957035"/>
                </a:lnTo>
                <a:lnTo>
                  <a:pt x="1452574" y="997071"/>
                </a:lnTo>
                <a:lnTo>
                  <a:pt x="1428994" y="1031991"/>
                </a:lnTo>
                <a:lnTo>
                  <a:pt x="1398183" y="1060525"/>
                </a:lnTo>
                <a:lnTo>
                  <a:pt x="1361411" y="1081407"/>
                </a:lnTo>
                <a:lnTo>
                  <a:pt x="1319947" y="1093366"/>
                </a:lnTo>
                <a:lnTo>
                  <a:pt x="1290325" y="1095755"/>
                </a:lnTo>
                <a:lnTo>
                  <a:pt x="182630" y="1095755"/>
                </a:lnTo>
                <a:lnTo>
                  <a:pt x="138739" y="1090449"/>
                </a:lnTo>
                <a:lnTo>
                  <a:pt x="98698" y="1075375"/>
                </a:lnTo>
                <a:lnTo>
                  <a:pt x="63773" y="1051802"/>
                </a:lnTo>
                <a:lnTo>
                  <a:pt x="35235" y="1020998"/>
                </a:lnTo>
                <a:lnTo>
                  <a:pt x="14351" y="984232"/>
                </a:lnTo>
                <a:lnTo>
                  <a:pt x="2390" y="942771"/>
                </a:lnTo>
                <a:lnTo>
                  <a:pt x="0" y="913150"/>
                </a:lnTo>
                <a:lnTo>
                  <a:pt x="0" y="182636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122932" y="2815610"/>
            <a:ext cx="812165" cy="0"/>
          </a:xfrm>
          <a:custGeom>
            <a:avLst/>
            <a:gdLst/>
            <a:ahLst/>
            <a:cxnLst/>
            <a:rect l="l" t="t" r="r" b="b"/>
            <a:pathLst>
              <a:path w="812164">
                <a:moveTo>
                  <a:pt x="0" y="0"/>
                </a:moveTo>
                <a:lnTo>
                  <a:pt x="811671" y="0"/>
                </a:lnTo>
              </a:path>
            </a:pathLst>
          </a:custGeom>
          <a:ln w="10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2563433" y="2436823"/>
            <a:ext cx="212090" cy="218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70" dirty="0">
                <a:latin typeface="Symbol"/>
                <a:cs typeface="Symbol"/>
              </a:rPr>
              <a:t></a:t>
            </a:r>
            <a:r>
              <a:rPr sz="1500" spc="-5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271265" y="2502250"/>
            <a:ext cx="301625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-295" dirty="0">
                <a:latin typeface="Times New Roman"/>
                <a:cs typeface="Times New Roman"/>
              </a:rPr>
              <a:t>b</a:t>
            </a:r>
            <a:r>
              <a:rPr sz="2250" baseline="-18518" dirty="0">
                <a:latin typeface="Times New Roman"/>
                <a:cs typeface="Times New Roman"/>
              </a:rPr>
              <a:t>1</a:t>
            </a:r>
            <a:r>
              <a:rPr sz="1950" i="1" spc="-35" dirty="0">
                <a:latin typeface="Times New Roman"/>
                <a:cs typeface="Times New Roman"/>
              </a:rPr>
              <a:t>z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2715714" y="2823777"/>
            <a:ext cx="212090" cy="21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70" dirty="0">
                <a:latin typeface="Symbol"/>
                <a:cs typeface="Symbol"/>
              </a:rPr>
              <a:t></a:t>
            </a:r>
            <a:r>
              <a:rPr sz="1500" spc="-5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100327" y="2885049"/>
            <a:ext cx="624840" cy="335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00" dirty="0">
                <a:latin typeface="Times New Roman"/>
                <a:cs typeface="Times New Roman"/>
              </a:rPr>
              <a:t>1</a:t>
            </a:r>
            <a:r>
              <a:rPr sz="1950" spc="-45" dirty="0">
                <a:latin typeface="Symbol"/>
                <a:cs typeface="Symbol"/>
              </a:rPr>
              <a:t></a:t>
            </a:r>
            <a:r>
              <a:rPr sz="1950" spc="-140" dirty="0">
                <a:latin typeface="Times New Roman"/>
                <a:cs typeface="Times New Roman"/>
              </a:rPr>
              <a:t> </a:t>
            </a:r>
            <a:r>
              <a:rPr sz="1950" i="1" spc="-210" dirty="0">
                <a:latin typeface="Times New Roman"/>
                <a:cs typeface="Times New Roman"/>
              </a:rPr>
              <a:t>a</a:t>
            </a:r>
            <a:r>
              <a:rPr sz="2250" spc="0" baseline="-18518" dirty="0">
                <a:latin typeface="Times New Roman"/>
                <a:cs typeface="Times New Roman"/>
              </a:rPr>
              <a:t>1</a:t>
            </a:r>
            <a:r>
              <a:rPr sz="1950" i="1" spc="-35" dirty="0">
                <a:latin typeface="Times New Roman"/>
                <a:cs typeface="Times New Roman"/>
              </a:rPr>
              <a:t>z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629030" y="2825861"/>
            <a:ext cx="1137920" cy="1270"/>
          </a:xfrm>
          <a:custGeom>
            <a:avLst/>
            <a:gdLst/>
            <a:ahLst/>
            <a:cxnLst/>
            <a:rect l="l" t="t" r="r" b="b"/>
            <a:pathLst>
              <a:path w="1137920" h="1269">
                <a:moveTo>
                  <a:pt x="1137559" y="1188"/>
                </a:move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690341" y="2782519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94" y="0"/>
                </a:moveTo>
                <a:lnTo>
                  <a:pt x="76260" y="44531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3264042" y="2826623"/>
            <a:ext cx="1137920" cy="1270"/>
          </a:xfrm>
          <a:custGeom>
            <a:avLst/>
            <a:gdLst/>
            <a:ahLst/>
            <a:cxnLst/>
            <a:rect l="l" t="t" r="r" b="b"/>
            <a:pathLst>
              <a:path w="1137920" h="1269">
                <a:moveTo>
                  <a:pt x="1137544" y="1188"/>
                </a:move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4325325" y="278328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21" y="0"/>
                </a:moveTo>
                <a:lnTo>
                  <a:pt x="76260" y="44531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 txBox="1"/>
          <p:nvPr/>
        </p:nvSpPr>
        <p:spPr>
          <a:xfrm>
            <a:off x="3773058" y="2903355"/>
            <a:ext cx="210820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60" dirty="0">
                <a:latin typeface="Times New Roman"/>
                <a:cs typeface="Times New Roman"/>
              </a:rPr>
              <a:t>y</a:t>
            </a:r>
            <a:r>
              <a:rPr sz="2250" i="1" spc="-75" baseline="-18518" dirty="0">
                <a:latin typeface="Times New Roman"/>
                <a:cs typeface="Times New Roman"/>
              </a:rPr>
              <a:t>k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009344" y="2903355"/>
            <a:ext cx="225425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55" dirty="0">
                <a:latin typeface="Times New Roman"/>
                <a:cs typeface="Times New Roman"/>
              </a:rPr>
              <a:t>u</a:t>
            </a:r>
            <a:r>
              <a:rPr sz="2250" i="1" spc="-75" baseline="-18518" dirty="0">
                <a:latin typeface="Times New Roman"/>
                <a:cs typeface="Times New Roman"/>
              </a:rPr>
              <a:t>k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6632148" y="5313563"/>
            <a:ext cx="225425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55" dirty="0">
                <a:latin typeface="Times New Roman"/>
                <a:cs typeface="Times New Roman"/>
              </a:rPr>
              <a:t>u</a:t>
            </a:r>
            <a:r>
              <a:rPr sz="2250" i="1" spc="-75" baseline="-18518" dirty="0">
                <a:latin typeface="Times New Roman"/>
                <a:cs typeface="Times New Roman"/>
              </a:rPr>
              <a:t>k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734298" y="2212056"/>
            <a:ext cx="73787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 marR="5080" indent="-1841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Appli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g</a:t>
            </a:r>
            <a:r>
              <a:rPr sz="1800" spc="-1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3602773" y="2212056"/>
            <a:ext cx="69659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Airflo</a:t>
            </a:r>
            <a:r>
              <a:rPr sz="1800" spc="-15" dirty="0">
                <a:latin typeface="Calibri"/>
                <a:cs typeface="Calibri"/>
              </a:rPr>
              <a:t>w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-40" dirty="0">
                <a:latin typeface="Calibri"/>
                <a:cs typeface="Calibri"/>
              </a:rPr>
              <a:t>/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5603384" y="3685167"/>
            <a:ext cx="210820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60" dirty="0">
                <a:latin typeface="Times New Roman"/>
                <a:cs typeface="Times New Roman"/>
              </a:rPr>
              <a:t>y</a:t>
            </a:r>
            <a:r>
              <a:rPr sz="2250" i="1" spc="-75" baseline="-18518" dirty="0">
                <a:latin typeface="Times New Roman"/>
                <a:cs typeface="Times New Roman"/>
              </a:rPr>
              <a:t>k</a:t>
            </a:r>
            <a:endParaRPr sz="2250" baseline="-18518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06343"/>
            <a:ext cx="4935855" cy="93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6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ccu</a:t>
            </a:r>
            <a:r>
              <a:rPr sz="3600" spc="-9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600" spc="-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cy</a:t>
            </a:r>
            <a:r>
              <a:rPr sz="36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6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the</a:t>
            </a:r>
            <a:r>
              <a:rPr sz="36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600" spc="-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6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600" spc="-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600" spc="-4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6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spc="-4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600" spc="-4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6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592" y="2174782"/>
            <a:ext cx="8011159" cy="1699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415290" indent="-228600">
              <a:lnSpc>
                <a:spcPts val="281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Anal</a:t>
            </a:r>
            <a:r>
              <a:rPr sz="2600" spc="-40" dirty="0">
                <a:latin typeface="Calibri"/>
                <a:cs typeface="Calibri"/>
              </a:rPr>
              <a:t>y</a:t>
            </a:r>
            <a:r>
              <a:rPr sz="2600" spc="-5" dirty="0">
                <a:latin typeface="Calibri"/>
                <a:cs typeface="Calibri"/>
              </a:rPr>
              <a:t>si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3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assume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3750" i="1" spc="-22" baseline="8888" dirty="0">
                <a:latin typeface="Symbol"/>
                <a:cs typeface="Symbol"/>
              </a:rPr>
              <a:t></a:t>
            </a:r>
            <a:r>
              <a:rPr sz="2700" i="1" spc="-15" baseline="-6172" dirty="0">
                <a:latin typeface="Times New Roman"/>
                <a:cs typeface="Times New Roman"/>
              </a:rPr>
              <a:t>k</a:t>
            </a:r>
            <a:r>
              <a:rPr sz="2700" i="1" baseline="-6172" dirty="0">
                <a:latin typeface="Times New Roman"/>
                <a:cs typeface="Times New Roman"/>
              </a:rPr>
              <a:t> </a:t>
            </a:r>
            <a:r>
              <a:rPr sz="2700" i="1" spc="44" baseline="-6172" dirty="0">
                <a:latin typeface="Times New Roman"/>
                <a:cs typeface="Times New Roman"/>
              </a:rPr>
              <a:t> </a:t>
            </a:r>
            <a:r>
              <a:rPr sz="3600" spc="-22" baseline="9259" dirty="0">
                <a:latin typeface="Symbol"/>
                <a:cs typeface="Symbol"/>
              </a:rPr>
              <a:t></a:t>
            </a:r>
            <a:r>
              <a:rPr sz="3600" spc="-292" baseline="9259" dirty="0">
                <a:latin typeface="Times New Roman"/>
                <a:cs typeface="Times New Roman"/>
              </a:rPr>
              <a:t> </a:t>
            </a:r>
            <a:r>
              <a:rPr sz="3750" i="1" spc="37" baseline="8888" dirty="0">
                <a:latin typeface="Symbol"/>
                <a:cs typeface="Symbol"/>
              </a:rPr>
              <a:t></a:t>
            </a:r>
            <a:r>
              <a:rPr sz="2700" i="1" spc="-15" baseline="-6172" dirty="0">
                <a:latin typeface="Times New Roman"/>
                <a:cs typeface="Times New Roman"/>
              </a:rPr>
              <a:t>k</a:t>
            </a:r>
            <a:r>
              <a:rPr sz="2700" i="1" baseline="-6172" dirty="0">
                <a:latin typeface="Times New Roman"/>
                <a:cs typeface="Times New Roman"/>
              </a:rPr>
              <a:t> </a:t>
            </a:r>
            <a:r>
              <a:rPr sz="2700" i="1" spc="-179" baseline="-6172" dirty="0">
                <a:latin typeface="Times New Roman"/>
                <a:cs typeface="Times New Roman"/>
              </a:rPr>
              <a:t> </a:t>
            </a:r>
            <a:r>
              <a:rPr sz="3600" spc="-22" baseline="9259" dirty="0">
                <a:latin typeface="Symbol"/>
                <a:cs typeface="Symbol"/>
              </a:rPr>
              <a:t></a:t>
            </a:r>
            <a:r>
              <a:rPr sz="3600" spc="-240" baseline="9259" dirty="0">
                <a:latin typeface="Times New Roman"/>
                <a:cs typeface="Times New Roman"/>
              </a:rPr>
              <a:t> </a:t>
            </a:r>
            <a:r>
              <a:rPr sz="3600" i="1" spc="-345" baseline="9259" dirty="0">
                <a:latin typeface="Times New Roman"/>
                <a:cs typeface="Times New Roman"/>
              </a:rPr>
              <a:t>a</a:t>
            </a:r>
            <a:r>
              <a:rPr sz="2700" spc="-300" baseline="-6172" dirty="0">
                <a:latin typeface="Times New Roman"/>
                <a:cs typeface="Times New Roman"/>
              </a:rPr>
              <a:t>1</a:t>
            </a:r>
            <a:r>
              <a:rPr sz="3750" i="1" spc="37" baseline="8888" dirty="0">
                <a:latin typeface="Symbol"/>
                <a:cs typeface="Symbol"/>
              </a:rPr>
              <a:t></a:t>
            </a:r>
            <a:r>
              <a:rPr sz="2700" i="1" spc="-15" baseline="-6172" dirty="0">
                <a:latin typeface="Times New Roman"/>
                <a:cs typeface="Times New Roman"/>
              </a:rPr>
              <a:t>k</a:t>
            </a:r>
            <a:r>
              <a:rPr sz="2700" i="1" spc="-390" baseline="-6172" dirty="0">
                <a:latin typeface="Times New Roman"/>
                <a:cs typeface="Times New Roman"/>
              </a:rPr>
              <a:t> </a:t>
            </a:r>
            <a:r>
              <a:rPr sz="2700" spc="-225" baseline="-6172" dirty="0">
                <a:latin typeface="Symbol"/>
                <a:cs typeface="Symbol"/>
              </a:rPr>
              <a:t></a:t>
            </a:r>
            <a:r>
              <a:rPr sz="2700" spc="-15" baseline="-6172" dirty="0">
                <a:latin typeface="Times New Roman"/>
                <a:cs typeface="Times New Roman"/>
              </a:rPr>
              <a:t>1</a:t>
            </a:r>
            <a:r>
              <a:rPr sz="2700" baseline="-6172" dirty="0">
                <a:latin typeface="Times New Roman"/>
                <a:cs typeface="Times New Roman"/>
              </a:rPr>
              <a:t> </a:t>
            </a:r>
            <a:r>
              <a:rPr sz="2700" spc="-7" baseline="-6172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Calibri"/>
                <a:cs typeface="Calibri"/>
              </a:rPr>
              <a:t>z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ea</a:t>
            </a:r>
            <a:r>
              <a:rPr sz="2600" spc="-10" dirty="0">
                <a:latin typeface="Calibri"/>
                <a:cs typeface="Calibri"/>
              </a:rPr>
              <a:t>n,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al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un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Ga</a:t>
            </a:r>
            <a:r>
              <a:rPr sz="2600" spc="-15" dirty="0">
                <a:latin typeface="Calibri"/>
                <a:cs typeface="Calibri"/>
              </a:rPr>
              <a:t>ussian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20" dirty="0">
                <a:latin typeface="Calibri"/>
                <a:cs typeface="Calibri"/>
              </a:rPr>
              <a:t>enc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wh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se)</a:t>
            </a:r>
            <a:endParaRPr sz="2600">
              <a:latin typeface="Calibri"/>
              <a:cs typeface="Calibri"/>
            </a:endParaRPr>
          </a:p>
          <a:p>
            <a:pPr marL="287020" marR="5080" indent="-274320">
              <a:lnSpc>
                <a:spcPct val="100000"/>
              </a:lnSpc>
              <a:spcBef>
                <a:spcPts val="955"/>
              </a:spcBef>
              <a:buClr>
                <a:srgbClr val="A4A4A4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ase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w</a:t>
            </a:r>
            <a:r>
              <a:rPr sz="2600" spc="-7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thei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true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alu</a:t>
            </a:r>
            <a:r>
              <a:rPr sz="2600" spc="-20" dirty="0">
                <a:latin typeface="Calibri"/>
                <a:cs typeface="Calibri"/>
              </a:rPr>
              <a:t>es!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3635" y="4333504"/>
            <a:ext cx="4110990" cy="412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50"/>
              </a:lnSpc>
            </a:pPr>
            <a:r>
              <a:rPr sz="3600" i="1" spc="-15" baseline="13888" dirty="0">
                <a:latin typeface="Times New Roman"/>
                <a:cs typeface="Times New Roman"/>
              </a:rPr>
              <a:t>y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</a:t>
            </a:r>
            <a:r>
              <a:rPr sz="3600" spc="-67" baseline="13888" dirty="0">
                <a:latin typeface="Times New Roman"/>
                <a:cs typeface="Times New Roman"/>
              </a:rPr>
              <a:t> </a:t>
            </a:r>
            <a:r>
              <a:rPr sz="3600" spc="75" baseline="13888" dirty="0">
                <a:latin typeface="Symbol"/>
                <a:cs typeface="Symbol"/>
              </a:rPr>
              <a:t></a:t>
            </a:r>
            <a:r>
              <a:rPr sz="3600" i="1" spc="-345" baseline="13888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-265" dirty="0">
                <a:latin typeface="Times New Roman"/>
                <a:cs typeface="Times New Roman"/>
              </a:rPr>
              <a:t> </a:t>
            </a:r>
            <a:r>
              <a:rPr sz="3600" i="1" spc="-15" baseline="13888" dirty="0">
                <a:latin typeface="Times New Roman"/>
                <a:cs typeface="Times New Roman"/>
              </a:rPr>
              <a:t>y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</a:t>
            </a:r>
            <a:r>
              <a:rPr sz="3600" spc="-352" baseline="13888" dirty="0">
                <a:latin typeface="Times New Roman"/>
                <a:cs typeface="Times New Roman"/>
              </a:rPr>
              <a:t> </a:t>
            </a:r>
            <a:r>
              <a:rPr sz="3600" i="1" spc="-509" baseline="13888" dirty="0">
                <a:latin typeface="Times New Roman"/>
                <a:cs typeface="Times New Roman"/>
              </a:rPr>
              <a:t>b</a:t>
            </a:r>
            <a:r>
              <a:rPr sz="1800" spc="-125" dirty="0">
                <a:latin typeface="Times New Roman"/>
                <a:cs typeface="Times New Roman"/>
              </a:rPr>
              <a:t>1</a:t>
            </a:r>
            <a:r>
              <a:rPr sz="3600" i="1" spc="0" baseline="13888" dirty="0">
                <a:latin typeface="Times New Roman"/>
                <a:cs typeface="Times New Roman"/>
              </a:rPr>
              <a:t>u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54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</a:t>
            </a:r>
            <a:r>
              <a:rPr sz="3600" spc="-465" baseline="13888" dirty="0">
                <a:latin typeface="Times New Roman"/>
                <a:cs typeface="Times New Roman"/>
              </a:rPr>
              <a:t> </a:t>
            </a:r>
            <a:r>
              <a:rPr sz="3750" i="1" spc="37" baseline="13333" dirty="0">
                <a:latin typeface="Symbol"/>
                <a:cs typeface="Symbol"/>
              </a:rPr>
              <a:t>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i="1" spc="-120" dirty="0">
                <a:latin typeface="Times New Roman"/>
                <a:cs typeface="Times New Roman"/>
              </a:rPr>
              <a:t> </a:t>
            </a:r>
            <a:r>
              <a:rPr sz="3600" spc="-22" baseline="13888" dirty="0">
                <a:latin typeface="Symbol"/>
                <a:cs typeface="Symbol"/>
              </a:rPr>
              <a:t></a:t>
            </a:r>
            <a:r>
              <a:rPr sz="3600" spc="-232" baseline="13888" dirty="0">
                <a:latin typeface="Times New Roman"/>
                <a:cs typeface="Times New Roman"/>
              </a:rPr>
              <a:t> </a:t>
            </a:r>
            <a:r>
              <a:rPr sz="3600" i="1" spc="-345" baseline="13888" dirty="0">
                <a:latin typeface="Times New Roman"/>
                <a:cs typeface="Times New Roman"/>
              </a:rPr>
              <a:t>a</a:t>
            </a:r>
            <a:r>
              <a:rPr sz="1800" spc="-200" dirty="0">
                <a:latin typeface="Times New Roman"/>
                <a:cs typeface="Times New Roman"/>
              </a:rPr>
              <a:t>1</a:t>
            </a:r>
            <a:r>
              <a:rPr sz="3750" i="1" spc="37" baseline="13333" dirty="0">
                <a:latin typeface="Symbol"/>
                <a:cs typeface="Symbol"/>
              </a:rPr>
              <a:t>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61577" y="4520381"/>
            <a:ext cx="1204595" cy="631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30"/>
              </a:lnSpc>
            </a:pPr>
            <a:r>
              <a:rPr sz="2400" spc="-390" dirty="0">
                <a:latin typeface="MT Extra"/>
                <a:cs typeface="MT Extra"/>
              </a:rPr>
              <a:t></a:t>
            </a:r>
            <a:r>
              <a:rPr sz="2400" spc="-610" dirty="0">
                <a:latin typeface="MT Extra"/>
                <a:cs typeface="MT Extra"/>
              </a:rPr>
              <a:t></a:t>
            </a:r>
            <a:r>
              <a:rPr sz="2400" spc="-140" dirty="0">
                <a:latin typeface="MT Extra"/>
                <a:cs typeface="MT Extra"/>
              </a:rPr>
              <a:t></a:t>
            </a:r>
            <a:r>
              <a:rPr sz="2400" spc="-875" dirty="0">
                <a:latin typeface="MT Extra"/>
                <a:cs typeface="MT Extra"/>
              </a:rPr>
              <a:t></a:t>
            </a:r>
            <a:endParaRPr sz="2400">
              <a:latin typeface="MT Extra"/>
              <a:cs typeface="MT Extra"/>
            </a:endParaRPr>
          </a:p>
          <a:p>
            <a:pPr marL="51435" algn="ctr">
              <a:lnSpc>
                <a:spcPts val="2130"/>
              </a:lnSpc>
            </a:pPr>
            <a:r>
              <a:rPr sz="1900" i="1" spc="-25" dirty="0">
                <a:latin typeface="Symbol"/>
                <a:cs typeface="Symbol"/>
              </a:rPr>
              <a:t></a:t>
            </a:r>
            <a:r>
              <a:rPr sz="2100" i="1" spc="-15" baseline="-17857" dirty="0">
                <a:latin typeface="Times New Roman"/>
                <a:cs typeface="Times New Roman"/>
              </a:rPr>
              <a:t>k</a:t>
            </a:r>
            <a:endParaRPr sz="2100" baseline="-17857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42243" y="5278754"/>
            <a:ext cx="1189990" cy="1071880"/>
          </a:xfrm>
          <a:custGeom>
            <a:avLst/>
            <a:gdLst/>
            <a:ahLst/>
            <a:cxnLst/>
            <a:rect l="l" t="t" r="r" b="b"/>
            <a:pathLst>
              <a:path w="1189990" h="1071879">
                <a:moveTo>
                  <a:pt x="1010899" y="0"/>
                </a:moveTo>
                <a:lnTo>
                  <a:pt x="165520" y="468"/>
                </a:lnTo>
                <a:lnTo>
                  <a:pt x="123365" y="8693"/>
                </a:lnTo>
                <a:lnTo>
                  <a:pt x="85393" y="26204"/>
                </a:lnTo>
                <a:lnTo>
                  <a:pt x="52867" y="51736"/>
                </a:lnTo>
                <a:lnTo>
                  <a:pt x="27051" y="84028"/>
                </a:lnTo>
                <a:lnTo>
                  <a:pt x="9207" y="121817"/>
                </a:lnTo>
                <a:lnTo>
                  <a:pt x="598" y="163839"/>
                </a:lnTo>
                <a:lnTo>
                  <a:pt x="0" y="178570"/>
                </a:lnTo>
                <a:lnTo>
                  <a:pt x="468" y="905836"/>
                </a:lnTo>
                <a:lnTo>
                  <a:pt x="8693" y="948000"/>
                </a:lnTo>
                <a:lnTo>
                  <a:pt x="26203" y="985977"/>
                </a:lnTo>
                <a:lnTo>
                  <a:pt x="51734" y="1018505"/>
                </a:lnTo>
                <a:lnTo>
                  <a:pt x="84023" y="1044321"/>
                </a:lnTo>
                <a:lnTo>
                  <a:pt x="121807" y="1062165"/>
                </a:lnTo>
                <a:lnTo>
                  <a:pt x="163824" y="1070773"/>
                </a:lnTo>
                <a:lnTo>
                  <a:pt x="178551" y="1071371"/>
                </a:lnTo>
                <a:lnTo>
                  <a:pt x="1023954" y="1070901"/>
                </a:lnTo>
                <a:lnTo>
                  <a:pt x="1066107" y="1062673"/>
                </a:lnTo>
                <a:lnTo>
                  <a:pt x="1104079" y="1045162"/>
                </a:lnTo>
                <a:lnTo>
                  <a:pt x="1136606" y="1019630"/>
                </a:lnTo>
                <a:lnTo>
                  <a:pt x="1162426" y="987340"/>
                </a:lnTo>
                <a:lnTo>
                  <a:pt x="1180272" y="949553"/>
                </a:lnTo>
                <a:lnTo>
                  <a:pt x="1188882" y="907532"/>
                </a:lnTo>
                <a:lnTo>
                  <a:pt x="1189481" y="892801"/>
                </a:lnTo>
                <a:lnTo>
                  <a:pt x="1189011" y="165512"/>
                </a:lnTo>
                <a:lnTo>
                  <a:pt x="1180779" y="123356"/>
                </a:lnTo>
                <a:lnTo>
                  <a:pt x="1163262" y="85385"/>
                </a:lnTo>
                <a:lnTo>
                  <a:pt x="1137724" y="52861"/>
                </a:lnTo>
                <a:lnTo>
                  <a:pt x="1105429" y="27047"/>
                </a:lnTo>
                <a:lnTo>
                  <a:pt x="1067642" y="9206"/>
                </a:lnTo>
                <a:lnTo>
                  <a:pt x="1025626" y="598"/>
                </a:lnTo>
                <a:lnTo>
                  <a:pt x="10108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42243" y="5278754"/>
            <a:ext cx="1189990" cy="1071880"/>
          </a:xfrm>
          <a:custGeom>
            <a:avLst/>
            <a:gdLst/>
            <a:ahLst/>
            <a:cxnLst/>
            <a:rect l="l" t="t" r="r" b="b"/>
            <a:pathLst>
              <a:path w="1189990" h="1071879">
                <a:moveTo>
                  <a:pt x="0" y="178570"/>
                </a:moveTo>
                <a:lnTo>
                  <a:pt x="5249" y="135416"/>
                </a:lnTo>
                <a:lnTo>
                  <a:pt x="20155" y="96076"/>
                </a:lnTo>
                <a:lnTo>
                  <a:pt x="43454" y="61811"/>
                </a:lnTo>
                <a:lnTo>
                  <a:pt x="73884" y="33885"/>
                </a:lnTo>
                <a:lnTo>
                  <a:pt x="110181" y="13561"/>
                </a:lnTo>
                <a:lnTo>
                  <a:pt x="151082" y="2100"/>
                </a:lnTo>
                <a:lnTo>
                  <a:pt x="1010899" y="0"/>
                </a:lnTo>
                <a:lnTo>
                  <a:pt x="1025626" y="598"/>
                </a:lnTo>
                <a:lnTo>
                  <a:pt x="1067642" y="9206"/>
                </a:lnTo>
                <a:lnTo>
                  <a:pt x="1105429" y="27047"/>
                </a:lnTo>
                <a:lnTo>
                  <a:pt x="1137724" y="52861"/>
                </a:lnTo>
                <a:lnTo>
                  <a:pt x="1163262" y="85385"/>
                </a:lnTo>
                <a:lnTo>
                  <a:pt x="1180779" y="123356"/>
                </a:lnTo>
                <a:lnTo>
                  <a:pt x="1189011" y="165512"/>
                </a:lnTo>
                <a:lnTo>
                  <a:pt x="1189481" y="892801"/>
                </a:lnTo>
                <a:lnTo>
                  <a:pt x="1188882" y="907532"/>
                </a:lnTo>
                <a:lnTo>
                  <a:pt x="1180272" y="949553"/>
                </a:lnTo>
                <a:lnTo>
                  <a:pt x="1162426" y="987340"/>
                </a:lnTo>
                <a:lnTo>
                  <a:pt x="1136606" y="1019630"/>
                </a:lnTo>
                <a:lnTo>
                  <a:pt x="1104079" y="1045162"/>
                </a:lnTo>
                <a:lnTo>
                  <a:pt x="1066107" y="1062673"/>
                </a:lnTo>
                <a:lnTo>
                  <a:pt x="1023954" y="1070901"/>
                </a:lnTo>
                <a:lnTo>
                  <a:pt x="178551" y="1071371"/>
                </a:lnTo>
                <a:lnTo>
                  <a:pt x="163824" y="1070773"/>
                </a:lnTo>
                <a:lnTo>
                  <a:pt x="121807" y="1062165"/>
                </a:lnTo>
                <a:lnTo>
                  <a:pt x="84023" y="1044321"/>
                </a:lnTo>
                <a:lnTo>
                  <a:pt x="51734" y="1018505"/>
                </a:lnTo>
                <a:lnTo>
                  <a:pt x="26203" y="985977"/>
                </a:lnTo>
                <a:lnTo>
                  <a:pt x="8693" y="948000"/>
                </a:lnTo>
                <a:lnTo>
                  <a:pt x="468" y="905836"/>
                </a:lnTo>
                <a:lnTo>
                  <a:pt x="0" y="17857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33250" y="5841110"/>
            <a:ext cx="702310" cy="1905"/>
          </a:xfrm>
          <a:custGeom>
            <a:avLst/>
            <a:gdLst/>
            <a:ahLst/>
            <a:cxnLst/>
            <a:rect l="l" t="t" r="r" b="b"/>
            <a:pathLst>
              <a:path w="702309" h="1904">
                <a:moveTo>
                  <a:pt x="0" y="0"/>
                </a:moveTo>
                <a:lnTo>
                  <a:pt x="701923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58851" y="579802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213" y="0"/>
                </a:moveTo>
                <a:lnTo>
                  <a:pt x="76321" y="44613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56612" y="5798442"/>
            <a:ext cx="962025" cy="0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1525" y="0"/>
                </a:lnTo>
              </a:path>
            </a:pathLst>
          </a:custGeom>
          <a:ln w="126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80764" y="5344728"/>
            <a:ext cx="246379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90" dirty="0">
                <a:latin typeface="Symbol"/>
                <a:cs typeface="Symbol"/>
              </a:rPr>
              <a:t></a:t>
            </a:r>
            <a:r>
              <a:rPr sz="1800" spc="-7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34593" y="5423472"/>
            <a:ext cx="35242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405" dirty="0">
                <a:latin typeface="Times New Roman"/>
                <a:cs typeface="Times New Roman"/>
              </a:rPr>
              <a:t>b</a:t>
            </a:r>
            <a:r>
              <a:rPr sz="2700" spc="-15" baseline="-18518" dirty="0">
                <a:latin typeface="Times New Roman"/>
                <a:cs typeface="Times New Roman"/>
              </a:rPr>
              <a:t>1</a:t>
            </a:r>
            <a:r>
              <a:rPr sz="2400" i="1" spc="-75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61192" y="5810834"/>
            <a:ext cx="246379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90" dirty="0">
                <a:latin typeface="Symbol"/>
                <a:cs typeface="Symbol"/>
              </a:rPr>
              <a:t></a:t>
            </a:r>
            <a:r>
              <a:rPr sz="1800" spc="-7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32174" y="5884728"/>
            <a:ext cx="73533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70" dirty="0">
                <a:latin typeface="Times New Roman"/>
                <a:cs typeface="Times New Roman"/>
              </a:rPr>
              <a:t>1</a:t>
            </a:r>
            <a:r>
              <a:rPr sz="2400" spc="-110" dirty="0">
                <a:latin typeface="Symbol"/>
                <a:cs typeface="Symbol"/>
              </a:rPr>
              <a:t>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i="1" spc="-300" dirty="0">
                <a:latin typeface="Times New Roman"/>
                <a:cs typeface="Times New Roman"/>
              </a:rPr>
              <a:t>a</a:t>
            </a:r>
            <a:r>
              <a:rPr sz="2700" spc="-7" baseline="-18518" dirty="0">
                <a:latin typeface="Times New Roman"/>
                <a:cs typeface="Times New Roman"/>
              </a:rPr>
              <a:t>1</a:t>
            </a:r>
            <a:r>
              <a:rPr sz="2400" i="1" spc="-75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80141" y="5341015"/>
            <a:ext cx="24066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20" dirty="0">
                <a:latin typeface="Times New Roman"/>
                <a:cs typeface="Times New Roman"/>
              </a:rPr>
              <a:t>x</a:t>
            </a:r>
            <a:r>
              <a:rPr sz="2700" i="1" spc="-97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90532" y="5361589"/>
            <a:ext cx="26225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80" dirty="0">
                <a:latin typeface="Times New Roman"/>
                <a:cs typeface="Times New Roman"/>
              </a:rPr>
              <a:t>u</a:t>
            </a:r>
            <a:r>
              <a:rPr sz="2700" i="1" spc="-97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60198" y="5588127"/>
            <a:ext cx="462915" cy="501015"/>
          </a:xfrm>
          <a:custGeom>
            <a:avLst/>
            <a:gdLst/>
            <a:ahLst/>
            <a:cxnLst/>
            <a:rect l="l" t="t" r="r" b="b"/>
            <a:pathLst>
              <a:path w="462915" h="501014">
                <a:moveTo>
                  <a:pt x="0" y="250316"/>
                </a:moveTo>
                <a:lnTo>
                  <a:pt x="3026" y="209712"/>
                </a:lnTo>
                <a:lnTo>
                  <a:pt x="11789" y="171194"/>
                </a:lnTo>
                <a:lnTo>
                  <a:pt x="25812" y="135278"/>
                </a:lnTo>
                <a:lnTo>
                  <a:pt x="55668" y="87410"/>
                </a:lnTo>
                <a:lnTo>
                  <a:pt x="94679" y="48294"/>
                </a:lnTo>
                <a:lnTo>
                  <a:pt x="141240" y="19670"/>
                </a:lnTo>
                <a:lnTo>
                  <a:pt x="193742" y="3276"/>
                </a:lnTo>
                <a:lnTo>
                  <a:pt x="231251" y="0"/>
                </a:lnTo>
                <a:lnTo>
                  <a:pt x="250217" y="829"/>
                </a:lnTo>
                <a:lnTo>
                  <a:pt x="304346" y="12760"/>
                </a:lnTo>
                <a:lnTo>
                  <a:pt x="353071" y="37501"/>
                </a:lnTo>
                <a:lnTo>
                  <a:pt x="394784" y="73313"/>
                </a:lnTo>
                <a:lnTo>
                  <a:pt x="427877" y="118457"/>
                </a:lnTo>
                <a:lnTo>
                  <a:pt x="444355" y="152878"/>
                </a:lnTo>
                <a:lnTo>
                  <a:pt x="455811" y="190160"/>
                </a:lnTo>
                <a:lnTo>
                  <a:pt x="461767" y="229786"/>
                </a:lnTo>
                <a:lnTo>
                  <a:pt x="462533" y="250316"/>
                </a:lnTo>
                <a:lnTo>
                  <a:pt x="461767" y="270847"/>
                </a:lnTo>
                <a:lnTo>
                  <a:pt x="455811" y="310473"/>
                </a:lnTo>
                <a:lnTo>
                  <a:pt x="444355" y="347755"/>
                </a:lnTo>
                <a:lnTo>
                  <a:pt x="427877" y="382176"/>
                </a:lnTo>
                <a:lnTo>
                  <a:pt x="394784" y="427320"/>
                </a:lnTo>
                <a:lnTo>
                  <a:pt x="353071" y="463132"/>
                </a:lnTo>
                <a:lnTo>
                  <a:pt x="304346" y="487873"/>
                </a:lnTo>
                <a:lnTo>
                  <a:pt x="250217" y="499804"/>
                </a:lnTo>
                <a:lnTo>
                  <a:pt x="231251" y="500633"/>
                </a:lnTo>
                <a:lnTo>
                  <a:pt x="212286" y="499804"/>
                </a:lnTo>
                <a:lnTo>
                  <a:pt x="158160" y="487873"/>
                </a:lnTo>
                <a:lnTo>
                  <a:pt x="109440" y="463132"/>
                </a:lnTo>
                <a:lnTo>
                  <a:pt x="67734" y="427320"/>
                </a:lnTo>
                <a:lnTo>
                  <a:pt x="34648" y="382176"/>
                </a:lnTo>
                <a:lnTo>
                  <a:pt x="18173" y="347755"/>
                </a:lnTo>
                <a:lnTo>
                  <a:pt x="6721" y="310473"/>
                </a:lnTo>
                <a:lnTo>
                  <a:pt x="766" y="270847"/>
                </a:lnTo>
                <a:lnTo>
                  <a:pt x="0" y="250316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91663" y="5004435"/>
            <a:ext cx="13970" cy="559435"/>
          </a:xfrm>
          <a:custGeom>
            <a:avLst/>
            <a:gdLst/>
            <a:ahLst/>
            <a:cxnLst/>
            <a:rect l="l" t="t" r="r" b="b"/>
            <a:pathLst>
              <a:path w="13970" h="559435">
                <a:moveTo>
                  <a:pt x="13350" y="0"/>
                </a:moveTo>
                <a:lnTo>
                  <a:pt x="0" y="55932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49051" y="5486518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118"/>
                </a:moveTo>
                <a:lnTo>
                  <a:pt x="42611" y="77236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676546" y="5621243"/>
            <a:ext cx="21907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35" dirty="0">
                <a:latin typeface="Symbol"/>
                <a:cs typeface="Symbol"/>
              </a:rPr>
              <a:t>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98834" y="5364637"/>
            <a:ext cx="24511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85" dirty="0">
                <a:latin typeface="Times New Roman"/>
                <a:cs typeface="Times New Roman"/>
              </a:rPr>
              <a:t>y</a:t>
            </a:r>
            <a:r>
              <a:rPr sz="2700" i="1" spc="-97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95902" y="4883444"/>
            <a:ext cx="267970" cy="410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-70" dirty="0">
                <a:latin typeface="Symbol"/>
                <a:cs typeface="Symbol"/>
              </a:rPr>
              <a:t></a:t>
            </a:r>
            <a:r>
              <a:rPr sz="2700" i="1" spc="-112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00818" y="5826633"/>
            <a:ext cx="702310" cy="1905"/>
          </a:xfrm>
          <a:custGeom>
            <a:avLst/>
            <a:gdLst/>
            <a:ahLst/>
            <a:cxnLst/>
            <a:rect l="l" t="t" r="r" b="b"/>
            <a:pathLst>
              <a:path w="702310" h="1904">
                <a:moveTo>
                  <a:pt x="0" y="0"/>
                </a:moveTo>
                <a:lnTo>
                  <a:pt x="701923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26420" y="578354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213" y="0"/>
                </a:moveTo>
                <a:lnTo>
                  <a:pt x="76321" y="44613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008253" y="5826633"/>
            <a:ext cx="702310" cy="1905"/>
          </a:xfrm>
          <a:custGeom>
            <a:avLst/>
            <a:gdLst/>
            <a:ahLst/>
            <a:cxnLst/>
            <a:rect l="l" t="t" r="r" b="b"/>
            <a:pathLst>
              <a:path w="702309" h="1904">
                <a:moveTo>
                  <a:pt x="0" y="0"/>
                </a:moveTo>
                <a:lnTo>
                  <a:pt x="701923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33855" y="578354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213" y="0"/>
                </a:moveTo>
                <a:lnTo>
                  <a:pt x="76321" y="44613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24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z="4000" spc="-5" dirty="0">
                <a:latin typeface="Calibri"/>
                <a:cs typeface="Calibri"/>
              </a:rPr>
              <a:t>Speci</a:t>
            </a:r>
            <a:r>
              <a:rPr sz="4000" spc="5" dirty="0">
                <a:latin typeface="Calibri"/>
                <a:cs typeface="Calibri"/>
              </a:rPr>
              <a:t>a</a:t>
            </a:r>
            <a:r>
              <a:rPr sz="4000" dirty="0">
                <a:latin typeface="Calibri"/>
                <a:cs typeface="Calibri"/>
              </a:rPr>
              <a:t>l</a:t>
            </a:r>
            <a:r>
              <a:rPr sz="4000" spc="-130" dirty="0">
                <a:latin typeface="Times New Roman"/>
                <a:cs typeface="Times New Roman"/>
              </a:rPr>
              <a:t> </a:t>
            </a:r>
            <a:r>
              <a:rPr sz="4000" spc="-40" dirty="0">
                <a:latin typeface="Calibri"/>
                <a:cs typeface="Calibri"/>
              </a:rPr>
              <a:t>c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5" dirty="0">
                <a:latin typeface="Calibri"/>
                <a:cs typeface="Calibri"/>
              </a:rPr>
              <a:t>se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234" y="2291368"/>
            <a:ext cx="3870960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  <a:tab pos="1915160" algn="l"/>
              </a:tabLst>
            </a:pPr>
            <a:r>
              <a:rPr sz="2600" spc="-15" dirty="0">
                <a:latin typeface="Calibri"/>
                <a:cs typeface="Calibri"/>
              </a:rPr>
              <a:t>Unb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ase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3750" i="1" spc="-22" baseline="7777" dirty="0">
                <a:latin typeface="Symbol"/>
                <a:cs typeface="Symbol"/>
              </a:rPr>
              <a:t></a:t>
            </a:r>
            <a:r>
              <a:rPr sz="2700" i="1" spc="-15" baseline="-7716" dirty="0">
                <a:latin typeface="Times New Roman"/>
                <a:cs typeface="Times New Roman"/>
              </a:rPr>
              <a:t>k</a:t>
            </a:r>
            <a:r>
              <a:rPr sz="2700" i="1" baseline="-7716" dirty="0">
                <a:latin typeface="Times New Roman"/>
                <a:cs typeface="Times New Roman"/>
              </a:rPr>
              <a:t> </a:t>
            </a:r>
            <a:r>
              <a:rPr sz="2700" i="1" spc="44" baseline="-7716" dirty="0">
                <a:latin typeface="Times New Roman"/>
                <a:cs typeface="Times New Roman"/>
              </a:rPr>
              <a:t> </a:t>
            </a:r>
            <a:r>
              <a:rPr sz="3600" spc="-22" baseline="8101" dirty="0">
                <a:latin typeface="Symbol"/>
                <a:cs typeface="Symbol"/>
              </a:rPr>
              <a:t></a:t>
            </a:r>
            <a:r>
              <a:rPr sz="3600" spc="-292" baseline="8101" dirty="0">
                <a:latin typeface="Times New Roman"/>
                <a:cs typeface="Times New Roman"/>
              </a:rPr>
              <a:t> </a:t>
            </a:r>
            <a:r>
              <a:rPr sz="3750" i="1" spc="37" baseline="7777" dirty="0">
                <a:latin typeface="Symbol"/>
                <a:cs typeface="Symbol"/>
              </a:rPr>
              <a:t></a:t>
            </a:r>
            <a:r>
              <a:rPr sz="2700" i="1" spc="-15" baseline="-7716" dirty="0">
                <a:latin typeface="Times New Roman"/>
                <a:cs typeface="Times New Roman"/>
              </a:rPr>
              <a:t>k</a:t>
            </a:r>
            <a:r>
              <a:rPr sz="2700" i="1" baseline="-7716" dirty="0">
                <a:latin typeface="Times New Roman"/>
                <a:cs typeface="Times New Roman"/>
              </a:rPr>
              <a:t> </a:t>
            </a:r>
            <a:r>
              <a:rPr sz="2700" i="1" spc="-179" baseline="-7716" dirty="0">
                <a:latin typeface="Times New Roman"/>
                <a:cs typeface="Times New Roman"/>
              </a:rPr>
              <a:t> </a:t>
            </a:r>
            <a:r>
              <a:rPr sz="3600" spc="-22" baseline="8101" dirty="0">
                <a:latin typeface="Symbol"/>
                <a:cs typeface="Symbol"/>
              </a:rPr>
              <a:t></a:t>
            </a:r>
            <a:r>
              <a:rPr sz="3600" spc="-240" baseline="8101" dirty="0">
                <a:latin typeface="Times New Roman"/>
                <a:cs typeface="Times New Roman"/>
              </a:rPr>
              <a:t> </a:t>
            </a:r>
            <a:r>
              <a:rPr sz="3600" i="1" spc="-345" baseline="8101" dirty="0">
                <a:latin typeface="Times New Roman"/>
                <a:cs typeface="Times New Roman"/>
              </a:rPr>
              <a:t>a</a:t>
            </a:r>
            <a:r>
              <a:rPr sz="2700" spc="-300" baseline="-7716" dirty="0">
                <a:latin typeface="Times New Roman"/>
                <a:cs typeface="Times New Roman"/>
              </a:rPr>
              <a:t>1</a:t>
            </a:r>
            <a:r>
              <a:rPr sz="3750" i="1" spc="37" baseline="7777" dirty="0">
                <a:latin typeface="Symbol"/>
                <a:cs typeface="Symbol"/>
              </a:rPr>
              <a:t></a:t>
            </a:r>
            <a:r>
              <a:rPr sz="2700" i="1" spc="-15" baseline="-7716" dirty="0">
                <a:latin typeface="Times New Roman"/>
                <a:cs typeface="Times New Roman"/>
              </a:rPr>
              <a:t>k</a:t>
            </a:r>
            <a:r>
              <a:rPr sz="2700" i="1" spc="-390" baseline="-7716" dirty="0">
                <a:latin typeface="Times New Roman"/>
                <a:cs typeface="Times New Roman"/>
              </a:rPr>
              <a:t> </a:t>
            </a:r>
            <a:r>
              <a:rPr sz="2700" spc="-225" baseline="-7716" dirty="0">
                <a:latin typeface="Symbol"/>
                <a:cs typeface="Symbol"/>
              </a:rPr>
              <a:t></a:t>
            </a:r>
            <a:r>
              <a:rPr sz="2700" spc="-15" baseline="-7716" dirty="0">
                <a:latin typeface="Times New Roman"/>
                <a:cs typeface="Times New Roman"/>
              </a:rPr>
              <a:t>1</a:t>
            </a:r>
            <a:endParaRPr sz="2700" baseline="-7716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62056" y="2352404"/>
            <a:ext cx="304038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z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ea</a:t>
            </a:r>
            <a:r>
              <a:rPr sz="2600" spc="-10" dirty="0">
                <a:latin typeface="Calibri"/>
                <a:cs typeface="Calibri"/>
              </a:rPr>
              <a:t>n,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al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834" y="2709080"/>
            <a:ext cx="629158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5" dirty="0">
                <a:latin typeface="Calibri"/>
                <a:cs typeface="Calibri"/>
              </a:rPr>
              <a:t>un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el</a:t>
            </a:r>
            <a:r>
              <a:rPr sz="2600" spc="-40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Ga</a:t>
            </a:r>
            <a:r>
              <a:rPr sz="2600" spc="-15" dirty="0">
                <a:latin typeface="Calibri"/>
                <a:cs typeface="Calibri"/>
              </a:rPr>
              <a:t>ussian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wh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oi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)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67365" y="3948683"/>
            <a:ext cx="1040765" cy="0"/>
          </a:xfrm>
          <a:custGeom>
            <a:avLst/>
            <a:gdLst/>
            <a:ahLst/>
            <a:cxnLst/>
            <a:rect l="l" t="t" r="r" b="b"/>
            <a:pathLst>
              <a:path w="1040764">
                <a:moveTo>
                  <a:pt x="0" y="0"/>
                </a:moveTo>
                <a:lnTo>
                  <a:pt x="1040608" y="0"/>
                </a:lnTo>
              </a:path>
            </a:pathLst>
          </a:custGeom>
          <a:ln w="125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35821" y="3948683"/>
            <a:ext cx="1040765" cy="0"/>
          </a:xfrm>
          <a:custGeom>
            <a:avLst/>
            <a:gdLst/>
            <a:ahLst/>
            <a:cxnLst/>
            <a:rect l="l" t="t" r="r" b="b"/>
            <a:pathLst>
              <a:path w="1040764">
                <a:moveTo>
                  <a:pt x="0" y="0"/>
                </a:moveTo>
                <a:lnTo>
                  <a:pt x="1040611" y="0"/>
                </a:lnTo>
              </a:path>
            </a:pathLst>
          </a:custGeom>
          <a:ln w="125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35684" y="3498108"/>
            <a:ext cx="26479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5" dirty="0">
                <a:latin typeface="Symbol"/>
                <a:cs typeface="Symbol"/>
              </a:rPr>
              <a:t></a:t>
            </a:r>
            <a:r>
              <a:rPr sz="1750" spc="1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1033" y="3576297"/>
            <a:ext cx="379095" cy="391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-305" dirty="0">
                <a:latin typeface="Times New Roman"/>
                <a:cs typeface="Times New Roman"/>
              </a:rPr>
              <a:t>b</a:t>
            </a:r>
            <a:r>
              <a:rPr sz="2625" spc="135" baseline="-19047" dirty="0">
                <a:latin typeface="Times New Roman"/>
                <a:cs typeface="Times New Roman"/>
              </a:rPr>
              <a:t>1</a:t>
            </a:r>
            <a:r>
              <a:rPr sz="2350" i="1" spc="15" dirty="0">
                <a:latin typeface="Times New Roman"/>
                <a:cs typeface="Times New Roman"/>
              </a:rPr>
              <a:t>z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0946" y="3960903"/>
            <a:ext cx="26479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5" dirty="0">
                <a:latin typeface="Symbol"/>
                <a:cs typeface="Symbol"/>
              </a:rPr>
              <a:t></a:t>
            </a:r>
            <a:r>
              <a:rPr sz="1750" spc="1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9496" y="3960903"/>
            <a:ext cx="26479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5" dirty="0">
                <a:latin typeface="Symbol"/>
                <a:cs typeface="Symbol"/>
              </a:rPr>
              <a:t></a:t>
            </a:r>
            <a:r>
              <a:rPr sz="1750" spc="1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41964" y="4034268"/>
            <a:ext cx="2462530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80845" algn="l"/>
              </a:tabLst>
            </a:pPr>
            <a:r>
              <a:rPr sz="2350" spc="200" dirty="0">
                <a:latin typeface="Times New Roman"/>
                <a:cs typeface="Times New Roman"/>
              </a:rPr>
              <a:t>1</a:t>
            </a:r>
            <a:r>
              <a:rPr sz="2350" spc="25" dirty="0">
                <a:latin typeface="Symbol"/>
                <a:cs typeface="Symbol"/>
              </a:rPr>
              <a:t></a:t>
            </a:r>
            <a:r>
              <a:rPr sz="2350" spc="-145" dirty="0">
                <a:latin typeface="Times New Roman"/>
                <a:cs typeface="Times New Roman"/>
              </a:rPr>
              <a:t> </a:t>
            </a:r>
            <a:r>
              <a:rPr sz="2350" i="1" spc="-195" dirty="0">
                <a:latin typeface="Times New Roman"/>
                <a:cs typeface="Times New Roman"/>
              </a:rPr>
              <a:t>a</a:t>
            </a:r>
            <a:r>
              <a:rPr sz="2625" spc="135" baseline="-19047" dirty="0">
                <a:latin typeface="Times New Roman"/>
                <a:cs typeface="Times New Roman"/>
              </a:rPr>
              <a:t>1</a:t>
            </a:r>
            <a:r>
              <a:rPr sz="2350" i="1" spc="15" dirty="0">
                <a:latin typeface="Times New Roman"/>
                <a:cs typeface="Times New Roman"/>
              </a:rPr>
              <a:t>z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spc="200" dirty="0">
                <a:latin typeface="Times New Roman"/>
                <a:cs typeface="Times New Roman"/>
              </a:rPr>
              <a:t>1</a:t>
            </a:r>
            <a:r>
              <a:rPr sz="2350" spc="25" dirty="0">
                <a:latin typeface="Symbol"/>
                <a:cs typeface="Symbol"/>
              </a:rPr>
              <a:t></a:t>
            </a:r>
            <a:r>
              <a:rPr sz="2350" spc="-145" dirty="0">
                <a:latin typeface="Times New Roman"/>
                <a:cs typeface="Times New Roman"/>
              </a:rPr>
              <a:t> </a:t>
            </a:r>
            <a:r>
              <a:rPr sz="2350" i="1" spc="-195" dirty="0">
                <a:latin typeface="Times New Roman"/>
                <a:cs typeface="Times New Roman"/>
              </a:rPr>
              <a:t>a</a:t>
            </a:r>
            <a:r>
              <a:rPr sz="2625" spc="135" baseline="-19047" dirty="0">
                <a:latin typeface="Times New Roman"/>
                <a:cs typeface="Times New Roman"/>
              </a:rPr>
              <a:t>1</a:t>
            </a:r>
            <a:r>
              <a:rPr sz="2350" i="1" spc="15" dirty="0">
                <a:latin typeface="Times New Roman"/>
                <a:cs typeface="Times New Roman"/>
              </a:rPr>
              <a:t>z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66835" y="3577872"/>
            <a:ext cx="17780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0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1908" y="3907849"/>
            <a:ext cx="12700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i="1" spc="15" dirty="0">
                <a:latin typeface="Times New Roman"/>
                <a:cs typeface="Times New Roman"/>
              </a:rPr>
              <a:t>k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93693" y="3907849"/>
            <a:ext cx="12700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i="1" spc="15" dirty="0">
                <a:latin typeface="Times New Roman"/>
                <a:cs typeface="Times New Roman"/>
              </a:rPr>
              <a:t>k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38352" y="3907849"/>
            <a:ext cx="12700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i="1" spc="15" dirty="0">
                <a:latin typeface="Times New Roman"/>
                <a:cs typeface="Times New Roman"/>
              </a:rPr>
              <a:t>k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55386" y="3763519"/>
            <a:ext cx="549275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350" i="1" spc="20" dirty="0">
                <a:latin typeface="Times New Roman"/>
                <a:cs typeface="Times New Roman"/>
              </a:rPr>
              <a:t>y	</a:t>
            </a:r>
            <a:r>
              <a:rPr sz="2350" spc="25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38124" y="3763519"/>
            <a:ext cx="549275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350" i="1" spc="20" dirty="0">
                <a:latin typeface="Times New Roman"/>
                <a:cs typeface="Times New Roman"/>
              </a:rPr>
              <a:t>u	</a:t>
            </a: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11480" y="3768333"/>
            <a:ext cx="16129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20" dirty="0">
                <a:latin typeface="Times New Roman"/>
                <a:cs typeface="Times New Roman"/>
              </a:rPr>
              <a:t>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8136" y="4628995"/>
            <a:ext cx="312674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4195" marR="5080" indent="-53213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Au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eg</a:t>
            </a:r>
            <a:r>
              <a:rPr sz="1800" spc="-35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essio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libri"/>
                <a:cs typeface="Calibri"/>
              </a:rPr>
              <a:t>w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-45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g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ne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us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Calibri"/>
                <a:cs typeface="Calibri"/>
              </a:rPr>
              <a:t>v</a:t>
            </a:r>
            <a:r>
              <a:rPr sz="1800" dirty="0">
                <a:latin typeface="Calibri"/>
                <a:cs typeface="Calibri"/>
              </a:rPr>
              <a:t>ariabl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10" dirty="0">
                <a:latin typeface="Calibri"/>
                <a:cs typeface="Calibri"/>
              </a:rPr>
              <a:t>AR</a:t>
            </a:r>
            <a:r>
              <a:rPr sz="1800" dirty="0">
                <a:latin typeface="Calibri"/>
                <a:cs typeface="Calibri"/>
              </a:rPr>
              <a:t>X)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326264" y="3785981"/>
            <a:ext cx="1189990" cy="1072515"/>
          </a:xfrm>
          <a:custGeom>
            <a:avLst/>
            <a:gdLst/>
            <a:ahLst/>
            <a:cxnLst/>
            <a:rect l="l" t="t" r="r" b="b"/>
            <a:pathLst>
              <a:path w="1189990" h="1072514">
                <a:moveTo>
                  <a:pt x="1010777" y="0"/>
                </a:moveTo>
                <a:lnTo>
                  <a:pt x="165431" y="483"/>
                </a:lnTo>
                <a:lnTo>
                  <a:pt x="123286" y="8750"/>
                </a:lnTo>
                <a:lnTo>
                  <a:pt x="85331" y="26292"/>
                </a:lnTo>
                <a:lnTo>
                  <a:pt x="52824" y="51846"/>
                </a:lnTo>
                <a:lnTo>
                  <a:pt x="27027" y="84152"/>
                </a:lnTo>
                <a:lnTo>
                  <a:pt x="9198" y="121948"/>
                </a:lnTo>
                <a:lnTo>
                  <a:pt x="598" y="163973"/>
                </a:lnTo>
                <a:lnTo>
                  <a:pt x="0" y="178704"/>
                </a:lnTo>
                <a:lnTo>
                  <a:pt x="482" y="906687"/>
                </a:lnTo>
                <a:lnTo>
                  <a:pt x="8746" y="948834"/>
                </a:lnTo>
                <a:lnTo>
                  <a:pt x="26282" y="986795"/>
                </a:lnTo>
                <a:lnTo>
                  <a:pt x="51829" y="1019308"/>
                </a:lnTo>
                <a:lnTo>
                  <a:pt x="84128" y="1045112"/>
                </a:lnTo>
                <a:lnTo>
                  <a:pt x="121919" y="1062947"/>
                </a:lnTo>
                <a:lnTo>
                  <a:pt x="163943" y="1071550"/>
                </a:lnTo>
                <a:lnTo>
                  <a:pt x="178673" y="1072149"/>
                </a:lnTo>
                <a:lnTo>
                  <a:pt x="1024041" y="1071664"/>
                </a:lnTo>
                <a:lnTo>
                  <a:pt x="1066184" y="1063393"/>
                </a:lnTo>
                <a:lnTo>
                  <a:pt x="1104140" y="1045850"/>
                </a:lnTo>
                <a:lnTo>
                  <a:pt x="1136649" y="1020296"/>
                </a:lnTo>
                <a:lnTo>
                  <a:pt x="1162449" y="987992"/>
                </a:lnTo>
                <a:lnTo>
                  <a:pt x="1180281" y="950199"/>
                </a:lnTo>
                <a:lnTo>
                  <a:pt x="1188883" y="908177"/>
                </a:lnTo>
                <a:lnTo>
                  <a:pt x="1189481" y="893448"/>
                </a:lnTo>
                <a:lnTo>
                  <a:pt x="1188997" y="165438"/>
                </a:lnTo>
                <a:lnTo>
                  <a:pt x="1180725" y="123297"/>
                </a:lnTo>
                <a:lnTo>
                  <a:pt x="1163182" y="85341"/>
                </a:lnTo>
                <a:lnTo>
                  <a:pt x="1137628" y="52832"/>
                </a:lnTo>
                <a:lnTo>
                  <a:pt x="1105323" y="27032"/>
                </a:lnTo>
                <a:lnTo>
                  <a:pt x="1067529" y="9200"/>
                </a:lnTo>
                <a:lnTo>
                  <a:pt x="1025507" y="598"/>
                </a:lnTo>
                <a:lnTo>
                  <a:pt x="101077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326264" y="3785981"/>
            <a:ext cx="1189990" cy="1072515"/>
          </a:xfrm>
          <a:custGeom>
            <a:avLst/>
            <a:gdLst/>
            <a:ahLst/>
            <a:cxnLst/>
            <a:rect l="l" t="t" r="r" b="b"/>
            <a:pathLst>
              <a:path w="1189990" h="1072514">
                <a:moveTo>
                  <a:pt x="0" y="178704"/>
                </a:moveTo>
                <a:lnTo>
                  <a:pt x="5244" y="135549"/>
                </a:lnTo>
                <a:lnTo>
                  <a:pt x="20136" y="96203"/>
                </a:lnTo>
                <a:lnTo>
                  <a:pt x="43417" y="61927"/>
                </a:lnTo>
                <a:lnTo>
                  <a:pt x="73828" y="33982"/>
                </a:lnTo>
                <a:lnTo>
                  <a:pt x="110107" y="13629"/>
                </a:lnTo>
                <a:lnTo>
                  <a:pt x="150995" y="2130"/>
                </a:lnTo>
                <a:lnTo>
                  <a:pt x="1010777" y="0"/>
                </a:lnTo>
                <a:lnTo>
                  <a:pt x="1025507" y="598"/>
                </a:lnTo>
                <a:lnTo>
                  <a:pt x="1067529" y="9200"/>
                </a:lnTo>
                <a:lnTo>
                  <a:pt x="1105323" y="27032"/>
                </a:lnTo>
                <a:lnTo>
                  <a:pt x="1137628" y="52832"/>
                </a:lnTo>
                <a:lnTo>
                  <a:pt x="1163182" y="85341"/>
                </a:lnTo>
                <a:lnTo>
                  <a:pt x="1180725" y="123297"/>
                </a:lnTo>
                <a:lnTo>
                  <a:pt x="1188997" y="165438"/>
                </a:lnTo>
                <a:lnTo>
                  <a:pt x="1189481" y="893448"/>
                </a:lnTo>
                <a:lnTo>
                  <a:pt x="1188883" y="908177"/>
                </a:lnTo>
                <a:lnTo>
                  <a:pt x="1180281" y="950199"/>
                </a:lnTo>
                <a:lnTo>
                  <a:pt x="1162449" y="987992"/>
                </a:lnTo>
                <a:lnTo>
                  <a:pt x="1136649" y="1020296"/>
                </a:lnTo>
                <a:lnTo>
                  <a:pt x="1104140" y="1045850"/>
                </a:lnTo>
                <a:lnTo>
                  <a:pt x="1066184" y="1063393"/>
                </a:lnTo>
                <a:lnTo>
                  <a:pt x="1024041" y="1071664"/>
                </a:lnTo>
                <a:lnTo>
                  <a:pt x="178673" y="1072149"/>
                </a:lnTo>
                <a:lnTo>
                  <a:pt x="163943" y="1071550"/>
                </a:lnTo>
                <a:lnTo>
                  <a:pt x="121919" y="1062947"/>
                </a:lnTo>
                <a:lnTo>
                  <a:pt x="84128" y="1045112"/>
                </a:lnTo>
                <a:lnTo>
                  <a:pt x="51829" y="1019308"/>
                </a:lnTo>
                <a:lnTo>
                  <a:pt x="26282" y="986795"/>
                </a:lnTo>
                <a:lnTo>
                  <a:pt x="8746" y="948834"/>
                </a:lnTo>
                <a:lnTo>
                  <a:pt x="482" y="906687"/>
                </a:lnTo>
                <a:lnTo>
                  <a:pt x="0" y="178704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18155" y="3214481"/>
            <a:ext cx="13970" cy="559435"/>
          </a:xfrm>
          <a:custGeom>
            <a:avLst/>
            <a:gdLst/>
            <a:ahLst/>
            <a:cxnLst/>
            <a:rect l="l" t="t" r="r" b="b"/>
            <a:pathLst>
              <a:path w="13970" h="559435">
                <a:moveTo>
                  <a:pt x="13350" y="0"/>
                </a:moveTo>
                <a:lnTo>
                  <a:pt x="0" y="55933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875544" y="3696584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103"/>
                </a:moveTo>
                <a:lnTo>
                  <a:pt x="42611" y="77236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430668" y="4264587"/>
            <a:ext cx="961390" cy="0"/>
          </a:xfrm>
          <a:custGeom>
            <a:avLst/>
            <a:gdLst/>
            <a:ahLst/>
            <a:cxnLst/>
            <a:rect l="l" t="t" r="r" b="b"/>
            <a:pathLst>
              <a:path w="961390">
                <a:moveTo>
                  <a:pt x="0" y="0"/>
                </a:moveTo>
                <a:lnTo>
                  <a:pt x="960840" y="0"/>
                </a:lnTo>
              </a:path>
            </a:pathLst>
          </a:custGeom>
          <a:ln w="12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134749" y="4276982"/>
            <a:ext cx="246379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90" dirty="0">
                <a:latin typeface="Symbol"/>
                <a:cs typeface="Symbol"/>
              </a:rPr>
              <a:t></a:t>
            </a:r>
            <a:r>
              <a:rPr sz="1800" spc="-7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06373" y="4350861"/>
            <a:ext cx="73469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70" dirty="0">
                <a:latin typeface="Times New Roman"/>
                <a:cs typeface="Times New Roman"/>
              </a:rPr>
              <a:t>1</a:t>
            </a:r>
            <a:r>
              <a:rPr sz="2400" spc="-110" dirty="0">
                <a:latin typeface="Symbol"/>
                <a:cs typeface="Symbol"/>
              </a:rPr>
              <a:t>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i="1" spc="-300" dirty="0">
                <a:latin typeface="Times New Roman"/>
                <a:cs typeface="Times New Roman"/>
              </a:rPr>
              <a:t>a</a:t>
            </a:r>
            <a:r>
              <a:rPr sz="2700" spc="-15" baseline="-18518" dirty="0">
                <a:latin typeface="Times New Roman"/>
                <a:cs typeface="Times New Roman"/>
              </a:rPr>
              <a:t>1</a:t>
            </a:r>
            <a:r>
              <a:rPr sz="2400" i="1" spc="-75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27676" y="3891245"/>
            <a:ext cx="1663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47196" y="3224936"/>
            <a:ext cx="2540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85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751972" y="5137022"/>
            <a:ext cx="1189990" cy="1071880"/>
          </a:xfrm>
          <a:custGeom>
            <a:avLst/>
            <a:gdLst/>
            <a:ahLst/>
            <a:cxnLst/>
            <a:rect l="l" t="t" r="r" b="b"/>
            <a:pathLst>
              <a:path w="1189990" h="1071879">
                <a:moveTo>
                  <a:pt x="1010899" y="0"/>
                </a:moveTo>
                <a:lnTo>
                  <a:pt x="165520" y="468"/>
                </a:lnTo>
                <a:lnTo>
                  <a:pt x="123365" y="8693"/>
                </a:lnTo>
                <a:lnTo>
                  <a:pt x="85393" y="26204"/>
                </a:lnTo>
                <a:lnTo>
                  <a:pt x="52867" y="51736"/>
                </a:lnTo>
                <a:lnTo>
                  <a:pt x="27051" y="84028"/>
                </a:lnTo>
                <a:lnTo>
                  <a:pt x="9207" y="121817"/>
                </a:lnTo>
                <a:lnTo>
                  <a:pt x="598" y="163839"/>
                </a:lnTo>
                <a:lnTo>
                  <a:pt x="0" y="178570"/>
                </a:lnTo>
                <a:lnTo>
                  <a:pt x="468" y="905836"/>
                </a:lnTo>
                <a:lnTo>
                  <a:pt x="8693" y="948000"/>
                </a:lnTo>
                <a:lnTo>
                  <a:pt x="26203" y="985977"/>
                </a:lnTo>
                <a:lnTo>
                  <a:pt x="51734" y="1018505"/>
                </a:lnTo>
                <a:lnTo>
                  <a:pt x="84023" y="1044321"/>
                </a:lnTo>
                <a:lnTo>
                  <a:pt x="121807" y="1062165"/>
                </a:lnTo>
                <a:lnTo>
                  <a:pt x="163824" y="1070773"/>
                </a:lnTo>
                <a:lnTo>
                  <a:pt x="178551" y="1071371"/>
                </a:lnTo>
                <a:lnTo>
                  <a:pt x="1023954" y="1070901"/>
                </a:lnTo>
                <a:lnTo>
                  <a:pt x="1066107" y="1062673"/>
                </a:lnTo>
                <a:lnTo>
                  <a:pt x="1104079" y="1045162"/>
                </a:lnTo>
                <a:lnTo>
                  <a:pt x="1136606" y="1019630"/>
                </a:lnTo>
                <a:lnTo>
                  <a:pt x="1162426" y="987340"/>
                </a:lnTo>
                <a:lnTo>
                  <a:pt x="1180272" y="949553"/>
                </a:lnTo>
                <a:lnTo>
                  <a:pt x="1188882" y="907532"/>
                </a:lnTo>
                <a:lnTo>
                  <a:pt x="1189481" y="892801"/>
                </a:lnTo>
                <a:lnTo>
                  <a:pt x="1189011" y="165512"/>
                </a:lnTo>
                <a:lnTo>
                  <a:pt x="1180779" y="123356"/>
                </a:lnTo>
                <a:lnTo>
                  <a:pt x="1163262" y="85385"/>
                </a:lnTo>
                <a:lnTo>
                  <a:pt x="1137724" y="52861"/>
                </a:lnTo>
                <a:lnTo>
                  <a:pt x="1105429" y="27047"/>
                </a:lnTo>
                <a:lnTo>
                  <a:pt x="1067642" y="9206"/>
                </a:lnTo>
                <a:lnTo>
                  <a:pt x="1025626" y="598"/>
                </a:lnTo>
                <a:lnTo>
                  <a:pt x="10108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51972" y="5137022"/>
            <a:ext cx="1189990" cy="1071880"/>
          </a:xfrm>
          <a:custGeom>
            <a:avLst/>
            <a:gdLst/>
            <a:ahLst/>
            <a:cxnLst/>
            <a:rect l="l" t="t" r="r" b="b"/>
            <a:pathLst>
              <a:path w="1189990" h="1071879">
                <a:moveTo>
                  <a:pt x="0" y="178570"/>
                </a:moveTo>
                <a:lnTo>
                  <a:pt x="5249" y="135416"/>
                </a:lnTo>
                <a:lnTo>
                  <a:pt x="20155" y="96076"/>
                </a:lnTo>
                <a:lnTo>
                  <a:pt x="43454" y="61811"/>
                </a:lnTo>
                <a:lnTo>
                  <a:pt x="73884" y="33885"/>
                </a:lnTo>
                <a:lnTo>
                  <a:pt x="110181" y="13561"/>
                </a:lnTo>
                <a:lnTo>
                  <a:pt x="151082" y="2100"/>
                </a:lnTo>
                <a:lnTo>
                  <a:pt x="1010899" y="0"/>
                </a:lnTo>
                <a:lnTo>
                  <a:pt x="1025626" y="598"/>
                </a:lnTo>
                <a:lnTo>
                  <a:pt x="1067642" y="9206"/>
                </a:lnTo>
                <a:lnTo>
                  <a:pt x="1105429" y="27047"/>
                </a:lnTo>
                <a:lnTo>
                  <a:pt x="1137724" y="52861"/>
                </a:lnTo>
                <a:lnTo>
                  <a:pt x="1163262" y="85385"/>
                </a:lnTo>
                <a:lnTo>
                  <a:pt x="1180779" y="123356"/>
                </a:lnTo>
                <a:lnTo>
                  <a:pt x="1189011" y="165512"/>
                </a:lnTo>
                <a:lnTo>
                  <a:pt x="1189481" y="892801"/>
                </a:lnTo>
                <a:lnTo>
                  <a:pt x="1188882" y="907532"/>
                </a:lnTo>
                <a:lnTo>
                  <a:pt x="1180272" y="949553"/>
                </a:lnTo>
                <a:lnTo>
                  <a:pt x="1162426" y="987340"/>
                </a:lnTo>
                <a:lnTo>
                  <a:pt x="1136606" y="1019630"/>
                </a:lnTo>
                <a:lnTo>
                  <a:pt x="1104079" y="1045162"/>
                </a:lnTo>
                <a:lnTo>
                  <a:pt x="1066107" y="1062673"/>
                </a:lnTo>
                <a:lnTo>
                  <a:pt x="1023954" y="1070901"/>
                </a:lnTo>
                <a:lnTo>
                  <a:pt x="178551" y="1071371"/>
                </a:lnTo>
                <a:lnTo>
                  <a:pt x="163824" y="1070773"/>
                </a:lnTo>
                <a:lnTo>
                  <a:pt x="121807" y="1062165"/>
                </a:lnTo>
                <a:lnTo>
                  <a:pt x="84023" y="1044321"/>
                </a:lnTo>
                <a:lnTo>
                  <a:pt x="51734" y="1018505"/>
                </a:lnTo>
                <a:lnTo>
                  <a:pt x="26203" y="985977"/>
                </a:lnTo>
                <a:lnTo>
                  <a:pt x="8693" y="948000"/>
                </a:lnTo>
                <a:lnTo>
                  <a:pt x="468" y="905836"/>
                </a:lnTo>
                <a:lnTo>
                  <a:pt x="0" y="17857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42977" y="5699378"/>
            <a:ext cx="702310" cy="1905"/>
          </a:xfrm>
          <a:custGeom>
            <a:avLst/>
            <a:gdLst/>
            <a:ahLst/>
            <a:cxnLst/>
            <a:rect l="l" t="t" r="r" b="b"/>
            <a:pathLst>
              <a:path w="702309" h="1904">
                <a:moveTo>
                  <a:pt x="0" y="0"/>
                </a:moveTo>
                <a:lnTo>
                  <a:pt x="701923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568579" y="5656289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213" y="0"/>
                </a:moveTo>
                <a:lnTo>
                  <a:pt x="76321" y="44613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66289" y="5656713"/>
            <a:ext cx="961390" cy="0"/>
          </a:xfrm>
          <a:custGeom>
            <a:avLst/>
            <a:gdLst/>
            <a:ahLst/>
            <a:cxnLst/>
            <a:rect l="l" t="t" r="r" b="b"/>
            <a:pathLst>
              <a:path w="961390">
                <a:moveTo>
                  <a:pt x="0" y="0"/>
                </a:moveTo>
                <a:lnTo>
                  <a:pt x="960841" y="0"/>
                </a:lnTo>
              </a:path>
            </a:pathLst>
          </a:custGeom>
          <a:ln w="126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390086" y="5202995"/>
            <a:ext cx="246379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90" dirty="0">
                <a:latin typeface="Symbol"/>
                <a:cs typeface="Symbol"/>
              </a:rPr>
              <a:t></a:t>
            </a:r>
            <a:r>
              <a:rPr sz="1800" spc="-7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44152" y="5281740"/>
            <a:ext cx="35242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400" dirty="0">
                <a:latin typeface="Times New Roman"/>
                <a:cs typeface="Times New Roman"/>
              </a:rPr>
              <a:t>b</a:t>
            </a:r>
            <a:r>
              <a:rPr sz="2700" spc="-15" baseline="-18518" dirty="0">
                <a:latin typeface="Times New Roman"/>
                <a:cs typeface="Times New Roman"/>
              </a:rPr>
              <a:t>1</a:t>
            </a:r>
            <a:r>
              <a:rPr sz="2400" i="1" spc="-75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70382" y="5669102"/>
            <a:ext cx="246379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90" dirty="0">
                <a:latin typeface="Symbol"/>
                <a:cs typeface="Symbol"/>
              </a:rPr>
              <a:t></a:t>
            </a:r>
            <a:r>
              <a:rPr sz="1800" spc="-7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41877" y="5742996"/>
            <a:ext cx="73469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70" dirty="0">
                <a:latin typeface="Times New Roman"/>
                <a:cs typeface="Times New Roman"/>
              </a:rPr>
              <a:t>1</a:t>
            </a:r>
            <a:r>
              <a:rPr sz="2400" spc="-110" dirty="0">
                <a:latin typeface="Symbol"/>
                <a:cs typeface="Symbol"/>
              </a:rPr>
              <a:t>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i="1" spc="-300" dirty="0">
                <a:latin typeface="Times New Roman"/>
                <a:cs typeface="Times New Roman"/>
              </a:rPr>
              <a:t>a</a:t>
            </a:r>
            <a:r>
              <a:rPr sz="2700" spc="-15" baseline="-18518" dirty="0">
                <a:latin typeface="Times New Roman"/>
                <a:cs typeface="Times New Roman"/>
              </a:rPr>
              <a:t>1</a:t>
            </a:r>
            <a:r>
              <a:rPr sz="2400" i="1" spc="-75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89742" y="5199279"/>
            <a:ext cx="240029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30" dirty="0">
                <a:latin typeface="Times New Roman"/>
                <a:cs typeface="Times New Roman"/>
              </a:rPr>
              <a:t>x</a:t>
            </a:r>
            <a:r>
              <a:rPr sz="2700" i="1" spc="-112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200184" y="5219853"/>
            <a:ext cx="26225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90" dirty="0">
                <a:latin typeface="Times New Roman"/>
                <a:cs typeface="Times New Roman"/>
              </a:rPr>
              <a:t>u</a:t>
            </a:r>
            <a:r>
              <a:rPr sz="2700" i="1" spc="-112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669926" y="5446395"/>
            <a:ext cx="462915" cy="501015"/>
          </a:xfrm>
          <a:custGeom>
            <a:avLst/>
            <a:gdLst/>
            <a:ahLst/>
            <a:cxnLst/>
            <a:rect l="l" t="t" r="r" b="b"/>
            <a:pathLst>
              <a:path w="462915" h="501014">
                <a:moveTo>
                  <a:pt x="0" y="250316"/>
                </a:moveTo>
                <a:lnTo>
                  <a:pt x="3026" y="209712"/>
                </a:lnTo>
                <a:lnTo>
                  <a:pt x="11789" y="171194"/>
                </a:lnTo>
                <a:lnTo>
                  <a:pt x="25812" y="135278"/>
                </a:lnTo>
                <a:lnTo>
                  <a:pt x="55668" y="87410"/>
                </a:lnTo>
                <a:lnTo>
                  <a:pt x="94679" y="48294"/>
                </a:lnTo>
                <a:lnTo>
                  <a:pt x="141240" y="19670"/>
                </a:lnTo>
                <a:lnTo>
                  <a:pt x="193742" y="3276"/>
                </a:lnTo>
                <a:lnTo>
                  <a:pt x="231251" y="0"/>
                </a:lnTo>
                <a:lnTo>
                  <a:pt x="250217" y="829"/>
                </a:lnTo>
                <a:lnTo>
                  <a:pt x="304346" y="12760"/>
                </a:lnTo>
                <a:lnTo>
                  <a:pt x="353071" y="37501"/>
                </a:lnTo>
                <a:lnTo>
                  <a:pt x="394784" y="73313"/>
                </a:lnTo>
                <a:lnTo>
                  <a:pt x="427877" y="118457"/>
                </a:lnTo>
                <a:lnTo>
                  <a:pt x="444355" y="152878"/>
                </a:lnTo>
                <a:lnTo>
                  <a:pt x="455811" y="190160"/>
                </a:lnTo>
                <a:lnTo>
                  <a:pt x="461767" y="229786"/>
                </a:lnTo>
                <a:lnTo>
                  <a:pt x="462533" y="250316"/>
                </a:lnTo>
                <a:lnTo>
                  <a:pt x="461767" y="270847"/>
                </a:lnTo>
                <a:lnTo>
                  <a:pt x="455811" y="310473"/>
                </a:lnTo>
                <a:lnTo>
                  <a:pt x="444355" y="347755"/>
                </a:lnTo>
                <a:lnTo>
                  <a:pt x="427877" y="382176"/>
                </a:lnTo>
                <a:lnTo>
                  <a:pt x="394784" y="427320"/>
                </a:lnTo>
                <a:lnTo>
                  <a:pt x="353071" y="463132"/>
                </a:lnTo>
                <a:lnTo>
                  <a:pt x="304346" y="487873"/>
                </a:lnTo>
                <a:lnTo>
                  <a:pt x="250217" y="499804"/>
                </a:lnTo>
                <a:lnTo>
                  <a:pt x="231251" y="500633"/>
                </a:lnTo>
                <a:lnTo>
                  <a:pt x="212286" y="499804"/>
                </a:lnTo>
                <a:lnTo>
                  <a:pt x="158160" y="487873"/>
                </a:lnTo>
                <a:lnTo>
                  <a:pt x="109440" y="463132"/>
                </a:lnTo>
                <a:lnTo>
                  <a:pt x="67734" y="427320"/>
                </a:lnTo>
                <a:lnTo>
                  <a:pt x="34648" y="382176"/>
                </a:lnTo>
                <a:lnTo>
                  <a:pt x="18173" y="347755"/>
                </a:lnTo>
                <a:lnTo>
                  <a:pt x="6721" y="310473"/>
                </a:lnTo>
                <a:lnTo>
                  <a:pt x="766" y="270847"/>
                </a:lnTo>
                <a:lnTo>
                  <a:pt x="0" y="250316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901391" y="4862703"/>
            <a:ext cx="13970" cy="559435"/>
          </a:xfrm>
          <a:custGeom>
            <a:avLst/>
            <a:gdLst/>
            <a:ahLst/>
            <a:cxnLst/>
            <a:rect l="l" t="t" r="r" b="b"/>
            <a:pathLst>
              <a:path w="13970" h="559435">
                <a:moveTo>
                  <a:pt x="13350" y="0"/>
                </a:moveTo>
                <a:lnTo>
                  <a:pt x="0" y="55932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858779" y="5344786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118"/>
                </a:moveTo>
                <a:lnTo>
                  <a:pt x="42611" y="77248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786274" y="5479510"/>
            <a:ext cx="21907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35" dirty="0">
                <a:latin typeface="Symbol"/>
                <a:cs typeface="Symbol"/>
              </a:rPr>
              <a:t>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308409" y="5222901"/>
            <a:ext cx="24447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95" dirty="0">
                <a:latin typeface="Times New Roman"/>
                <a:cs typeface="Times New Roman"/>
              </a:rPr>
              <a:t>y</a:t>
            </a:r>
            <a:r>
              <a:rPr sz="2700" i="1" spc="-112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04918" y="4906905"/>
            <a:ext cx="268605" cy="40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-70" dirty="0">
                <a:latin typeface="Symbol"/>
                <a:cs typeface="Symbol"/>
              </a:rPr>
              <a:t></a:t>
            </a:r>
            <a:r>
              <a:rPr sz="2700" i="1" spc="-97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010546" y="5684901"/>
            <a:ext cx="702310" cy="1905"/>
          </a:xfrm>
          <a:custGeom>
            <a:avLst/>
            <a:gdLst/>
            <a:ahLst/>
            <a:cxnLst/>
            <a:rect l="l" t="t" r="r" b="b"/>
            <a:pathLst>
              <a:path w="702310" h="1904">
                <a:moveTo>
                  <a:pt x="0" y="0"/>
                </a:moveTo>
                <a:lnTo>
                  <a:pt x="701923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636148" y="564181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213" y="0"/>
                </a:moveTo>
                <a:lnTo>
                  <a:pt x="76321" y="44613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117220" y="5684901"/>
            <a:ext cx="702310" cy="1905"/>
          </a:xfrm>
          <a:custGeom>
            <a:avLst/>
            <a:gdLst/>
            <a:ahLst/>
            <a:cxnLst/>
            <a:rect l="l" t="t" r="r" b="b"/>
            <a:pathLst>
              <a:path w="702309" h="1904">
                <a:moveTo>
                  <a:pt x="0" y="0"/>
                </a:moveTo>
                <a:lnTo>
                  <a:pt x="701923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742822" y="564181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213" y="0"/>
                </a:moveTo>
                <a:lnTo>
                  <a:pt x="76321" y="44613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24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z="4000" dirty="0">
                <a:latin typeface="Calibri"/>
                <a:cs typeface="Calibri"/>
              </a:rPr>
              <a:t>Mo</a:t>
            </a:r>
            <a:r>
              <a:rPr sz="4000" spc="-70" dirty="0">
                <a:latin typeface="Calibri"/>
                <a:cs typeface="Calibri"/>
              </a:rPr>
              <a:t>r</a:t>
            </a:r>
            <a:r>
              <a:rPr sz="4000" spc="-20" dirty="0">
                <a:latin typeface="Calibri"/>
                <a:cs typeface="Calibri"/>
              </a:rPr>
              <a:t>e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spc="-70" dirty="0">
                <a:latin typeface="Calibri"/>
                <a:cs typeface="Calibri"/>
              </a:rPr>
              <a:t>r</a:t>
            </a:r>
            <a:r>
              <a:rPr sz="4000" dirty="0">
                <a:latin typeface="Calibri"/>
                <a:cs typeface="Calibri"/>
              </a:rPr>
              <a:t>ea</a:t>
            </a:r>
            <a:r>
              <a:rPr sz="4000" spc="-5" dirty="0">
                <a:latin typeface="Calibri"/>
                <a:cs typeface="Calibri"/>
              </a:rPr>
              <a:t>li</a:t>
            </a:r>
            <a:r>
              <a:rPr sz="4000" spc="-55" dirty="0">
                <a:latin typeface="Calibri"/>
                <a:cs typeface="Calibri"/>
              </a:rPr>
              <a:t>s</a:t>
            </a:r>
            <a:r>
              <a:rPr sz="4000" spc="-5" dirty="0">
                <a:latin typeface="Calibri"/>
                <a:cs typeface="Calibri"/>
              </a:rPr>
              <a:t>t</a:t>
            </a:r>
            <a:r>
              <a:rPr sz="4000" spc="-10" dirty="0">
                <a:latin typeface="Calibri"/>
                <a:cs typeface="Calibri"/>
              </a:rPr>
              <a:t>i</a:t>
            </a:r>
            <a:r>
              <a:rPr sz="4000" dirty="0">
                <a:latin typeface="Calibri"/>
                <a:cs typeface="Calibri"/>
              </a:rPr>
              <a:t>c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80360" y="3948685"/>
            <a:ext cx="1040765" cy="0"/>
          </a:xfrm>
          <a:custGeom>
            <a:avLst/>
            <a:gdLst/>
            <a:ahLst/>
            <a:cxnLst/>
            <a:rect l="l" t="t" r="r" b="b"/>
            <a:pathLst>
              <a:path w="1040764">
                <a:moveTo>
                  <a:pt x="0" y="0"/>
                </a:moveTo>
                <a:lnTo>
                  <a:pt x="1040676" y="0"/>
                </a:lnTo>
              </a:path>
            </a:pathLst>
          </a:custGeom>
          <a:ln w="125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48933" y="3948685"/>
            <a:ext cx="1017269" cy="0"/>
          </a:xfrm>
          <a:custGeom>
            <a:avLst/>
            <a:gdLst/>
            <a:ahLst/>
            <a:cxnLst/>
            <a:rect l="l" t="t" r="r" b="b"/>
            <a:pathLst>
              <a:path w="1017270">
                <a:moveTo>
                  <a:pt x="0" y="0"/>
                </a:moveTo>
                <a:lnTo>
                  <a:pt x="1016859" y="0"/>
                </a:lnTo>
              </a:path>
            </a:pathLst>
          </a:custGeom>
          <a:ln w="125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43965" y="3960963"/>
            <a:ext cx="26479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5" dirty="0">
                <a:latin typeface="Symbol"/>
                <a:cs typeface="Symbol"/>
              </a:rPr>
              <a:t></a:t>
            </a:r>
            <a:r>
              <a:rPr sz="1750" spc="1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88712" y="3960963"/>
            <a:ext cx="26479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5" dirty="0">
                <a:latin typeface="Symbol"/>
                <a:cs typeface="Symbol"/>
              </a:rPr>
              <a:t></a:t>
            </a:r>
            <a:r>
              <a:rPr sz="1750" spc="1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5051" y="4034303"/>
            <a:ext cx="2438400" cy="3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80845" algn="l"/>
              </a:tabLst>
            </a:pPr>
            <a:r>
              <a:rPr sz="2350" spc="200" dirty="0">
                <a:latin typeface="Times New Roman"/>
                <a:cs typeface="Times New Roman"/>
              </a:rPr>
              <a:t>1</a:t>
            </a:r>
            <a:r>
              <a:rPr sz="2350" spc="25" dirty="0">
                <a:latin typeface="Symbol"/>
                <a:cs typeface="Symbol"/>
              </a:rPr>
              <a:t></a:t>
            </a:r>
            <a:r>
              <a:rPr sz="2350" spc="-145" dirty="0">
                <a:latin typeface="Times New Roman"/>
                <a:cs typeface="Times New Roman"/>
              </a:rPr>
              <a:t> </a:t>
            </a:r>
            <a:r>
              <a:rPr sz="2350" i="1" spc="-195" dirty="0">
                <a:latin typeface="Times New Roman"/>
                <a:cs typeface="Times New Roman"/>
              </a:rPr>
              <a:t>a</a:t>
            </a:r>
            <a:r>
              <a:rPr sz="2625" spc="135" baseline="-19047" dirty="0">
                <a:latin typeface="Times New Roman"/>
                <a:cs typeface="Times New Roman"/>
              </a:rPr>
              <a:t>1</a:t>
            </a:r>
            <a:r>
              <a:rPr sz="2350" i="1" spc="15" dirty="0">
                <a:latin typeface="Times New Roman"/>
                <a:cs typeface="Times New Roman"/>
              </a:rPr>
              <a:t>z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spc="200" dirty="0">
                <a:latin typeface="Times New Roman"/>
                <a:cs typeface="Times New Roman"/>
              </a:rPr>
              <a:t>1</a:t>
            </a:r>
            <a:r>
              <a:rPr sz="2350" spc="25" dirty="0">
                <a:latin typeface="Symbol"/>
                <a:cs typeface="Symbol"/>
              </a:rPr>
              <a:t></a:t>
            </a:r>
            <a:r>
              <a:rPr sz="2350" spc="-180" dirty="0">
                <a:latin typeface="Times New Roman"/>
                <a:cs typeface="Times New Roman"/>
              </a:rPr>
              <a:t> </a:t>
            </a:r>
            <a:r>
              <a:rPr sz="2350" i="1" spc="-210" dirty="0">
                <a:latin typeface="Times New Roman"/>
                <a:cs typeface="Times New Roman"/>
              </a:rPr>
              <a:t>c</a:t>
            </a:r>
            <a:r>
              <a:rPr sz="2625" spc="135" baseline="-19047" dirty="0">
                <a:latin typeface="Times New Roman"/>
                <a:cs typeface="Times New Roman"/>
              </a:rPr>
              <a:t>1</a:t>
            </a:r>
            <a:r>
              <a:rPr sz="2350" i="1" spc="15" dirty="0">
                <a:latin typeface="Times New Roman"/>
                <a:cs typeface="Times New Roman"/>
              </a:rPr>
              <a:t>z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06784" y="3907849"/>
            <a:ext cx="12700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i="1" spc="15" dirty="0">
                <a:latin typeface="Times New Roman"/>
                <a:cs typeface="Times New Roman"/>
              </a:rPr>
              <a:t>k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7660" y="3907849"/>
            <a:ext cx="12700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i="1" spc="15" dirty="0">
                <a:latin typeface="Times New Roman"/>
                <a:cs typeface="Times New Roman"/>
              </a:rPr>
              <a:t>k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0109" y="4741454"/>
            <a:ext cx="292354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825" marR="5080" indent="-23876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B</a:t>
            </a:r>
            <a:r>
              <a:rPr sz="1800" spc="-4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x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J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k</a:t>
            </a:r>
            <a:r>
              <a:rPr sz="1800" dirty="0">
                <a:latin typeface="Calibri"/>
                <a:cs typeface="Calibri"/>
              </a:rPr>
              <a:t>ins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w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th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eg</a:t>
            </a:r>
            <a:r>
              <a:rPr sz="1800" spc="-35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essi</a:t>
            </a:r>
            <a:r>
              <a:rPr sz="1800" spc="-25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10" dirty="0">
                <a:latin typeface="Calibri"/>
                <a:cs typeface="Calibri"/>
              </a:rPr>
              <a:t>AR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26264" y="3785981"/>
            <a:ext cx="1189990" cy="1072515"/>
          </a:xfrm>
          <a:custGeom>
            <a:avLst/>
            <a:gdLst/>
            <a:ahLst/>
            <a:cxnLst/>
            <a:rect l="l" t="t" r="r" b="b"/>
            <a:pathLst>
              <a:path w="1189990" h="1072514">
                <a:moveTo>
                  <a:pt x="1010777" y="0"/>
                </a:moveTo>
                <a:lnTo>
                  <a:pt x="165431" y="483"/>
                </a:lnTo>
                <a:lnTo>
                  <a:pt x="123286" y="8750"/>
                </a:lnTo>
                <a:lnTo>
                  <a:pt x="85331" y="26292"/>
                </a:lnTo>
                <a:lnTo>
                  <a:pt x="52824" y="51846"/>
                </a:lnTo>
                <a:lnTo>
                  <a:pt x="27027" y="84152"/>
                </a:lnTo>
                <a:lnTo>
                  <a:pt x="9198" y="121948"/>
                </a:lnTo>
                <a:lnTo>
                  <a:pt x="598" y="163973"/>
                </a:lnTo>
                <a:lnTo>
                  <a:pt x="0" y="178704"/>
                </a:lnTo>
                <a:lnTo>
                  <a:pt x="482" y="906687"/>
                </a:lnTo>
                <a:lnTo>
                  <a:pt x="8746" y="948834"/>
                </a:lnTo>
                <a:lnTo>
                  <a:pt x="26282" y="986795"/>
                </a:lnTo>
                <a:lnTo>
                  <a:pt x="51829" y="1019308"/>
                </a:lnTo>
                <a:lnTo>
                  <a:pt x="84128" y="1045112"/>
                </a:lnTo>
                <a:lnTo>
                  <a:pt x="121919" y="1062947"/>
                </a:lnTo>
                <a:lnTo>
                  <a:pt x="163943" y="1071550"/>
                </a:lnTo>
                <a:lnTo>
                  <a:pt x="178673" y="1072149"/>
                </a:lnTo>
                <a:lnTo>
                  <a:pt x="1024041" y="1071664"/>
                </a:lnTo>
                <a:lnTo>
                  <a:pt x="1066184" y="1063393"/>
                </a:lnTo>
                <a:lnTo>
                  <a:pt x="1104140" y="1045850"/>
                </a:lnTo>
                <a:lnTo>
                  <a:pt x="1136649" y="1020296"/>
                </a:lnTo>
                <a:lnTo>
                  <a:pt x="1162449" y="987992"/>
                </a:lnTo>
                <a:lnTo>
                  <a:pt x="1180281" y="950199"/>
                </a:lnTo>
                <a:lnTo>
                  <a:pt x="1188883" y="908177"/>
                </a:lnTo>
                <a:lnTo>
                  <a:pt x="1189481" y="893448"/>
                </a:lnTo>
                <a:lnTo>
                  <a:pt x="1188997" y="165438"/>
                </a:lnTo>
                <a:lnTo>
                  <a:pt x="1180725" y="123297"/>
                </a:lnTo>
                <a:lnTo>
                  <a:pt x="1163182" y="85341"/>
                </a:lnTo>
                <a:lnTo>
                  <a:pt x="1137628" y="52832"/>
                </a:lnTo>
                <a:lnTo>
                  <a:pt x="1105323" y="27032"/>
                </a:lnTo>
                <a:lnTo>
                  <a:pt x="1067529" y="9200"/>
                </a:lnTo>
                <a:lnTo>
                  <a:pt x="1025507" y="598"/>
                </a:lnTo>
                <a:lnTo>
                  <a:pt x="101077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26264" y="3785981"/>
            <a:ext cx="1189990" cy="1072515"/>
          </a:xfrm>
          <a:custGeom>
            <a:avLst/>
            <a:gdLst/>
            <a:ahLst/>
            <a:cxnLst/>
            <a:rect l="l" t="t" r="r" b="b"/>
            <a:pathLst>
              <a:path w="1189990" h="1072514">
                <a:moveTo>
                  <a:pt x="0" y="178704"/>
                </a:moveTo>
                <a:lnTo>
                  <a:pt x="5244" y="135549"/>
                </a:lnTo>
                <a:lnTo>
                  <a:pt x="20136" y="96203"/>
                </a:lnTo>
                <a:lnTo>
                  <a:pt x="43417" y="61927"/>
                </a:lnTo>
                <a:lnTo>
                  <a:pt x="73828" y="33982"/>
                </a:lnTo>
                <a:lnTo>
                  <a:pt x="110107" y="13629"/>
                </a:lnTo>
                <a:lnTo>
                  <a:pt x="150995" y="2130"/>
                </a:lnTo>
                <a:lnTo>
                  <a:pt x="1010777" y="0"/>
                </a:lnTo>
                <a:lnTo>
                  <a:pt x="1025507" y="598"/>
                </a:lnTo>
                <a:lnTo>
                  <a:pt x="1067529" y="9200"/>
                </a:lnTo>
                <a:lnTo>
                  <a:pt x="1105323" y="27032"/>
                </a:lnTo>
                <a:lnTo>
                  <a:pt x="1137628" y="52832"/>
                </a:lnTo>
                <a:lnTo>
                  <a:pt x="1163182" y="85341"/>
                </a:lnTo>
                <a:lnTo>
                  <a:pt x="1180725" y="123297"/>
                </a:lnTo>
                <a:lnTo>
                  <a:pt x="1188997" y="165438"/>
                </a:lnTo>
                <a:lnTo>
                  <a:pt x="1189481" y="893448"/>
                </a:lnTo>
                <a:lnTo>
                  <a:pt x="1188883" y="908177"/>
                </a:lnTo>
                <a:lnTo>
                  <a:pt x="1180281" y="950199"/>
                </a:lnTo>
                <a:lnTo>
                  <a:pt x="1162449" y="987992"/>
                </a:lnTo>
                <a:lnTo>
                  <a:pt x="1136649" y="1020296"/>
                </a:lnTo>
                <a:lnTo>
                  <a:pt x="1104140" y="1045850"/>
                </a:lnTo>
                <a:lnTo>
                  <a:pt x="1066184" y="1063393"/>
                </a:lnTo>
                <a:lnTo>
                  <a:pt x="1024041" y="1071664"/>
                </a:lnTo>
                <a:lnTo>
                  <a:pt x="178673" y="1072149"/>
                </a:lnTo>
                <a:lnTo>
                  <a:pt x="163943" y="1071550"/>
                </a:lnTo>
                <a:lnTo>
                  <a:pt x="121919" y="1062947"/>
                </a:lnTo>
                <a:lnTo>
                  <a:pt x="84128" y="1045112"/>
                </a:lnTo>
                <a:lnTo>
                  <a:pt x="51829" y="1019308"/>
                </a:lnTo>
                <a:lnTo>
                  <a:pt x="26282" y="986795"/>
                </a:lnTo>
                <a:lnTo>
                  <a:pt x="8746" y="948834"/>
                </a:lnTo>
                <a:lnTo>
                  <a:pt x="482" y="906687"/>
                </a:lnTo>
                <a:lnTo>
                  <a:pt x="0" y="178704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918155" y="3214481"/>
            <a:ext cx="13970" cy="559435"/>
          </a:xfrm>
          <a:custGeom>
            <a:avLst/>
            <a:gdLst/>
            <a:ahLst/>
            <a:cxnLst/>
            <a:rect l="l" t="t" r="r" b="b"/>
            <a:pathLst>
              <a:path w="13970" h="559435">
                <a:moveTo>
                  <a:pt x="13350" y="0"/>
                </a:moveTo>
                <a:lnTo>
                  <a:pt x="0" y="55933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75544" y="3696584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103"/>
                </a:moveTo>
                <a:lnTo>
                  <a:pt x="42611" y="77236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30668" y="4264587"/>
            <a:ext cx="939165" cy="0"/>
          </a:xfrm>
          <a:custGeom>
            <a:avLst/>
            <a:gdLst/>
            <a:ahLst/>
            <a:cxnLst/>
            <a:rect l="l" t="t" r="r" b="b"/>
            <a:pathLst>
              <a:path w="939165">
                <a:moveTo>
                  <a:pt x="0" y="0"/>
                </a:moveTo>
                <a:lnTo>
                  <a:pt x="938845" y="0"/>
                </a:lnTo>
              </a:path>
            </a:pathLst>
          </a:custGeom>
          <a:ln w="12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5234" y="2332504"/>
            <a:ext cx="7567295" cy="1122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81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pp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oac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y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ds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ase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25" dirty="0">
                <a:latin typeface="Calibri"/>
                <a:cs typeface="Calibri"/>
              </a:rPr>
              <a:t>.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R="186055" algn="r">
              <a:lnSpc>
                <a:spcPts val="2665"/>
              </a:lnSpc>
            </a:pPr>
            <a:r>
              <a:rPr sz="2400" i="1" spc="-85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8727" y="3498095"/>
            <a:ext cx="26479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5" dirty="0">
                <a:latin typeface="Symbol"/>
                <a:cs typeface="Symbol"/>
              </a:rPr>
              <a:t></a:t>
            </a:r>
            <a:r>
              <a:rPr sz="1750" spc="1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4051" y="3576297"/>
            <a:ext cx="379095" cy="391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-310" dirty="0">
                <a:latin typeface="Times New Roman"/>
                <a:cs typeface="Times New Roman"/>
              </a:rPr>
              <a:t>b</a:t>
            </a:r>
            <a:r>
              <a:rPr sz="2625" spc="135" baseline="-19047" dirty="0">
                <a:latin typeface="Times New Roman"/>
                <a:cs typeface="Times New Roman"/>
              </a:rPr>
              <a:t>1</a:t>
            </a:r>
            <a:r>
              <a:rPr sz="2350" i="1" spc="15" dirty="0">
                <a:latin typeface="Times New Roman"/>
                <a:cs typeface="Times New Roman"/>
              </a:rPr>
              <a:t>z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68067" y="3577872"/>
            <a:ext cx="17780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20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04887" y="3907849"/>
            <a:ext cx="12700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i="1" spc="15" dirty="0">
                <a:latin typeface="Times New Roman"/>
                <a:cs typeface="Times New Roman"/>
              </a:rPr>
              <a:t>k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68413" y="3763507"/>
            <a:ext cx="549275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350" i="1" spc="20" dirty="0">
                <a:latin typeface="Times New Roman"/>
                <a:cs typeface="Times New Roman"/>
              </a:rPr>
              <a:t>y	</a:t>
            </a:r>
            <a:r>
              <a:rPr sz="2350" spc="25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51265" y="3763507"/>
            <a:ext cx="549275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350" i="1" spc="20" dirty="0">
                <a:latin typeface="Times New Roman"/>
                <a:cs typeface="Times New Roman"/>
              </a:rPr>
              <a:t>u	</a:t>
            </a:r>
            <a:r>
              <a:rPr sz="2350" spc="25" dirty="0">
                <a:latin typeface="Symbol"/>
                <a:cs typeface="Symbol"/>
              </a:rPr>
              <a:t>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00803" y="3768226"/>
            <a:ext cx="16129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20" dirty="0">
                <a:latin typeface="Times New Roman"/>
                <a:cs typeface="Times New Roman"/>
              </a:rPr>
              <a:t>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12766" y="4276982"/>
            <a:ext cx="246379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90" dirty="0">
                <a:latin typeface="Symbol"/>
                <a:cs typeface="Symbol"/>
              </a:rPr>
              <a:t></a:t>
            </a:r>
            <a:r>
              <a:rPr sz="1800" spc="-7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06352" y="4350861"/>
            <a:ext cx="71247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70" dirty="0">
                <a:latin typeface="Times New Roman"/>
                <a:cs typeface="Times New Roman"/>
              </a:rPr>
              <a:t>1</a:t>
            </a:r>
            <a:r>
              <a:rPr sz="2400" spc="-110" dirty="0">
                <a:latin typeface="Symbol"/>
                <a:cs typeface="Symbol"/>
              </a:rPr>
              <a:t>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i="1" spc="-305" dirty="0">
                <a:latin typeface="Times New Roman"/>
                <a:cs typeface="Times New Roman"/>
              </a:rPr>
              <a:t>c</a:t>
            </a:r>
            <a:r>
              <a:rPr sz="2700" spc="-7" baseline="-18518" dirty="0">
                <a:latin typeface="Times New Roman"/>
                <a:cs typeface="Times New Roman"/>
              </a:rPr>
              <a:t>1</a:t>
            </a:r>
            <a:r>
              <a:rPr sz="2400" i="1" spc="-75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16678" y="3891245"/>
            <a:ext cx="1663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751972" y="5137022"/>
            <a:ext cx="1189990" cy="1071880"/>
          </a:xfrm>
          <a:custGeom>
            <a:avLst/>
            <a:gdLst/>
            <a:ahLst/>
            <a:cxnLst/>
            <a:rect l="l" t="t" r="r" b="b"/>
            <a:pathLst>
              <a:path w="1189990" h="1071879">
                <a:moveTo>
                  <a:pt x="1010899" y="0"/>
                </a:moveTo>
                <a:lnTo>
                  <a:pt x="165520" y="468"/>
                </a:lnTo>
                <a:lnTo>
                  <a:pt x="123365" y="8693"/>
                </a:lnTo>
                <a:lnTo>
                  <a:pt x="85393" y="26204"/>
                </a:lnTo>
                <a:lnTo>
                  <a:pt x="52867" y="51736"/>
                </a:lnTo>
                <a:lnTo>
                  <a:pt x="27051" y="84028"/>
                </a:lnTo>
                <a:lnTo>
                  <a:pt x="9207" y="121817"/>
                </a:lnTo>
                <a:lnTo>
                  <a:pt x="598" y="163839"/>
                </a:lnTo>
                <a:lnTo>
                  <a:pt x="0" y="178570"/>
                </a:lnTo>
                <a:lnTo>
                  <a:pt x="468" y="905836"/>
                </a:lnTo>
                <a:lnTo>
                  <a:pt x="8693" y="948000"/>
                </a:lnTo>
                <a:lnTo>
                  <a:pt x="26203" y="985977"/>
                </a:lnTo>
                <a:lnTo>
                  <a:pt x="51734" y="1018505"/>
                </a:lnTo>
                <a:lnTo>
                  <a:pt x="84023" y="1044321"/>
                </a:lnTo>
                <a:lnTo>
                  <a:pt x="121807" y="1062165"/>
                </a:lnTo>
                <a:lnTo>
                  <a:pt x="163824" y="1070773"/>
                </a:lnTo>
                <a:lnTo>
                  <a:pt x="178551" y="1071371"/>
                </a:lnTo>
                <a:lnTo>
                  <a:pt x="1023954" y="1070901"/>
                </a:lnTo>
                <a:lnTo>
                  <a:pt x="1066107" y="1062673"/>
                </a:lnTo>
                <a:lnTo>
                  <a:pt x="1104079" y="1045162"/>
                </a:lnTo>
                <a:lnTo>
                  <a:pt x="1136606" y="1019630"/>
                </a:lnTo>
                <a:lnTo>
                  <a:pt x="1162426" y="987340"/>
                </a:lnTo>
                <a:lnTo>
                  <a:pt x="1180272" y="949553"/>
                </a:lnTo>
                <a:lnTo>
                  <a:pt x="1188882" y="907532"/>
                </a:lnTo>
                <a:lnTo>
                  <a:pt x="1189481" y="892801"/>
                </a:lnTo>
                <a:lnTo>
                  <a:pt x="1189011" y="165512"/>
                </a:lnTo>
                <a:lnTo>
                  <a:pt x="1180779" y="123356"/>
                </a:lnTo>
                <a:lnTo>
                  <a:pt x="1163262" y="85385"/>
                </a:lnTo>
                <a:lnTo>
                  <a:pt x="1137724" y="52861"/>
                </a:lnTo>
                <a:lnTo>
                  <a:pt x="1105429" y="27047"/>
                </a:lnTo>
                <a:lnTo>
                  <a:pt x="1067642" y="9206"/>
                </a:lnTo>
                <a:lnTo>
                  <a:pt x="1025626" y="598"/>
                </a:lnTo>
                <a:lnTo>
                  <a:pt x="10108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51972" y="5137022"/>
            <a:ext cx="1189990" cy="1071880"/>
          </a:xfrm>
          <a:custGeom>
            <a:avLst/>
            <a:gdLst/>
            <a:ahLst/>
            <a:cxnLst/>
            <a:rect l="l" t="t" r="r" b="b"/>
            <a:pathLst>
              <a:path w="1189990" h="1071879">
                <a:moveTo>
                  <a:pt x="0" y="178570"/>
                </a:moveTo>
                <a:lnTo>
                  <a:pt x="5249" y="135416"/>
                </a:lnTo>
                <a:lnTo>
                  <a:pt x="20155" y="96076"/>
                </a:lnTo>
                <a:lnTo>
                  <a:pt x="43454" y="61811"/>
                </a:lnTo>
                <a:lnTo>
                  <a:pt x="73884" y="33885"/>
                </a:lnTo>
                <a:lnTo>
                  <a:pt x="110181" y="13561"/>
                </a:lnTo>
                <a:lnTo>
                  <a:pt x="151082" y="2100"/>
                </a:lnTo>
                <a:lnTo>
                  <a:pt x="1010899" y="0"/>
                </a:lnTo>
                <a:lnTo>
                  <a:pt x="1025626" y="598"/>
                </a:lnTo>
                <a:lnTo>
                  <a:pt x="1067642" y="9206"/>
                </a:lnTo>
                <a:lnTo>
                  <a:pt x="1105429" y="27047"/>
                </a:lnTo>
                <a:lnTo>
                  <a:pt x="1137724" y="52861"/>
                </a:lnTo>
                <a:lnTo>
                  <a:pt x="1163262" y="85385"/>
                </a:lnTo>
                <a:lnTo>
                  <a:pt x="1180779" y="123356"/>
                </a:lnTo>
                <a:lnTo>
                  <a:pt x="1189011" y="165512"/>
                </a:lnTo>
                <a:lnTo>
                  <a:pt x="1189481" y="892801"/>
                </a:lnTo>
                <a:lnTo>
                  <a:pt x="1188882" y="907532"/>
                </a:lnTo>
                <a:lnTo>
                  <a:pt x="1180272" y="949553"/>
                </a:lnTo>
                <a:lnTo>
                  <a:pt x="1162426" y="987340"/>
                </a:lnTo>
                <a:lnTo>
                  <a:pt x="1136606" y="1019630"/>
                </a:lnTo>
                <a:lnTo>
                  <a:pt x="1104079" y="1045162"/>
                </a:lnTo>
                <a:lnTo>
                  <a:pt x="1066107" y="1062673"/>
                </a:lnTo>
                <a:lnTo>
                  <a:pt x="1023954" y="1070901"/>
                </a:lnTo>
                <a:lnTo>
                  <a:pt x="178551" y="1071371"/>
                </a:lnTo>
                <a:lnTo>
                  <a:pt x="163824" y="1070773"/>
                </a:lnTo>
                <a:lnTo>
                  <a:pt x="121807" y="1062165"/>
                </a:lnTo>
                <a:lnTo>
                  <a:pt x="84023" y="1044321"/>
                </a:lnTo>
                <a:lnTo>
                  <a:pt x="51734" y="1018505"/>
                </a:lnTo>
                <a:lnTo>
                  <a:pt x="26203" y="985977"/>
                </a:lnTo>
                <a:lnTo>
                  <a:pt x="8693" y="948000"/>
                </a:lnTo>
                <a:lnTo>
                  <a:pt x="468" y="905836"/>
                </a:lnTo>
                <a:lnTo>
                  <a:pt x="0" y="17857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42977" y="5699378"/>
            <a:ext cx="702310" cy="1905"/>
          </a:xfrm>
          <a:custGeom>
            <a:avLst/>
            <a:gdLst/>
            <a:ahLst/>
            <a:cxnLst/>
            <a:rect l="l" t="t" r="r" b="b"/>
            <a:pathLst>
              <a:path w="702309" h="1904">
                <a:moveTo>
                  <a:pt x="0" y="0"/>
                </a:moveTo>
                <a:lnTo>
                  <a:pt x="701923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68579" y="5656289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213" y="0"/>
                </a:moveTo>
                <a:lnTo>
                  <a:pt x="76321" y="44613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866289" y="5656713"/>
            <a:ext cx="961390" cy="0"/>
          </a:xfrm>
          <a:custGeom>
            <a:avLst/>
            <a:gdLst/>
            <a:ahLst/>
            <a:cxnLst/>
            <a:rect l="l" t="t" r="r" b="b"/>
            <a:pathLst>
              <a:path w="961390">
                <a:moveTo>
                  <a:pt x="0" y="0"/>
                </a:moveTo>
                <a:lnTo>
                  <a:pt x="960841" y="0"/>
                </a:lnTo>
              </a:path>
            </a:pathLst>
          </a:custGeom>
          <a:ln w="126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390086" y="5202995"/>
            <a:ext cx="246379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90" dirty="0">
                <a:latin typeface="Symbol"/>
                <a:cs typeface="Symbol"/>
              </a:rPr>
              <a:t></a:t>
            </a:r>
            <a:r>
              <a:rPr sz="1800" spc="-7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44152" y="5281740"/>
            <a:ext cx="35242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400" dirty="0">
                <a:latin typeface="Times New Roman"/>
                <a:cs typeface="Times New Roman"/>
              </a:rPr>
              <a:t>b</a:t>
            </a:r>
            <a:r>
              <a:rPr sz="2700" spc="-15" baseline="-18518" dirty="0">
                <a:latin typeface="Times New Roman"/>
                <a:cs typeface="Times New Roman"/>
              </a:rPr>
              <a:t>1</a:t>
            </a:r>
            <a:r>
              <a:rPr sz="2400" i="1" spc="-75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89742" y="5199279"/>
            <a:ext cx="240029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30" dirty="0">
                <a:latin typeface="Times New Roman"/>
                <a:cs typeface="Times New Roman"/>
              </a:rPr>
              <a:t>x</a:t>
            </a:r>
            <a:r>
              <a:rPr sz="2700" i="1" spc="-112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200184" y="5219853"/>
            <a:ext cx="26225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90" dirty="0">
                <a:latin typeface="Times New Roman"/>
                <a:cs typeface="Times New Roman"/>
              </a:rPr>
              <a:t>u</a:t>
            </a:r>
            <a:r>
              <a:rPr sz="2700" i="1" spc="-112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669926" y="5446395"/>
            <a:ext cx="462915" cy="501015"/>
          </a:xfrm>
          <a:custGeom>
            <a:avLst/>
            <a:gdLst/>
            <a:ahLst/>
            <a:cxnLst/>
            <a:rect l="l" t="t" r="r" b="b"/>
            <a:pathLst>
              <a:path w="462915" h="501014">
                <a:moveTo>
                  <a:pt x="0" y="250316"/>
                </a:moveTo>
                <a:lnTo>
                  <a:pt x="3026" y="209712"/>
                </a:lnTo>
                <a:lnTo>
                  <a:pt x="11789" y="171194"/>
                </a:lnTo>
                <a:lnTo>
                  <a:pt x="25812" y="135278"/>
                </a:lnTo>
                <a:lnTo>
                  <a:pt x="55668" y="87410"/>
                </a:lnTo>
                <a:lnTo>
                  <a:pt x="94679" y="48294"/>
                </a:lnTo>
                <a:lnTo>
                  <a:pt x="141240" y="19670"/>
                </a:lnTo>
                <a:lnTo>
                  <a:pt x="193742" y="3276"/>
                </a:lnTo>
                <a:lnTo>
                  <a:pt x="231251" y="0"/>
                </a:lnTo>
                <a:lnTo>
                  <a:pt x="250217" y="829"/>
                </a:lnTo>
                <a:lnTo>
                  <a:pt x="304346" y="12760"/>
                </a:lnTo>
                <a:lnTo>
                  <a:pt x="353071" y="37501"/>
                </a:lnTo>
                <a:lnTo>
                  <a:pt x="394784" y="73313"/>
                </a:lnTo>
                <a:lnTo>
                  <a:pt x="427877" y="118457"/>
                </a:lnTo>
                <a:lnTo>
                  <a:pt x="444355" y="152878"/>
                </a:lnTo>
                <a:lnTo>
                  <a:pt x="455811" y="190160"/>
                </a:lnTo>
                <a:lnTo>
                  <a:pt x="461767" y="229786"/>
                </a:lnTo>
                <a:lnTo>
                  <a:pt x="462533" y="250316"/>
                </a:lnTo>
                <a:lnTo>
                  <a:pt x="461767" y="270847"/>
                </a:lnTo>
                <a:lnTo>
                  <a:pt x="455811" y="310473"/>
                </a:lnTo>
                <a:lnTo>
                  <a:pt x="444355" y="347755"/>
                </a:lnTo>
                <a:lnTo>
                  <a:pt x="427877" y="382176"/>
                </a:lnTo>
                <a:lnTo>
                  <a:pt x="394784" y="427320"/>
                </a:lnTo>
                <a:lnTo>
                  <a:pt x="353071" y="463132"/>
                </a:lnTo>
                <a:lnTo>
                  <a:pt x="304346" y="487873"/>
                </a:lnTo>
                <a:lnTo>
                  <a:pt x="250217" y="499804"/>
                </a:lnTo>
                <a:lnTo>
                  <a:pt x="231251" y="500633"/>
                </a:lnTo>
                <a:lnTo>
                  <a:pt x="212286" y="499804"/>
                </a:lnTo>
                <a:lnTo>
                  <a:pt x="158160" y="487873"/>
                </a:lnTo>
                <a:lnTo>
                  <a:pt x="109440" y="463132"/>
                </a:lnTo>
                <a:lnTo>
                  <a:pt x="67734" y="427320"/>
                </a:lnTo>
                <a:lnTo>
                  <a:pt x="34648" y="382176"/>
                </a:lnTo>
                <a:lnTo>
                  <a:pt x="18173" y="347755"/>
                </a:lnTo>
                <a:lnTo>
                  <a:pt x="6721" y="310473"/>
                </a:lnTo>
                <a:lnTo>
                  <a:pt x="766" y="270847"/>
                </a:lnTo>
                <a:lnTo>
                  <a:pt x="0" y="250316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901391" y="4862703"/>
            <a:ext cx="13970" cy="559435"/>
          </a:xfrm>
          <a:custGeom>
            <a:avLst/>
            <a:gdLst/>
            <a:ahLst/>
            <a:cxnLst/>
            <a:rect l="l" t="t" r="r" b="b"/>
            <a:pathLst>
              <a:path w="13970" h="559435">
                <a:moveTo>
                  <a:pt x="13350" y="0"/>
                </a:moveTo>
                <a:lnTo>
                  <a:pt x="0" y="55932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858779" y="5344786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118"/>
                </a:moveTo>
                <a:lnTo>
                  <a:pt x="42611" y="77248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786274" y="5479510"/>
            <a:ext cx="21907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35" dirty="0">
                <a:latin typeface="Symbol"/>
                <a:cs typeface="Symbol"/>
              </a:rPr>
              <a:t>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308409" y="5222901"/>
            <a:ext cx="24447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95" dirty="0">
                <a:latin typeface="Times New Roman"/>
                <a:cs typeface="Times New Roman"/>
              </a:rPr>
              <a:t>y</a:t>
            </a:r>
            <a:r>
              <a:rPr sz="2700" i="1" spc="-112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504918" y="4906905"/>
            <a:ext cx="268605" cy="40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-70" dirty="0">
                <a:latin typeface="Symbol"/>
                <a:cs typeface="Symbol"/>
              </a:rPr>
              <a:t></a:t>
            </a:r>
            <a:r>
              <a:rPr sz="2700" i="1" spc="-97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010546" y="5684901"/>
            <a:ext cx="702310" cy="1905"/>
          </a:xfrm>
          <a:custGeom>
            <a:avLst/>
            <a:gdLst/>
            <a:ahLst/>
            <a:cxnLst/>
            <a:rect l="l" t="t" r="r" b="b"/>
            <a:pathLst>
              <a:path w="702310" h="1904">
                <a:moveTo>
                  <a:pt x="0" y="0"/>
                </a:moveTo>
                <a:lnTo>
                  <a:pt x="701923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636148" y="564181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213" y="0"/>
                </a:moveTo>
                <a:lnTo>
                  <a:pt x="76321" y="44613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117220" y="5684901"/>
            <a:ext cx="702310" cy="1905"/>
          </a:xfrm>
          <a:custGeom>
            <a:avLst/>
            <a:gdLst/>
            <a:ahLst/>
            <a:cxnLst/>
            <a:rect l="l" t="t" r="r" b="b"/>
            <a:pathLst>
              <a:path w="702309" h="1904">
                <a:moveTo>
                  <a:pt x="0" y="0"/>
                </a:moveTo>
                <a:lnTo>
                  <a:pt x="701923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742822" y="564181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213" y="0"/>
                </a:moveTo>
                <a:lnTo>
                  <a:pt x="76321" y="44613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570382" y="5669102"/>
            <a:ext cx="246379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5" dirty="0">
                <a:latin typeface="Symbol"/>
                <a:cs typeface="Symbol"/>
              </a:rPr>
              <a:t>−</a:t>
            </a:r>
            <a:r>
              <a:rPr sz="1800" spc="-7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41877" y="5742996"/>
            <a:ext cx="73469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70" dirty="0">
                <a:latin typeface="Times New Roman"/>
                <a:cs typeface="Times New Roman"/>
              </a:rPr>
              <a:t>1</a:t>
            </a:r>
            <a:r>
              <a:rPr sz="2400" spc="-110" dirty="0">
                <a:latin typeface="Symbol"/>
                <a:cs typeface="Symbol"/>
              </a:rPr>
              <a:t>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i="1" spc="-300" dirty="0">
                <a:latin typeface="Times New Roman"/>
                <a:cs typeface="Times New Roman"/>
              </a:rPr>
              <a:t>a</a:t>
            </a:r>
            <a:r>
              <a:rPr sz="2700" spc="-15" baseline="-18518" dirty="0">
                <a:latin typeface="Times New Roman"/>
                <a:cs typeface="Times New Roman"/>
              </a:rPr>
              <a:t>1</a:t>
            </a:r>
            <a:r>
              <a:rPr sz="2400" i="1" spc="-75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In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trum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spc="-50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195" dirty="0">
                <a:latin typeface="Calibri"/>
                <a:cs typeface="Calibri"/>
              </a:rPr>
              <a:t>V</a:t>
            </a:r>
            <a:r>
              <a:rPr dirty="0">
                <a:latin typeface="Calibri"/>
                <a:cs typeface="Calibri"/>
              </a:rPr>
              <a:t>ari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b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97745" y="3519538"/>
            <a:ext cx="479425" cy="570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275">
              <a:lnSpc>
                <a:spcPts val="1925"/>
              </a:lnSpc>
            </a:pPr>
            <a:r>
              <a:rPr sz="2250" spc="-25" dirty="0">
                <a:latin typeface="Symbol"/>
                <a:cs typeface="Symbol"/>
              </a:rPr>
              <a:t></a:t>
            </a:r>
            <a:r>
              <a:rPr sz="2250" spc="-15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ts val="2825"/>
              </a:lnSpc>
            </a:pPr>
            <a:r>
              <a:rPr sz="3000" spc="-15" dirty="0">
                <a:latin typeface="Symbol"/>
                <a:cs typeface="Symbol"/>
              </a:rPr>
              <a:t>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0867" y="4259990"/>
            <a:ext cx="65913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5" dirty="0">
                <a:latin typeface="Symbol"/>
                <a:cs typeface="Symbol"/>
              </a:rPr>
              <a:t></a:t>
            </a:r>
            <a:r>
              <a:rPr sz="3000" spc="-330" dirty="0">
                <a:latin typeface="Times New Roman"/>
                <a:cs typeface="Times New Roman"/>
              </a:rPr>
              <a:t> </a:t>
            </a:r>
            <a:r>
              <a:rPr sz="3375" i="1" spc="-15" baseline="1234" dirty="0">
                <a:latin typeface="Times New Roman"/>
                <a:cs typeface="Times New Roman"/>
              </a:rPr>
              <a:t>k</a:t>
            </a:r>
            <a:r>
              <a:rPr sz="3375" i="1" spc="-480" baseline="1234" dirty="0">
                <a:latin typeface="Times New Roman"/>
                <a:cs typeface="Times New Roman"/>
              </a:rPr>
              <a:t> </a:t>
            </a:r>
            <a:r>
              <a:rPr sz="3375" spc="-284" baseline="1234" dirty="0">
                <a:latin typeface="Symbol"/>
                <a:cs typeface="Symbol"/>
              </a:rPr>
              <a:t></a:t>
            </a:r>
            <a:r>
              <a:rPr sz="3375" spc="-22" baseline="1234" dirty="0">
                <a:latin typeface="Times New Roman"/>
                <a:cs typeface="Times New Roman"/>
              </a:rPr>
              <a:t>1</a:t>
            </a:r>
            <a:endParaRPr sz="3375" baseline="1234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18516" y="3664812"/>
            <a:ext cx="1153795" cy="982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3030">
              <a:lnSpc>
                <a:spcPts val="2250"/>
              </a:lnSpc>
            </a:pPr>
            <a:r>
              <a:rPr sz="2250" i="1" spc="-15" dirty="0">
                <a:latin typeface="Times New Roman"/>
                <a:cs typeface="Times New Roman"/>
              </a:rPr>
              <a:t>N</a:t>
            </a:r>
            <a:endParaRPr sz="2250">
              <a:latin typeface="Times New Roman"/>
              <a:cs typeface="Times New Roman"/>
            </a:endParaRPr>
          </a:p>
          <a:p>
            <a:pPr marL="79375">
              <a:lnSpc>
                <a:spcPts val="3095"/>
              </a:lnSpc>
            </a:pPr>
            <a:r>
              <a:rPr sz="4500" spc="-37" baseline="-3703" dirty="0">
                <a:latin typeface="Symbol"/>
                <a:cs typeface="Symbol"/>
              </a:rPr>
              <a:t></a:t>
            </a:r>
            <a:r>
              <a:rPr sz="4500" spc="494" baseline="-3703" dirty="0">
                <a:latin typeface="Times New Roman"/>
                <a:cs typeface="Times New Roman"/>
              </a:rPr>
              <a:t> </a:t>
            </a:r>
            <a:r>
              <a:rPr sz="3000" b="1" i="1" spc="25" dirty="0">
                <a:latin typeface="Times New Roman"/>
                <a:cs typeface="Times New Roman"/>
              </a:rPr>
              <a:t>z</a:t>
            </a:r>
            <a:r>
              <a:rPr sz="3375" i="1" spc="-15" baseline="-19753" dirty="0">
                <a:latin typeface="Times New Roman"/>
                <a:cs typeface="Times New Roman"/>
              </a:rPr>
              <a:t>k</a:t>
            </a:r>
            <a:r>
              <a:rPr sz="3375" i="1" spc="52" baseline="-19753" dirty="0">
                <a:latin typeface="Times New Roman"/>
                <a:cs typeface="Times New Roman"/>
              </a:rPr>
              <a:t> </a:t>
            </a:r>
            <a:r>
              <a:rPr sz="3000" i="1" spc="-5" dirty="0">
                <a:latin typeface="Times New Roman"/>
                <a:cs typeface="Times New Roman"/>
              </a:rPr>
              <a:t>y</a:t>
            </a:r>
            <a:r>
              <a:rPr sz="3375" i="1" spc="-15" baseline="-19753" dirty="0">
                <a:latin typeface="Times New Roman"/>
                <a:cs typeface="Times New Roman"/>
              </a:rPr>
              <a:t>k</a:t>
            </a:r>
            <a:endParaRPr sz="3375" baseline="-19753">
              <a:latin typeface="Times New Roman"/>
              <a:cs typeface="Times New Roman"/>
            </a:endParaRPr>
          </a:p>
          <a:p>
            <a:pPr marR="686435" algn="ctr">
              <a:lnSpc>
                <a:spcPts val="2645"/>
              </a:lnSpc>
            </a:pPr>
            <a:r>
              <a:rPr sz="2250" i="1" spc="-10" dirty="0">
                <a:latin typeface="Times New Roman"/>
                <a:cs typeface="Times New Roman"/>
              </a:rPr>
              <a:t>k</a:t>
            </a:r>
            <a:r>
              <a:rPr sz="2250" i="1" spc="-320" dirty="0">
                <a:latin typeface="Times New Roman"/>
                <a:cs typeface="Times New Roman"/>
              </a:rPr>
              <a:t> </a:t>
            </a:r>
            <a:r>
              <a:rPr sz="2250" spc="-190" dirty="0">
                <a:latin typeface="Symbol"/>
                <a:cs typeface="Symbol"/>
              </a:rPr>
              <a:t></a:t>
            </a:r>
            <a:r>
              <a:rPr sz="2250" spc="-15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5661" y="3888527"/>
            <a:ext cx="15176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0" dirty="0">
                <a:latin typeface="Times New Roman"/>
                <a:cs typeface="Times New Roman"/>
              </a:rPr>
              <a:t>ˆ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0867" y="3664812"/>
            <a:ext cx="516255" cy="424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3055" algn="l"/>
              </a:tabLst>
            </a:pPr>
            <a:r>
              <a:rPr sz="4500" spc="-22" baseline="-14814" dirty="0">
                <a:latin typeface="Symbol"/>
                <a:cs typeface="Symbol"/>
              </a:rPr>
              <a:t></a:t>
            </a:r>
            <a:r>
              <a:rPr sz="4500" spc="-22" baseline="-14814" dirty="0">
                <a:latin typeface="Times New Roman"/>
                <a:cs typeface="Times New Roman"/>
              </a:rPr>
              <a:t>	</a:t>
            </a:r>
            <a:r>
              <a:rPr sz="2250" i="1" spc="-15" dirty="0">
                <a:latin typeface="Times New Roman"/>
                <a:cs typeface="Times New Roman"/>
              </a:rPr>
              <a:t>N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4990" y="3818404"/>
            <a:ext cx="184150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spc="-15" dirty="0">
                <a:latin typeface="Times New Roman"/>
                <a:cs typeface="Times New Roman"/>
              </a:rPr>
              <a:t>T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24648" y="4087950"/>
            <a:ext cx="329565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spc="-5" dirty="0">
                <a:latin typeface="Times New Roman"/>
                <a:cs typeface="Times New Roman"/>
              </a:rPr>
              <a:t>LS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89846" y="4087950"/>
            <a:ext cx="485140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5440" algn="l"/>
              </a:tabLst>
            </a:pPr>
            <a:r>
              <a:rPr sz="2250" i="1" spc="-10" dirty="0">
                <a:latin typeface="Times New Roman"/>
                <a:cs typeface="Times New Roman"/>
              </a:rPr>
              <a:t>k	k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6260" y="3906219"/>
            <a:ext cx="23431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20" dirty="0">
                <a:latin typeface="Symbol"/>
                <a:cs typeface="Symbol"/>
              </a:rPr>
              <a:t>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27686" y="3932972"/>
            <a:ext cx="29654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25" dirty="0">
                <a:latin typeface="Symbol"/>
                <a:cs typeface="Symbol"/>
              </a:rPr>
              <a:t>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60867" y="4021174"/>
            <a:ext cx="17145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5" dirty="0">
                <a:latin typeface="Symbol"/>
                <a:cs typeface="Symbol"/>
              </a:rPr>
              <a:t>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97745" y="4021174"/>
            <a:ext cx="17145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15" dirty="0">
                <a:latin typeface="Symbol"/>
                <a:cs typeface="Symbol"/>
              </a:rPr>
              <a:t>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71318" y="4259990"/>
            <a:ext cx="481330" cy="1275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ct val="100000"/>
              </a:lnSpc>
            </a:pPr>
            <a:r>
              <a:rPr sz="3000" spc="-15" dirty="0">
                <a:latin typeface="Symbol"/>
                <a:cs typeface="Symbol"/>
              </a:rPr>
              <a:t></a:t>
            </a:r>
            <a:endParaRPr sz="3000">
              <a:latin typeface="Symbol"/>
              <a:cs typeface="Symbol"/>
            </a:endParaRPr>
          </a:p>
          <a:p>
            <a:pPr marL="168910">
              <a:lnSpc>
                <a:spcPts val="1930"/>
              </a:lnSpc>
              <a:spcBef>
                <a:spcPts val="2085"/>
              </a:spcBef>
            </a:pPr>
            <a:r>
              <a:rPr sz="2250" spc="-10" dirty="0">
                <a:latin typeface="Symbol"/>
                <a:cs typeface="Symbol"/>
              </a:rPr>
              <a:t></a:t>
            </a:r>
            <a:r>
              <a:rPr sz="2250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ts val="2830"/>
              </a:lnSpc>
            </a:pPr>
            <a:r>
              <a:rPr sz="3000" dirty="0">
                <a:latin typeface="Symbol"/>
                <a:cs typeface="Symbol"/>
              </a:rPr>
              <a:t>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32929" y="3912298"/>
            <a:ext cx="4826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b="1" i="1" spc="-1330" dirty="0">
                <a:latin typeface="Times New Roman"/>
                <a:cs typeface="Times New Roman"/>
              </a:rPr>
              <a:t>p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35834" y="3912298"/>
            <a:ext cx="50673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5440" algn="l"/>
              </a:tabLst>
            </a:pPr>
            <a:r>
              <a:rPr sz="3000" b="1" i="1" spc="-15" dirty="0">
                <a:latin typeface="Times New Roman"/>
                <a:cs typeface="Times New Roman"/>
              </a:rPr>
              <a:t>z	z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6512" y="2214247"/>
            <a:ext cx="187325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spc="10" dirty="0">
                <a:latin typeface="Times New Roman"/>
                <a:cs typeface="Times New Roman"/>
              </a:rPr>
              <a:t>T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9466" y="2302370"/>
            <a:ext cx="2082164" cy="494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5455" algn="l"/>
                <a:tab pos="1209040" algn="l"/>
              </a:tabLst>
            </a:pPr>
            <a:r>
              <a:rPr sz="3000" i="1" spc="20" dirty="0">
                <a:latin typeface="Times New Roman"/>
                <a:cs typeface="Times New Roman"/>
              </a:rPr>
              <a:t>y</a:t>
            </a:r>
            <a:r>
              <a:rPr sz="3375" i="1" spc="15" baseline="-19753" dirty="0">
                <a:latin typeface="Times New Roman"/>
                <a:cs typeface="Times New Roman"/>
              </a:rPr>
              <a:t>k</a:t>
            </a:r>
            <a:r>
              <a:rPr sz="3375" i="1" baseline="-19753" dirty="0">
                <a:latin typeface="Times New Roman"/>
                <a:cs typeface="Times New Roman"/>
              </a:rPr>
              <a:t>	</a:t>
            </a:r>
            <a:r>
              <a:rPr sz="3000" spc="15" dirty="0">
                <a:latin typeface="Symbol"/>
                <a:cs typeface="Symbol"/>
              </a:rPr>
              <a:t></a:t>
            </a:r>
            <a:r>
              <a:rPr sz="3000" spc="50" dirty="0">
                <a:latin typeface="Times New Roman"/>
                <a:cs typeface="Times New Roman"/>
              </a:rPr>
              <a:t> </a:t>
            </a:r>
            <a:r>
              <a:rPr sz="3000" b="1" i="1" spc="65" dirty="0">
                <a:latin typeface="Times New Roman"/>
                <a:cs typeface="Times New Roman"/>
              </a:rPr>
              <a:t>z</a:t>
            </a:r>
            <a:r>
              <a:rPr sz="3375" i="1" spc="15" baseline="-19753" dirty="0">
                <a:latin typeface="Times New Roman"/>
                <a:cs typeface="Times New Roman"/>
              </a:rPr>
              <a:t>k</a:t>
            </a:r>
            <a:r>
              <a:rPr sz="3375" i="1" baseline="-19753" dirty="0">
                <a:latin typeface="Times New Roman"/>
                <a:cs typeface="Times New Roman"/>
              </a:rPr>
              <a:t>	</a:t>
            </a:r>
            <a:r>
              <a:rPr sz="3000" b="1" i="1" spc="15" dirty="0">
                <a:latin typeface="Times New Roman"/>
                <a:cs typeface="Times New Roman"/>
              </a:rPr>
              <a:t>p</a:t>
            </a:r>
            <a:r>
              <a:rPr sz="3000" b="1" i="1" spc="-225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Symbol"/>
                <a:cs typeface="Symbol"/>
              </a:rPr>
              <a:t>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n</a:t>
            </a:r>
            <a:r>
              <a:rPr sz="3375" i="1" spc="15" baseline="-19753" dirty="0">
                <a:latin typeface="Times New Roman"/>
                <a:cs typeface="Times New Roman"/>
              </a:rPr>
              <a:t>k</a:t>
            </a:r>
            <a:endParaRPr sz="3375" baseline="-1975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67471" y="5706876"/>
            <a:ext cx="66230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Symbol"/>
                <a:cs typeface="Symbol"/>
              </a:rPr>
              <a:t></a:t>
            </a:r>
            <a:r>
              <a:rPr sz="3000" spc="-325" dirty="0">
                <a:latin typeface="Times New Roman"/>
                <a:cs typeface="Times New Roman"/>
              </a:rPr>
              <a:t> </a:t>
            </a:r>
            <a:r>
              <a:rPr sz="3375" i="1" baseline="1234" dirty="0">
                <a:latin typeface="Times New Roman"/>
                <a:cs typeface="Times New Roman"/>
              </a:rPr>
              <a:t>k</a:t>
            </a:r>
            <a:r>
              <a:rPr sz="3375" i="1" spc="-480" baseline="1234" dirty="0">
                <a:latin typeface="Times New Roman"/>
                <a:cs typeface="Times New Roman"/>
              </a:rPr>
              <a:t> </a:t>
            </a:r>
            <a:r>
              <a:rPr sz="3375" spc="-262" baseline="1234" dirty="0">
                <a:latin typeface="Symbol"/>
                <a:cs typeface="Symbol"/>
              </a:rPr>
              <a:t></a:t>
            </a:r>
            <a:r>
              <a:rPr sz="3375" baseline="1234" dirty="0">
                <a:latin typeface="Times New Roman"/>
                <a:cs typeface="Times New Roman"/>
              </a:rPr>
              <a:t>1</a:t>
            </a:r>
            <a:endParaRPr sz="3375" baseline="1234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94700" y="5110074"/>
            <a:ext cx="1219200" cy="985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3664">
              <a:lnSpc>
                <a:spcPts val="2645"/>
              </a:lnSpc>
            </a:pPr>
            <a:r>
              <a:rPr sz="2250" i="1" dirty="0">
                <a:latin typeface="Times New Roman"/>
                <a:cs typeface="Times New Roman"/>
              </a:rPr>
              <a:t>N</a:t>
            </a:r>
            <a:endParaRPr sz="2250">
              <a:latin typeface="Times New Roman"/>
              <a:cs typeface="Times New Roman"/>
            </a:endParaRPr>
          </a:p>
          <a:p>
            <a:pPr marL="80010">
              <a:lnSpc>
                <a:spcPts val="3100"/>
              </a:lnSpc>
              <a:tabLst>
                <a:tab pos="508000" algn="l"/>
              </a:tabLst>
            </a:pPr>
            <a:r>
              <a:rPr sz="4500" baseline="10185" dirty="0">
                <a:latin typeface="Symbol"/>
                <a:cs typeface="Symbol"/>
              </a:rPr>
              <a:t></a:t>
            </a:r>
            <a:r>
              <a:rPr sz="4500" baseline="10185" dirty="0">
                <a:latin typeface="Times New Roman"/>
                <a:cs typeface="Times New Roman"/>
              </a:rPr>
              <a:t>	</a:t>
            </a:r>
            <a:r>
              <a:rPr sz="4500" b="1" i="1" spc="-1777" baseline="14814" dirty="0">
                <a:latin typeface="Times New Roman"/>
                <a:cs typeface="Times New Roman"/>
              </a:rPr>
              <a:t>x</a:t>
            </a:r>
            <a:r>
              <a:rPr sz="4500" spc="337" baseline="17592" dirty="0">
                <a:latin typeface="Times New Roman"/>
                <a:cs typeface="Times New Roman"/>
              </a:rPr>
              <a:t>ˆ</a:t>
            </a:r>
            <a:r>
              <a:rPr sz="2250" i="1" dirty="0">
                <a:latin typeface="Times New Roman"/>
                <a:cs typeface="Times New Roman"/>
              </a:rPr>
              <a:t>k</a:t>
            </a:r>
            <a:r>
              <a:rPr sz="2250" i="1" spc="40" dirty="0">
                <a:latin typeface="Times New Roman"/>
                <a:cs typeface="Times New Roman"/>
              </a:rPr>
              <a:t> </a:t>
            </a:r>
            <a:r>
              <a:rPr sz="4500" i="1" spc="15" baseline="14814" dirty="0">
                <a:latin typeface="Times New Roman"/>
                <a:cs typeface="Times New Roman"/>
              </a:rPr>
              <a:t>y</a:t>
            </a:r>
            <a:r>
              <a:rPr sz="2250" i="1" dirty="0">
                <a:latin typeface="Times New Roman"/>
                <a:cs typeface="Times New Roman"/>
              </a:rPr>
              <a:t>k</a:t>
            </a:r>
            <a:endParaRPr sz="2250">
              <a:latin typeface="Times New Roman"/>
              <a:cs typeface="Times New Roman"/>
            </a:endParaRPr>
          </a:p>
          <a:p>
            <a:pPr marR="749935" algn="ctr">
              <a:lnSpc>
                <a:spcPts val="2255"/>
              </a:lnSpc>
            </a:pPr>
            <a:r>
              <a:rPr sz="2250" i="1" dirty="0">
                <a:latin typeface="Times New Roman"/>
                <a:cs typeface="Times New Roman"/>
              </a:rPr>
              <a:t>k</a:t>
            </a:r>
            <a:r>
              <a:rPr sz="2250" i="1" spc="-320" dirty="0">
                <a:latin typeface="Times New Roman"/>
                <a:cs typeface="Times New Roman"/>
              </a:rPr>
              <a:t> </a:t>
            </a:r>
            <a:r>
              <a:rPr sz="2250" spc="-175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52880" y="5334336"/>
            <a:ext cx="48387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40"/>
              </a:lnSpc>
            </a:pPr>
            <a:r>
              <a:rPr sz="4500" b="1" i="1" spc="-1987" baseline="14814" dirty="0">
                <a:latin typeface="Times New Roman"/>
                <a:cs typeface="Times New Roman"/>
              </a:rPr>
              <a:t>p</a:t>
            </a:r>
            <a:r>
              <a:rPr sz="4500" baseline="17592" dirty="0">
                <a:latin typeface="Times New Roman"/>
                <a:cs typeface="Times New Roman"/>
              </a:rPr>
              <a:t>ˆ</a:t>
            </a:r>
            <a:r>
              <a:rPr sz="4500" spc="-622" baseline="17592" dirty="0">
                <a:latin typeface="Times New Roman"/>
                <a:cs typeface="Times New Roman"/>
              </a:rPr>
              <a:t> </a:t>
            </a:r>
            <a:r>
              <a:rPr sz="2250" i="1" spc="-20" dirty="0">
                <a:latin typeface="Times New Roman"/>
                <a:cs typeface="Times New Roman"/>
              </a:rPr>
              <a:t>IV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04505" y="5334336"/>
            <a:ext cx="15240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ˆ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67470" y="5110074"/>
            <a:ext cx="518159" cy="42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4325" algn="l"/>
              </a:tabLst>
            </a:pPr>
            <a:r>
              <a:rPr sz="4500" baseline="-14814" dirty="0">
                <a:latin typeface="Symbol"/>
                <a:cs typeface="Symbol"/>
              </a:rPr>
              <a:t></a:t>
            </a:r>
            <a:r>
              <a:rPr sz="4500" baseline="-14814" dirty="0">
                <a:latin typeface="Times New Roman"/>
                <a:cs typeface="Times New Roman"/>
              </a:rPr>
              <a:t>	</a:t>
            </a:r>
            <a:r>
              <a:rPr sz="2250" i="1" dirty="0">
                <a:latin typeface="Times New Roman"/>
                <a:cs typeface="Times New Roman"/>
              </a:rPr>
              <a:t>N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97064" y="5263998"/>
            <a:ext cx="18478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dirty="0">
                <a:latin typeface="Times New Roman"/>
                <a:cs typeface="Times New Roman"/>
              </a:rPr>
              <a:t>T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60254" y="5534080"/>
            <a:ext cx="48768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7345" algn="l"/>
              </a:tabLst>
            </a:pPr>
            <a:r>
              <a:rPr sz="2250" i="1" dirty="0">
                <a:latin typeface="Times New Roman"/>
                <a:cs typeface="Times New Roman"/>
              </a:rPr>
              <a:t>k	k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81422" y="5352117"/>
            <a:ext cx="23495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Symbol"/>
                <a:cs typeface="Symbol"/>
              </a:rPr>
              <a:t>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35600" y="5378822"/>
            <a:ext cx="29781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Symbol"/>
                <a:cs typeface="Symbol"/>
              </a:rPr>
              <a:t>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67471" y="5467322"/>
            <a:ext cx="17208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Symbol"/>
                <a:cs typeface="Symbol"/>
              </a:rPr>
              <a:t>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71319" y="5467322"/>
            <a:ext cx="17208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Symbol"/>
                <a:cs typeface="Symbol"/>
              </a:rPr>
              <a:t>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71319" y="5706876"/>
            <a:ext cx="17208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Symbol"/>
                <a:cs typeface="Symbol"/>
              </a:rPr>
              <a:t>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63905" y="5358209"/>
            <a:ext cx="6604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b="1" i="1" spc="-1185" dirty="0">
                <a:latin typeface="Times New Roman"/>
                <a:cs typeface="Times New Roman"/>
              </a:rPr>
              <a:t>x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40345" y="5358209"/>
            <a:ext cx="17399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b="1" i="1" dirty="0">
                <a:latin typeface="Times New Roman"/>
                <a:cs typeface="Times New Roman"/>
              </a:rPr>
              <a:t>z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01893" y="2015958"/>
            <a:ext cx="1080135" cy="447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2430" algn="l"/>
              </a:tabLst>
            </a:pPr>
            <a:r>
              <a:rPr sz="2400" b="1" i="1" spc="40" dirty="0">
                <a:latin typeface="Times New Roman"/>
                <a:cs typeface="Times New Roman"/>
              </a:rPr>
              <a:t>z</a:t>
            </a:r>
            <a:r>
              <a:rPr sz="2700" i="1" spc="-15" baseline="32407" dirty="0">
                <a:latin typeface="Times New Roman"/>
                <a:cs typeface="Times New Roman"/>
              </a:rPr>
              <a:t>T</a:t>
            </a:r>
            <a:r>
              <a:rPr sz="2700" i="1" baseline="32407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4950" spc="-300" baseline="-3367" dirty="0">
                <a:latin typeface="Symbol"/>
                <a:cs typeface="Symbol"/>
              </a:rPr>
              <a:t>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310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80494" y="2017385"/>
            <a:ext cx="125730" cy="445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320" dirty="0">
                <a:latin typeface="Symbol"/>
                <a:cs typeface="Symbol"/>
              </a:rPr>
              <a:t>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91256" y="2086177"/>
            <a:ext cx="314642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94460" algn="l"/>
                <a:tab pos="1831339" algn="l"/>
                <a:tab pos="2353310" algn="l"/>
              </a:tabLst>
            </a:pP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spc="25" dirty="0">
                <a:latin typeface="Times New Roman"/>
                <a:cs typeface="Times New Roman"/>
              </a:rPr>
              <a:t>,</a:t>
            </a:r>
            <a:r>
              <a:rPr sz="2400" spc="85" dirty="0">
                <a:latin typeface="MT Extra"/>
                <a:cs typeface="MT Extra"/>
              </a:rPr>
              <a:t>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-3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310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u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u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spc="25" dirty="0">
                <a:latin typeface="Times New Roman"/>
                <a:cs typeface="Times New Roman"/>
              </a:rPr>
              <a:t>,</a:t>
            </a:r>
            <a:r>
              <a:rPr sz="2400" spc="85" dirty="0">
                <a:latin typeface="MT Extra"/>
                <a:cs typeface="MT Extra"/>
              </a:rPr>
              <a:t>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-375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25514" y="2227820"/>
            <a:ext cx="12090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44244" algn="l"/>
              </a:tabLst>
            </a:pPr>
            <a:r>
              <a:rPr sz="1800" i="1" spc="-10" dirty="0">
                <a:latin typeface="Times New Roman"/>
                <a:cs typeface="Times New Roman"/>
              </a:rPr>
              <a:t>k	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Symbol"/>
                <a:cs typeface="Symbol"/>
              </a:rPr>
              <a:t>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69194" y="2227820"/>
            <a:ext cx="259588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04850" algn="l"/>
                <a:tab pos="1141730" algn="l"/>
                <a:tab pos="2158365" algn="l"/>
              </a:tabLst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Symbol"/>
                <a:cs typeface="Symbol"/>
              </a:rPr>
              <a:t>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Symbol"/>
                <a:cs typeface="Symbol"/>
              </a:rPr>
              <a:t></a:t>
            </a:r>
            <a:r>
              <a:rPr sz="1800" i="1" spc="-15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38819" y="2660847"/>
            <a:ext cx="3362960" cy="46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15" dirty="0">
                <a:latin typeface="Times New Roman"/>
                <a:cs typeface="Times New Roman"/>
              </a:rPr>
              <a:t>p</a:t>
            </a:r>
            <a:r>
              <a:rPr sz="2400" b="1" i="1" spc="-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4950" spc="-300" baseline="-3367" dirty="0">
                <a:latin typeface="Symbol"/>
                <a:cs typeface="Symbol"/>
              </a:rPr>
              <a:t></a:t>
            </a:r>
            <a:r>
              <a:rPr sz="2400" i="1" spc="-229" dirty="0">
                <a:latin typeface="Times New Roman"/>
                <a:cs typeface="Times New Roman"/>
              </a:rPr>
              <a:t>a</a:t>
            </a:r>
            <a:r>
              <a:rPr sz="2700" spc="97" baseline="-18518" dirty="0">
                <a:latin typeface="Times New Roman"/>
                <a:cs typeface="Times New Roman"/>
              </a:rPr>
              <a:t>1</a:t>
            </a:r>
            <a:r>
              <a:rPr sz="2400" spc="25" dirty="0">
                <a:latin typeface="Times New Roman"/>
                <a:cs typeface="Times New Roman"/>
              </a:rPr>
              <a:t>,</a:t>
            </a:r>
            <a:r>
              <a:rPr sz="2400" spc="85" dirty="0">
                <a:latin typeface="MT Extra"/>
                <a:cs typeface="MT Extra"/>
              </a:rPr>
              <a:t>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-305" dirty="0">
                <a:latin typeface="Times New Roman"/>
                <a:cs typeface="Times New Roman"/>
              </a:rPr>
              <a:t> </a:t>
            </a:r>
            <a:r>
              <a:rPr sz="2400" i="1" spc="-30" dirty="0">
                <a:latin typeface="Times New Roman"/>
                <a:cs typeface="Times New Roman"/>
              </a:rPr>
              <a:t>a</a:t>
            </a:r>
            <a:r>
              <a:rPr sz="2700" i="1" spc="-15" baseline="-18518" dirty="0">
                <a:latin typeface="Times New Roman"/>
                <a:cs typeface="Times New Roman"/>
              </a:rPr>
              <a:t>n</a:t>
            </a:r>
            <a:r>
              <a:rPr sz="2700" i="1" spc="-315" baseline="-18518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175" dirty="0">
                <a:latin typeface="Times New Roman"/>
                <a:cs typeface="Times New Roman"/>
              </a:rPr>
              <a:t>b</a:t>
            </a:r>
            <a:r>
              <a:rPr sz="2700" spc="-15" baseline="-18518" dirty="0">
                <a:latin typeface="Times New Roman"/>
                <a:cs typeface="Times New Roman"/>
              </a:rPr>
              <a:t>0</a:t>
            </a:r>
            <a:r>
              <a:rPr sz="2700" spc="-359" baseline="-18518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340" dirty="0">
                <a:latin typeface="Times New Roman"/>
                <a:cs typeface="Times New Roman"/>
              </a:rPr>
              <a:t>b</a:t>
            </a:r>
            <a:r>
              <a:rPr sz="2700" spc="82" baseline="-18518" dirty="0">
                <a:latin typeface="Times New Roman"/>
                <a:cs typeface="Times New Roman"/>
              </a:rPr>
              <a:t>1</a:t>
            </a:r>
            <a:r>
              <a:rPr sz="2400" spc="25" dirty="0">
                <a:latin typeface="Times New Roman"/>
                <a:cs typeface="Times New Roman"/>
              </a:rPr>
              <a:t>,</a:t>
            </a:r>
            <a:r>
              <a:rPr sz="2400" spc="85" dirty="0">
                <a:latin typeface="MT Extra"/>
                <a:cs typeface="MT Extra"/>
              </a:rPr>
              <a:t>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-375" dirty="0">
                <a:latin typeface="Times New Roman"/>
                <a:cs typeface="Times New Roman"/>
              </a:rPr>
              <a:t> </a:t>
            </a:r>
            <a:r>
              <a:rPr sz="2400" i="1" spc="-145" dirty="0">
                <a:latin typeface="Times New Roman"/>
                <a:cs typeface="Times New Roman"/>
              </a:rPr>
              <a:t>b</a:t>
            </a:r>
            <a:r>
              <a:rPr sz="2700" i="1" spc="-22" baseline="-18518" dirty="0">
                <a:latin typeface="Times New Roman"/>
                <a:cs typeface="Times New Roman"/>
              </a:rPr>
              <a:t>m</a:t>
            </a:r>
            <a:r>
              <a:rPr sz="2700" i="1" spc="-187" baseline="-18518" dirty="0">
                <a:latin typeface="Times New Roman"/>
                <a:cs typeface="Times New Roman"/>
              </a:rPr>
              <a:t> </a:t>
            </a:r>
            <a:r>
              <a:rPr sz="4950" spc="-480" baseline="-3367" dirty="0">
                <a:latin typeface="Symbol"/>
                <a:cs typeface="Symbol"/>
              </a:rPr>
              <a:t></a:t>
            </a:r>
            <a:endParaRPr sz="4950" baseline="-3367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416"/>
            <a:ext cx="3964304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In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trum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95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ari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(Co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d)</a:t>
            </a:r>
            <a:endParaRPr sz="3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69550"/>
            <a:ext cx="7630795" cy="3253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839469" indent="-228600">
              <a:lnSpc>
                <a:spcPts val="2810"/>
              </a:lnSpc>
              <a:buClr>
                <a:srgbClr val="ADB3B8"/>
              </a:buClr>
              <a:buFont typeface="Arial"/>
              <a:buChar char="•"/>
              <a:tabLst>
                <a:tab pos="241935" algn="l"/>
              </a:tabLst>
            </a:pPr>
            <a:r>
              <a:rPr sz="2600" spc="-5" dirty="0">
                <a:latin typeface="Calibri"/>
                <a:cs typeface="Calibri"/>
              </a:rPr>
              <a:t>Eli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0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f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20" dirty="0">
                <a:latin typeface="Calibri"/>
                <a:cs typeface="Calibri"/>
              </a:rPr>
              <a:t>od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990"/>
              </a:spcBef>
              <a:buClr>
                <a:srgbClr val="ADB3B8"/>
              </a:buClr>
              <a:buFont typeface="Arial"/>
              <a:buChar char="•"/>
              <a:tabLst>
                <a:tab pos="241935" algn="l"/>
              </a:tabLst>
            </a:pPr>
            <a:r>
              <a:rPr sz="2600" spc="-20" dirty="0">
                <a:latin typeface="Calibri"/>
                <a:cs typeface="Calibri"/>
              </a:rPr>
              <a:t>U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ili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‘in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trum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0" dirty="0">
                <a:latin typeface="Calibri"/>
                <a:cs typeface="Calibri"/>
              </a:rPr>
              <a:t>’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wh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)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(ii</a:t>
            </a:r>
            <a:r>
              <a:rPr sz="2600" spc="-10" dirty="0">
                <a:latin typeface="Calibri"/>
                <a:cs typeface="Calibri"/>
              </a:rPr>
              <a:t>)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d</a:t>
            </a:r>
            <a:r>
              <a:rPr sz="2600" spc="-25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oi</a:t>
            </a:r>
            <a:r>
              <a:rPr sz="2600" spc="-20" dirty="0">
                <a:latin typeface="Calibri"/>
                <a:cs typeface="Calibri"/>
              </a:rPr>
              <a:t>se</a:t>
            </a:r>
            <a:endParaRPr sz="2600">
              <a:latin typeface="Calibri"/>
              <a:cs typeface="Calibri"/>
            </a:endParaRPr>
          </a:p>
          <a:p>
            <a:pPr marL="241300" marR="75565" indent="-228600">
              <a:lnSpc>
                <a:spcPts val="2810"/>
              </a:lnSpc>
              <a:spcBef>
                <a:spcPts val="1000"/>
              </a:spcBef>
              <a:buClr>
                <a:srgbClr val="ADB3B8"/>
              </a:buClr>
              <a:buFont typeface="Arial"/>
              <a:buChar char="•"/>
              <a:tabLst>
                <a:tab pos="241935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ain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si</a:t>
            </a:r>
            <a:r>
              <a:rPr sz="2600" spc="-15" dirty="0">
                <a:latin typeface="Calibri"/>
                <a:cs typeface="Calibri"/>
              </a:rPr>
              <a:t>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nd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ea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trum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6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xt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Clr>
                <a:srgbClr val="ADB3B8"/>
              </a:buClr>
              <a:buFont typeface="Arial"/>
              <a:buChar char="•"/>
              <a:tabLst>
                <a:tab pos="241935" algn="l"/>
              </a:tabLst>
            </a:pP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25" dirty="0">
                <a:latin typeface="Calibri"/>
                <a:cs typeface="Calibri"/>
              </a:rPr>
              <a:t>.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IV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fun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CA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220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IN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ol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7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x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95" dirty="0">
                <a:latin typeface="Calibri"/>
                <a:cs typeface="Calibri"/>
              </a:rPr>
              <a:t>P</a:t>
            </a:r>
            <a:r>
              <a:rPr dirty="0">
                <a:latin typeface="Calibri"/>
                <a:cs typeface="Calibri"/>
              </a:rPr>
              <a:t>art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S</a:t>
            </a:r>
            <a:r>
              <a:rPr spc="-50" dirty="0">
                <a:latin typeface="Calibri"/>
                <a:cs typeface="Calibri"/>
              </a:rPr>
              <a:t>y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45" dirty="0">
                <a:latin typeface="Calibri"/>
                <a:cs typeface="Calibri"/>
              </a:rPr>
              <a:t>t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Id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tifi</a:t>
            </a:r>
            <a:r>
              <a:rPr spc="-35" dirty="0">
                <a:latin typeface="Calibri"/>
                <a:cs typeface="Calibri"/>
              </a:rPr>
              <a:t>ca</a:t>
            </a:r>
            <a:r>
              <a:rPr spc="-10" dirty="0">
                <a:latin typeface="Calibri"/>
                <a:cs typeface="Calibri"/>
              </a:rPr>
              <a:t>tio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85" y="2290606"/>
            <a:ext cx="4754245" cy="3310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3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3.1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Le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qu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3.2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3.3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3.4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tim</a:t>
            </a:r>
            <a:r>
              <a:rPr sz="2600" spc="-4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Accu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cy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3.5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u="heavy" dirty="0">
                <a:latin typeface="Calibri"/>
                <a:cs typeface="Calibri"/>
              </a:rPr>
              <a:t>S</a:t>
            </a:r>
            <a:r>
              <a:rPr sz="2600" u="heavy" spc="-15" dirty="0">
                <a:latin typeface="Calibri"/>
                <a:cs typeface="Calibri"/>
              </a:rPr>
              <a:t>u</a:t>
            </a:r>
            <a:r>
              <a:rPr sz="2600" u="heavy" spc="-25" dirty="0">
                <a:latin typeface="Calibri"/>
                <a:cs typeface="Calibri"/>
              </a:rPr>
              <a:t>mm</a:t>
            </a:r>
            <a:r>
              <a:rPr sz="2600" u="heavy" spc="-20" dirty="0">
                <a:latin typeface="Calibri"/>
                <a:cs typeface="Calibri"/>
              </a:rPr>
              <a:t>a</a:t>
            </a:r>
            <a:r>
              <a:rPr sz="2600" u="heavy" dirty="0">
                <a:latin typeface="Calibri"/>
                <a:cs typeface="Calibri"/>
              </a:rPr>
              <a:t>r</a:t>
            </a:r>
            <a:r>
              <a:rPr sz="2600" u="heavy" spc="-15" dirty="0">
                <a:latin typeface="Calibri"/>
                <a:cs typeface="Calibri"/>
              </a:rPr>
              <a:t>y</a:t>
            </a:r>
            <a:r>
              <a:rPr sz="2600" u="heavy" dirty="0">
                <a:latin typeface="Calibri"/>
                <a:cs typeface="Calibri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&amp;</a:t>
            </a:r>
            <a:r>
              <a:rPr sz="2600" u="heavy" spc="-10" dirty="0">
                <a:latin typeface="Calibri"/>
                <a:cs typeface="Calibri"/>
              </a:rPr>
              <a:t> </a:t>
            </a:r>
            <a:r>
              <a:rPr sz="2600" u="heavy" spc="-65" dirty="0">
                <a:latin typeface="Calibri"/>
                <a:cs typeface="Calibri"/>
              </a:rPr>
              <a:t>R</a:t>
            </a:r>
            <a:r>
              <a:rPr sz="2600" u="heavy" spc="-20" dirty="0">
                <a:latin typeface="Calibri"/>
                <a:cs typeface="Calibri"/>
              </a:rPr>
              <a:t>e</a:t>
            </a:r>
            <a:r>
              <a:rPr sz="2600" u="heavy" spc="-40" dirty="0">
                <a:latin typeface="Calibri"/>
                <a:cs typeface="Calibri"/>
              </a:rPr>
              <a:t>c</a:t>
            </a:r>
            <a:r>
              <a:rPr sz="2600" u="heavy" spc="-20" dirty="0">
                <a:latin typeface="Calibri"/>
                <a:cs typeface="Calibri"/>
              </a:rPr>
              <a:t>ap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3.6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Id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416"/>
            <a:ext cx="33826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qu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or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(G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en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li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orm)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0124" y="2796581"/>
            <a:ext cx="2004695" cy="408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25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44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-179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875" dirty="0">
                <a:latin typeface="Times New Roman"/>
                <a:cs typeface="Times New Roman"/>
              </a:rPr>
              <a:t>a</a:t>
            </a:r>
            <a:r>
              <a:rPr sz="3600" spc="-254" baseline="2314" dirty="0">
                <a:latin typeface="Times New Roman"/>
                <a:cs typeface="Times New Roman"/>
              </a:rPr>
              <a:t>ˆ</a:t>
            </a:r>
            <a:r>
              <a:rPr sz="2700" spc="-15" baseline="-18518" dirty="0">
                <a:latin typeface="Times New Roman"/>
                <a:cs typeface="Times New Roman"/>
              </a:rPr>
              <a:t>1</a:t>
            </a:r>
            <a:r>
              <a:rPr sz="2700" spc="-397" baseline="-18518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spc="-390" baseline="-18518" dirty="0">
                <a:latin typeface="Times New Roman"/>
                <a:cs typeface="Times New Roman"/>
              </a:rPr>
              <a:t> </a:t>
            </a:r>
            <a:r>
              <a:rPr sz="2700" spc="-225" baseline="-18518" dirty="0">
                <a:latin typeface="Symbol"/>
                <a:cs typeface="Symbol"/>
              </a:rPr>
              <a:t></a:t>
            </a:r>
            <a:r>
              <a:rPr sz="2700" spc="-15" baseline="-18518" dirty="0">
                <a:latin typeface="Times New Roman"/>
                <a:cs typeface="Times New Roman"/>
              </a:rPr>
              <a:t>1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71544" y="2947530"/>
            <a:ext cx="62928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970" algn="l"/>
              </a:tabLst>
            </a:pPr>
            <a:r>
              <a:rPr sz="1800" spc="-10" dirty="0">
                <a:latin typeface="Times New Roman"/>
                <a:cs typeface="Times New Roman"/>
              </a:rPr>
              <a:t>1	</a:t>
            </a:r>
            <a:r>
              <a:rPr sz="1800" i="1" spc="-10" dirty="0">
                <a:latin typeface="Times New Roman"/>
                <a:cs typeface="Times New Roman"/>
              </a:rPr>
              <a:t>k</a:t>
            </a:r>
            <a:r>
              <a:rPr sz="1800" i="1" spc="-26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1016" y="2720571"/>
            <a:ext cx="65722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2250" indent="-209550">
              <a:lnSpc>
                <a:spcPct val="100000"/>
              </a:lnSpc>
              <a:buFont typeface="Symbol"/>
              <a:buChar char=""/>
              <a:tabLst>
                <a:tab pos="222250" algn="l"/>
              </a:tabLst>
            </a:pPr>
            <a:r>
              <a:rPr sz="2400" i="1" spc="-780" dirty="0">
                <a:latin typeface="Times New Roman"/>
                <a:cs typeface="Times New Roman"/>
              </a:rPr>
              <a:t>b</a:t>
            </a:r>
            <a:r>
              <a:rPr sz="3600" spc="-15" baseline="16203" dirty="0">
                <a:latin typeface="Times New Roman"/>
                <a:cs typeface="Times New Roman"/>
              </a:rPr>
              <a:t>ˆ</a:t>
            </a:r>
            <a:r>
              <a:rPr sz="3600" spc="-262" baseline="16203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u</a:t>
            </a:r>
            <a:r>
              <a:rPr sz="2400" i="1" spc="-140" dirty="0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23238" y="3564579"/>
            <a:ext cx="125730" cy="59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spc="-720" dirty="0">
                <a:latin typeface="Symbol"/>
                <a:cs typeface="Symbol"/>
              </a:rPr>
              <a:t></a:t>
            </a:r>
            <a:endParaRPr sz="45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7643" y="3564579"/>
            <a:ext cx="269875" cy="59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6750" spc="-1080" baseline="-19135" dirty="0">
                <a:latin typeface="Symbol"/>
                <a:cs typeface="Symbol"/>
              </a:rPr>
              <a:t></a:t>
            </a:r>
            <a:endParaRPr sz="6750" baseline="-19135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84581" y="3564579"/>
            <a:ext cx="125730" cy="59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spc="-720" dirty="0">
                <a:latin typeface="Symbol"/>
                <a:cs typeface="Symbol"/>
              </a:rPr>
              <a:t></a:t>
            </a:r>
            <a:endParaRPr sz="45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98849" y="3564579"/>
            <a:ext cx="269875" cy="59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6750" spc="-1080" baseline="-19135" dirty="0">
                <a:latin typeface="Symbol"/>
                <a:cs typeface="Symbol"/>
              </a:rPr>
              <a:t></a:t>
            </a:r>
            <a:endParaRPr sz="6750" baseline="-19135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9987" y="3866609"/>
            <a:ext cx="1397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11193" y="3866609"/>
            <a:ext cx="1397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8380" y="3636690"/>
            <a:ext cx="1610995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9250" algn="l"/>
                <a:tab pos="674370" algn="l"/>
                <a:tab pos="1445895" algn="l"/>
              </a:tabLst>
            </a:pPr>
            <a:r>
              <a:rPr sz="2350" i="1" spc="10" dirty="0">
                <a:latin typeface="Times New Roman"/>
                <a:cs typeface="Times New Roman"/>
              </a:rPr>
              <a:t>y	</a:t>
            </a:r>
            <a:r>
              <a:rPr sz="2350" spc="10" dirty="0">
                <a:latin typeface="Symbol"/>
                <a:cs typeface="Symbol"/>
              </a:rPr>
              <a:t></a:t>
            </a:r>
            <a:r>
              <a:rPr sz="2350" spc="10" dirty="0">
                <a:latin typeface="Times New Roman"/>
                <a:cs typeface="Times New Roman"/>
              </a:rPr>
              <a:t>	</a:t>
            </a:r>
            <a:r>
              <a:rPr sz="2350" i="1" spc="-755" dirty="0">
                <a:latin typeface="Times New Roman"/>
                <a:cs typeface="Times New Roman"/>
              </a:rPr>
              <a:t>b</a:t>
            </a:r>
            <a:r>
              <a:rPr sz="3525" spc="7" baseline="16548" dirty="0">
                <a:latin typeface="Times New Roman"/>
                <a:cs typeface="Times New Roman"/>
              </a:rPr>
              <a:t>ˆ</a:t>
            </a:r>
            <a:r>
              <a:rPr sz="3525" spc="37" baseline="16548" dirty="0">
                <a:latin typeface="Times New Roman"/>
                <a:cs typeface="Times New Roman"/>
              </a:rPr>
              <a:t> </a:t>
            </a:r>
            <a:r>
              <a:rPr sz="2350" i="1" spc="175" dirty="0">
                <a:latin typeface="Times New Roman"/>
                <a:cs typeface="Times New Roman"/>
              </a:rPr>
              <a:t>z</a:t>
            </a:r>
            <a:r>
              <a:rPr sz="2700" spc="-15" baseline="32407" dirty="0">
                <a:latin typeface="Symbol"/>
                <a:cs typeface="Symbol"/>
              </a:rPr>
              <a:t></a:t>
            </a:r>
            <a:r>
              <a:rPr sz="2700" baseline="32407" dirty="0">
                <a:latin typeface="Times New Roman"/>
                <a:cs typeface="Times New Roman"/>
              </a:rPr>
              <a:t>	</a:t>
            </a:r>
            <a:r>
              <a:rPr sz="2350" i="1" spc="10" dirty="0">
                <a:latin typeface="Times New Roman"/>
                <a:cs typeface="Times New Roman"/>
              </a:rPr>
              <a:t>u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90650" y="3648249"/>
            <a:ext cx="166370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6559" algn="l"/>
                <a:tab pos="736600" algn="l"/>
              </a:tabLst>
            </a:pPr>
            <a:r>
              <a:rPr sz="2350" i="1" spc="10" dirty="0">
                <a:latin typeface="Times New Roman"/>
                <a:cs typeface="Times New Roman"/>
              </a:rPr>
              <a:t>E	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0" dirty="0">
                <a:latin typeface="Times New Roman"/>
                <a:cs typeface="Times New Roman"/>
              </a:rPr>
              <a:t>	</a:t>
            </a:r>
            <a:r>
              <a:rPr sz="2350" spc="195" dirty="0">
                <a:latin typeface="Times New Roman"/>
                <a:cs typeface="Times New Roman"/>
              </a:rPr>
              <a:t>1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145" dirty="0">
                <a:latin typeface="Times New Roman"/>
                <a:cs typeface="Times New Roman"/>
              </a:rPr>
              <a:t> </a:t>
            </a:r>
            <a:r>
              <a:rPr sz="2350" i="1" spc="-850" dirty="0">
                <a:latin typeface="Times New Roman"/>
                <a:cs typeface="Times New Roman"/>
              </a:rPr>
              <a:t>a</a:t>
            </a:r>
            <a:r>
              <a:rPr sz="3525" spc="7" baseline="2364" dirty="0">
                <a:latin typeface="Times New Roman"/>
                <a:cs typeface="Times New Roman"/>
              </a:rPr>
              <a:t>ˆ</a:t>
            </a:r>
            <a:r>
              <a:rPr sz="3525" spc="345" baseline="2364" dirty="0">
                <a:latin typeface="Times New Roman"/>
                <a:cs typeface="Times New Roman"/>
              </a:rPr>
              <a:t> </a:t>
            </a:r>
            <a:r>
              <a:rPr sz="2350" i="1" spc="175" dirty="0">
                <a:latin typeface="Times New Roman"/>
                <a:cs typeface="Times New Roman"/>
              </a:rPr>
              <a:t>z</a:t>
            </a:r>
            <a:r>
              <a:rPr sz="2700" spc="-15" baseline="32407" dirty="0">
                <a:latin typeface="Symbol"/>
                <a:cs typeface="Symbol"/>
              </a:rPr>
              <a:t></a:t>
            </a:r>
            <a:endParaRPr sz="2700" baseline="32407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75346" y="3866612"/>
            <a:ext cx="1270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4715" y="3866612"/>
            <a:ext cx="1270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26976" y="3866612"/>
            <a:ext cx="1270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10081" y="5660724"/>
            <a:ext cx="3157855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25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44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i="1" spc="-1090" dirty="0">
                <a:latin typeface="Times New Roman"/>
                <a:cs typeface="Times New Roman"/>
              </a:rPr>
              <a:t>A</a:t>
            </a:r>
            <a:r>
              <a:rPr sz="3600" spc="-15" baseline="15046" dirty="0">
                <a:latin typeface="Times New Roman"/>
                <a:cs typeface="Times New Roman"/>
              </a:rPr>
              <a:t>ˆ</a:t>
            </a:r>
            <a:r>
              <a:rPr sz="3600" spc="-555" baseline="15046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(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30" baseline="32407" dirty="0">
                <a:latin typeface="Symbol"/>
                <a:cs typeface="Symbol"/>
              </a:rPr>
              <a:t></a:t>
            </a:r>
            <a:r>
              <a:rPr sz="2700" spc="150" baseline="32407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31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-179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i="1" spc="-975" dirty="0">
                <a:latin typeface="Times New Roman"/>
                <a:cs typeface="Times New Roman"/>
              </a:rPr>
              <a:t>B</a:t>
            </a:r>
            <a:r>
              <a:rPr sz="3600" spc="-15" baseline="15046" dirty="0">
                <a:latin typeface="Times New Roman"/>
                <a:cs typeface="Times New Roman"/>
              </a:rPr>
              <a:t>ˆ</a:t>
            </a:r>
            <a:r>
              <a:rPr sz="3600" spc="-555" baseline="15046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(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30" baseline="32407" dirty="0">
                <a:latin typeface="Symbol"/>
                <a:cs typeface="Symbol"/>
              </a:rPr>
              <a:t></a:t>
            </a:r>
            <a:r>
              <a:rPr sz="2700" spc="150" baseline="32407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i="1" spc="0" dirty="0">
                <a:latin typeface="Times New Roman"/>
                <a:cs typeface="Times New Roman"/>
              </a:rPr>
              <a:t>u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1888" y="4597851"/>
            <a:ext cx="125730" cy="59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spc="-720" dirty="0">
                <a:latin typeface="Symbol"/>
                <a:cs typeface="Symbol"/>
              </a:rPr>
              <a:t></a:t>
            </a:r>
            <a:endParaRPr sz="45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52380" y="4597851"/>
            <a:ext cx="838200" cy="59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25170" algn="l"/>
              </a:tabLst>
            </a:pPr>
            <a:r>
              <a:rPr sz="4500" spc="-720" dirty="0">
                <a:latin typeface="Symbol"/>
                <a:cs typeface="Symbol"/>
              </a:rPr>
              <a:t></a:t>
            </a:r>
            <a:r>
              <a:rPr sz="4500" spc="-720" dirty="0">
                <a:latin typeface="Times New Roman"/>
                <a:cs typeface="Times New Roman"/>
              </a:rPr>
              <a:t>	</a:t>
            </a:r>
            <a:r>
              <a:rPr sz="4500" spc="-720" dirty="0">
                <a:latin typeface="Symbol"/>
                <a:cs typeface="Symbol"/>
              </a:rPr>
              <a:t></a:t>
            </a:r>
            <a:endParaRPr sz="45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15398" y="4597851"/>
            <a:ext cx="2416810" cy="59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6225" algn="l"/>
                <a:tab pos="2018664" algn="l"/>
              </a:tabLst>
            </a:pPr>
            <a:r>
              <a:rPr sz="2350" i="1" spc="15" dirty="0">
                <a:latin typeface="Times New Roman"/>
                <a:cs typeface="Times New Roman"/>
              </a:rPr>
              <a:t>z	</a:t>
            </a:r>
            <a:r>
              <a:rPr sz="2700" spc="-15" baseline="32407" dirty="0">
                <a:latin typeface="Times New Roman"/>
                <a:cs typeface="Times New Roman"/>
              </a:rPr>
              <a:t>1</a:t>
            </a:r>
            <a:r>
              <a:rPr sz="2700" spc="52" baseline="32407" dirty="0">
                <a:latin typeface="Times New Roman"/>
                <a:cs typeface="Times New Roman"/>
              </a:rPr>
              <a:t> </a:t>
            </a:r>
            <a:r>
              <a:rPr sz="2350" spc="190" dirty="0">
                <a:latin typeface="Symbol"/>
                <a:cs typeface="Symbol"/>
              </a:rPr>
              <a:t></a:t>
            </a:r>
            <a:r>
              <a:rPr sz="2350" spc="275" dirty="0">
                <a:latin typeface="MT Extra"/>
                <a:cs typeface="MT Extra"/>
              </a:rPr>
              <a:t>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215" dirty="0">
                <a:latin typeface="Times New Roman"/>
                <a:cs typeface="Times New Roman"/>
              </a:rPr>
              <a:t> </a:t>
            </a:r>
            <a:r>
              <a:rPr sz="2350" i="1" spc="-120" dirty="0">
                <a:latin typeface="Times New Roman"/>
                <a:cs typeface="Times New Roman"/>
              </a:rPr>
              <a:t>b</a:t>
            </a:r>
            <a:r>
              <a:rPr sz="2700" i="1" spc="-22" baseline="-18518" dirty="0">
                <a:latin typeface="Times New Roman"/>
                <a:cs typeface="Times New Roman"/>
              </a:rPr>
              <a:t>m</a:t>
            </a:r>
            <a:r>
              <a:rPr sz="2700" i="1" spc="-322" baseline="-18518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z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6750" spc="-750" baseline="-6172" dirty="0">
                <a:latin typeface="Symbol"/>
                <a:cs typeface="Symbol"/>
              </a:rPr>
              <a:t></a:t>
            </a:r>
            <a:r>
              <a:rPr sz="2350" i="1" spc="25" dirty="0">
                <a:latin typeface="Times New Roman"/>
                <a:cs typeface="Times New Roman"/>
              </a:rPr>
              <a:t>u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9335" y="4685153"/>
            <a:ext cx="3004185" cy="46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6559" algn="l"/>
                <a:tab pos="736600" algn="l"/>
                <a:tab pos="1649095" algn="l"/>
              </a:tabLst>
            </a:pPr>
            <a:r>
              <a:rPr sz="2350" i="1" spc="10" dirty="0">
                <a:latin typeface="Times New Roman"/>
                <a:cs typeface="Times New Roman"/>
              </a:rPr>
              <a:t>E	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0" dirty="0">
                <a:latin typeface="Times New Roman"/>
                <a:cs typeface="Times New Roman"/>
              </a:rPr>
              <a:t>	</a:t>
            </a:r>
            <a:r>
              <a:rPr sz="2350" spc="195" dirty="0">
                <a:latin typeface="Times New Roman"/>
                <a:cs typeface="Times New Roman"/>
              </a:rPr>
              <a:t>1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145" dirty="0">
                <a:latin typeface="Times New Roman"/>
                <a:cs typeface="Times New Roman"/>
              </a:rPr>
              <a:t> </a:t>
            </a:r>
            <a:r>
              <a:rPr sz="2350" i="1" spc="10" dirty="0">
                <a:latin typeface="Times New Roman"/>
                <a:cs typeface="Times New Roman"/>
              </a:rPr>
              <a:t>a</a:t>
            </a:r>
            <a:r>
              <a:rPr sz="2350" i="1" spc="170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z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700" spc="-15" baseline="32407" dirty="0">
                <a:latin typeface="Times New Roman"/>
                <a:cs typeface="Times New Roman"/>
              </a:rPr>
              <a:t>1</a:t>
            </a:r>
            <a:r>
              <a:rPr sz="2700" spc="52" baseline="32407" dirty="0">
                <a:latin typeface="Times New Roman"/>
                <a:cs typeface="Times New Roman"/>
              </a:rPr>
              <a:t> </a:t>
            </a:r>
            <a:r>
              <a:rPr sz="2350" spc="190" dirty="0">
                <a:latin typeface="Symbol"/>
                <a:cs typeface="Symbol"/>
              </a:rPr>
              <a:t></a:t>
            </a:r>
            <a:r>
              <a:rPr sz="2350" spc="275" dirty="0">
                <a:latin typeface="MT Extra"/>
                <a:cs typeface="MT Extra"/>
              </a:rPr>
              <a:t>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145" dirty="0">
                <a:latin typeface="Times New Roman"/>
                <a:cs typeface="Times New Roman"/>
              </a:rPr>
              <a:t> </a:t>
            </a:r>
            <a:r>
              <a:rPr sz="2350" i="1" spc="-5" dirty="0">
                <a:latin typeface="Times New Roman"/>
                <a:cs typeface="Times New Roman"/>
              </a:rPr>
              <a:t>a</a:t>
            </a:r>
            <a:r>
              <a:rPr sz="2700" i="1" spc="337" baseline="-18518" dirty="0">
                <a:latin typeface="Times New Roman"/>
                <a:cs typeface="Times New Roman"/>
              </a:rPr>
              <a:t>n</a:t>
            </a:r>
            <a:r>
              <a:rPr sz="2350" i="1" spc="15" dirty="0">
                <a:latin typeface="Times New Roman"/>
                <a:cs typeface="Times New Roman"/>
              </a:rPr>
              <a:t>z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98571" y="4899882"/>
            <a:ext cx="1397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91657" y="4899882"/>
            <a:ext cx="1397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36202" y="4669963"/>
            <a:ext cx="127000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5" dirty="0">
                <a:latin typeface="Times New Roman"/>
                <a:cs typeface="Times New Roman"/>
              </a:rPr>
              <a:t>ˆ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52809" y="4669963"/>
            <a:ext cx="127000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5" dirty="0">
                <a:latin typeface="Times New Roman"/>
                <a:cs typeface="Times New Roman"/>
              </a:rPr>
              <a:t>ˆ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16919" y="4745746"/>
            <a:ext cx="127000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5" dirty="0">
                <a:latin typeface="Times New Roman"/>
                <a:cs typeface="Times New Roman"/>
              </a:rPr>
              <a:t>ˆ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57269" y="4745746"/>
            <a:ext cx="127000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5" dirty="0">
                <a:latin typeface="Times New Roman"/>
                <a:cs typeface="Times New Roman"/>
              </a:rPr>
              <a:t>ˆ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48774" y="4681521"/>
            <a:ext cx="277495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80" dirty="0">
                <a:latin typeface="Symbol"/>
                <a:cs typeface="Symbol"/>
              </a:rPr>
              <a:t>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67961" y="4681521"/>
            <a:ext cx="328930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90" dirty="0">
                <a:latin typeface="Symbol"/>
                <a:cs typeface="Symbol"/>
              </a:rPr>
              <a:t></a:t>
            </a:r>
            <a:r>
              <a:rPr sz="1800" i="1" spc="-15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4028" y="4899882"/>
            <a:ext cx="1270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55155" y="4899882"/>
            <a:ext cx="1270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18859" y="4755113"/>
            <a:ext cx="798195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9250" algn="l"/>
                <a:tab pos="674370" algn="l"/>
              </a:tabLst>
            </a:pPr>
            <a:r>
              <a:rPr sz="2350" i="1" spc="10" dirty="0">
                <a:latin typeface="Times New Roman"/>
                <a:cs typeface="Times New Roman"/>
              </a:rPr>
              <a:t>y	</a:t>
            </a:r>
            <a:r>
              <a:rPr sz="2350" spc="10" dirty="0">
                <a:latin typeface="Symbol"/>
                <a:cs typeface="Symbol"/>
              </a:rPr>
              <a:t></a:t>
            </a:r>
            <a:r>
              <a:rPr sz="2350" spc="10" dirty="0">
                <a:latin typeface="Times New Roman"/>
                <a:cs typeface="Times New Roman"/>
              </a:rPr>
              <a:t>	</a:t>
            </a:r>
            <a:r>
              <a:rPr sz="2350" i="1" spc="-315" dirty="0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61744" y="4681521"/>
            <a:ext cx="15113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Symbol"/>
                <a:cs typeface="Symbol"/>
              </a:rPr>
              <a:t>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54796" y="4681521"/>
            <a:ext cx="15113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Symbol"/>
                <a:cs typeface="Symbol"/>
              </a:rPr>
              <a:t>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103254" y="1635617"/>
            <a:ext cx="1445260" cy="1022985"/>
          </a:xfrm>
          <a:custGeom>
            <a:avLst/>
            <a:gdLst/>
            <a:ahLst/>
            <a:cxnLst/>
            <a:rect l="l" t="t" r="r" b="b"/>
            <a:pathLst>
              <a:path w="1445259" h="1022985">
                <a:moveTo>
                  <a:pt x="1274307" y="0"/>
                </a:moveTo>
                <a:lnTo>
                  <a:pt x="156009" y="600"/>
                </a:lnTo>
                <a:lnTo>
                  <a:pt x="114113" y="9521"/>
                </a:lnTo>
                <a:lnTo>
                  <a:pt x="76727" y="28046"/>
                </a:lnTo>
                <a:lnTo>
                  <a:pt x="45237" y="54788"/>
                </a:lnTo>
                <a:lnTo>
                  <a:pt x="21029" y="88360"/>
                </a:lnTo>
                <a:lnTo>
                  <a:pt x="5488" y="127374"/>
                </a:lnTo>
                <a:lnTo>
                  <a:pt x="0" y="170444"/>
                </a:lnTo>
                <a:lnTo>
                  <a:pt x="598" y="866570"/>
                </a:lnTo>
                <a:lnTo>
                  <a:pt x="9512" y="908472"/>
                </a:lnTo>
                <a:lnTo>
                  <a:pt x="28029" y="945864"/>
                </a:lnTo>
                <a:lnTo>
                  <a:pt x="54764" y="977359"/>
                </a:lnTo>
                <a:lnTo>
                  <a:pt x="88330" y="1001571"/>
                </a:lnTo>
                <a:lnTo>
                  <a:pt x="127342" y="1017114"/>
                </a:lnTo>
                <a:lnTo>
                  <a:pt x="170413" y="1022603"/>
                </a:lnTo>
                <a:lnTo>
                  <a:pt x="1288711" y="1022003"/>
                </a:lnTo>
                <a:lnTo>
                  <a:pt x="1330611" y="1013085"/>
                </a:lnTo>
                <a:lnTo>
                  <a:pt x="1368003" y="994566"/>
                </a:lnTo>
                <a:lnTo>
                  <a:pt x="1399500" y="967831"/>
                </a:lnTo>
                <a:lnTo>
                  <a:pt x="1423715" y="934267"/>
                </a:lnTo>
                <a:lnTo>
                  <a:pt x="1439261" y="895258"/>
                </a:lnTo>
                <a:lnTo>
                  <a:pt x="1444751" y="852190"/>
                </a:lnTo>
                <a:lnTo>
                  <a:pt x="1444149" y="156016"/>
                </a:lnTo>
                <a:lnTo>
                  <a:pt x="1435224" y="114122"/>
                </a:lnTo>
                <a:lnTo>
                  <a:pt x="1416696" y="76735"/>
                </a:lnTo>
                <a:lnTo>
                  <a:pt x="1389955" y="45243"/>
                </a:lnTo>
                <a:lnTo>
                  <a:pt x="1356385" y="21032"/>
                </a:lnTo>
                <a:lnTo>
                  <a:pt x="1317374" y="5489"/>
                </a:lnTo>
                <a:lnTo>
                  <a:pt x="12743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03254" y="1635617"/>
            <a:ext cx="1445260" cy="1022985"/>
          </a:xfrm>
          <a:custGeom>
            <a:avLst/>
            <a:gdLst/>
            <a:ahLst/>
            <a:cxnLst/>
            <a:rect l="l" t="t" r="r" b="b"/>
            <a:pathLst>
              <a:path w="1445259" h="1022985">
                <a:moveTo>
                  <a:pt x="0" y="170444"/>
                </a:moveTo>
                <a:lnTo>
                  <a:pt x="5488" y="127374"/>
                </a:lnTo>
                <a:lnTo>
                  <a:pt x="21029" y="88360"/>
                </a:lnTo>
                <a:lnTo>
                  <a:pt x="45237" y="54788"/>
                </a:lnTo>
                <a:lnTo>
                  <a:pt x="76727" y="28046"/>
                </a:lnTo>
                <a:lnTo>
                  <a:pt x="114113" y="9521"/>
                </a:lnTo>
                <a:lnTo>
                  <a:pt x="156009" y="600"/>
                </a:lnTo>
                <a:lnTo>
                  <a:pt x="1274307" y="0"/>
                </a:lnTo>
                <a:lnTo>
                  <a:pt x="1289028" y="627"/>
                </a:lnTo>
                <a:lnTo>
                  <a:pt x="1330896" y="9621"/>
                </a:lnTo>
                <a:lnTo>
                  <a:pt x="1368248" y="28208"/>
                </a:lnTo>
                <a:lnTo>
                  <a:pt x="1399696" y="55000"/>
                </a:lnTo>
                <a:lnTo>
                  <a:pt x="1423853" y="88611"/>
                </a:lnTo>
                <a:lnTo>
                  <a:pt x="1439334" y="127654"/>
                </a:lnTo>
                <a:lnTo>
                  <a:pt x="1444751" y="852190"/>
                </a:lnTo>
                <a:lnTo>
                  <a:pt x="1444124" y="866911"/>
                </a:lnTo>
                <a:lnTo>
                  <a:pt x="1435128" y="908780"/>
                </a:lnTo>
                <a:lnTo>
                  <a:pt x="1416538" y="946128"/>
                </a:lnTo>
                <a:lnTo>
                  <a:pt x="1389742" y="977570"/>
                </a:lnTo>
                <a:lnTo>
                  <a:pt x="1356126" y="1001720"/>
                </a:lnTo>
                <a:lnTo>
                  <a:pt x="1317077" y="1017193"/>
                </a:lnTo>
                <a:lnTo>
                  <a:pt x="170413" y="1022603"/>
                </a:lnTo>
                <a:lnTo>
                  <a:pt x="155690" y="1021976"/>
                </a:lnTo>
                <a:lnTo>
                  <a:pt x="113818" y="1012982"/>
                </a:lnTo>
                <a:lnTo>
                  <a:pt x="76468" y="994395"/>
                </a:lnTo>
                <a:lnTo>
                  <a:pt x="45024" y="967601"/>
                </a:lnTo>
                <a:lnTo>
                  <a:pt x="20875" y="933987"/>
                </a:lnTo>
                <a:lnTo>
                  <a:pt x="5405" y="894938"/>
                </a:lnTo>
                <a:lnTo>
                  <a:pt x="0" y="170444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95329" y="2136630"/>
            <a:ext cx="657225" cy="0"/>
          </a:xfrm>
          <a:custGeom>
            <a:avLst/>
            <a:gdLst/>
            <a:ahLst/>
            <a:cxnLst/>
            <a:rect l="l" t="t" r="r" b="b"/>
            <a:pathLst>
              <a:path w="657225">
                <a:moveTo>
                  <a:pt x="0" y="0"/>
                </a:moveTo>
                <a:lnTo>
                  <a:pt x="657083" y="0"/>
                </a:lnTo>
              </a:path>
            </a:pathLst>
          </a:custGeom>
          <a:ln w="9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505648" y="1783513"/>
            <a:ext cx="648970" cy="682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i="1" spc="40" dirty="0">
                <a:latin typeface="Times New Roman"/>
                <a:cs typeface="Times New Roman"/>
              </a:rPr>
              <a:t>B</a:t>
            </a:r>
            <a:r>
              <a:rPr sz="1850" spc="120" dirty="0">
                <a:latin typeface="Times New Roman"/>
                <a:cs typeface="Times New Roman"/>
              </a:rPr>
              <a:t>(</a:t>
            </a:r>
            <a:r>
              <a:rPr sz="1850" i="1" spc="114" dirty="0">
                <a:latin typeface="Times New Roman"/>
                <a:cs typeface="Times New Roman"/>
              </a:rPr>
              <a:t>z</a:t>
            </a:r>
            <a:r>
              <a:rPr sz="2100" spc="-44" baseline="33730" dirty="0">
                <a:latin typeface="Symbol"/>
                <a:cs typeface="Symbol"/>
              </a:rPr>
              <a:t></a:t>
            </a:r>
            <a:r>
              <a:rPr sz="2100" spc="104" baseline="33730" dirty="0">
                <a:latin typeface="Times New Roman"/>
                <a:cs typeface="Times New Roman"/>
              </a:rPr>
              <a:t>1</a:t>
            </a:r>
            <a:r>
              <a:rPr sz="1850" spc="-1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23495">
              <a:lnSpc>
                <a:spcPct val="100000"/>
              </a:lnSpc>
              <a:spcBef>
                <a:spcPts val="610"/>
              </a:spcBef>
            </a:pPr>
            <a:r>
              <a:rPr sz="1850" i="1" spc="-50" dirty="0">
                <a:latin typeface="Times New Roman"/>
                <a:cs typeface="Times New Roman"/>
              </a:rPr>
              <a:t>A</a:t>
            </a:r>
            <a:r>
              <a:rPr sz="1850" spc="120" dirty="0">
                <a:latin typeface="Times New Roman"/>
                <a:cs typeface="Times New Roman"/>
              </a:rPr>
              <a:t>(</a:t>
            </a:r>
            <a:r>
              <a:rPr sz="1850" i="1" spc="114" dirty="0">
                <a:latin typeface="Times New Roman"/>
                <a:cs typeface="Times New Roman"/>
              </a:rPr>
              <a:t>z</a:t>
            </a:r>
            <a:r>
              <a:rPr sz="2100" spc="-44" baseline="33730" dirty="0">
                <a:latin typeface="Symbol"/>
                <a:cs typeface="Symbol"/>
              </a:rPr>
              <a:t></a:t>
            </a:r>
            <a:r>
              <a:rPr sz="2100" spc="104" baseline="33730" dirty="0">
                <a:latin typeface="Times New Roman"/>
                <a:cs typeface="Times New Roman"/>
              </a:rPr>
              <a:t>1</a:t>
            </a:r>
            <a:r>
              <a:rPr sz="1850" spc="-1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963302" y="2145395"/>
            <a:ext cx="1115695" cy="1270"/>
          </a:xfrm>
          <a:custGeom>
            <a:avLst/>
            <a:gdLst/>
            <a:ahLst/>
            <a:cxnLst/>
            <a:rect l="l" t="t" r="r" b="b"/>
            <a:pathLst>
              <a:path w="1115695" h="1269">
                <a:moveTo>
                  <a:pt x="1115171" y="1097"/>
                </a:move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002243" y="210196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91" y="0"/>
                </a:moveTo>
                <a:lnTo>
                  <a:pt x="76260" y="44531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548005" y="2146919"/>
            <a:ext cx="1115695" cy="1270"/>
          </a:xfrm>
          <a:custGeom>
            <a:avLst/>
            <a:gdLst/>
            <a:ahLst/>
            <a:cxnLst/>
            <a:rect l="l" t="t" r="r" b="b"/>
            <a:pathLst>
              <a:path w="1115695" h="1269">
                <a:moveTo>
                  <a:pt x="1115202" y="1097"/>
                </a:move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586978" y="2103485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06432"/>
            <a:ext cx="359981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qu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Block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82252" y="2914253"/>
            <a:ext cx="671830" cy="1905"/>
          </a:xfrm>
          <a:custGeom>
            <a:avLst/>
            <a:gdLst/>
            <a:ahLst/>
            <a:cxnLst/>
            <a:rect l="l" t="t" r="r" b="b"/>
            <a:pathLst>
              <a:path w="671829" h="1905">
                <a:moveTo>
                  <a:pt x="0" y="0"/>
                </a:moveTo>
                <a:lnTo>
                  <a:pt x="671291" y="140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77252" y="287106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321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30070" y="2875406"/>
            <a:ext cx="758825" cy="0"/>
          </a:xfrm>
          <a:custGeom>
            <a:avLst/>
            <a:gdLst/>
            <a:ahLst/>
            <a:cxnLst/>
            <a:rect l="l" t="t" r="r" b="b"/>
            <a:pathLst>
              <a:path w="758825">
                <a:moveTo>
                  <a:pt x="0" y="0"/>
                </a:moveTo>
                <a:lnTo>
                  <a:pt x="758693" y="0"/>
                </a:lnTo>
              </a:path>
            </a:pathLst>
          </a:custGeom>
          <a:ln w="115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43887" y="4855613"/>
            <a:ext cx="2801620" cy="1517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0115">
              <a:lnSpc>
                <a:spcPct val="100000"/>
              </a:lnSpc>
            </a:pPr>
            <a:r>
              <a:rPr sz="2700" spc="420" dirty="0">
                <a:latin typeface="Symbol"/>
                <a:cs typeface="Symbol"/>
              </a:rPr>
              <a:t></a:t>
            </a:r>
            <a:r>
              <a:rPr sz="2700" spc="-30" dirty="0">
                <a:latin typeface="Symbol"/>
                <a:cs typeface="Symbol"/>
              </a:rPr>
              <a:t></a:t>
            </a:r>
            <a:r>
              <a:rPr sz="2700" spc="-225" dirty="0">
                <a:latin typeface="Times New Roman"/>
                <a:cs typeface="Times New Roman"/>
              </a:rPr>
              <a:t> 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150" i="1" spc="-40" dirty="0">
                <a:latin typeface="Times New Roman"/>
                <a:cs typeface="Times New Roman"/>
              </a:rPr>
              <a:t>E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r>
              <a:rPr sz="2400" i="1" baseline="-19097" dirty="0">
                <a:latin typeface="Times New Roman"/>
                <a:cs typeface="Times New Roman"/>
              </a:rPr>
              <a:t> </a:t>
            </a:r>
            <a:r>
              <a:rPr sz="2400" i="1" spc="30" baseline="-19097" dirty="0">
                <a:latin typeface="Times New Roman"/>
                <a:cs typeface="Times New Roman"/>
              </a:rPr>
              <a:t> </a:t>
            </a:r>
            <a:r>
              <a:rPr sz="2150" spc="-25" dirty="0">
                <a:latin typeface="Symbol"/>
                <a:cs typeface="Symbol"/>
              </a:rPr>
              <a:t></a:t>
            </a:r>
            <a:r>
              <a:rPr sz="2150" spc="120" dirty="0">
                <a:latin typeface="Times New Roman"/>
                <a:cs typeface="Times New Roman"/>
              </a:rPr>
              <a:t> </a:t>
            </a:r>
            <a:r>
              <a:rPr sz="2150" i="1" spc="-980" dirty="0">
                <a:latin typeface="Times New Roman"/>
                <a:cs typeface="Times New Roman"/>
              </a:rPr>
              <a:t>A</a:t>
            </a:r>
            <a:r>
              <a:rPr sz="3225" spc="-22" baseline="15503" dirty="0">
                <a:latin typeface="Times New Roman"/>
                <a:cs typeface="Times New Roman"/>
              </a:rPr>
              <a:t>ˆ</a:t>
            </a:r>
            <a:r>
              <a:rPr sz="3225" spc="-502" baseline="15503" dirty="0">
                <a:latin typeface="Times New Roman"/>
                <a:cs typeface="Times New Roman"/>
              </a:rPr>
              <a:t> </a:t>
            </a:r>
            <a:r>
              <a:rPr sz="2150" spc="140" dirty="0">
                <a:latin typeface="Times New Roman"/>
                <a:cs typeface="Times New Roman"/>
              </a:rPr>
              <a:t>(</a:t>
            </a:r>
            <a:r>
              <a:rPr sz="2150" i="1" spc="125" dirty="0">
                <a:latin typeface="Times New Roman"/>
                <a:cs typeface="Times New Roman"/>
              </a:rPr>
              <a:t>z</a:t>
            </a:r>
            <a:r>
              <a:rPr sz="2400" spc="-30" baseline="34722" dirty="0">
                <a:latin typeface="Symbol"/>
                <a:cs typeface="Symbol"/>
              </a:rPr>
              <a:t></a:t>
            </a:r>
            <a:r>
              <a:rPr sz="2400" spc="120" baseline="34722" dirty="0">
                <a:latin typeface="Times New Roman"/>
                <a:cs typeface="Times New Roman"/>
              </a:rPr>
              <a:t>1</a:t>
            </a:r>
            <a:r>
              <a:rPr sz="2150" spc="-15" dirty="0">
                <a:latin typeface="Times New Roman"/>
                <a:cs typeface="Times New Roman"/>
              </a:rPr>
              <a:t>)</a:t>
            </a:r>
            <a:r>
              <a:rPr sz="2150" spc="-285" dirty="0">
                <a:latin typeface="Times New Roman"/>
                <a:cs typeface="Times New Roman"/>
              </a:rPr>
              <a:t> </a:t>
            </a:r>
            <a:r>
              <a:rPr sz="2150" i="1" spc="-15" dirty="0">
                <a:latin typeface="Times New Roman"/>
                <a:cs typeface="Times New Roman"/>
              </a:rPr>
              <a:t>y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r>
              <a:rPr sz="2400" i="1" baseline="-19097" dirty="0">
                <a:latin typeface="Times New Roman"/>
                <a:cs typeface="Times New Roman"/>
              </a:rPr>
              <a:t> </a:t>
            </a:r>
            <a:r>
              <a:rPr sz="2400" i="1" spc="-165" baseline="-19097" dirty="0">
                <a:latin typeface="Times New Roman"/>
                <a:cs typeface="Times New Roman"/>
              </a:rPr>
              <a:t> </a:t>
            </a:r>
            <a:r>
              <a:rPr sz="2150" spc="-25" dirty="0">
                <a:latin typeface="Symbol"/>
                <a:cs typeface="Symbol"/>
              </a:rPr>
              <a:t></a:t>
            </a:r>
            <a:r>
              <a:rPr sz="2150" spc="-110" dirty="0">
                <a:latin typeface="Times New Roman"/>
                <a:cs typeface="Times New Roman"/>
              </a:rPr>
              <a:t> </a:t>
            </a:r>
            <a:r>
              <a:rPr sz="2150" i="1" spc="-880" dirty="0">
                <a:latin typeface="Times New Roman"/>
                <a:cs typeface="Times New Roman"/>
              </a:rPr>
              <a:t>B</a:t>
            </a:r>
            <a:r>
              <a:rPr sz="3225" spc="-22" baseline="15503" dirty="0">
                <a:latin typeface="Times New Roman"/>
                <a:cs typeface="Times New Roman"/>
              </a:rPr>
              <a:t>ˆ</a:t>
            </a:r>
            <a:r>
              <a:rPr sz="3225" spc="-502" baseline="15503" dirty="0">
                <a:latin typeface="Times New Roman"/>
                <a:cs typeface="Times New Roman"/>
              </a:rPr>
              <a:t> </a:t>
            </a:r>
            <a:r>
              <a:rPr sz="2150" spc="140" dirty="0">
                <a:latin typeface="Times New Roman"/>
                <a:cs typeface="Times New Roman"/>
              </a:rPr>
              <a:t>(</a:t>
            </a:r>
            <a:r>
              <a:rPr sz="2150" i="1" spc="125" dirty="0">
                <a:latin typeface="Times New Roman"/>
                <a:cs typeface="Times New Roman"/>
              </a:rPr>
              <a:t>z</a:t>
            </a:r>
            <a:r>
              <a:rPr sz="2400" spc="-30" baseline="34722" dirty="0">
                <a:latin typeface="Symbol"/>
                <a:cs typeface="Symbol"/>
              </a:rPr>
              <a:t></a:t>
            </a:r>
            <a:r>
              <a:rPr sz="2400" spc="120" baseline="34722" dirty="0">
                <a:latin typeface="Times New Roman"/>
                <a:cs typeface="Times New Roman"/>
              </a:rPr>
              <a:t>1</a:t>
            </a:r>
            <a:r>
              <a:rPr sz="2150" spc="-25" dirty="0">
                <a:latin typeface="Times New Roman"/>
                <a:cs typeface="Times New Roman"/>
              </a:rPr>
              <a:t>)</a:t>
            </a:r>
            <a:r>
              <a:rPr sz="2150" i="1" spc="-5" dirty="0">
                <a:latin typeface="Times New Roman"/>
                <a:cs typeface="Times New Roman"/>
              </a:rPr>
              <a:t>u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44056" y="2462872"/>
            <a:ext cx="744855" cy="374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25" dirty="0">
                <a:latin typeface="Times New Roman"/>
                <a:cs typeface="Times New Roman"/>
              </a:rPr>
              <a:t>B</a:t>
            </a:r>
            <a:r>
              <a:rPr sz="2150" spc="140" dirty="0">
                <a:latin typeface="Times New Roman"/>
                <a:cs typeface="Times New Roman"/>
              </a:rPr>
              <a:t>(</a:t>
            </a:r>
            <a:r>
              <a:rPr sz="2150" i="1" spc="125" dirty="0">
                <a:latin typeface="Times New Roman"/>
                <a:cs typeface="Times New Roman"/>
              </a:rPr>
              <a:t>z</a:t>
            </a:r>
            <a:r>
              <a:rPr sz="2400" spc="-30" baseline="34722" dirty="0">
                <a:latin typeface="Symbol"/>
                <a:cs typeface="Symbol"/>
              </a:rPr>
              <a:t></a:t>
            </a:r>
            <a:r>
              <a:rPr sz="2400" spc="120" baseline="34722" dirty="0">
                <a:latin typeface="Times New Roman"/>
                <a:cs typeface="Times New Roman"/>
              </a:rPr>
              <a:t>1</a:t>
            </a:r>
            <a:r>
              <a:rPr sz="2150" spc="-15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42284" y="2403713"/>
            <a:ext cx="1139825" cy="974090"/>
          </a:xfrm>
          <a:custGeom>
            <a:avLst/>
            <a:gdLst/>
            <a:ahLst/>
            <a:cxnLst/>
            <a:rect l="l" t="t" r="r" b="b"/>
            <a:pathLst>
              <a:path w="1139825" h="974089">
                <a:moveTo>
                  <a:pt x="976899" y="0"/>
                </a:moveTo>
                <a:lnTo>
                  <a:pt x="161213" y="3"/>
                </a:lnTo>
                <a:lnTo>
                  <a:pt x="118312" y="6035"/>
                </a:lnTo>
                <a:lnTo>
                  <a:pt x="79789" y="22515"/>
                </a:lnTo>
                <a:lnTo>
                  <a:pt x="47170" y="47912"/>
                </a:lnTo>
                <a:lnTo>
                  <a:pt x="21982" y="80696"/>
                </a:lnTo>
                <a:lnTo>
                  <a:pt x="5749" y="119338"/>
                </a:lnTo>
                <a:lnTo>
                  <a:pt x="0" y="162305"/>
                </a:lnTo>
                <a:lnTo>
                  <a:pt x="3" y="812637"/>
                </a:lnTo>
                <a:lnTo>
                  <a:pt x="6032" y="855537"/>
                </a:lnTo>
                <a:lnTo>
                  <a:pt x="22505" y="894057"/>
                </a:lnTo>
                <a:lnTo>
                  <a:pt x="47897" y="926672"/>
                </a:lnTo>
                <a:lnTo>
                  <a:pt x="80681" y="951857"/>
                </a:lnTo>
                <a:lnTo>
                  <a:pt x="119331" y="968087"/>
                </a:lnTo>
                <a:lnTo>
                  <a:pt x="162321" y="973835"/>
                </a:lnTo>
                <a:lnTo>
                  <a:pt x="977994" y="973832"/>
                </a:lnTo>
                <a:lnTo>
                  <a:pt x="1020886" y="967807"/>
                </a:lnTo>
                <a:lnTo>
                  <a:pt x="1059406" y="951338"/>
                </a:lnTo>
                <a:lnTo>
                  <a:pt x="1092026" y="925950"/>
                </a:lnTo>
                <a:lnTo>
                  <a:pt x="1117218" y="893169"/>
                </a:lnTo>
                <a:lnTo>
                  <a:pt x="1133453" y="854520"/>
                </a:lnTo>
                <a:lnTo>
                  <a:pt x="1139205" y="811529"/>
                </a:lnTo>
                <a:lnTo>
                  <a:pt x="1139201" y="161211"/>
                </a:lnTo>
                <a:lnTo>
                  <a:pt x="1133174" y="118329"/>
                </a:lnTo>
                <a:lnTo>
                  <a:pt x="1116700" y="79812"/>
                </a:lnTo>
                <a:lnTo>
                  <a:pt x="1091308" y="47190"/>
                </a:lnTo>
                <a:lnTo>
                  <a:pt x="1058525" y="21993"/>
                </a:lnTo>
                <a:lnTo>
                  <a:pt x="1019879" y="5753"/>
                </a:lnTo>
                <a:lnTo>
                  <a:pt x="9768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2284" y="2403713"/>
            <a:ext cx="1139825" cy="974090"/>
          </a:xfrm>
          <a:custGeom>
            <a:avLst/>
            <a:gdLst/>
            <a:ahLst/>
            <a:cxnLst/>
            <a:rect l="l" t="t" r="r" b="b"/>
            <a:pathLst>
              <a:path w="1139825" h="974089">
                <a:moveTo>
                  <a:pt x="0" y="162305"/>
                </a:moveTo>
                <a:lnTo>
                  <a:pt x="5749" y="119338"/>
                </a:lnTo>
                <a:lnTo>
                  <a:pt x="21982" y="80696"/>
                </a:lnTo>
                <a:lnTo>
                  <a:pt x="47170" y="47912"/>
                </a:lnTo>
                <a:lnTo>
                  <a:pt x="79789" y="22515"/>
                </a:lnTo>
                <a:lnTo>
                  <a:pt x="118312" y="6035"/>
                </a:lnTo>
                <a:lnTo>
                  <a:pt x="161213" y="3"/>
                </a:lnTo>
                <a:lnTo>
                  <a:pt x="976899" y="0"/>
                </a:lnTo>
                <a:lnTo>
                  <a:pt x="991613" y="658"/>
                </a:lnTo>
                <a:lnTo>
                  <a:pt x="1033318" y="10077"/>
                </a:lnTo>
                <a:lnTo>
                  <a:pt x="1070179" y="29473"/>
                </a:lnTo>
                <a:lnTo>
                  <a:pt x="1100669" y="57314"/>
                </a:lnTo>
                <a:lnTo>
                  <a:pt x="1123258" y="92071"/>
                </a:lnTo>
                <a:lnTo>
                  <a:pt x="1136419" y="132214"/>
                </a:lnTo>
                <a:lnTo>
                  <a:pt x="1139205" y="811529"/>
                </a:lnTo>
                <a:lnTo>
                  <a:pt x="1138547" y="826248"/>
                </a:lnTo>
                <a:lnTo>
                  <a:pt x="1129131" y="867961"/>
                </a:lnTo>
                <a:lnTo>
                  <a:pt x="1109740" y="904823"/>
                </a:lnTo>
                <a:lnTo>
                  <a:pt x="1081902" y="935309"/>
                </a:lnTo>
                <a:lnTo>
                  <a:pt x="1047146" y="957894"/>
                </a:lnTo>
                <a:lnTo>
                  <a:pt x="1006999" y="971051"/>
                </a:lnTo>
                <a:lnTo>
                  <a:pt x="162321" y="973835"/>
                </a:lnTo>
                <a:lnTo>
                  <a:pt x="147603" y="973178"/>
                </a:lnTo>
                <a:lnTo>
                  <a:pt x="105890" y="963766"/>
                </a:lnTo>
                <a:lnTo>
                  <a:pt x="69026" y="944382"/>
                </a:lnTo>
                <a:lnTo>
                  <a:pt x="38536" y="916551"/>
                </a:lnTo>
                <a:lnTo>
                  <a:pt x="15948" y="881798"/>
                </a:lnTo>
                <a:lnTo>
                  <a:pt x="2786" y="841648"/>
                </a:lnTo>
                <a:lnTo>
                  <a:pt x="0" y="162305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256713" y="2885592"/>
            <a:ext cx="732155" cy="810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70" dirty="0">
                <a:latin typeface="Times New Roman"/>
                <a:cs typeface="Times New Roman"/>
              </a:rPr>
              <a:t>A</a:t>
            </a:r>
            <a:r>
              <a:rPr sz="2150" spc="140" dirty="0">
                <a:latin typeface="Times New Roman"/>
                <a:cs typeface="Times New Roman"/>
              </a:rPr>
              <a:t>(</a:t>
            </a:r>
            <a:r>
              <a:rPr sz="2150" i="1" spc="125" dirty="0">
                <a:latin typeface="Times New Roman"/>
                <a:cs typeface="Times New Roman"/>
              </a:rPr>
              <a:t>z</a:t>
            </a:r>
            <a:r>
              <a:rPr sz="2400" spc="-30" baseline="34722" dirty="0">
                <a:latin typeface="Symbol"/>
                <a:cs typeface="Symbol"/>
              </a:rPr>
              <a:t></a:t>
            </a:r>
            <a:r>
              <a:rPr sz="2400" spc="120" baseline="34722" dirty="0">
                <a:latin typeface="Times New Roman"/>
                <a:cs typeface="Times New Roman"/>
              </a:rPr>
              <a:t>1</a:t>
            </a:r>
            <a:r>
              <a:rPr sz="2150" spc="-15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1180"/>
              </a:spcBef>
            </a:pPr>
            <a:r>
              <a:rPr sz="1800" spc="-45" dirty="0">
                <a:latin typeface="Calibri"/>
                <a:cs typeface="Calibri"/>
              </a:rPr>
              <a:t>s</a:t>
            </a:r>
            <a:r>
              <a:rPr sz="1800" spc="-3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em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22867" y="2459002"/>
            <a:ext cx="231140" cy="360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45" dirty="0">
                <a:latin typeface="Times New Roman"/>
                <a:cs typeface="Times New Roman"/>
              </a:rPr>
              <a:t>x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43480" y="2915777"/>
            <a:ext cx="1075055" cy="1905"/>
          </a:xfrm>
          <a:custGeom>
            <a:avLst/>
            <a:gdLst/>
            <a:ahLst/>
            <a:cxnLst/>
            <a:rect l="l" t="t" r="r" b="b"/>
            <a:pathLst>
              <a:path w="1075055" h="1905">
                <a:moveTo>
                  <a:pt x="0" y="0"/>
                </a:moveTo>
                <a:lnTo>
                  <a:pt x="1074980" y="143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42200" y="2872648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18" y="0"/>
                </a:moveTo>
                <a:lnTo>
                  <a:pt x="76260" y="44561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69326" y="2491867"/>
            <a:ext cx="252729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5" dirty="0">
                <a:latin typeface="Times New Roman"/>
                <a:cs typeface="Times New Roman"/>
              </a:rPr>
              <a:t>u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43480" y="3719687"/>
            <a:ext cx="1139825" cy="974725"/>
          </a:xfrm>
          <a:custGeom>
            <a:avLst/>
            <a:gdLst/>
            <a:ahLst/>
            <a:cxnLst/>
            <a:rect l="l" t="t" r="r" b="b"/>
            <a:pathLst>
              <a:path w="1139825" h="974725">
                <a:moveTo>
                  <a:pt x="0" y="162464"/>
                </a:moveTo>
                <a:lnTo>
                  <a:pt x="5746" y="119487"/>
                </a:lnTo>
                <a:lnTo>
                  <a:pt x="21968" y="80834"/>
                </a:lnTo>
                <a:lnTo>
                  <a:pt x="47141" y="48033"/>
                </a:lnTo>
                <a:lnTo>
                  <a:pt x="79738" y="22609"/>
                </a:lnTo>
                <a:lnTo>
                  <a:pt x="118235" y="6091"/>
                </a:lnTo>
                <a:lnTo>
                  <a:pt x="161104" y="5"/>
                </a:lnTo>
                <a:lnTo>
                  <a:pt x="976740" y="0"/>
                </a:lnTo>
                <a:lnTo>
                  <a:pt x="991452" y="657"/>
                </a:lnTo>
                <a:lnTo>
                  <a:pt x="1033157" y="10066"/>
                </a:lnTo>
                <a:lnTo>
                  <a:pt x="1070028" y="29444"/>
                </a:lnTo>
                <a:lnTo>
                  <a:pt x="1100539" y="57263"/>
                </a:lnTo>
                <a:lnTo>
                  <a:pt x="1123163" y="91998"/>
                </a:lnTo>
                <a:lnTo>
                  <a:pt x="1136374" y="132120"/>
                </a:lnTo>
                <a:lnTo>
                  <a:pt x="1139205" y="812212"/>
                </a:lnTo>
                <a:lnTo>
                  <a:pt x="1138547" y="826924"/>
                </a:lnTo>
                <a:lnTo>
                  <a:pt x="1129138" y="868629"/>
                </a:lnTo>
                <a:lnTo>
                  <a:pt x="1109759" y="905498"/>
                </a:lnTo>
                <a:lnTo>
                  <a:pt x="1081938" y="936005"/>
                </a:lnTo>
                <a:lnTo>
                  <a:pt x="1047202" y="958626"/>
                </a:lnTo>
                <a:lnTo>
                  <a:pt x="1007076" y="971834"/>
                </a:lnTo>
                <a:lnTo>
                  <a:pt x="162449" y="974661"/>
                </a:lnTo>
                <a:lnTo>
                  <a:pt x="147735" y="974004"/>
                </a:lnTo>
                <a:lnTo>
                  <a:pt x="106029" y="964595"/>
                </a:lnTo>
                <a:lnTo>
                  <a:pt x="69158" y="945217"/>
                </a:lnTo>
                <a:lnTo>
                  <a:pt x="38651" y="917398"/>
                </a:lnTo>
                <a:lnTo>
                  <a:pt x="16031" y="882662"/>
                </a:lnTo>
                <a:lnTo>
                  <a:pt x="2825" y="842536"/>
                </a:lnTo>
                <a:lnTo>
                  <a:pt x="0" y="162464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25648" y="2934827"/>
            <a:ext cx="0" cy="796925"/>
          </a:xfrm>
          <a:custGeom>
            <a:avLst/>
            <a:gdLst/>
            <a:ahLst/>
            <a:cxnLst/>
            <a:rect l="l" t="t" r="r" b="b"/>
            <a:pathLst>
              <a:path h="796925">
                <a:moveTo>
                  <a:pt x="0" y="0"/>
                </a:moveTo>
                <a:lnTo>
                  <a:pt x="0" y="796655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78720" y="2684891"/>
            <a:ext cx="443865" cy="455295"/>
          </a:xfrm>
          <a:custGeom>
            <a:avLst/>
            <a:gdLst/>
            <a:ahLst/>
            <a:cxnLst/>
            <a:rect l="l" t="t" r="r" b="b"/>
            <a:pathLst>
              <a:path w="443864" h="455294">
                <a:moveTo>
                  <a:pt x="0" y="227472"/>
                </a:moveTo>
                <a:lnTo>
                  <a:pt x="6444" y="172814"/>
                </a:lnTo>
                <a:lnTo>
                  <a:pt x="24749" y="122945"/>
                </a:lnTo>
                <a:lnTo>
                  <a:pt x="53375" y="79444"/>
                </a:lnTo>
                <a:lnTo>
                  <a:pt x="90782" y="43895"/>
                </a:lnTo>
                <a:lnTo>
                  <a:pt x="135428" y="17878"/>
                </a:lnTo>
                <a:lnTo>
                  <a:pt x="185773" y="2977"/>
                </a:lnTo>
                <a:lnTo>
                  <a:pt x="221741" y="0"/>
                </a:lnTo>
                <a:lnTo>
                  <a:pt x="239924" y="754"/>
                </a:lnTo>
                <a:lnTo>
                  <a:pt x="291819" y="11598"/>
                </a:lnTo>
                <a:lnTo>
                  <a:pt x="338534" y="34085"/>
                </a:lnTo>
                <a:lnTo>
                  <a:pt x="378527" y="66633"/>
                </a:lnTo>
                <a:lnTo>
                  <a:pt x="410255" y="107659"/>
                </a:lnTo>
                <a:lnTo>
                  <a:pt x="432176" y="155581"/>
                </a:lnTo>
                <a:lnTo>
                  <a:pt x="442748" y="208818"/>
                </a:lnTo>
                <a:lnTo>
                  <a:pt x="443483" y="227472"/>
                </a:lnTo>
                <a:lnTo>
                  <a:pt x="442748" y="246125"/>
                </a:lnTo>
                <a:lnTo>
                  <a:pt x="432176" y="299359"/>
                </a:lnTo>
                <a:lnTo>
                  <a:pt x="410255" y="347276"/>
                </a:lnTo>
                <a:lnTo>
                  <a:pt x="378527" y="388296"/>
                </a:lnTo>
                <a:lnTo>
                  <a:pt x="338534" y="420836"/>
                </a:lnTo>
                <a:lnTo>
                  <a:pt x="291819" y="443318"/>
                </a:lnTo>
                <a:lnTo>
                  <a:pt x="239924" y="454159"/>
                </a:lnTo>
                <a:lnTo>
                  <a:pt x="221741" y="454913"/>
                </a:lnTo>
                <a:lnTo>
                  <a:pt x="203555" y="454159"/>
                </a:lnTo>
                <a:lnTo>
                  <a:pt x="151652" y="443318"/>
                </a:lnTo>
                <a:lnTo>
                  <a:pt x="104936" y="420836"/>
                </a:lnTo>
                <a:lnTo>
                  <a:pt x="64945" y="388296"/>
                </a:lnTo>
                <a:lnTo>
                  <a:pt x="33221" y="347276"/>
                </a:lnTo>
                <a:lnTo>
                  <a:pt x="11304" y="299359"/>
                </a:lnTo>
                <a:lnTo>
                  <a:pt x="735" y="246125"/>
                </a:lnTo>
                <a:lnTo>
                  <a:pt x="0" y="227472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46133" y="2030091"/>
            <a:ext cx="257810" cy="376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i="1" dirty="0">
                <a:latin typeface="Symbol"/>
                <a:cs typeface="Symbol"/>
              </a:rPr>
              <a:t>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101071" y="2153777"/>
            <a:ext cx="13335" cy="506730"/>
          </a:xfrm>
          <a:custGeom>
            <a:avLst/>
            <a:gdLst/>
            <a:ahLst/>
            <a:cxnLst/>
            <a:rect l="l" t="t" r="r" b="b"/>
            <a:pathLst>
              <a:path w="13335" h="506730">
                <a:moveTo>
                  <a:pt x="12740" y="0"/>
                </a:moveTo>
                <a:lnTo>
                  <a:pt x="0" y="50621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58552" y="2582722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69">
                <a:moveTo>
                  <a:pt x="88879" y="2225"/>
                </a:moveTo>
                <a:lnTo>
                  <a:pt x="42519" y="77297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989745" y="2713629"/>
            <a:ext cx="210820" cy="372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-30" dirty="0">
                <a:latin typeface="Symbol"/>
                <a:cs typeface="Symbol"/>
              </a:rPr>
              <a:t>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974963" y="2904347"/>
            <a:ext cx="15875" cy="768985"/>
          </a:xfrm>
          <a:custGeom>
            <a:avLst/>
            <a:gdLst/>
            <a:ahLst/>
            <a:cxnLst/>
            <a:rect l="l" t="t" r="r" b="b"/>
            <a:pathLst>
              <a:path w="15875" h="768985">
                <a:moveTo>
                  <a:pt x="15666" y="0"/>
                </a:moveTo>
                <a:lnTo>
                  <a:pt x="0" y="76891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932078" y="3596152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1828"/>
                </a:moveTo>
                <a:lnTo>
                  <a:pt x="42885" y="77083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07726" y="2904347"/>
            <a:ext cx="696595" cy="1905"/>
          </a:xfrm>
          <a:custGeom>
            <a:avLst/>
            <a:gdLst/>
            <a:ahLst/>
            <a:cxnLst/>
            <a:rect l="l" t="t" r="r" b="b"/>
            <a:pathLst>
              <a:path w="696595" h="1905">
                <a:moveTo>
                  <a:pt x="0" y="0"/>
                </a:moveTo>
                <a:lnTo>
                  <a:pt x="696193" y="1463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489985" y="2480437"/>
            <a:ext cx="23558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15" dirty="0">
                <a:latin typeface="Times New Roman"/>
                <a:cs typeface="Times New Roman"/>
              </a:rPr>
              <a:t>y</a:t>
            </a:r>
            <a:r>
              <a:rPr sz="2400" i="1" spc="-15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022232" y="4793360"/>
            <a:ext cx="508000" cy="521334"/>
          </a:xfrm>
          <a:custGeom>
            <a:avLst/>
            <a:gdLst/>
            <a:ahLst/>
            <a:cxnLst/>
            <a:rect l="l" t="t" r="r" b="b"/>
            <a:pathLst>
              <a:path w="508000" h="521335">
                <a:moveTo>
                  <a:pt x="0" y="260603"/>
                </a:moveTo>
                <a:lnTo>
                  <a:pt x="3320" y="218330"/>
                </a:lnTo>
                <a:lnTo>
                  <a:pt x="12932" y="178229"/>
                </a:lnTo>
                <a:lnTo>
                  <a:pt x="28315" y="140837"/>
                </a:lnTo>
                <a:lnTo>
                  <a:pt x="48947" y="106691"/>
                </a:lnTo>
                <a:lnTo>
                  <a:pt x="74306" y="76326"/>
                </a:lnTo>
                <a:lnTo>
                  <a:pt x="103870" y="50279"/>
                </a:lnTo>
                <a:lnTo>
                  <a:pt x="137118" y="29086"/>
                </a:lnTo>
                <a:lnTo>
                  <a:pt x="173528" y="13284"/>
                </a:lnTo>
                <a:lnTo>
                  <a:pt x="212577" y="3410"/>
                </a:lnTo>
                <a:lnTo>
                  <a:pt x="253745" y="0"/>
                </a:lnTo>
                <a:lnTo>
                  <a:pt x="274558" y="863"/>
                </a:lnTo>
                <a:lnTo>
                  <a:pt x="314726" y="7573"/>
                </a:lnTo>
                <a:lnTo>
                  <a:pt x="352518" y="20478"/>
                </a:lnTo>
                <a:lnTo>
                  <a:pt x="387411" y="39042"/>
                </a:lnTo>
                <a:lnTo>
                  <a:pt x="418884" y="62729"/>
                </a:lnTo>
                <a:lnTo>
                  <a:pt x="446413" y="91002"/>
                </a:lnTo>
                <a:lnTo>
                  <a:pt x="469476" y="123325"/>
                </a:lnTo>
                <a:lnTo>
                  <a:pt x="487552" y="159161"/>
                </a:lnTo>
                <a:lnTo>
                  <a:pt x="500117" y="197975"/>
                </a:lnTo>
                <a:lnTo>
                  <a:pt x="506650" y="239229"/>
                </a:lnTo>
                <a:lnTo>
                  <a:pt x="507491" y="260603"/>
                </a:lnTo>
                <a:lnTo>
                  <a:pt x="506650" y="281978"/>
                </a:lnTo>
                <a:lnTo>
                  <a:pt x="500117" y="323232"/>
                </a:lnTo>
                <a:lnTo>
                  <a:pt x="487552" y="362046"/>
                </a:lnTo>
                <a:lnTo>
                  <a:pt x="469476" y="397882"/>
                </a:lnTo>
                <a:lnTo>
                  <a:pt x="446413" y="430205"/>
                </a:lnTo>
                <a:lnTo>
                  <a:pt x="418884" y="458478"/>
                </a:lnTo>
                <a:lnTo>
                  <a:pt x="387411" y="482165"/>
                </a:lnTo>
                <a:lnTo>
                  <a:pt x="352518" y="500729"/>
                </a:lnTo>
                <a:lnTo>
                  <a:pt x="314726" y="513634"/>
                </a:lnTo>
                <a:lnTo>
                  <a:pt x="274558" y="520344"/>
                </a:lnTo>
                <a:lnTo>
                  <a:pt x="253745" y="521207"/>
                </a:lnTo>
                <a:lnTo>
                  <a:pt x="232929" y="520344"/>
                </a:lnTo>
                <a:lnTo>
                  <a:pt x="192755" y="513634"/>
                </a:lnTo>
                <a:lnTo>
                  <a:pt x="154960" y="500729"/>
                </a:lnTo>
                <a:lnTo>
                  <a:pt x="120066" y="482165"/>
                </a:lnTo>
                <a:lnTo>
                  <a:pt x="88595" y="458478"/>
                </a:lnTo>
                <a:lnTo>
                  <a:pt x="61068" y="430205"/>
                </a:lnTo>
                <a:lnTo>
                  <a:pt x="38008" y="397882"/>
                </a:lnTo>
                <a:lnTo>
                  <a:pt x="19935" y="362046"/>
                </a:lnTo>
                <a:lnTo>
                  <a:pt x="7372" y="323232"/>
                </a:lnTo>
                <a:lnTo>
                  <a:pt x="840" y="281978"/>
                </a:lnTo>
                <a:lnTo>
                  <a:pt x="0" y="260603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93644" y="5059298"/>
            <a:ext cx="1496060" cy="1905"/>
          </a:xfrm>
          <a:custGeom>
            <a:avLst/>
            <a:gdLst/>
            <a:ahLst/>
            <a:cxnLst/>
            <a:rect l="l" t="t" r="r" b="b"/>
            <a:pathLst>
              <a:path w="1496060" h="1904">
                <a:moveTo>
                  <a:pt x="0" y="0"/>
                </a:moveTo>
                <a:lnTo>
                  <a:pt x="1495546" y="1417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12930" y="5016197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91" y="0"/>
                </a:moveTo>
                <a:lnTo>
                  <a:pt x="76260" y="44519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150998" y="3994912"/>
            <a:ext cx="745490" cy="376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880" dirty="0">
                <a:latin typeface="Times New Roman"/>
                <a:cs typeface="Times New Roman"/>
              </a:rPr>
              <a:t>B</a:t>
            </a:r>
            <a:r>
              <a:rPr sz="3225" spc="-22" baseline="15503" dirty="0">
                <a:latin typeface="Times New Roman"/>
                <a:cs typeface="Times New Roman"/>
              </a:rPr>
              <a:t>ˆ</a:t>
            </a:r>
            <a:r>
              <a:rPr sz="3225" spc="-502" baseline="15503" dirty="0">
                <a:latin typeface="Times New Roman"/>
                <a:cs typeface="Times New Roman"/>
              </a:rPr>
              <a:t> </a:t>
            </a:r>
            <a:r>
              <a:rPr sz="2150" spc="140" dirty="0">
                <a:latin typeface="Times New Roman"/>
                <a:cs typeface="Times New Roman"/>
              </a:rPr>
              <a:t>(</a:t>
            </a:r>
            <a:r>
              <a:rPr sz="2150" i="1" spc="125" dirty="0">
                <a:latin typeface="Times New Roman"/>
                <a:cs typeface="Times New Roman"/>
              </a:rPr>
              <a:t>z</a:t>
            </a:r>
            <a:r>
              <a:rPr sz="2400" spc="-30" baseline="34722" dirty="0">
                <a:latin typeface="Symbol"/>
                <a:cs typeface="Symbol"/>
              </a:rPr>
              <a:t></a:t>
            </a:r>
            <a:r>
              <a:rPr sz="2400" spc="120" baseline="34722" dirty="0">
                <a:latin typeface="Times New Roman"/>
                <a:cs typeface="Times New Roman"/>
              </a:rPr>
              <a:t>1</a:t>
            </a:r>
            <a:r>
              <a:rPr sz="2150" spc="-15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493644" y="4694301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512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04499" y="3698351"/>
            <a:ext cx="1140460" cy="974090"/>
          </a:xfrm>
          <a:custGeom>
            <a:avLst/>
            <a:gdLst/>
            <a:ahLst/>
            <a:cxnLst/>
            <a:rect l="l" t="t" r="r" b="b"/>
            <a:pathLst>
              <a:path w="1140459" h="974089">
                <a:moveTo>
                  <a:pt x="0" y="162321"/>
                </a:moveTo>
                <a:lnTo>
                  <a:pt x="5748" y="119347"/>
                </a:lnTo>
                <a:lnTo>
                  <a:pt x="21978" y="80701"/>
                </a:lnTo>
                <a:lnTo>
                  <a:pt x="47163" y="47914"/>
                </a:lnTo>
                <a:lnTo>
                  <a:pt x="79778" y="22515"/>
                </a:lnTo>
                <a:lnTo>
                  <a:pt x="118298" y="6035"/>
                </a:lnTo>
                <a:lnTo>
                  <a:pt x="161198" y="3"/>
                </a:lnTo>
                <a:lnTo>
                  <a:pt x="977645" y="0"/>
                </a:lnTo>
                <a:lnTo>
                  <a:pt x="992359" y="658"/>
                </a:lnTo>
                <a:lnTo>
                  <a:pt x="1034062" y="10076"/>
                </a:lnTo>
                <a:lnTo>
                  <a:pt x="1070922" y="29471"/>
                </a:lnTo>
                <a:lnTo>
                  <a:pt x="1101411" y="57312"/>
                </a:lnTo>
                <a:lnTo>
                  <a:pt x="1124001" y="92069"/>
                </a:lnTo>
                <a:lnTo>
                  <a:pt x="1137164" y="132214"/>
                </a:lnTo>
                <a:lnTo>
                  <a:pt x="1139951" y="811545"/>
                </a:lnTo>
                <a:lnTo>
                  <a:pt x="1139294" y="826259"/>
                </a:lnTo>
                <a:lnTo>
                  <a:pt x="1129878" y="867964"/>
                </a:lnTo>
                <a:lnTo>
                  <a:pt x="1110487" y="904825"/>
                </a:lnTo>
                <a:lnTo>
                  <a:pt x="1082649" y="935315"/>
                </a:lnTo>
                <a:lnTo>
                  <a:pt x="1047893" y="957904"/>
                </a:lnTo>
                <a:lnTo>
                  <a:pt x="1007746" y="971065"/>
                </a:lnTo>
                <a:lnTo>
                  <a:pt x="162305" y="973851"/>
                </a:lnTo>
                <a:lnTo>
                  <a:pt x="147587" y="973193"/>
                </a:lnTo>
                <a:lnTo>
                  <a:pt x="105874" y="963777"/>
                </a:lnTo>
                <a:lnTo>
                  <a:pt x="69012" y="944386"/>
                </a:lnTo>
                <a:lnTo>
                  <a:pt x="38526" y="916548"/>
                </a:lnTo>
                <a:lnTo>
                  <a:pt x="15941" y="881792"/>
                </a:lnTo>
                <a:lnTo>
                  <a:pt x="2784" y="841645"/>
                </a:lnTo>
                <a:lnTo>
                  <a:pt x="0" y="162321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623977" y="3968484"/>
            <a:ext cx="73342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i="1" spc="-980" dirty="0">
                <a:latin typeface="Times New Roman"/>
                <a:cs typeface="Times New Roman"/>
              </a:rPr>
              <a:t>A</a:t>
            </a:r>
            <a:r>
              <a:rPr sz="3225" spc="-22" baseline="15503" dirty="0">
                <a:latin typeface="Times New Roman"/>
                <a:cs typeface="Times New Roman"/>
              </a:rPr>
              <a:t>ˆ</a:t>
            </a:r>
            <a:r>
              <a:rPr sz="3225" spc="-502" baseline="15503" dirty="0">
                <a:latin typeface="Times New Roman"/>
                <a:cs typeface="Times New Roman"/>
              </a:rPr>
              <a:t> </a:t>
            </a:r>
            <a:r>
              <a:rPr sz="2150" spc="140" dirty="0">
                <a:latin typeface="Times New Roman"/>
                <a:cs typeface="Times New Roman"/>
              </a:rPr>
              <a:t>(</a:t>
            </a:r>
            <a:r>
              <a:rPr sz="2150" i="1" spc="125" dirty="0">
                <a:latin typeface="Times New Roman"/>
                <a:cs typeface="Times New Roman"/>
              </a:rPr>
              <a:t>z</a:t>
            </a:r>
            <a:r>
              <a:rPr sz="2400" spc="-30" baseline="34722" dirty="0">
                <a:latin typeface="Symbol"/>
                <a:cs typeface="Symbol"/>
              </a:rPr>
              <a:t></a:t>
            </a:r>
            <a:r>
              <a:rPr sz="2400" spc="120" baseline="34722" dirty="0">
                <a:latin typeface="Times New Roman"/>
                <a:cs typeface="Times New Roman"/>
              </a:rPr>
              <a:t>1</a:t>
            </a:r>
            <a:r>
              <a:rPr sz="2150" spc="-15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556119" y="5057799"/>
            <a:ext cx="1463675" cy="1905"/>
          </a:xfrm>
          <a:custGeom>
            <a:avLst/>
            <a:gdLst/>
            <a:ahLst/>
            <a:cxnLst/>
            <a:rect l="l" t="t" r="r" b="b"/>
            <a:pathLst>
              <a:path w="1463675" h="1904">
                <a:moveTo>
                  <a:pt x="0" y="0"/>
                </a:moveTo>
                <a:lnTo>
                  <a:pt x="1463192" y="142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556119" y="501342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6169" y="88891"/>
                </a:moveTo>
                <a:lnTo>
                  <a:pt x="0" y="44363"/>
                </a:lnTo>
                <a:lnTo>
                  <a:pt x="7623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19434" y="4660772"/>
            <a:ext cx="0" cy="398780"/>
          </a:xfrm>
          <a:custGeom>
            <a:avLst/>
            <a:gdLst/>
            <a:ahLst/>
            <a:cxnLst/>
            <a:rect l="l" t="t" r="r" b="b"/>
            <a:pathLst>
              <a:path h="398779">
                <a:moveTo>
                  <a:pt x="0" y="0"/>
                </a:moveTo>
                <a:lnTo>
                  <a:pt x="0" y="39832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59823" y="5324475"/>
            <a:ext cx="13335" cy="506730"/>
          </a:xfrm>
          <a:custGeom>
            <a:avLst/>
            <a:gdLst/>
            <a:ahLst/>
            <a:cxnLst/>
            <a:rect l="l" t="t" r="r" b="b"/>
            <a:pathLst>
              <a:path w="13335" h="506729">
                <a:moveTo>
                  <a:pt x="12740" y="0"/>
                </a:moveTo>
                <a:lnTo>
                  <a:pt x="0" y="506205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17304" y="5753398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237"/>
                </a:moveTo>
                <a:lnTo>
                  <a:pt x="42519" y="77294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5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qu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-10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Er</a:t>
            </a:r>
            <a:r>
              <a:rPr spc="-5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r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S</a:t>
            </a:r>
            <a:r>
              <a:rPr spc="-5" dirty="0">
                <a:latin typeface="Calibri"/>
                <a:cs typeface="Calibri"/>
              </a:rPr>
              <a:t>umm</a:t>
            </a:r>
            <a:r>
              <a:rPr dirty="0">
                <a:latin typeface="Calibri"/>
                <a:cs typeface="Calibri"/>
              </a:rPr>
              <a:t>a</a:t>
            </a:r>
            <a:r>
              <a:rPr spc="0" dirty="0">
                <a:latin typeface="Calibri"/>
                <a:cs typeface="Calibri"/>
              </a:rPr>
              <a:t>r</a:t>
            </a:r>
            <a:r>
              <a:rPr spc="-20" dirty="0">
                <a:latin typeface="Calibri"/>
                <a:cs typeface="Calibri"/>
              </a:rPr>
              <a:t>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1368" y="2171607"/>
            <a:ext cx="3426460" cy="375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Unb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ase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f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368" y="3059338"/>
            <a:ext cx="7019290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5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pp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oac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ds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ase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f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x</a:t>
            </a:r>
            <a:r>
              <a:rPr sz="2600" spc="-20" dirty="0">
                <a:latin typeface="Calibri"/>
                <a:cs typeface="Calibri"/>
              </a:rPr>
              <a:t>amp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1368" y="5152554"/>
            <a:ext cx="7106920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5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us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w</a:t>
            </a:r>
            <a:r>
              <a:rPr sz="2600" spc="-7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x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nd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ea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trum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74329" y="4457321"/>
            <a:ext cx="857250" cy="0"/>
          </a:xfrm>
          <a:custGeom>
            <a:avLst/>
            <a:gdLst/>
            <a:ahLst/>
            <a:cxnLst/>
            <a:rect l="l" t="t" r="r" b="b"/>
            <a:pathLst>
              <a:path w="857250">
                <a:moveTo>
                  <a:pt x="0" y="0"/>
                </a:moveTo>
                <a:lnTo>
                  <a:pt x="857182" y="0"/>
                </a:lnTo>
              </a:path>
            </a:pathLst>
          </a:custGeom>
          <a:ln w="13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58777" y="4457321"/>
            <a:ext cx="866775" cy="0"/>
          </a:xfrm>
          <a:custGeom>
            <a:avLst/>
            <a:gdLst/>
            <a:ahLst/>
            <a:cxnLst/>
            <a:rect l="l" t="t" r="r" b="b"/>
            <a:pathLst>
              <a:path w="866775">
                <a:moveTo>
                  <a:pt x="0" y="0"/>
                </a:moveTo>
                <a:lnTo>
                  <a:pt x="866720" y="0"/>
                </a:lnTo>
              </a:path>
            </a:pathLst>
          </a:custGeom>
          <a:ln w="13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791764" y="3971147"/>
            <a:ext cx="83820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i="1" spc="-25" dirty="0">
                <a:latin typeface="Times New Roman"/>
                <a:cs typeface="Times New Roman"/>
              </a:rPr>
              <a:t>B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100" dirty="0">
                <a:latin typeface="Times New Roman"/>
                <a:cs typeface="Times New Roman"/>
              </a:rPr>
              <a:t>z</a:t>
            </a:r>
            <a:r>
              <a:rPr sz="2850" spc="-112" baseline="33625" dirty="0">
                <a:latin typeface="Symbol"/>
                <a:cs typeface="Symbol"/>
              </a:rPr>
              <a:t></a:t>
            </a:r>
            <a:r>
              <a:rPr sz="2850" spc="75" baseline="33625" dirty="0">
                <a:latin typeface="Times New Roman"/>
                <a:cs typeface="Times New Roman"/>
              </a:rPr>
              <a:t>1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62959" y="4257464"/>
            <a:ext cx="3251200" cy="652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5320" marR="5080" indent="-643255">
              <a:lnSpc>
                <a:spcPct val="75600"/>
              </a:lnSpc>
              <a:tabLst>
                <a:tab pos="1099185" algn="l"/>
                <a:tab pos="1352550" algn="l"/>
                <a:tab pos="1511300" algn="l"/>
                <a:tab pos="2106295" algn="l"/>
                <a:tab pos="2593340" algn="l"/>
                <a:tab pos="2846070" algn="l"/>
                <a:tab pos="3009900" algn="l"/>
              </a:tabLst>
            </a:pPr>
            <a:r>
              <a:rPr sz="2550" i="1" spc="-75" dirty="0">
                <a:latin typeface="Times New Roman"/>
                <a:cs typeface="Times New Roman"/>
              </a:rPr>
              <a:t>y</a:t>
            </a:r>
            <a:r>
              <a:rPr sz="2850" i="1" spc="-82" baseline="-19005" dirty="0">
                <a:latin typeface="Times New Roman"/>
                <a:cs typeface="Times New Roman"/>
              </a:rPr>
              <a:t>k</a:t>
            </a:r>
            <a:r>
              <a:rPr sz="2850" i="1" baseline="-19005" dirty="0">
                <a:latin typeface="Times New Roman"/>
                <a:cs typeface="Times New Roman"/>
              </a:rPr>
              <a:t> </a:t>
            </a:r>
            <a:r>
              <a:rPr sz="2850" i="1" spc="-30" baseline="-19005" dirty="0">
                <a:latin typeface="Times New Roman"/>
                <a:cs typeface="Times New Roman"/>
              </a:rPr>
              <a:t> </a:t>
            </a:r>
            <a:r>
              <a:rPr sz="2550" spc="-100" dirty="0">
                <a:latin typeface="Symbol"/>
                <a:cs typeface="Symbol"/>
              </a:rPr>
              <a:t></a:t>
            </a:r>
            <a:r>
              <a:rPr sz="2550" dirty="0">
                <a:latin typeface="Times New Roman"/>
                <a:cs typeface="Times New Roman"/>
              </a:rPr>
              <a:t>		</a:t>
            </a:r>
            <a:r>
              <a:rPr sz="2850" spc="-112" baseline="-33625" dirty="0">
                <a:latin typeface="Symbol"/>
                <a:cs typeface="Symbol"/>
              </a:rPr>
              <a:t></a:t>
            </a:r>
            <a:r>
              <a:rPr sz="2850" spc="-89" baseline="-33625" dirty="0">
                <a:latin typeface="Times New Roman"/>
                <a:cs typeface="Times New Roman"/>
              </a:rPr>
              <a:t>1</a:t>
            </a:r>
            <a:r>
              <a:rPr sz="2850" baseline="-33625" dirty="0">
                <a:latin typeface="Times New Roman"/>
                <a:cs typeface="Times New Roman"/>
              </a:rPr>
              <a:t>		</a:t>
            </a:r>
            <a:r>
              <a:rPr sz="2550" i="1" spc="-60" dirty="0">
                <a:latin typeface="Times New Roman"/>
                <a:cs typeface="Times New Roman"/>
              </a:rPr>
              <a:t>u</a:t>
            </a:r>
            <a:r>
              <a:rPr sz="2850" i="1" spc="-82" baseline="-19005" dirty="0">
                <a:latin typeface="Times New Roman"/>
                <a:cs typeface="Times New Roman"/>
              </a:rPr>
              <a:t>k</a:t>
            </a:r>
            <a:r>
              <a:rPr sz="2850" i="1" baseline="-19005" dirty="0">
                <a:latin typeface="Times New Roman"/>
                <a:cs typeface="Times New Roman"/>
              </a:rPr>
              <a:t> </a:t>
            </a:r>
            <a:r>
              <a:rPr sz="2850" i="1" spc="-254" baseline="-19005" dirty="0">
                <a:latin typeface="Times New Roman"/>
                <a:cs typeface="Times New Roman"/>
              </a:rPr>
              <a:t> </a:t>
            </a:r>
            <a:r>
              <a:rPr sz="2550" spc="-100" dirty="0">
                <a:latin typeface="Symbol"/>
                <a:cs typeface="Symbol"/>
              </a:rPr>
              <a:t></a:t>
            </a:r>
            <a:r>
              <a:rPr sz="2550" dirty="0">
                <a:latin typeface="Times New Roman"/>
                <a:cs typeface="Times New Roman"/>
              </a:rPr>
              <a:t>		</a:t>
            </a:r>
            <a:r>
              <a:rPr sz="2850" spc="-112" baseline="-33625" dirty="0">
                <a:latin typeface="Symbol"/>
                <a:cs typeface="Symbol"/>
              </a:rPr>
              <a:t></a:t>
            </a:r>
            <a:r>
              <a:rPr sz="2850" spc="-89" baseline="-33625" dirty="0">
                <a:latin typeface="Times New Roman"/>
                <a:cs typeface="Times New Roman"/>
              </a:rPr>
              <a:t>1</a:t>
            </a:r>
            <a:r>
              <a:rPr sz="2850" baseline="-33625" dirty="0">
                <a:latin typeface="Times New Roman"/>
                <a:cs typeface="Times New Roman"/>
              </a:rPr>
              <a:t>		</a:t>
            </a:r>
            <a:r>
              <a:rPr sz="2550" i="1" spc="-150" dirty="0">
                <a:latin typeface="Times New Roman"/>
                <a:cs typeface="Times New Roman"/>
              </a:rPr>
              <a:t>e</a:t>
            </a:r>
            <a:r>
              <a:rPr sz="2850" i="1" spc="-82" baseline="-19005" dirty="0">
                <a:latin typeface="Times New Roman"/>
                <a:cs typeface="Times New Roman"/>
              </a:rPr>
              <a:t>k</a:t>
            </a:r>
            <a:r>
              <a:rPr sz="2850" i="1" spc="-44" baseline="-19005" dirty="0">
                <a:latin typeface="Times New Roman"/>
                <a:cs typeface="Times New Roman"/>
              </a:rPr>
              <a:t> </a:t>
            </a:r>
            <a:r>
              <a:rPr sz="2550" i="1" spc="-140" dirty="0">
                <a:latin typeface="Times New Roman"/>
                <a:cs typeface="Times New Roman"/>
              </a:rPr>
              <a:t>A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-60" dirty="0">
                <a:latin typeface="Times New Roman"/>
                <a:cs typeface="Times New Roman"/>
              </a:rPr>
              <a:t>z</a:t>
            </a:r>
            <a:r>
              <a:rPr sz="2550" i="1" dirty="0">
                <a:latin typeface="Times New Roman"/>
                <a:cs typeface="Times New Roman"/>
              </a:rPr>
              <a:t>		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r>
              <a:rPr sz="2550" dirty="0">
                <a:latin typeface="Times New Roman"/>
                <a:cs typeface="Times New Roman"/>
              </a:rPr>
              <a:t>		</a:t>
            </a:r>
            <a:r>
              <a:rPr sz="2550" i="1" spc="50" dirty="0">
                <a:latin typeface="Times New Roman"/>
                <a:cs typeface="Times New Roman"/>
              </a:rPr>
              <a:t>C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-60" dirty="0">
                <a:latin typeface="Times New Roman"/>
                <a:cs typeface="Times New Roman"/>
              </a:rPr>
              <a:t>z</a:t>
            </a:r>
            <a:r>
              <a:rPr sz="2550" i="1" dirty="0">
                <a:latin typeface="Times New Roman"/>
                <a:cs typeface="Times New Roman"/>
              </a:rPr>
              <a:t>		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02824" y="4055997"/>
            <a:ext cx="177800" cy="353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-80" dirty="0">
                <a:latin typeface="Times New Roman"/>
                <a:cs typeface="Times New Roman"/>
              </a:rPr>
              <a:t>1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89743" y="2349260"/>
            <a:ext cx="857250" cy="0"/>
          </a:xfrm>
          <a:custGeom>
            <a:avLst/>
            <a:gdLst/>
            <a:ahLst/>
            <a:cxnLst/>
            <a:rect l="l" t="t" r="r" b="b"/>
            <a:pathLst>
              <a:path w="857250">
                <a:moveTo>
                  <a:pt x="0" y="0"/>
                </a:moveTo>
                <a:lnTo>
                  <a:pt x="857186" y="0"/>
                </a:lnTo>
              </a:path>
            </a:pathLst>
          </a:custGeom>
          <a:ln w="136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74199" y="2349260"/>
            <a:ext cx="857250" cy="0"/>
          </a:xfrm>
          <a:custGeom>
            <a:avLst/>
            <a:gdLst/>
            <a:ahLst/>
            <a:cxnLst/>
            <a:rect l="l" t="t" r="r" b="b"/>
            <a:pathLst>
              <a:path w="857250">
                <a:moveTo>
                  <a:pt x="0" y="0"/>
                </a:moveTo>
                <a:lnTo>
                  <a:pt x="857186" y="0"/>
                </a:lnTo>
              </a:path>
            </a:pathLst>
          </a:custGeom>
          <a:ln w="136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07170" y="1863424"/>
            <a:ext cx="83820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i="1" spc="-25" dirty="0">
                <a:latin typeface="Times New Roman"/>
                <a:cs typeface="Times New Roman"/>
              </a:rPr>
              <a:t>B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100" dirty="0">
                <a:latin typeface="Times New Roman"/>
                <a:cs typeface="Times New Roman"/>
              </a:rPr>
              <a:t>z</a:t>
            </a:r>
            <a:r>
              <a:rPr sz="2850" spc="-112" baseline="33625" dirty="0">
                <a:latin typeface="Symbol"/>
                <a:cs typeface="Symbol"/>
              </a:rPr>
              <a:t></a:t>
            </a:r>
            <a:r>
              <a:rPr sz="2850" spc="75" baseline="33625" dirty="0">
                <a:latin typeface="Times New Roman"/>
                <a:cs typeface="Times New Roman"/>
              </a:rPr>
              <a:t>1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78340" y="2149524"/>
            <a:ext cx="3241675" cy="652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5320" marR="5080" indent="-643255">
              <a:lnSpc>
                <a:spcPct val="75500"/>
              </a:lnSpc>
              <a:tabLst>
                <a:tab pos="1099820" algn="l"/>
                <a:tab pos="1352550" algn="l"/>
                <a:tab pos="1511300" algn="l"/>
                <a:tab pos="2139950" algn="l"/>
                <a:tab pos="2583815" algn="l"/>
                <a:tab pos="2836545" algn="l"/>
                <a:tab pos="3000375" algn="l"/>
              </a:tabLst>
            </a:pPr>
            <a:r>
              <a:rPr sz="2550" i="1" spc="-75" dirty="0">
                <a:latin typeface="Times New Roman"/>
                <a:cs typeface="Times New Roman"/>
              </a:rPr>
              <a:t>y</a:t>
            </a:r>
            <a:r>
              <a:rPr sz="2850" i="1" spc="-82" baseline="-19005" dirty="0">
                <a:latin typeface="Times New Roman"/>
                <a:cs typeface="Times New Roman"/>
              </a:rPr>
              <a:t>k</a:t>
            </a:r>
            <a:r>
              <a:rPr sz="2850" i="1" baseline="-19005" dirty="0">
                <a:latin typeface="Times New Roman"/>
                <a:cs typeface="Times New Roman"/>
              </a:rPr>
              <a:t> </a:t>
            </a:r>
            <a:r>
              <a:rPr sz="2850" i="1" spc="-30" baseline="-19005" dirty="0">
                <a:latin typeface="Times New Roman"/>
                <a:cs typeface="Times New Roman"/>
              </a:rPr>
              <a:t> </a:t>
            </a:r>
            <a:r>
              <a:rPr sz="2550" spc="-100" dirty="0">
                <a:latin typeface="Symbol"/>
                <a:cs typeface="Symbol"/>
              </a:rPr>
              <a:t></a:t>
            </a:r>
            <a:r>
              <a:rPr sz="2550" dirty="0">
                <a:latin typeface="Times New Roman"/>
                <a:cs typeface="Times New Roman"/>
              </a:rPr>
              <a:t>		</a:t>
            </a:r>
            <a:r>
              <a:rPr sz="2850" spc="-112" baseline="-33625" dirty="0">
                <a:latin typeface="Symbol"/>
                <a:cs typeface="Symbol"/>
              </a:rPr>
              <a:t></a:t>
            </a:r>
            <a:r>
              <a:rPr sz="2850" spc="-89" baseline="-33625" dirty="0">
                <a:latin typeface="Times New Roman"/>
                <a:cs typeface="Times New Roman"/>
              </a:rPr>
              <a:t>1</a:t>
            </a:r>
            <a:r>
              <a:rPr sz="2850" baseline="-33625" dirty="0">
                <a:latin typeface="Times New Roman"/>
                <a:cs typeface="Times New Roman"/>
              </a:rPr>
              <a:t>		</a:t>
            </a:r>
            <a:r>
              <a:rPr sz="2550" i="1" spc="-55" dirty="0">
                <a:latin typeface="Times New Roman"/>
                <a:cs typeface="Times New Roman"/>
              </a:rPr>
              <a:t>u</a:t>
            </a:r>
            <a:r>
              <a:rPr sz="2850" i="1" spc="-82" baseline="-19005" dirty="0">
                <a:latin typeface="Times New Roman"/>
                <a:cs typeface="Times New Roman"/>
              </a:rPr>
              <a:t>k</a:t>
            </a:r>
            <a:r>
              <a:rPr sz="2850" i="1" baseline="-19005" dirty="0">
                <a:latin typeface="Times New Roman"/>
                <a:cs typeface="Times New Roman"/>
              </a:rPr>
              <a:t> </a:t>
            </a:r>
            <a:r>
              <a:rPr sz="2850" i="1" spc="-254" baseline="-19005" dirty="0">
                <a:latin typeface="Times New Roman"/>
                <a:cs typeface="Times New Roman"/>
              </a:rPr>
              <a:t> </a:t>
            </a:r>
            <a:r>
              <a:rPr sz="2550" spc="-100" dirty="0">
                <a:latin typeface="Symbol"/>
                <a:cs typeface="Symbol"/>
              </a:rPr>
              <a:t></a:t>
            </a:r>
            <a:r>
              <a:rPr sz="2550" dirty="0">
                <a:latin typeface="Times New Roman"/>
                <a:cs typeface="Times New Roman"/>
              </a:rPr>
              <a:t>		</a:t>
            </a:r>
            <a:r>
              <a:rPr sz="2850" spc="-112" baseline="-33625" dirty="0">
                <a:latin typeface="Symbol"/>
                <a:cs typeface="Symbol"/>
              </a:rPr>
              <a:t></a:t>
            </a:r>
            <a:r>
              <a:rPr sz="2850" spc="-89" baseline="-33625" dirty="0">
                <a:latin typeface="Times New Roman"/>
                <a:cs typeface="Times New Roman"/>
              </a:rPr>
              <a:t>1</a:t>
            </a:r>
            <a:r>
              <a:rPr sz="2850" baseline="-33625" dirty="0">
                <a:latin typeface="Times New Roman"/>
                <a:cs typeface="Times New Roman"/>
              </a:rPr>
              <a:t>		</a:t>
            </a:r>
            <a:r>
              <a:rPr sz="2550" i="1" spc="-150" dirty="0">
                <a:latin typeface="Times New Roman"/>
                <a:cs typeface="Times New Roman"/>
              </a:rPr>
              <a:t>e</a:t>
            </a:r>
            <a:r>
              <a:rPr sz="2850" i="1" spc="-82" baseline="-19005" dirty="0">
                <a:latin typeface="Times New Roman"/>
                <a:cs typeface="Times New Roman"/>
              </a:rPr>
              <a:t>k</a:t>
            </a:r>
            <a:r>
              <a:rPr sz="2850" i="1" spc="-44" baseline="-19005" dirty="0">
                <a:latin typeface="Times New Roman"/>
                <a:cs typeface="Times New Roman"/>
              </a:rPr>
              <a:t> </a:t>
            </a:r>
            <a:r>
              <a:rPr sz="2550" i="1" spc="-140" dirty="0">
                <a:latin typeface="Times New Roman"/>
                <a:cs typeface="Times New Roman"/>
              </a:rPr>
              <a:t>A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-60" dirty="0">
                <a:latin typeface="Times New Roman"/>
                <a:cs typeface="Times New Roman"/>
              </a:rPr>
              <a:t>z</a:t>
            </a:r>
            <a:r>
              <a:rPr sz="2550" i="1" dirty="0">
                <a:latin typeface="Times New Roman"/>
                <a:cs typeface="Times New Roman"/>
              </a:rPr>
              <a:t>		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r>
              <a:rPr sz="2550" dirty="0">
                <a:latin typeface="Times New Roman"/>
                <a:cs typeface="Times New Roman"/>
              </a:rPr>
              <a:t>		</a:t>
            </a:r>
            <a:r>
              <a:rPr sz="2550" i="1" spc="-140" dirty="0">
                <a:latin typeface="Times New Roman"/>
                <a:cs typeface="Times New Roman"/>
              </a:rPr>
              <a:t>A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-60" dirty="0">
                <a:latin typeface="Times New Roman"/>
                <a:cs typeface="Times New Roman"/>
              </a:rPr>
              <a:t>z</a:t>
            </a:r>
            <a:r>
              <a:rPr sz="2550" i="1" dirty="0">
                <a:latin typeface="Times New Roman"/>
                <a:cs typeface="Times New Roman"/>
              </a:rPr>
              <a:t>		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13493" y="1948205"/>
            <a:ext cx="177800" cy="353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-80" dirty="0">
                <a:latin typeface="Times New Roman"/>
                <a:cs typeface="Times New Roman"/>
              </a:rPr>
              <a:t>1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92796" y="4319775"/>
            <a:ext cx="857250" cy="0"/>
          </a:xfrm>
          <a:custGeom>
            <a:avLst/>
            <a:gdLst/>
            <a:ahLst/>
            <a:cxnLst/>
            <a:rect l="l" t="t" r="r" b="b"/>
            <a:pathLst>
              <a:path w="857250">
                <a:moveTo>
                  <a:pt x="0" y="0"/>
                </a:moveTo>
                <a:lnTo>
                  <a:pt x="857136" y="0"/>
                </a:lnTo>
              </a:path>
            </a:pathLst>
          </a:custGeom>
          <a:ln w="136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7152" y="4319775"/>
            <a:ext cx="890905" cy="0"/>
          </a:xfrm>
          <a:custGeom>
            <a:avLst/>
            <a:gdLst/>
            <a:ahLst/>
            <a:cxnLst/>
            <a:rect l="l" t="t" r="r" b="b"/>
            <a:pathLst>
              <a:path w="890904">
                <a:moveTo>
                  <a:pt x="0" y="0"/>
                </a:moveTo>
                <a:lnTo>
                  <a:pt x="890449" y="0"/>
                </a:lnTo>
              </a:path>
            </a:pathLst>
          </a:custGeom>
          <a:ln w="136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194900"/>
            <a:ext cx="7811134" cy="3577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ool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7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28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TLA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"/>
              </a:spcBef>
            </a:pPr>
            <a:endParaRPr sz="315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1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i="1" spc="-15" dirty="0">
                <a:solidFill>
                  <a:srgbClr val="C00000"/>
                </a:solidFill>
                <a:latin typeface="Calibri"/>
                <a:cs typeface="Calibri"/>
              </a:rPr>
              <a:t>ri</a:t>
            </a:r>
            <a:r>
              <a:rPr sz="2600" i="1" spc="-20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i="1" spc="-10" dirty="0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sz="2600" i="1" spc="-15" dirty="0">
                <a:solidFill>
                  <a:srgbClr val="C00000"/>
                </a:solidFill>
                <a:latin typeface="Calibri"/>
                <a:cs typeface="Calibri"/>
              </a:rPr>
              <a:t>riv</a:t>
            </a:r>
            <a:r>
              <a:rPr sz="2600" i="1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i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i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ea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(</a:t>
            </a:r>
            <a:r>
              <a:rPr sz="2600" dirty="0">
                <a:latin typeface="Calibri"/>
                <a:cs typeface="Calibri"/>
              </a:rPr>
              <a:t>LS</a:t>
            </a:r>
            <a:r>
              <a:rPr sz="2600" spc="-15" dirty="0">
                <a:latin typeface="Calibri"/>
                <a:cs typeface="Calibri"/>
              </a:rPr>
              <a:t>)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trum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(IV),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4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IV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(R</a:t>
            </a:r>
            <a:r>
              <a:rPr sz="2600" spc="-15" dirty="0">
                <a:latin typeface="Calibri"/>
                <a:cs typeface="Calibri"/>
              </a:rPr>
              <a:t>IV)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mp</a:t>
            </a:r>
            <a:r>
              <a:rPr sz="2600" spc="-5" dirty="0">
                <a:latin typeface="Calibri"/>
                <a:cs typeface="Calibri"/>
              </a:rPr>
              <a:t>li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4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IV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RIV)</a:t>
            </a:r>
            <a:endParaRPr sz="2600">
              <a:latin typeface="Calibri"/>
              <a:cs typeface="Calibri"/>
            </a:endParaRPr>
          </a:p>
          <a:p>
            <a:pPr marL="240665" marR="75565" indent="-227965">
              <a:lnSpc>
                <a:spcPts val="2810"/>
              </a:lnSpc>
              <a:spcBef>
                <a:spcPts val="9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7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x-</a:t>
            </a:r>
            <a:r>
              <a:rPr sz="2600" spc="-20" dirty="0">
                <a:latin typeface="Calibri"/>
                <a:cs typeface="Calibri"/>
              </a:rPr>
              <a:t>Je</a:t>
            </a:r>
            <a:r>
              <a:rPr sz="2600" spc="-15" dirty="0">
                <a:latin typeface="Calibri"/>
                <a:cs typeface="Calibri"/>
              </a:rPr>
              <a:t>nk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ud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ng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Au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essi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Mo</a:t>
            </a:r>
            <a:r>
              <a:rPr sz="2600" spc="-15" dirty="0">
                <a:latin typeface="Calibri"/>
                <a:cs typeface="Calibri"/>
              </a:rPr>
              <a:t>v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(A</a:t>
            </a:r>
            <a:r>
              <a:rPr sz="2600" spc="-25" dirty="0">
                <a:latin typeface="Calibri"/>
                <a:cs typeface="Calibri"/>
              </a:rPr>
              <a:t>RM</a:t>
            </a:r>
            <a:r>
              <a:rPr sz="2600" spc="-15" dirty="0">
                <a:latin typeface="Calibri"/>
                <a:cs typeface="Calibri"/>
              </a:rPr>
              <a:t>A)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" dirty="0">
                <a:latin typeface="Calibri"/>
                <a:cs typeface="Calibri"/>
              </a:rPr>
              <a:t>il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2850">
              <a:latin typeface="Times New Roman"/>
              <a:cs typeface="Times New Roman"/>
            </a:endParaRPr>
          </a:p>
          <a:p>
            <a:pPr marL="958215" marR="3595370" indent="628650">
              <a:lnSpc>
                <a:spcPct val="53100"/>
              </a:lnSpc>
              <a:tabLst>
                <a:tab pos="2044700" algn="l"/>
                <a:tab pos="2456815" algn="l"/>
                <a:tab pos="3070860" algn="l"/>
                <a:tab pos="3550920" algn="l"/>
                <a:tab pos="3978910" algn="l"/>
              </a:tabLst>
            </a:pPr>
            <a:r>
              <a:rPr sz="2550" i="1" spc="-40" dirty="0">
                <a:latin typeface="Times New Roman"/>
                <a:cs typeface="Times New Roman"/>
              </a:rPr>
              <a:t>B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100" dirty="0">
                <a:latin typeface="Times New Roman"/>
                <a:cs typeface="Times New Roman"/>
              </a:rPr>
              <a:t>z</a:t>
            </a:r>
            <a:r>
              <a:rPr sz="2850" spc="-112" baseline="33625" dirty="0">
                <a:latin typeface="Symbol"/>
                <a:cs typeface="Symbol"/>
              </a:rPr>
              <a:t></a:t>
            </a:r>
            <a:r>
              <a:rPr sz="2850" spc="75" baseline="33625" dirty="0">
                <a:latin typeface="Times New Roman"/>
                <a:cs typeface="Times New Roman"/>
              </a:rPr>
              <a:t>1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r>
              <a:rPr sz="2550" dirty="0">
                <a:latin typeface="Times New Roman"/>
                <a:cs typeface="Times New Roman"/>
              </a:rPr>
              <a:t>		</a:t>
            </a:r>
            <a:r>
              <a:rPr sz="2550" i="1" spc="-50" dirty="0">
                <a:latin typeface="Times New Roman"/>
                <a:cs typeface="Times New Roman"/>
              </a:rPr>
              <a:t>D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100" dirty="0">
                <a:latin typeface="Times New Roman"/>
                <a:cs typeface="Times New Roman"/>
              </a:rPr>
              <a:t>z</a:t>
            </a:r>
            <a:r>
              <a:rPr sz="2850" spc="-112" baseline="33625" dirty="0">
                <a:latin typeface="Symbol"/>
                <a:cs typeface="Symbol"/>
              </a:rPr>
              <a:t></a:t>
            </a:r>
            <a:r>
              <a:rPr sz="2850" spc="75" baseline="33625" dirty="0">
                <a:latin typeface="Times New Roman"/>
                <a:cs typeface="Times New Roman"/>
              </a:rPr>
              <a:t>1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r>
              <a:rPr sz="2550" spc="-40" dirty="0">
                <a:latin typeface="Times New Roman"/>
                <a:cs typeface="Times New Roman"/>
              </a:rPr>
              <a:t> </a:t>
            </a:r>
            <a:r>
              <a:rPr sz="2550" i="1" spc="-75" dirty="0">
                <a:latin typeface="Times New Roman"/>
                <a:cs typeface="Times New Roman"/>
              </a:rPr>
              <a:t>y</a:t>
            </a:r>
            <a:r>
              <a:rPr sz="2850" i="1" spc="-82" baseline="-19005" dirty="0">
                <a:latin typeface="Times New Roman"/>
                <a:cs typeface="Times New Roman"/>
              </a:rPr>
              <a:t>k</a:t>
            </a:r>
            <a:r>
              <a:rPr sz="2850" i="1" baseline="-19005" dirty="0">
                <a:latin typeface="Times New Roman"/>
                <a:cs typeface="Times New Roman"/>
              </a:rPr>
              <a:t> </a:t>
            </a:r>
            <a:r>
              <a:rPr sz="2850" i="1" spc="-30" baseline="-19005" dirty="0">
                <a:latin typeface="Times New Roman"/>
                <a:cs typeface="Times New Roman"/>
              </a:rPr>
              <a:t> </a:t>
            </a:r>
            <a:r>
              <a:rPr sz="2550" spc="-100" dirty="0">
                <a:latin typeface="Symbol"/>
                <a:cs typeface="Symbol"/>
              </a:rPr>
              <a:t>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850" spc="-112" baseline="-33625" dirty="0">
                <a:latin typeface="Symbol"/>
                <a:cs typeface="Symbol"/>
              </a:rPr>
              <a:t></a:t>
            </a:r>
            <a:r>
              <a:rPr sz="2850" spc="-89" baseline="-33625" dirty="0">
                <a:latin typeface="Times New Roman"/>
                <a:cs typeface="Times New Roman"/>
              </a:rPr>
              <a:t>1</a:t>
            </a:r>
            <a:r>
              <a:rPr sz="2850" baseline="-33625" dirty="0">
                <a:latin typeface="Times New Roman"/>
                <a:cs typeface="Times New Roman"/>
              </a:rPr>
              <a:t>	</a:t>
            </a:r>
            <a:r>
              <a:rPr sz="2550" i="1" spc="-60" dirty="0">
                <a:latin typeface="Times New Roman"/>
                <a:cs typeface="Times New Roman"/>
              </a:rPr>
              <a:t>u</a:t>
            </a:r>
            <a:r>
              <a:rPr sz="2850" i="1" spc="-82" baseline="-19005" dirty="0">
                <a:latin typeface="Times New Roman"/>
                <a:cs typeface="Times New Roman"/>
              </a:rPr>
              <a:t>k</a:t>
            </a:r>
            <a:r>
              <a:rPr sz="2850" i="1" baseline="-19005" dirty="0">
                <a:latin typeface="Times New Roman"/>
                <a:cs typeface="Times New Roman"/>
              </a:rPr>
              <a:t> </a:t>
            </a:r>
            <a:r>
              <a:rPr sz="2850" i="1" spc="-254" baseline="-19005" dirty="0">
                <a:latin typeface="Times New Roman"/>
                <a:cs typeface="Times New Roman"/>
              </a:rPr>
              <a:t> </a:t>
            </a:r>
            <a:r>
              <a:rPr sz="2550" spc="-100" dirty="0">
                <a:latin typeface="Symbol"/>
                <a:cs typeface="Symbol"/>
              </a:rPr>
              <a:t></a:t>
            </a:r>
            <a:r>
              <a:rPr sz="2550" dirty="0">
                <a:latin typeface="Times New Roman"/>
                <a:cs typeface="Times New Roman"/>
              </a:rPr>
              <a:t>		</a:t>
            </a:r>
            <a:r>
              <a:rPr sz="2850" spc="-112" baseline="-33625" dirty="0">
                <a:latin typeface="Symbol"/>
                <a:cs typeface="Symbol"/>
              </a:rPr>
              <a:t></a:t>
            </a:r>
            <a:r>
              <a:rPr sz="2850" spc="-89" baseline="-33625" dirty="0">
                <a:latin typeface="Times New Roman"/>
                <a:cs typeface="Times New Roman"/>
              </a:rPr>
              <a:t>1</a:t>
            </a:r>
            <a:r>
              <a:rPr sz="2850" baseline="-33625" dirty="0">
                <a:latin typeface="Times New Roman"/>
                <a:cs typeface="Times New Roman"/>
              </a:rPr>
              <a:t>	</a:t>
            </a:r>
            <a:r>
              <a:rPr sz="2550" i="1" spc="-150" dirty="0">
                <a:latin typeface="Times New Roman"/>
                <a:cs typeface="Times New Roman"/>
              </a:rPr>
              <a:t>e</a:t>
            </a:r>
            <a:r>
              <a:rPr sz="2850" i="1" spc="-82" baseline="-19005" dirty="0">
                <a:latin typeface="Times New Roman"/>
                <a:cs typeface="Times New Roman"/>
              </a:rPr>
              <a:t>k</a:t>
            </a:r>
            <a:endParaRPr sz="2850" baseline="-19005">
              <a:latin typeface="Times New Roman"/>
              <a:cs typeface="Times New Roman"/>
            </a:endParaRPr>
          </a:p>
          <a:p>
            <a:pPr marL="1600835">
              <a:lnSpc>
                <a:spcPts val="2310"/>
              </a:lnSpc>
              <a:tabLst>
                <a:tab pos="2298065" algn="l"/>
                <a:tab pos="3063875" algn="l"/>
                <a:tab pos="3803650" algn="l"/>
              </a:tabLst>
            </a:pPr>
            <a:r>
              <a:rPr sz="2550" i="1" spc="-155" dirty="0">
                <a:latin typeface="Times New Roman"/>
                <a:cs typeface="Times New Roman"/>
              </a:rPr>
              <a:t>A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-60" dirty="0">
                <a:latin typeface="Times New Roman"/>
                <a:cs typeface="Times New Roman"/>
              </a:rPr>
              <a:t>z</a:t>
            </a:r>
            <a:r>
              <a:rPr sz="2550" i="1" dirty="0">
                <a:latin typeface="Times New Roman"/>
                <a:cs typeface="Times New Roman"/>
              </a:rPr>
              <a:t>	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50" dirty="0">
                <a:latin typeface="Times New Roman"/>
                <a:cs typeface="Times New Roman"/>
              </a:rPr>
              <a:t>C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-60" dirty="0">
                <a:latin typeface="Times New Roman"/>
                <a:cs typeface="Times New Roman"/>
              </a:rPr>
              <a:t>z</a:t>
            </a:r>
            <a:r>
              <a:rPr sz="2550" i="1" dirty="0">
                <a:latin typeface="Times New Roman"/>
                <a:cs typeface="Times New Roman"/>
              </a:rPr>
              <a:t>	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597" y="327959"/>
            <a:ext cx="573278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u="heavy" spc="-25" dirty="0">
                <a:latin typeface="Calibri"/>
                <a:cs typeface="Calibri"/>
                <a:hlinkClick r:id="rId4"/>
              </a:rPr>
              <a:t>h</a:t>
            </a:r>
            <a:r>
              <a:rPr sz="2800" b="1" u="heavy" spc="-50" dirty="0">
                <a:latin typeface="Calibri"/>
                <a:cs typeface="Calibri"/>
                <a:hlinkClick r:id="rId4"/>
              </a:rPr>
              <a:t>t</a:t>
            </a:r>
            <a:r>
              <a:rPr sz="2800" b="1" u="heavy" spc="-10" dirty="0">
                <a:latin typeface="Calibri"/>
                <a:cs typeface="Calibri"/>
                <a:hlinkClick r:id="rId4"/>
              </a:rPr>
              <a:t>t</a:t>
            </a:r>
            <a:r>
              <a:rPr sz="2800" b="1" u="heavy" dirty="0">
                <a:latin typeface="Calibri"/>
                <a:cs typeface="Calibri"/>
                <a:hlinkClick r:id="rId4"/>
              </a:rPr>
              <a:t>p:</a:t>
            </a:r>
            <a:r>
              <a:rPr sz="2800" b="1" u="heavy" spc="-15" dirty="0">
                <a:latin typeface="Calibri"/>
                <a:cs typeface="Calibri"/>
                <a:hlinkClick r:id="rId4"/>
              </a:rPr>
              <a:t>//</a:t>
            </a:r>
            <a:r>
              <a:rPr sz="2800" b="1" u="heavy" dirty="0">
                <a:latin typeface="Calibri"/>
                <a:cs typeface="Calibri"/>
                <a:hlinkClick r:id="rId4"/>
              </a:rPr>
              <a:t>w</a:t>
            </a:r>
            <a:r>
              <a:rPr sz="2800" b="1" u="heavy" spc="-5" dirty="0">
                <a:latin typeface="Calibri"/>
                <a:cs typeface="Calibri"/>
                <a:hlinkClick r:id="rId4"/>
              </a:rPr>
              <a:t>p</a:t>
            </a:r>
            <a:r>
              <a:rPr sz="2800" b="1" u="heavy" dirty="0">
                <a:latin typeface="Calibri"/>
                <a:cs typeface="Calibri"/>
                <a:hlinkClick r:id="rId4"/>
              </a:rPr>
              <a:t>.la</a:t>
            </a:r>
            <a:r>
              <a:rPr sz="2800" b="1" u="heavy" spc="-5" dirty="0">
                <a:latin typeface="Calibri"/>
                <a:cs typeface="Calibri"/>
                <a:hlinkClick r:id="rId4"/>
              </a:rPr>
              <a:t>ncs</a:t>
            </a:r>
            <a:r>
              <a:rPr sz="2800" b="1" u="heavy" dirty="0">
                <a:latin typeface="Calibri"/>
                <a:cs typeface="Calibri"/>
                <a:hlinkClick r:id="rId4"/>
              </a:rPr>
              <a:t>.a</a:t>
            </a:r>
            <a:r>
              <a:rPr sz="2800" b="1" u="heavy" spc="-5" dirty="0">
                <a:latin typeface="Calibri"/>
                <a:cs typeface="Calibri"/>
                <a:hlinkClick r:id="rId4"/>
              </a:rPr>
              <a:t>c</a:t>
            </a:r>
            <a:r>
              <a:rPr sz="2800" b="1" u="heavy" dirty="0">
                <a:latin typeface="Calibri"/>
                <a:cs typeface="Calibri"/>
                <a:hlinkClick r:id="rId4"/>
              </a:rPr>
              <a:t>.u</a:t>
            </a:r>
            <a:r>
              <a:rPr sz="2800" b="1" u="heavy" spc="-5" dirty="0">
                <a:latin typeface="Calibri"/>
                <a:cs typeface="Calibri"/>
                <a:hlinkClick r:id="rId4"/>
              </a:rPr>
              <a:t>k</a:t>
            </a:r>
            <a:r>
              <a:rPr sz="2800" b="1" u="heavy" spc="-80" dirty="0">
                <a:latin typeface="Calibri"/>
                <a:cs typeface="Calibri"/>
                <a:hlinkClick r:id="rId4"/>
              </a:rPr>
              <a:t>/</a:t>
            </a:r>
            <a:r>
              <a:rPr sz="2800" b="1" u="heavy" spc="-25" dirty="0">
                <a:latin typeface="Calibri"/>
                <a:cs typeface="Calibri"/>
                <a:hlinkClick r:id="rId4"/>
              </a:rPr>
              <a:t>c</a:t>
            </a:r>
            <a:r>
              <a:rPr sz="2800" b="1" u="heavy" dirty="0">
                <a:latin typeface="Calibri"/>
                <a:cs typeface="Calibri"/>
                <a:hlinkClick r:id="rId4"/>
              </a:rPr>
              <a:t>a</a:t>
            </a:r>
            <a:r>
              <a:rPr sz="2800" b="1" u="heavy" spc="-10" dirty="0">
                <a:latin typeface="Calibri"/>
                <a:cs typeface="Calibri"/>
                <a:hlinkClick r:id="rId4"/>
              </a:rPr>
              <a:t>p</a:t>
            </a:r>
            <a:r>
              <a:rPr sz="2800" b="1" u="heavy" spc="-40" dirty="0">
                <a:latin typeface="Calibri"/>
                <a:cs typeface="Calibri"/>
                <a:hlinkClick r:id="rId4"/>
              </a:rPr>
              <a:t>t</a:t>
            </a:r>
            <a:r>
              <a:rPr sz="2800" b="1" u="heavy" spc="-15" dirty="0">
                <a:latin typeface="Calibri"/>
                <a:cs typeface="Calibri"/>
                <a:hlinkClick r:id="rId4"/>
              </a:rPr>
              <a:t>ai</a:t>
            </a:r>
            <a:r>
              <a:rPr sz="2800" b="1" u="heavy" spc="-25" dirty="0">
                <a:latin typeface="Calibri"/>
                <a:cs typeface="Calibri"/>
                <a:hlinkClick r:id="rId4"/>
              </a:rPr>
              <a:t>n</a:t>
            </a:r>
            <a:r>
              <a:rPr sz="2800" b="1" u="heavy" spc="-40" dirty="0">
                <a:latin typeface="Calibri"/>
                <a:cs typeface="Calibri"/>
                <a:hlinkClick r:id="rId4"/>
              </a:rPr>
              <a:t>t</a:t>
            </a:r>
            <a:r>
              <a:rPr sz="2800" b="1" u="heavy" spc="-20" dirty="0">
                <a:latin typeface="Calibri"/>
                <a:cs typeface="Calibri"/>
                <a:hlinkClick r:id="rId4"/>
              </a:rPr>
              <a:t>o</a:t>
            </a:r>
            <a:r>
              <a:rPr sz="2800" b="1" u="heavy" spc="-25" dirty="0">
                <a:latin typeface="Calibri"/>
                <a:cs typeface="Calibri"/>
                <a:hlinkClick r:id="rId4"/>
              </a:rPr>
              <a:t>o</a:t>
            </a:r>
            <a:r>
              <a:rPr sz="2800" b="1" u="heavy" spc="-15" dirty="0">
                <a:latin typeface="Calibri"/>
                <a:cs typeface="Calibri"/>
                <a:hlinkClick r:id="rId4"/>
              </a:rPr>
              <a:t>l</a:t>
            </a:r>
            <a:r>
              <a:rPr sz="2800" b="1" u="heavy" spc="-5" dirty="0">
                <a:latin typeface="Calibri"/>
                <a:cs typeface="Calibri"/>
                <a:hlinkClick r:id="rId4"/>
              </a:rPr>
              <a:t>b</a:t>
            </a:r>
            <a:r>
              <a:rPr sz="2800" b="1" u="heavy" spc="-80" dirty="0">
                <a:latin typeface="Calibri"/>
                <a:cs typeface="Calibri"/>
                <a:hlinkClick r:id="rId4"/>
              </a:rPr>
              <a:t>o</a:t>
            </a:r>
            <a:r>
              <a:rPr sz="2800" b="1" u="heavy" dirty="0">
                <a:latin typeface="Calibri"/>
                <a:cs typeface="Calibri"/>
                <a:hlinkClick r:id="rId4"/>
              </a:rPr>
              <a:t>x/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15003" y="5597140"/>
            <a:ext cx="941069" cy="0"/>
          </a:xfrm>
          <a:custGeom>
            <a:avLst/>
            <a:gdLst/>
            <a:ahLst/>
            <a:cxnLst/>
            <a:rect l="l" t="t" r="r" b="b"/>
            <a:pathLst>
              <a:path w="941069">
                <a:moveTo>
                  <a:pt x="0" y="0"/>
                </a:moveTo>
                <a:lnTo>
                  <a:pt x="940539" y="0"/>
                </a:lnTo>
              </a:path>
            </a:pathLst>
          </a:custGeom>
          <a:ln w="13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46635" y="5597140"/>
            <a:ext cx="1018540" cy="0"/>
          </a:xfrm>
          <a:custGeom>
            <a:avLst/>
            <a:gdLst/>
            <a:ahLst/>
            <a:cxnLst/>
            <a:rect l="l" t="t" r="r" b="b"/>
            <a:pathLst>
              <a:path w="1018539">
                <a:moveTo>
                  <a:pt x="0" y="0"/>
                </a:moveTo>
                <a:lnTo>
                  <a:pt x="1018289" y="0"/>
                </a:lnTo>
              </a:path>
            </a:pathLst>
          </a:custGeom>
          <a:ln w="13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5535" y="5597140"/>
            <a:ext cx="890905" cy="0"/>
          </a:xfrm>
          <a:custGeom>
            <a:avLst/>
            <a:gdLst/>
            <a:ahLst/>
            <a:cxnLst/>
            <a:rect l="l" t="t" r="r" b="b"/>
            <a:pathLst>
              <a:path w="890904">
                <a:moveTo>
                  <a:pt x="0" y="0"/>
                </a:moveTo>
                <a:lnTo>
                  <a:pt x="890595" y="0"/>
                </a:lnTo>
              </a:path>
            </a:pathLst>
          </a:custGeom>
          <a:ln w="13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64078" y="5056087"/>
            <a:ext cx="99949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i="1" spc="35" dirty="0">
                <a:latin typeface="Times New Roman"/>
                <a:cs typeface="Times New Roman"/>
              </a:rPr>
              <a:t>B</a:t>
            </a:r>
            <a:r>
              <a:rPr sz="2850" i="1" spc="-89" baseline="-19005" dirty="0">
                <a:latin typeface="Times New Roman"/>
                <a:cs typeface="Times New Roman"/>
              </a:rPr>
              <a:t>p</a:t>
            </a:r>
            <a:r>
              <a:rPr sz="2850" i="1" spc="-254" baseline="-19005" dirty="0">
                <a:latin typeface="Times New Roman"/>
                <a:cs typeface="Times New Roman"/>
              </a:rPr>
              <a:t> 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100" dirty="0">
                <a:latin typeface="Times New Roman"/>
                <a:cs typeface="Times New Roman"/>
              </a:rPr>
              <a:t>z</a:t>
            </a:r>
            <a:r>
              <a:rPr sz="2850" spc="-112" baseline="33625" dirty="0">
                <a:latin typeface="Symbol"/>
                <a:cs typeface="Symbol"/>
              </a:rPr>
              <a:t></a:t>
            </a:r>
            <a:r>
              <a:rPr sz="2850" spc="75" baseline="33625" dirty="0">
                <a:latin typeface="Times New Roman"/>
                <a:cs typeface="Times New Roman"/>
              </a:rPr>
              <a:t>1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32490" y="5109891"/>
            <a:ext cx="922019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i="1" spc="-95" dirty="0">
                <a:latin typeface="Times New Roman"/>
                <a:cs typeface="Times New Roman"/>
              </a:rPr>
              <a:t>B</a:t>
            </a:r>
            <a:r>
              <a:rPr sz="2550" i="1" spc="90" dirty="0">
                <a:latin typeface="Times New Roman"/>
                <a:cs typeface="Times New Roman"/>
              </a:rPr>
              <a:t> 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100" dirty="0">
                <a:latin typeface="Times New Roman"/>
                <a:cs typeface="Times New Roman"/>
              </a:rPr>
              <a:t>z</a:t>
            </a:r>
            <a:r>
              <a:rPr sz="2850" spc="-112" baseline="33625" dirty="0">
                <a:latin typeface="Symbol"/>
                <a:cs typeface="Symbol"/>
              </a:rPr>
              <a:t></a:t>
            </a:r>
            <a:r>
              <a:rPr sz="2850" spc="75" baseline="33625" dirty="0">
                <a:latin typeface="Times New Roman"/>
                <a:cs typeface="Times New Roman"/>
              </a:rPr>
              <a:t>1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22933" y="5111605"/>
            <a:ext cx="871855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i="1" spc="-50" dirty="0">
                <a:latin typeface="Times New Roman"/>
                <a:cs typeface="Times New Roman"/>
              </a:rPr>
              <a:t>D</a:t>
            </a:r>
            <a:r>
              <a:rPr sz="2550" spc="110" dirty="0">
                <a:latin typeface="Times New Roman"/>
                <a:cs typeface="Times New Roman"/>
              </a:rPr>
              <a:t>(</a:t>
            </a:r>
            <a:r>
              <a:rPr sz="2550" i="1" spc="100" dirty="0">
                <a:latin typeface="Times New Roman"/>
                <a:cs typeface="Times New Roman"/>
              </a:rPr>
              <a:t>z</a:t>
            </a:r>
            <a:r>
              <a:rPr sz="2850" spc="-112" baseline="33625" dirty="0">
                <a:latin typeface="Symbol"/>
                <a:cs typeface="Symbol"/>
              </a:rPr>
              <a:t></a:t>
            </a:r>
            <a:r>
              <a:rPr sz="2850" spc="75" baseline="33625" dirty="0">
                <a:latin typeface="Times New Roman"/>
                <a:cs typeface="Times New Roman"/>
              </a:rPr>
              <a:t>1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2432" y="5345988"/>
            <a:ext cx="13970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60" dirty="0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15895" y="5553955"/>
            <a:ext cx="287655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180" dirty="0">
                <a:latin typeface="Times New Roman"/>
                <a:cs typeface="Times New Roman"/>
              </a:rPr>
              <a:t>1</a:t>
            </a:r>
            <a:r>
              <a:rPr sz="1900" spc="0" dirty="0">
                <a:latin typeface="Times New Roman"/>
                <a:cs typeface="Times New Roman"/>
              </a:rPr>
              <a:t>,</a:t>
            </a:r>
            <a:r>
              <a:rPr sz="1900" i="1" spc="-55" dirty="0">
                <a:latin typeface="Times New Roman"/>
                <a:cs typeface="Times New Roman"/>
              </a:rPr>
              <a:t>k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78218" y="5553955"/>
            <a:ext cx="31242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15" dirty="0">
                <a:latin typeface="Times New Roman"/>
                <a:cs typeface="Times New Roman"/>
              </a:rPr>
              <a:t>p</a:t>
            </a:r>
            <a:r>
              <a:rPr sz="1900" spc="0" dirty="0">
                <a:latin typeface="Times New Roman"/>
                <a:cs typeface="Times New Roman"/>
              </a:rPr>
              <a:t>,</a:t>
            </a:r>
            <a:r>
              <a:rPr sz="1900" i="1" spc="-55" dirty="0">
                <a:latin typeface="Times New Roman"/>
                <a:cs typeface="Times New Roman"/>
              </a:rPr>
              <a:t>k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88813" y="5611584"/>
            <a:ext cx="824230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i="1" spc="-140" dirty="0">
                <a:latin typeface="Times New Roman"/>
                <a:cs typeface="Times New Roman"/>
              </a:rPr>
              <a:t>A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100" dirty="0">
                <a:latin typeface="Times New Roman"/>
                <a:cs typeface="Times New Roman"/>
              </a:rPr>
              <a:t>z</a:t>
            </a:r>
            <a:r>
              <a:rPr sz="2850" spc="-104" baseline="33625" dirty="0">
                <a:latin typeface="Symbol"/>
                <a:cs typeface="Symbol"/>
              </a:rPr>
              <a:t></a:t>
            </a:r>
            <a:r>
              <a:rPr sz="2850" spc="75" baseline="33625" dirty="0">
                <a:latin typeface="Times New Roman"/>
                <a:cs typeface="Times New Roman"/>
              </a:rPr>
              <a:t>1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9396" y="5611584"/>
            <a:ext cx="823594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i="1" spc="-140" dirty="0">
                <a:latin typeface="Times New Roman"/>
                <a:cs typeface="Times New Roman"/>
              </a:rPr>
              <a:t>A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100" dirty="0">
                <a:latin typeface="Times New Roman"/>
                <a:cs typeface="Times New Roman"/>
              </a:rPr>
              <a:t>z</a:t>
            </a:r>
            <a:r>
              <a:rPr sz="2850" spc="-104" baseline="33625" dirty="0">
                <a:latin typeface="Symbol"/>
                <a:cs typeface="Symbol"/>
              </a:rPr>
              <a:t></a:t>
            </a:r>
            <a:r>
              <a:rPr sz="2850" spc="67" baseline="33625" dirty="0">
                <a:latin typeface="Times New Roman"/>
                <a:cs typeface="Times New Roman"/>
              </a:rPr>
              <a:t>1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15988" y="5611584"/>
            <a:ext cx="866775" cy="43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i="1" spc="50" dirty="0">
                <a:latin typeface="Times New Roman"/>
                <a:cs typeface="Times New Roman"/>
              </a:rPr>
              <a:t>C</a:t>
            </a:r>
            <a:r>
              <a:rPr sz="2550" spc="120" dirty="0">
                <a:latin typeface="Times New Roman"/>
                <a:cs typeface="Times New Roman"/>
              </a:rPr>
              <a:t>(</a:t>
            </a:r>
            <a:r>
              <a:rPr sz="2550" i="1" spc="100" dirty="0">
                <a:latin typeface="Times New Roman"/>
                <a:cs typeface="Times New Roman"/>
              </a:rPr>
              <a:t>z</a:t>
            </a:r>
            <a:r>
              <a:rPr sz="2850" spc="-104" baseline="33625" dirty="0">
                <a:latin typeface="Symbol"/>
                <a:cs typeface="Symbol"/>
              </a:rPr>
              <a:t></a:t>
            </a:r>
            <a:r>
              <a:rPr sz="2850" spc="67" baseline="33625" dirty="0">
                <a:latin typeface="Times New Roman"/>
                <a:cs typeface="Times New Roman"/>
              </a:rPr>
              <a:t>1</a:t>
            </a:r>
            <a:r>
              <a:rPr sz="2550" spc="-5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39947" y="5553955"/>
            <a:ext cx="12700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55" dirty="0">
                <a:latin typeface="Times New Roman"/>
                <a:cs typeface="Times New Roman"/>
              </a:rPr>
              <a:t>k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57859" y="5553955"/>
            <a:ext cx="12700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55" dirty="0">
                <a:latin typeface="Times New Roman"/>
                <a:cs typeface="Times New Roman"/>
              </a:rPr>
              <a:t>k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3620" y="5402581"/>
            <a:ext cx="16065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i="1" spc="-70" dirty="0">
                <a:latin typeface="Times New Roman"/>
                <a:cs typeface="Times New Roman"/>
              </a:rPr>
              <a:t>y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85746" y="5402581"/>
            <a:ext cx="17780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i="1" spc="-80" dirty="0">
                <a:latin typeface="Times New Roman"/>
                <a:cs typeface="Times New Roman"/>
              </a:rPr>
              <a:t>u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5119" y="5397499"/>
            <a:ext cx="762000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1660" algn="l"/>
              </a:tabLst>
            </a:pPr>
            <a:r>
              <a:rPr sz="2550" i="1" spc="-80" dirty="0">
                <a:latin typeface="Times New Roman"/>
                <a:cs typeface="Times New Roman"/>
              </a:rPr>
              <a:t>u	</a:t>
            </a:r>
            <a:r>
              <a:rPr sz="2550" spc="-85" dirty="0">
                <a:latin typeface="Symbol"/>
                <a:cs typeface="Symbol"/>
              </a:rPr>
              <a:t>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31086" y="5402581"/>
            <a:ext cx="160655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i="1" spc="-70" dirty="0">
                <a:latin typeface="Times New Roman"/>
                <a:cs typeface="Times New Roman"/>
              </a:rPr>
              <a:t>e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59624" y="5397499"/>
            <a:ext cx="19304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-85" dirty="0">
                <a:latin typeface="Symbol"/>
                <a:cs typeface="Symbol"/>
              </a:rPr>
              <a:t>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77299" y="5397499"/>
            <a:ext cx="720725" cy="354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95" dirty="0">
                <a:latin typeface="Symbol"/>
                <a:cs typeface="Symbol"/>
              </a:rPr>
              <a:t></a:t>
            </a:r>
            <a:r>
              <a:rPr sz="2550" spc="100" dirty="0">
                <a:latin typeface="MT Extra"/>
                <a:cs typeface="MT Extra"/>
              </a:rPr>
              <a:t></a:t>
            </a:r>
            <a:r>
              <a:rPr sz="2550" spc="-85" dirty="0">
                <a:latin typeface="Symbol"/>
                <a:cs typeface="Symbol"/>
              </a:rPr>
              <a:t></a:t>
            </a:r>
            <a:endParaRPr sz="25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830">
              <a:lnSpc>
                <a:spcPts val="3840"/>
              </a:lnSpc>
            </a:pPr>
            <a:r>
              <a:rPr spc="-5" dirty="0">
                <a:latin typeface="Calibri"/>
                <a:cs typeface="Calibri"/>
              </a:rPr>
              <a:t>Com</a:t>
            </a:r>
            <a:r>
              <a:rPr dirty="0">
                <a:latin typeface="Calibri"/>
                <a:cs typeface="Calibri"/>
              </a:rPr>
              <a:t>par</a:t>
            </a:r>
            <a:r>
              <a:rPr spc="-10" dirty="0">
                <a:latin typeface="Calibri"/>
                <a:cs typeface="Calibri"/>
              </a:rPr>
              <a:t>i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10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of</a:t>
            </a:r>
          </a:p>
          <a:p>
            <a:pPr marL="163830">
              <a:lnSpc>
                <a:spcPts val="3840"/>
              </a:lnSpc>
            </a:pPr>
            <a:r>
              <a:rPr spc="-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E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(l</a:t>
            </a:r>
            <a:r>
              <a:rPr spc="-35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ft</a:t>
            </a:r>
            <a:r>
              <a:rPr dirty="0">
                <a:latin typeface="Calibri"/>
                <a:cs typeface="Calibri"/>
              </a:rPr>
              <a:t>)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RE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(rig</a:t>
            </a:r>
            <a:r>
              <a:rPr spc="-30" dirty="0">
                <a:latin typeface="Calibri"/>
                <a:cs typeface="Calibri"/>
              </a:rPr>
              <a:t>h</a:t>
            </a:r>
            <a:r>
              <a:rPr dirty="0">
                <a:latin typeface="Calibri"/>
                <a:cs typeface="Calibri"/>
              </a:rPr>
              <a:t>t)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5534" y="5582576"/>
            <a:ext cx="2366010" cy="392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80" dirty="0">
                <a:latin typeface="Times New Roman"/>
                <a:cs typeface="Times New Roman"/>
              </a:rPr>
              <a:t>E</a:t>
            </a:r>
            <a:r>
              <a:rPr sz="2175" i="1" spc="-82" baseline="-19157" dirty="0">
                <a:latin typeface="Times New Roman"/>
                <a:cs typeface="Times New Roman"/>
              </a:rPr>
              <a:t>k</a:t>
            </a:r>
            <a:r>
              <a:rPr sz="2175" i="1" baseline="-19157" dirty="0">
                <a:latin typeface="Times New Roman"/>
                <a:cs typeface="Times New Roman"/>
              </a:rPr>
              <a:t> </a:t>
            </a:r>
            <a:r>
              <a:rPr sz="2175" i="1" spc="-44" baseline="-19157" dirty="0">
                <a:latin typeface="Times New Roman"/>
                <a:cs typeface="Times New Roman"/>
              </a:rPr>
              <a:t> </a:t>
            </a:r>
            <a:r>
              <a:rPr sz="1900" spc="-65" dirty="0">
                <a:latin typeface="Symbol"/>
                <a:cs typeface="Symbol"/>
              </a:rPr>
              <a:t></a:t>
            </a:r>
            <a:r>
              <a:rPr sz="1900" spc="80" dirty="0">
                <a:latin typeface="Times New Roman"/>
                <a:cs typeface="Times New Roman"/>
              </a:rPr>
              <a:t> </a:t>
            </a:r>
            <a:r>
              <a:rPr sz="1900" i="1" spc="-869" dirty="0">
                <a:latin typeface="Times New Roman"/>
                <a:cs typeface="Times New Roman"/>
              </a:rPr>
              <a:t>A</a:t>
            </a:r>
            <a:r>
              <a:rPr sz="2850" spc="-60" baseline="16081" dirty="0">
                <a:latin typeface="Times New Roman"/>
                <a:cs typeface="Times New Roman"/>
              </a:rPr>
              <a:t>ˆ</a:t>
            </a:r>
            <a:r>
              <a:rPr sz="2850" spc="-457" baseline="16081" dirty="0">
                <a:latin typeface="Times New Roman"/>
                <a:cs typeface="Times New Roman"/>
              </a:rPr>
              <a:t> </a:t>
            </a:r>
            <a:r>
              <a:rPr sz="1900" spc="90" dirty="0">
                <a:latin typeface="Times New Roman"/>
                <a:cs typeface="Times New Roman"/>
              </a:rPr>
              <a:t>(</a:t>
            </a:r>
            <a:r>
              <a:rPr sz="1900" i="1" spc="75" dirty="0">
                <a:latin typeface="Times New Roman"/>
                <a:cs typeface="Times New Roman"/>
              </a:rPr>
              <a:t>z</a:t>
            </a:r>
            <a:r>
              <a:rPr sz="2175" spc="-104" baseline="32567" dirty="0">
                <a:latin typeface="Symbol"/>
                <a:cs typeface="Symbol"/>
              </a:rPr>
              <a:t></a:t>
            </a:r>
            <a:r>
              <a:rPr sz="2175" spc="30" baseline="32567" dirty="0">
                <a:latin typeface="Times New Roman"/>
                <a:cs typeface="Times New Roman"/>
              </a:rPr>
              <a:t>1</a:t>
            </a:r>
            <a:r>
              <a:rPr sz="1900" spc="-40" dirty="0">
                <a:latin typeface="Times New Roman"/>
                <a:cs typeface="Times New Roman"/>
              </a:rPr>
              <a:t>)</a:t>
            </a:r>
            <a:r>
              <a:rPr sz="1900" spc="-260" dirty="0">
                <a:latin typeface="Times New Roman"/>
                <a:cs typeface="Times New Roman"/>
              </a:rPr>
              <a:t> </a:t>
            </a:r>
            <a:r>
              <a:rPr sz="1900" i="1" spc="-50" dirty="0">
                <a:latin typeface="Times New Roman"/>
                <a:cs typeface="Times New Roman"/>
              </a:rPr>
              <a:t>y</a:t>
            </a:r>
            <a:r>
              <a:rPr sz="2175" i="1" spc="-82" baseline="-19157" dirty="0">
                <a:latin typeface="Times New Roman"/>
                <a:cs typeface="Times New Roman"/>
              </a:rPr>
              <a:t>k</a:t>
            </a:r>
            <a:r>
              <a:rPr sz="2175" i="1" baseline="-19157" dirty="0">
                <a:latin typeface="Times New Roman"/>
                <a:cs typeface="Times New Roman"/>
              </a:rPr>
              <a:t> </a:t>
            </a:r>
            <a:r>
              <a:rPr sz="2175" i="1" spc="-217" baseline="-19157" dirty="0">
                <a:latin typeface="Times New Roman"/>
                <a:cs typeface="Times New Roman"/>
              </a:rPr>
              <a:t> </a:t>
            </a:r>
            <a:r>
              <a:rPr sz="1900" spc="-65" dirty="0">
                <a:latin typeface="Symbol"/>
                <a:cs typeface="Symbol"/>
              </a:rPr>
              <a:t>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i="1" spc="-790" dirty="0">
                <a:latin typeface="Times New Roman"/>
                <a:cs typeface="Times New Roman"/>
              </a:rPr>
              <a:t>B</a:t>
            </a:r>
            <a:r>
              <a:rPr sz="2850" spc="-60" baseline="14619" dirty="0">
                <a:latin typeface="Times New Roman"/>
                <a:cs typeface="Times New Roman"/>
              </a:rPr>
              <a:t>ˆ</a:t>
            </a:r>
            <a:r>
              <a:rPr sz="2850" spc="-457" baseline="14619" dirty="0">
                <a:latin typeface="Times New Roman"/>
                <a:cs typeface="Times New Roman"/>
              </a:rPr>
              <a:t> </a:t>
            </a:r>
            <a:r>
              <a:rPr sz="1900" spc="90" dirty="0">
                <a:latin typeface="Times New Roman"/>
                <a:cs typeface="Times New Roman"/>
              </a:rPr>
              <a:t>(</a:t>
            </a:r>
            <a:r>
              <a:rPr sz="1900" i="1" spc="75" dirty="0">
                <a:latin typeface="Times New Roman"/>
                <a:cs typeface="Times New Roman"/>
              </a:rPr>
              <a:t>z</a:t>
            </a:r>
            <a:r>
              <a:rPr sz="2175" spc="-104" baseline="32567" dirty="0">
                <a:latin typeface="Symbol"/>
                <a:cs typeface="Symbol"/>
              </a:rPr>
              <a:t></a:t>
            </a:r>
            <a:r>
              <a:rPr sz="2175" spc="30" baseline="32567" dirty="0">
                <a:latin typeface="Times New Roman"/>
                <a:cs typeface="Times New Roman"/>
              </a:rPr>
              <a:t>1</a:t>
            </a:r>
            <a:r>
              <a:rPr sz="1900" spc="-50" dirty="0">
                <a:latin typeface="Times New Roman"/>
                <a:cs typeface="Times New Roman"/>
              </a:rPr>
              <a:t>)</a:t>
            </a:r>
            <a:r>
              <a:rPr sz="1900" i="1" spc="-45" dirty="0">
                <a:latin typeface="Times New Roman"/>
                <a:cs typeface="Times New Roman"/>
              </a:rPr>
              <a:t>u</a:t>
            </a:r>
            <a:r>
              <a:rPr sz="2175" i="1" spc="-82" baseline="-19157" dirty="0">
                <a:latin typeface="Times New Roman"/>
                <a:cs typeface="Times New Roman"/>
              </a:rPr>
              <a:t>k</a:t>
            </a:r>
            <a:endParaRPr sz="2175" baseline="-19157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97810" y="2921873"/>
            <a:ext cx="562610" cy="1270"/>
          </a:xfrm>
          <a:custGeom>
            <a:avLst/>
            <a:gdLst/>
            <a:ahLst/>
            <a:cxnLst/>
            <a:rect l="l" t="t" r="r" b="b"/>
            <a:pathLst>
              <a:path w="562610" h="1269">
                <a:moveTo>
                  <a:pt x="0" y="0"/>
                </a:moveTo>
                <a:lnTo>
                  <a:pt x="562011" y="124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83515" y="2878500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213" y="0"/>
                </a:moveTo>
                <a:lnTo>
                  <a:pt x="76306" y="44592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94079" y="2886454"/>
            <a:ext cx="640715" cy="0"/>
          </a:xfrm>
          <a:custGeom>
            <a:avLst/>
            <a:gdLst/>
            <a:ahLst/>
            <a:cxnLst/>
            <a:rect l="l" t="t" r="r" b="b"/>
            <a:pathLst>
              <a:path w="640714">
                <a:moveTo>
                  <a:pt x="0" y="0"/>
                </a:moveTo>
                <a:lnTo>
                  <a:pt x="640151" y="0"/>
                </a:lnTo>
              </a:path>
            </a:pathLst>
          </a:custGeom>
          <a:ln w="102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03797" y="2518731"/>
            <a:ext cx="63246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20" dirty="0">
                <a:latin typeface="Times New Roman"/>
                <a:cs typeface="Times New Roman"/>
              </a:rPr>
              <a:t>B</a:t>
            </a:r>
            <a:r>
              <a:rPr sz="1900" spc="90" dirty="0">
                <a:latin typeface="Times New Roman"/>
                <a:cs typeface="Times New Roman"/>
              </a:rPr>
              <a:t>(</a:t>
            </a:r>
            <a:r>
              <a:rPr sz="1900" i="1" spc="75" dirty="0">
                <a:latin typeface="Times New Roman"/>
                <a:cs typeface="Times New Roman"/>
              </a:rPr>
              <a:t>z</a:t>
            </a:r>
            <a:r>
              <a:rPr sz="2175" spc="-104" baseline="32567" dirty="0">
                <a:latin typeface="Symbol"/>
                <a:cs typeface="Symbol"/>
              </a:rPr>
              <a:t></a:t>
            </a:r>
            <a:r>
              <a:rPr sz="2175" spc="30" baseline="32567" dirty="0">
                <a:latin typeface="Times New Roman"/>
                <a:cs typeface="Times New Roman"/>
              </a:rPr>
              <a:t>1</a:t>
            </a:r>
            <a:r>
              <a:rPr sz="1900" spc="-4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48360" y="2468483"/>
            <a:ext cx="960119" cy="864235"/>
          </a:xfrm>
          <a:custGeom>
            <a:avLst/>
            <a:gdLst/>
            <a:ahLst/>
            <a:cxnLst/>
            <a:rect l="l" t="t" r="r" b="b"/>
            <a:pathLst>
              <a:path w="960119" h="864235">
                <a:moveTo>
                  <a:pt x="816100" y="0"/>
                </a:moveTo>
                <a:lnTo>
                  <a:pt x="143463" y="1"/>
                </a:lnTo>
                <a:lnTo>
                  <a:pt x="100780" y="6603"/>
                </a:lnTo>
                <a:lnTo>
                  <a:pt x="63225" y="24780"/>
                </a:lnTo>
                <a:lnTo>
                  <a:pt x="32740" y="52589"/>
                </a:lnTo>
                <a:lnTo>
                  <a:pt x="11264" y="88086"/>
                </a:lnTo>
                <a:lnTo>
                  <a:pt x="739" y="129329"/>
                </a:lnTo>
                <a:lnTo>
                  <a:pt x="0" y="720643"/>
                </a:lnTo>
                <a:lnTo>
                  <a:pt x="794" y="735322"/>
                </a:lnTo>
                <a:lnTo>
                  <a:pt x="11468" y="776513"/>
                </a:lnTo>
                <a:lnTo>
                  <a:pt x="33067" y="811926"/>
                </a:lnTo>
                <a:lnTo>
                  <a:pt x="63651" y="839623"/>
                </a:lnTo>
                <a:lnTo>
                  <a:pt x="101281" y="857663"/>
                </a:lnTo>
                <a:lnTo>
                  <a:pt x="144016" y="864107"/>
                </a:lnTo>
                <a:lnTo>
                  <a:pt x="816653" y="864106"/>
                </a:lnTo>
                <a:lnTo>
                  <a:pt x="859337" y="857507"/>
                </a:lnTo>
                <a:lnTo>
                  <a:pt x="896892" y="839335"/>
                </a:lnTo>
                <a:lnTo>
                  <a:pt x="927377" y="811531"/>
                </a:lnTo>
                <a:lnTo>
                  <a:pt x="948853" y="776034"/>
                </a:lnTo>
                <a:lnTo>
                  <a:pt x="959378" y="734783"/>
                </a:lnTo>
                <a:lnTo>
                  <a:pt x="960117" y="143465"/>
                </a:lnTo>
                <a:lnTo>
                  <a:pt x="959323" y="128790"/>
                </a:lnTo>
                <a:lnTo>
                  <a:pt x="948649" y="87607"/>
                </a:lnTo>
                <a:lnTo>
                  <a:pt x="927050" y="52193"/>
                </a:lnTo>
                <a:lnTo>
                  <a:pt x="896466" y="24492"/>
                </a:lnTo>
                <a:lnTo>
                  <a:pt x="858836" y="6446"/>
                </a:lnTo>
                <a:lnTo>
                  <a:pt x="816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48358" y="2468483"/>
            <a:ext cx="960119" cy="864235"/>
          </a:xfrm>
          <a:custGeom>
            <a:avLst/>
            <a:gdLst/>
            <a:ahLst/>
            <a:cxnLst/>
            <a:rect l="l" t="t" r="r" b="b"/>
            <a:pathLst>
              <a:path w="960119" h="864235">
                <a:moveTo>
                  <a:pt x="0" y="144017"/>
                </a:moveTo>
                <a:lnTo>
                  <a:pt x="6444" y="101291"/>
                </a:lnTo>
                <a:lnTo>
                  <a:pt x="24486" y="63663"/>
                </a:lnTo>
                <a:lnTo>
                  <a:pt x="52183" y="33076"/>
                </a:lnTo>
                <a:lnTo>
                  <a:pt x="87597" y="11472"/>
                </a:lnTo>
                <a:lnTo>
                  <a:pt x="128786" y="795"/>
                </a:lnTo>
                <a:lnTo>
                  <a:pt x="816101" y="0"/>
                </a:lnTo>
                <a:lnTo>
                  <a:pt x="830794" y="740"/>
                </a:lnTo>
                <a:lnTo>
                  <a:pt x="872043" y="11269"/>
                </a:lnTo>
                <a:lnTo>
                  <a:pt x="907540" y="32749"/>
                </a:lnTo>
                <a:lnTo>
                  <a:pt x="935345" y="63237"/>
                </a:lnTo>
                <a:lnTo>
                  <a:pt x="953518" y="100790"/>
                </a:lnTo>
                <a:lnTo>
                  <a:pt x="960118" y="143465"/>
                </a:lnTo>
                <a:lnTo>
                  <a:pt x="960119" y="720089"/>
                </a:lnTo>
                <a:lnTo>
                  <a:pt x="959379" y="734783"/>
                </a:lnTo>
                <a:lnTo>
                  <a:pt x="948854" y="776034"/>
                </a:lnTo>
                <a:lnTo>
                  <a:pt x="927378" y="811531"/>
                </a:lnTo>
                <a:lnTo>
                  <a:pt x="896893" y="839335"/>
                </a:lnTo>
                <a:lnTo>
                  <a:pt x="859338" y="857507"/>
                </a:lnTo>
                <a:lnTo>
                  <a:pt x="816655" y="864106"/>
                </a:lnTo>
                <a:lnTo>
                  <a:pt x="144017" y="864107"/>
                </a:lnTo>
                <a:lnTo>
                  <a:pt x="129325" y="863367"/>
                </a:lnTo>
                <a:lnTo>
                  <a:pt x="88076" y="852842"/>
                </a:lnTo>
                <a:lnTo>
                  <a:pt x="52579" y="831368"/>
                </a:lnTo>
                <a:lnTo>
                  <a:pt x="24774" y="800884"/>
                </a:lnTo>
                <a:lnTo>
                  <a:pt x="6601" y="763329"/>
                </a:lnTo>
                <a:lnTo>
                  <a:pt x="1" y="720643"/>
                </a:lnTo>
                <a:lnTo>
                  <a:pt x="0" y="144017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14488" y="2894076"/>
            <a:ext cx="734060" cy="758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105" dirty="0">
                <a:latin typeface="Times New Roman"/>
                <a:cs typeface="Times New Roman"/>
              </a:rPr>
              <a:t>A</a:t>
            </a:r>
            <a:r>
              <a:rPr sz="1900" spc="90" dirty="0">
                <a:latin typeface="Times New Roman"/>
                <a:cs typeface="Times New Roman"/>
              </a:rPr>
              <a:t>(</a:t>
            </a:r>
            <a:r>
              <a:rPr sz="1900" i="1" spc="75" dirty="0">
                <a:latin typeface="Times New Roman"/>
                <a:cs typeface="Times New Roman"/>
              </a:rPr>
              <a:t>z</a:t>
            </a:r>
            <a:r>
              <a:rPr sz="2175" spc="-104" baseline="32567" dirty="0">
                <a:latin typeface="Symbol"/>
                <a:cs typeface="Symbol"/>
              </a:rPr>
              <a:t></a:t>
            </a:r>
            <a:r>
              <a:rPr sz="2175" spc="30" baseline="32567" dirty="0">
                <a:latin typeface="Times New Roman"/>
                <a:cs typeface="Times New Roman"/>
              </a:rPr>
              <a:t>1</a:t>
            </a:r>
            <a:r>
              <a:rPr sz="1900" spc="-4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1075"/>
              </a:spcBef>
            </a:pPr>
            <a:r>
              <a:rPr sz="1800" spc="-45" dirty="0">
                <a:latin typeface="Calibri"/>
                <a:cs typeface="Calibri"/>
              </a:rPr>
              <a:t>s</a:t>
            </a:r>
            <a:r>
              <a:rPr sz="1800" spc="-3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em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13408" y="2516195"/>
            <a:ext cx="199390" cy="322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85" dirty="0">
                <a:latin typeface="Times New Roman"/>
                <a:cs typeface="Times New Roman"/>
              </a:rPr>
              <a:t>x</a:t>
            </a:r>
            <a:r>
              <a:rPr sz="2175" i="1" spc="-82" baseline="-19157" dirty="0">
                <a:latin typeface="Times New Roman"/>
                <a:cs typeface="Times New Roman"/>
              </a:rPr>
              <a:t>k</a:t>
            </a:r>
            <a:endParaRPr sz="2175" baseline="-19157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9575" y="2922635"/>
            <a:ext cx="902335" cy="1270"/>
          </a:xfrm>
          <a:custGeom>
            <a:avLst/>
            <a:gdLst/>
            <a:ahLst/>
            <a:cxnLst/>
            <a:rect l="l" t="t" r="r" b="b"/>
            <a:pathLst>
              <a:path w="902335" h="1269">
                <a:moveTo>
                  <a:pt x="0" y="0"/>
                </a:moveTo>
                <a:lnTo>
                  <a:pt x="902314" y="128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35619" y="287932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31" y="0"/>
                </a:moveTo>
                <a:lnTo>
                  <a:pt x="76257" y="44592"/>
                </a:lnTo>
                <a:lnTo>
                  <a:pt x="0" y="889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4318" y="2545151"/>
            <a:ext cx="216535" cy="322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55" dirty="0">
                <a:latin typeface="Times New Roman"/>
                <a:cs typeface="Times New Roman"/>
              </a:rPr>
              <a:t>u</a:t>
            </a:r>
            <a:r>
              <a:rPr sz="2175" i="1" spc="-82" baseline="-19157" dirty="0">
                <a:latin typeface="Times New Roman"/>
                <a:cs typeface="Times New Roman"/>
              </a:rPr>
              <a:t>k</a:t>
            </a:r>
            <a:endParaRPr sz="2175" baseline="-1915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9575" y="3635867"/>
            <a:ext cx="961390" cy="865505"/>
          </a:xfrm>
          <a:custGeom>
            <a:avLst/>
            <a:gdLst/>
            <a:ahLst/>
            <a:cxnLst/>
            <a:rect l="l" t="t" r="r" b="b"/>
            <a:pathLst>
              <a:path w="961390" h="865504">
                <a:moveTo>
                  <a:pt x="0" y="144170"/>
                </a:moveTo>
                <a:lnTo>
                  <a:pt x="6439" y="101436"/>
                </a:lnTo>
                <a:lnTo>
                  <a:pt x="24466" y="63795"/>
                </a:lnTo>
                <a:lnTo>
                  <a:pt x="52142" y="33186"/>
                </a:lnTo>
                <a:lnTo>
                  <a:pt x="87530" y="11548"/>
                </a:lnTo>
                <a:lnTo>
                  <a:pt x="128692" y="819"/>
                </a:lnTo>
                <a:lnTo>
                  <a:pt x="816732" y="0"/>
                </a:lnTo>
                <a:lnTo>
                  <a:pt x="831422" y="739"/>
                </a:lnTo>
                <a:lnTo>
                  <a:pt x="872668" y="11258"/>
                </a:lnTo>
                <a:lnTo>
                  <a:pt x="908175" y="32721"/>
                </a:lnTo>
                <a:lnTo>
                  <a:pt x="936004" y="63188"/>
                </a:lnTo>
                <a:lnTo>
                  <a:pt x="954218" y="100721"/>
                </a:lnTo>
                <a:lnTo>
                  <a:pt x="960879" y="143382"/>
                </a:lnTo>
                <a:lnTo>
                  <a:pt x="960881" y="720748"/>
                </a:lnTo>
                <a:lnTo>
                  <a:pt x="960142" y="735439"/>
                </a:lnTo>
                <a:lnTo>
                  <a:pt x="949622" y="776688"/>
                </a:lnTo>
                <a:lnTo>
                  <a:pt x="928159" y="812194"/>
                </a:lnTo>
                <a:lnTo>
                  <a:pt x="897690" y="840020"/>
                </a:lnTo>
                <a:lnTo>
                  <a:pt x="860155" y="858229"/>
                </a:lnTo>
                <a:lnTo>
                  <a:pt x="817492" y="864883"/>
                </a:lnTo>
                <a:lnTo>
                  <a:pt x="144149" y="864885"/>
                </a:lnTo>
                <a:lnTo>
                  <a:pt x="129458" y="864145"/>
                </a:lnTo>
                <a:lnTo>
                  <a:pt x="88207" y="853627"/>
                </a:lnTo>
                <a:lnTo>
                  <a:pt x="52697" y="832167"/>
                </a:lnTo>
                <a:lnTo>
                  <a:pt x="24868" y="801702"/>
                </a:lnTo>
                <a:lnTo>
                  <a:pt x="6656" y="764170"/>
                </a:lnTo>
                <a:lnTo>
                  <a:pt x="1" y="721508"/>
                </a:lnTo>
                <a:lnTo>
                  <a:pt x="0" y="14417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01064" y="2939399"/>
            <a:ext cx="0" cy="707390"/>
          </a:xfrm>
          <a:custGeom>
            <a:avLst/>
            <a:gdLst/>
            <a:ahLst/>
            <a:cxnLst/>
            <a:rect l="l" t="t" r="r" b="b"/>
            <a:pathLst>
              <a:path h="707389">
                <a:moveTo>
                  <a:pt x="0" y="0"/>
                </a:moveTo>
                <a:lnTo>
                  <a:pt x="0" y="70683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84550" y="2717657"/>
            <a:ext cx="374015" cy="403860"/>
          </a:xfrm>
          <a:custGeom>
            <a:avLst/>
            <a:gdLst/>
            <a:ahLst/>
            <a:cxnLst/>
            <a:rect l="l" t="t" r="r" b="b"/>
            <a:pathLst>
              <a:path w="374014" h="403860">
                <a:moveTo>
                  <a:pt x="0" y="201929"/>
                </a:moveTo>
                <a:lnTo>
                  <a:pt x="5425" y="153412"/>
                </a:lnTo>
                <a:lnTo>
                  <a:pt x="20838" y="109143"/>
                </a:lnTo>
                <a:lnTo>
                  <a:pt x="44940" y="70527"/>
                </a:lnTo>
                <a:lnTo>
                  <a:pt x="76435" y="38968"/>
                </a:lnTo>
                <a:lnTo>
                  <a:pt x="114027" y="15872"/>
                </a:lnTo>
                <a:lnTo>
                  <a:pt x="156418" y="2643"/>
                </a:lnTo>
                <a:lnTo>
                  <a:pt x="186705" y="0"/>
                </a:lnTo>
                <a:lnTo>
                  <a:pt x="202013" y="669"/>
                </a:lnTo>
                <a:lnTo>
                  <a:pt x="245705" y="10297"/>
                </a:lnTo>
                <a:lnTo>
                  <a:pt x="285035" y="30260"/>
                </a:lnTo>
                <a:lnTo>
                  <a:pt x="318706" y="59154"/>
                </a:lnTo>
                <a:lnTo>
                  <a:pt x="345419" y="95573"/>
                </a:lnTo>
                <a:lnTo>
                  <a:pt x="363875" y="138114"/>
                </a:lnTo>
                <a:lnTo>
                  <a:pt x="372776" y="185372"/>
                </a:lnTo>
                <a:lnTo>
                  <a:pt x="373395" y="201929"/>
                </a:lnTo>
                <a:lnTo>
                  <a:pt x="372776" y="218491"/>
                </a:lnTo>
                <a:lnTo>
                  <a:pt x="363875" y="265756"/>
                </a:lnTo>
                <a:lnTo>
                  <a:pt x="345419" y="308299"/>
                </a:lnTo>
                <a:lnTo>
                  <a:pt x="318706" y="344717"/>
                </a:lnTo>
                <a:lnTo>
                  <a:pt x="285035" y="373607"/>
                </a:lnTo>
                <a:lnTo>
                  <a:pt x="245705" y="393565"/>
                </a:lnTo>
                <a:lnTo>
                  <a:pt x="202013" y="403190"/>
                </a:lnTo>
                <a:lnTo>
                  <a:pt x="186705" y="403859"/>
                </a:lnTo>
                <a:lnTo>
                  <a:pt x="171391" y="403190"/>
                </a:lnTo>
                <a:lnTo>
                  <a:pt x="127688" y="393565"/>
                </a:lnTo>
                <a:lnTo>
                  <a:pt x="88353" y="373607"/>
                </a:lnTo>
                <a:lnTo>
                  <a:pt x="54681" y="344717"/>
                </a:lnTo>
                <a:lnTo>
                  <a:pt x="27970" y="308299"/>
                </a:lnTo>
                <a:lnTo>
                  <a:pt x="9517" y="265756"/>
                </a:lnTo>
                <a:lnTo>
                  <a:pt x="618" y="218491"/>
                </a:lnTo>
                <a:lnTo>
                  <a:pt x="0" y="201929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70380" y="2136415"/>
            <a:ext cx="221615" cy="335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45" dirty="0">
                <a:latin typeface="Symbol"/>
                <a:cs typeface="Symbol"/>
              </a:rPr>
              <a:t></a:t>
            </a:r>
            <a:r>
              <a:rPr sz="2175" i="1" spc="-82" baseline="-19157" dirty="0">
                <a:latin typeface="Times New Roman"/>
                <a:cs typeface="Times New Roman"/>
              </a:rPr>
              <a:t>k</a:t>
            </a:r>
            <a:endParaRPr sz="2175" baseline="-19157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71835" y="2246741"/>
            <a:ext cx="10795" cy="446405"/>
          </a:xfrm>
          <a:custGeom>
            <a:avLst/>
            <a:gdLst/>
            <a:ahLst/>
            <a:cxnLst/>
            <a:rect l="l" t="t" r="r" b="b"/>
            <a:pathLst>
              <a:path w="10794" h="446405">
                <a:moveTo>
                  <a:pt x="10667" y="0"/>
                </a:moveTo>
                <a:lnTo>
                  <a:pt x="0" y="44634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029224" y="2615824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69">
                <a:moveTo>
                  <a:pt x="88879" y="2133"/>
                </a:moveTo>
                <a:lnTo>
                  <a:pt x="42611" y="77236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976133" y="2742348"/>
            <a:ext cx="181610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95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08567" y="2912729"/>
            <a:ext cx="13335" cy="679450"/>
          </a:xfrm>
          <a:custGeom>
            <a:avLst/>
            <a:gdLst/>
            <a:ahLst/>
            <a:cxnLst/>
            <a:rect l="l" t="t" r="r" b="b"/>
            <a:pathLst>
              <a:path w="13335" h="679450">
                <a:moveTo>
                  <a:pt x="13167" y="0"/>
                </a:moveTo>
                <a:lnTo>
                  <a:pt x="0" y="67939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65620" y="3515075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1737"/>
                </a:moveTo>
                <a:lnTo>
                  <a:pt x="42946" y="77053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45754" y="2912729"/>
            <a:ext cx="587375" cy="1905"/>
          </a:xfrm>
          <a:custGeom>
            <a:avLst/>
            <a:gdLst/>
            <a:ahLst/>
            <a:cxnLst/>
            <a:rect l="l" t="t" r="r" b="b"/>
            <a:pathLst>
              <a:path w="587375" h="1905">
                <a:moveTo>
                  <a:pt x="0" y="0"/>
                </a:moveTo>
                <a:lnTo>
                  <a:pt x="586892" y="131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397748" y="2535245"/>
            <a:ext cx="202565" cy="322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55" dirty="0">
                <a:latin typeface="Times New Roman"/>
                <a:cs typeface="Times New Roman"/>
              </a:rPr>
              <a:t>y</a:t>
            </a:r>
            <a:r>
              <a:rPr sz="2175" i="1" spc="-82" baseline="-19157" dirty="0">
                <a:latin typeface="Times New Roman"/>
                <a:cs typeface="Times New Roman"/>
              </a:rPr>
              <a:t>k</a:t>
            </a:r>
            <a:endParaRPr sz="2175" baseline="-19157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162175" y="4589145"/>
            <a:ext cx="428625" cy="462280"/>
          </a:xfrm>
          <a:custGeom>
            <a:avLst/>
            <a:gdLst/>
            <a:ahLst/>
            <a:cxnLst/>
            <a:rect l="l" t="t" r="r" b="b"/>
            <a:pathLst>
              <a:path w="428625" h="462279">
                <a:moveTo>
                  <a:pt x="0" y="230885"/>
                </a:moveTo>
                <a:lnTo>
                  <a:pt x="6222" y="175400"/>
                </a:lnTo>
                <a:lnTo>
                  <a:pt x="23898" y="124780"/>
                </a:lnTo>
                <a:lnTo>
                  <a:pt x="51539" y="80627"/>
                </a:lnTo>
                <a:lnTo>
                  <a:pt x="87660" y="44547"/>
                </a:lnTo>
                <a:lnTo>
                  <a:pt x="130772" y="18143"/>
                </a:lnTo>
                <a:lnTo>
                  <a:pt x="179388" y="3021"/>
                </a:lnTo>
                <a:lnTo>
                  <a:pt x="214121" y="0"/>
                </a:lnTo>
                <a:lnTo>
                  <a:pt x="231684" y="765"/>
                </a:lnTo>
                <a:lnTo>
                  <a:pt x="281804" y="11770"/>
                </a:lnTo>
                <a:lnTo>
                  <a:pt x="326916" y="34591"/>
                </a:lnTo>
                <a:lnTo>
                  <a:pt x="365532" y="67624"/>
                </a:lnTo>
                <a:lnTo>
                  <a:pt x="396165" y="109264"/>
                </a:lnTo>
                <a:lnTo>
                  <a:pt x="417328" y="157907"/>
                </a:lnTo>
                <a:lnTo>
                  <a:pt x="427534" y="211949"/>
                </a:lnTo>
                <a:lnTo>
                  <a:pt x="428243" y="230885"/>
                </a:lnTo>
                <a:lnTo>
                  <a:pt x="427534" y="249822"/>
                </a:lnTo>
                <a:lnTo>
                  <a:pt x="417328" y="303864"/>
                </a:lnTo>
                <a:lnTo>
                  <a:pt x="396165" y="352507"/>
                </a:lnTo>
                <a:lnTo>
                  <a:pt x="365532" y="394147"/>
                </a:lnTo>
                <a:lnTo>
                  <a:pt x="326916" y="427180"/>
                </a:lnTo>
                <a:lnTo>
                  <a:pt x="281804" y="450001"/>
                </a:lnTo>
                <a:lnTo>
                  <a:pt x="231684" y="461006"/>
                </a:lnTo>
                <a:lnTo>
                  <a:pt x="214121" y="461771"/>
                </a:lnTo>
                <a:lnTo>
                  <a:pt x="196559" y="461006"/>
                </a:lnTo>
                <a:lnTo>
                  <a:pt x="146439" y="450001"/>
                </a:lnTo>
                <a:lnTo>
                  <a:pt x="101327" y="427180"/>
                </a:lnTo>
                <a:lnTo>
                  <a:pt x="62711" y="394147"/>
                </a:lnTo>
                <a:lnTo>
                  <a:pt x="32078" y="352507"/>
                </a:lnTo>
                <a:lnTo>
                  <a:pt x="10915" y="303864"/>
                </a:lnTo>
                <a:lnTo>
                  <a:pt x="709" y="249822"/>
                </a:lnTo>
                <a:lnTo>
                  <a:pt x="0" y="230885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185201" y="4641968"/>
            <a:ext cx="43434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285" dirty="0">
                <a:latin typeface="Symbol"/>
                <a:cs typeface="Symbol"/>
              </a:rPr>
              <a:t></a:t>
            </a:r>
            <a:r>
              <a:rPr sz="2400" spc="-95" dirty="0">
                <a:latin typeface="Symbol"/>
                <a:cs typeface="Symbol"/>
              </a:rPr>
              <a:t>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73633" y="4824603"/>
            <a:ext cx="1257300" cy="1270"/>
          </a:xfrm>
          <a:custGeom>
            <a:avLst/>
            <a:gdLst/>
            <a:ahLst/>
            <a:cxnLst/>
            <a:rect l="l" t="t" r="r" b="b"/>
            <a:pathLst>
              <a:path w="1257300" h="1270">
                <a:moveTo>
                  <a:pt x="0" y="0"/>
                </a:moveTo>
                <a:lnTo>
                  <a:pt x="1256812" y="126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54208" y="4781324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94" y="0"/>
                </a:moveTo>
                <a:lnTo>
                  <a:pt x="76248" y="44528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82624" y="3878755"/>
            <a:ext cx="632460" cy="336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790" dirty="0">
                <a:latin typeface="Times New Roman"/>
                <a:cs typeface="Times New Roman"/>
              </a:rPr>
              <a:t>B</a:t>
            </a:r>
            <a:r>
              <a:rPr sz="2850" spc="-60" baseline="14619" dirty="0">
                <a:latin typeface="Times New Roman"/>
                <a:cs typeface="Times New Roman"/>
              </a:rPr>
              <a:t>ˆ</a:t>
            </a:r>
            <a:r>
              <a:rPr sz="2850" spc="-457" baseline="14619" dirty="0">
                <a:latin typeface="Times New Roman"/>
                <a:cs typeface="Times New Roman"/>
              </a:rPr>
              <a:t> </a:t>
            </a:r>
            <a:r>
              <a:rPr sz="1900" spc="90" dirty="0">
                <a:latin typeface="Times New Roman"/>
                <a:cs typeface="Times New Roman"/>
              </a:rPr>
              <a:t>(</a:t>
            </a:r>
            <a:r>
              <a:rPr sz="1900" i="1" spc="75" dirty="0">
                <a:latin typeface="Times New Roman"/>
                <a:cs typeface="Times New Roman"/>
              </a:rPr>
              <a:t>z</a:t>
            </a:r>
            <a:r>
              <a:rPr sz="2175" spc="-104" baseline="32567" dirty="0">
                <a:latin typeface="Symbol"/>
                <a:cs typeface="Symbol"/>
              </a:rPr>
              <a:t></a:t>
            </a:r>
            <a:r>
              <a:rPr sz="2175" spc="30" baseline="32567" dirty="0">
                <a:latin typeface="Times New Roman"/>
                <a:cs typeface="Times New Roman"/>
              </a:rPr>
              <a:t>1</a:t>
            </a:r>
            <a:r>
              <a:rPr sz="1900" spc="-4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73633" y="4500753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396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28050" y="3616817"/>
            <a:ext cx="960119" cy="864235"/>
          </a:xfrm>
          <a:custGeom>
            <a:avLst/>
            <a:gdLst/>
            <a:ahLst/>
            <a:cxnLst/>
            <a:rect l="l" t="t" r="r" b="b"/>
            <a:pathLst>
              <a:path w="960120" h="864235">
                <a:moveTo>
                  <a:pt x="0" y="144017"/>
                </a:moveTo>
                <a:lnTo>
                  <a:pt x="6444" y="101291"/>
                </a:lnTo>
                <a:lnTo>
                  <a:pt x="24484" y="63663"/>
                </a:lnTo>
                <a:lnTo>
                  <a:pt x="52180" y="33076"/>
                </a:lnTo>
                <a:lnTo>
                  <a:pt x="87594" y="11472"/>
                </a:lnTo>
                <a:lnTo>
                  <a:pt x="128785" y="795"/>
                </a:lnTo>
                <a:lnTo>
                  <a:pt x="816101" y="0"/>
                </a:lnTo>
                <a:lnTo>
                  <a:pt x="830790" y="740"/>
                </a:lnTo>
                <a:lnTo>
                  <a:pt x="872033" y="11269"/>
                </a:lnTo>
                <a:lnTo>
                  <a:pt x="907530" y="32749"/>
                </a:lnTo>
                <a:lnTo>
                  <a:pt x="935339" y="63237"/>
                </a:lnTo>
                <a:lnTo>
                  <a:pt x="953516" y="100790"/>
                </a:lnTo>
                <a:lnTo>
                  <a:pt x="960118" y="143465"/>
                </a:lnTo>
                <a:lnTo>
                  <a:pt x="960119" y="720093"/>
                </a:lnTo>
                <a:lnTo>
                  <a:pt x="959379" y="734787"/>
                </a:lnTo>
                <a:lnTo>
                  <a:pt x="948851" y="776039"/>
                </a:lnTo>
                <a:lnTo>
                  <a:pt x="927373" y="811538"/>
                </a:lnTo>
                <a:lnTo>
                  <a:pt x="896887" y="839345"/>
                </a:lnTo>
                <a:lnTo>
                  <a:pt x="859337" y="857519"/>
                </a:lnTo>
                <a:lnTo>
                  <a:pt x="816664" y="864122"/>
                </a:lnTo>
                <a:lnTo>
                  <a:pt x="144017" y="864123"/>
                </a:lnTo>
                <a:lnTo>
                  <a:pt x="129325" y="863383"/>
                </a:lnTo>
                <a:lnTo>
                  <a:pt x="88075" y="852858"/>
                </a:lnTo>
                <a:lnTo>
                  <a:pt x="52579" y="831383"/>
                </a:lnTo>
                <a:lnTo>
                  <a:pt x="24775" y="800898"/>
                </a:lnTo>
                <a:lnTo>
                  <a:pt x="6603" y="763343"/>
                </a:lnTo>
                <a:lnTo>
                  <a:pt x="1" y="720656"/>
                </a:lnTo>
                <a:lnTo>
                  <a:pt x="0" y="144017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510382" y="3855185"/>
            <a:ext cx="62230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875" dirty="0">
                <a:latin typeface="Times New Roman"/>
                <a:cs typeface="Times New Roman"/>
              </a:rPr>
              <a:t>A</a:t>
            </a:r>
            <a:r>
              <a:rPr sz="2850" spc="-60" baseline="16081" dirty="0">
                <a:latin typeface="Times New Roman"/>
                <a:cs typeface="Times New Roman"/>
              </a:rPr>
              <a:t>ˆ</a:t>
            </a:r>
            <a:r>
              <a:rPr sz="2850" spc="-457" baseline="16081" dirty="0">
                <a:latin typeface="Times New Roman"/>
                <a:cs typeface="Times New Roman"/>
              </a:rPr>
              <a:t> </a:t>
            </a:r>
            <a:r>
              <a:rPr sz="1900" spc="90" dirty="0">
                <a:latin typeface="Times New Roman"/>
                <a:cs typeface="Times New Roman"/>
              </a:rPr>
              <a:t>(</a:t>
            </a:r>
            <a:r>
              <a:rPr sz="1900" i="1" spc="75" dirty="0">
                <a:latin typeface="Times New Roman"/>
                <a:cs typeface="Times New Roman"/>
              </a:rPr>
              <a:t>z</a:t>
            </a:r>
            <a:r>
              <a:rPr sz="2175" spc="-104" baseline="32567" dirty="0">
                <a:latin typeface="Symbol"/>
                <a:cs typeface="Symbol"/>
              </a:rPr>
              <a:t></a:t>
            </a:r>
            <a:r>
              <a:rPr sz="2175" spc="30" baseline="32567" dirty="0">
                <a:latin typeface="Times New Roman"/>
                <a:cs typeface="Times New Roman"/>
              </a:rPr>
              <a:t>1</a:t>
            </a:r>
            <a:r>
              <a:rPr sz="1900" spc="-4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616076" y="4823103"/>
            <a:ext cx="1229995" cy="1270"/>
          </a:xfrm>
          <a:custGeom>
            <a:avLst/>
            <a:gdLst/>
            <a:ahLst/>
            <a:cxnLst/>
            <a:rect l="l" t="t" r="r" b="b"/>
            <a:pathLst>
              <a:path w="1229995" h="1270">
                <a:moveTo>
                  <a:pt x="0" y="0"/>
                </a:moveTo>
                <a:lnTo>
                  <a:pt x="1229554" y="126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616064" y="4778727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6163" y="88904"/>
                </a:moveTo>
                <a:lnTo>
                  <a:pt x="0" y="44375"/>
                </a:lnTo>
                <a:lnTo>
                  <a:pt x="7626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846210" y="4471035"/>
            <a:ext cx="0" cy="353695"/>
          </a:xfrm>
          <a:custGeom>
            <a:avLst/>
            <a:gdLst/>
            <a:ahLst/>
            <a:cxnLst/>
            <a:rect l="l" t="t" r="r" b="b"/>
            <a:pathLst>
              <a:path h="353695">
                <a:moveTo>
                  <a:pt x="0" y="0"/>
                </a:moveTo>
                <a:lnTo>
                  <a:pt x="0" y="353412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62413" y="5060060"/>
            <a:ext cx="10795" cy="446405"/>
          </a:xfrm>
          <a:custGeom>
            <a:avLst/>
            <a:gdLst/>
            <a:ahLst/>
            <a:cxnLst/>
            <a:rect l="l" t="t" r="r" b="b"/>
            <a:pathLst>
              <a:path w="10794" h="446404">
                <a:moveTo>
                  <a:pt x="10667" y="0"/>
                </a:moveTo>
                <a:lnTo>
                  <a:pt x="0" y="44633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19802" y="542914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130"/>
                </a:moveTo>
                <a:lnTo>
                  <a:pt x="42611" y="77236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887352" y="2984357"/>
            <a:ext cx="595630" cy="1270"/>
          </a:xfrm>
          <a:custGeom>
            <a:avLst/>
            <a:gdLst/>
            <a:ahLst/>
            <a:cxnLst/>
            <a:rect l="l" t="t" r="r" b="b"/>
            <a:pathLst>
              <a:path w="595629" h="1269">
                <a:moveTo>
                  <a:pt x="0" y="0"/>
                </a:moveTo>
                <a:lnTo>
                  <a:pt x="595152" y="1127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406213" y="294089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52" y="0"/>
                </a:moveTo>
                <a:lnTo>
                  <a:pt x="76291" y="44561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038468" y="2952744"/>
            <a:ext cx="676275" cy="0"/>
          </a:xfrm>
          <a:custGeom>
            <a:avLst/>
            <a:gdLst/>
            <a:ahLst/>
            <a:cxnLst/>
            <a:rect l="l" t="t" r="r" b="b"/>
            <a:pathLst>
              <a:path w="676275">
                <a:moveTo>
                  <a:pt x="0" y="0"/>
                </a:moveTo>
                <a:lnTo>
                  <a:pt x="676051" y="0"/>
                </a:lnTo>
              </a:path>
            </a:pathLst>
          </a:custGeom>
          <a:ln w="91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049473" y="2621845"/>
            <a:ext cx="66675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65" dirty="0">
                <a:latin typeface="Times New Roman"/>
                <a:cs typeface="Times New Roman"/>
              </a:rPr>
              <a:t>B</a:t>
            </a:r>
            <a:r>
              <a:rPr sz="1700" spc="195" dirty="0">
                <a:latin typeface="Times New Roman"/>
                <a:cs typeface="Times New Roman"/>
              </a:rPr>
              <a:t>(</a:t>
            </a:r>
            <a:r>
              <a:rPr sz="1700" i="1" spc="200" dirty="0">
                <a:latin typeface="Times New Roman"/>
                <a:cs typeface="Times New Roman"/>
              </a:rPr>
              <a:t>z</a:t>
            </a:r>
            <a:r>
              <a:rPr sz="1950" spc="75" baseline="34188" dirty="0">
                <a:latin typeface="Symbol"/>
                <a:cs typeface="Symbol"/>
              </a:rPr>
              <a:t></a:t>
            </a:r>
            <a:r>
              <a:rPr sz="1950" spc="209" baseline="34188" dirty="0">
                <a:latin typeface="Times New Roman"/>
                <a:cs typeface="Times New Roman"/>
              </a:rPr>
              <a:t>1</a:t>
            </a:r>
            <a:r>
              <a:rPr sz="1700" spc="60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871605" y="2577449"/>
            <a:ext cx="1014730" cy="775335"/>
          </a:xfrm>
          <a:custGeom>
            <a:avLst/>
            <a:gdLst/>
            <a:ahLst/>
            <a:cxnLst/>
            <a:rect l="l" t="t" r="r" b="b"/>
            <a:pathLst>
              <a:path w="1014729" h="775335">
                <a:moveTo>
                  <a:pt x="885047" y="0"/>
                </a:moveTo>
                <a:lnTo>
                  <a:pt x="123482" y="121"/>
                </a:lnTo>
                <a:lnTo>
                  <a:pt x="81638" y="9022"/>
                </a:lnTo>
                <a:lnTo>
                  <a:pt x="46040" y="30299"/>
                </a:lnTo>
                <a:lnTo>
                  <a:pt x="19101" y="61538"/>
                </a:lnTo>
                <a:lnTo>
                  <a:pt x="3235" y="100321"/>
                </a:lnTo>
                <a:lnTo>
                  <a:pt x="0" y="129174"/>
                </a:lnTo>
                <a:lnTo>
                  <a:pt x="120" y="651447"/>
                </a:lnTo>
                <a:lnTo>
                  <a:pt x="9011" y="693298"/>
                </a:lnTo>
                <a:lnTo>
                  <a:pt x="30278" y="728903"/>
                </a:lnTo>
                <a:lnTo>
                  <a:pt x="61509" y="755847"/>
                </a:lnTo>
                <a:lnTo>
                  <a:pt x="100288" y="771718"/>
                </a:lnTo>
                <a:lnTo>
                  <a:pt x="129143" y="774953"/>
                </a:lnTo>
                <a:lnTo>
                  <a:pt x="890709" y="774832"/>
                </a:lnTo>
                <a:lnTo>
                  <a:pt x="932557" y="765936"/>
                </a:lnTo>
                <a:lnTo>
                  <a:pt x="968163" y="744666"/>
                </a:lnTo>
                <a:lnTo>
                  <a:pt x="995111" y="713437"/>
                </a:lnTo>
                <a:lnTo>
                  <a:pt x="1010985" y="674661"/>
                </a:lnTo>
                <a:lnTo>
                  <a:pt x="1014221" y="645810"/>
                </a:lnTo>
                <a:lnTo>
                  <a:pt x="1014098" y="123488"/>
                </a:lnTo>
                <a:lnTo>
                  <a:pt x="1005193" y="81647"/>
                </a:lnTo>
                <a:lnTo>
                  <a:pt x="983913" y="46048"/>
                </a:lnTo>
                <a:lnTo>
                  <a:pt x="952676" y="19106"/>
                </a:lnTo>
                <a:lnTo>
                  <a:pt x="913897" y="3235"/>
                </a:lnTo>
                <a:lnTo>
                  <a:pt x="8850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871605" y="2577449"/>
            <a:ext cx="1014730" cy="775335"/>
          </a:xfrm>
          <a:custGeom>
            <a:avLst/>
            <a:gdLst/>
            <a:ahLst/>
            <a:cxnLst/>
            <a:rect l="l" t="t" r="r" b="b"/>
            <a:pathLst>
              <a:path w="1014729" h="775335">
                <a:moveTo>
                  <a:pt x="0" y="129174"/>
                </a:moveTo>
                <a:lnTo>
                  <a:pt x="7144" y="86704"/>
                </a:lnTo>
                <a:lnTo>
                  <a:pt x="26970" y="50167"/>
                </a:lnTo>
                <a:lnTo>
                  <a:pt x="57063" y="21981"/>
                </a:lnTo>
                <a:lnTo>
                  <a:pt x="95011" y="4560"/>
                </a:lnTo>
                <a:lnTo>
                  <a:pt x="885047" y="0"/>
                </a:lnTo>
                <a:lnTo>
                  <a:pt x="899712" y="823"/>
                </a:lnTo>
                <a:lnTo>
                  <a:pt x="940469" y="12466"/>
                </a:lnTo>
                <a:lnTo>
                  <a:pt x="974488" y="35986"/>
                </a:lnTo>
                <a:lnTo>
                  <a:pt x="999355" y="68968"/>
                </a:lnTo>
                <a:lnTo>
                  <a:pt x="1012654" y="108997"/>
                </a:lnTo>
                <a:lnTo>
                  <a:pt x="1014221" y="645810"/>
                </a:lnTo>
                <a:lnTo>
                  <a:pt x="1013397" y="660476"/>
                </a:lnTo>
                <a:lnTo>
                  <a:pt x="1001752" y="701231"/>
                </a:lnTo>
                <a:lnTo>
                  <a:pt x="978227" y="735244"/>
                </a:lnTo>
                <a:lnTo>
                  <a:pt x="945238" y="760101"/>
                </a:lnTo>
                <a:lnTo>
                  <a:pt x="905203" y="773390"/>
                </a:lnTo>
                <a:lnTo>
                  <a:pt x="129143" y="774953"/>
                </a:lnTo>
                <a:lnTo>
                  <a:pt x="114475" y="774130"/>
                </a:lnTo>
                <a:lnTo>
                  <a:pt x="73716" y="762487"/>
                </a:lnTo>
                <a:lnTo>
                  <a:pt x="39701" y="738966"/>
                </a:lnTo>
                <a:lnTo>
                  <a:pt x="14844" y="705980"/>
                </a:lnTo>
                <a:lnTo>
                  <a:pt x="1560" y="665942"/>
                </a:lnTo>
                <a:lnTo>
                  <a:pt x="0" y="129174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060760" y="2958257"/>
            <a:ext cx="732155" cy="715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75" dirty="0">
                <a:latin typeface="Times New Roman"/>
                <a:cs typeface="Times New Roman"/>
              </a:rPr>
              <a:t>A</a:t>
            </a:r>
            <a:r>
              <a:rPr sz="1700" spc="195" dirty="0">
                <a:latin typeface="Times New Roman"/>
                <a:cs typeface="Times New Roman"/>
              </a:rPr>
              <a:t>(</a:t>
            </a:r>
            <a:r>
              <a:rPr sz="1700" i="1" spc="200" dirty="0">
                <a:latin typeface="Times New Roman"/>
                <a:cs typeface="Times New Roman"/>
              </a:rPr>
              <a:t>z</a:t>
            </a:r>
            <a:r>
              <a:rPr sz="1950" spc="75" baseline="34188" dirty="0">
                <a:latin typeface="Symbol"/>
                <a:cs typeface="Symbol"/>
              </a:rPr>
              <a:t></a:t>
            </a:r>
            <a:r>
              <a:rPr sz="1950" spc="209" baseline="34188" dirty="0">
                <a:latin typeface="Times New Roman"/>
                <a:cs typeface="Times New Roman"/>
              </a:rPr>
              <a:t>1</a:t>
            </a:r>
            <a:r>
              <a:rPr sz="1700" spc="60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  <a:spcBef>
                <a:spcPts val="990"/>
              </a:spcBef>
            </a:pPr>
            <a:r>
              <a:rPr sz="1800" spc="-45" dirty="0">
                <a:latin typeface="Calibri"/>
                <a:cs typeface="Calibri"/>
              </a:rPr>
              <a:t>s</a:t>
            </a:r>
            <a:r>
              <a:rPr sz="1800" spc="-3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em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14063" y="2720314"/>
            <a:ext cx="10541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45" dirty="0">
                <a:latin typeface="Times New Roman"/>
                <a:cs typeface="Times New Roman"/>
              </a:rPr>
              <a:t>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010735" y="2618775"/>
            <a:ext cx="132080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75" dirty="0">
                <a:latin typeface="Times New Roman"/>
                <a:cs typeface="Times New Roman"/>
              </a:rPr>
              <a:t>x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893198" y="2985119"/>
            <a:ext cx="955040" cy="1270"/>
          </a:xfrm>
          <a:custGeom>
            <a:avLst/>
            <a:gdLst/>
            <a:ahLst/>
            <a:cxnLst/>
            <a:rect l="l" t="t" r="r" b="b"/>
            <a:pathLst>
              <a:path w="955039" h="1269">
                <a:moveTo>
                  <a:pt x="0" y="0"/>
                </a:moveTo>
                <a:lnTo>
                  <a:pt x="954664" y="1127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771601" y="2941716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21" y="0"/>
                </a:moveTo>
                <a:lnTo>
                  <a:pt x="76260" y="44531"/>
                </a:lnTo>
                <a:lnTo>
                  <a:pt x="0" y="88879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003994" y="2645346"/>
            <a:ext cx="227329" cy="291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00" dirty="0">
                <a:latin typeface="Times New Roman"/>
                <a:cs typeface="Times New Roman"/>
              </a:rPr>
              <a:t>u</a:t>
            </a:r>
            <a:r>
              <a:rPr sz="1950" i="1" spc="67" baseline="-19230" dirty="0">
                <a:latin typeface="Times New Roman"/>
                <a:cs typeface="Times New Roman"/>
              </a:rPr>
              <a:t>k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893198" y="3624437"/>
            <a:ext cx="1014730" cy="775335"/>
          </a:xfrm>
          <a:custGeom>
            <a:avLst/>
            <a:gdLst/>
            <a:ahLst/>
            <a:cxnLst/>
            <a:rect l="l" t="t" r="r" b="b"/>
            <a:pathLst>
              <a:path w="1014729" h="775335">
                <a:moveTo>
                  <a:pt x="0" y="129174"/>
                </a:moveTo>
                <a:lnTo>
                  <a:pt x="7144" y="86704"/>
                </a:lnTo>
                <a:lnTo>
                  <a:pt x="26970" y="50167"/>
                </a:lnTo>
                <a:lnTo>
                  <a:pt x="57063" y="21981"/>
                </a:lnTo>
                <a:lnTo>
                  <a:pt x="95011" y="4560"/>
                </a:lnTo>
                <a:lnTo>
                  <a:pt x="885047" y="0"/>
                </a:lnTo>
                <a:lnTo>
                  <a:pt x="899712" y="823"/>
                </a:lnTo>
                <a:lnTo>
                  <a:pt x="940469" y="12466"/>
                </a:lnTo>
                <a:lnTo>
                  <a:pt x="974488" y="35986"/>
                </a:lnTo>
                <a:lnTo>
                  <a:pt x="999355" y="68968"/>
                </a:lnTo>
                <a:lnTo>
                  <a:pt x="1012654" y="108997"/>
                </a:lnTo>
                <a:lnTo>
                  <a:pt x="1014221" y="645810"/>
                </a:lnTo>
                <a:lnTo>
                  <a:pt x="1013397" y="660476"/>
                </a:lnTo>
                <a:lnTo>
                  <a:pt x="1001754" y="701234"/>
                </a:lnTo>
                <a:lnTo>
                  <a:pt x="978231" y="735250"/>
                </a:lnTo>
                <a:lnTo>
                  <a:pt x="945246" y="760111"/>
                </a:lnTo>
                <a:lnTo>
                  <a:pt x="905214" y="773403"/>
                </a:lnTo>
                <a:lnTo>
                  <a:pt x="129143" y="774969"/>
                </a:lnTo>
                <a:lnTo>
                  <a:pt x="114476" y="774145"/>
                </a:lnTo>
                <a:lnTo>
                  <a:pt x="73719" y="762502"/>
                </a:lnTo>
                <a:lnTo>
                  <a:pt x="39705" y="738980"/>
                </a:lnTo>
                <a:lnTo>
                  <a:pt x="14848" y="705993"/>
                </a:lnTo>
                <a:lnTo>
                  <a:pt x="1561" y="665955"/>
                </a:lnTo>
                <a:lnTo>
                  <a:pt x="0" y="129174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6205945" y="4313746"/>
            <a:ext cx="212725" cy="30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-625" dirty="0">
                <a:latin typeface="Times New Roman"/>
                <a:cs typeface="Times New Roman"/>
              </a:rPr>
              <a:t>y</a:t>
            </a:r>
            <a:r>
              <a:rPr sz="2550" spc="195" baseline="3267" dirty="0">
                <a:latin typeface="Times New Roman"/>
                <a:cs typeface="Times New Roman"/>
              </a:rPr>
              <a:t>ˆ</a:t>
            </a:r>
            <a:r>
              <a:rPr sz="1950" i="1" spc="67" baseline="-19230" dirty="0">
                <a:latin typeface="Times New Roman"/>
                <a:cs typeface="Times New Roman"/>
              </a:rPr>
              <a:t>k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411358" y="3000359"/>
            <a:ext cx="0" cy="633730"/>
          </a:xfrm>
          <a:custGeom>
            <a:avLst/>
            <a:gdLst/>
            <a:ahLst/>
            <a:cxnLst/>
            <a:rect l="l" t="t" r="r" b="b"/>
            <a:pathLst>
              <a:path h="633729">
                <a:moveTo>
                  <a:pt x="0" y="0"/>
                </a:moveTo>
                <a:lnTo>
                  <a:pt x="0" y="63364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507620" y="2801477"/>
            <a:ext cx="394335" cy="361950"/>
          </a:xfrm>
          <a:custGeom>
            <a:avLst/>
            <a:gdLst/>
            <a:ahLst/>
            <a:cxnLst/>
            <a:rect l="l" t="t" r="r" b="b"/>
            <a:pathLst>
              <a:path w="394334" h="361950">
                <a:moveTo>
                  <a:pt x="0" y="180990"/>
                </a:moveTo>
                <a:lnTo>
                  <a:pt x="5723" y="137500"/>
                </a:lnTo>
                <a:lnTo>
                  <a:pt x="21983" y="97821"/>
                </a:lnTo>
                <a:lnTo>
                  <a:pt x="47410" y="63209"/>
                </a:lnTo>
                <a:lnTo>
                  <a:pt x="80636" y="34924"/>
                </a:lnTo>
                <a:lnTo>
                  <a:pt x="120293" y="14225"/>
                </a:lnTo>
                <a:lnTo>
                  <a:pt x="165012" y="2369"/>
                </a:lnTo>
                <a:lnTo>
                  <a:pt x="196961" y="0"/>
                </a:lnTo>
                <a:lnTo>
                  <a:pt x="213116" y="600"/>
                </a:lnTo>
                <a:lnTo>
                  <a:pt x="259221" y="9228"/>
                </a:lnTo>
                <a:lnTo>
                  <a:pt x="300723" y="27119"/>
                </a:lnTo>
                <a:lnTo>
                  <a:pt x="336251" y="53016"/>
                </a:lnTo>
                <a:lnTo>
                  <a:pt x="364436" y="85658"/>
                </a:lnTo>
                <a:lnTo>
                  <a:pt x="383909" y="123788"/>
                </a:lnTo>
                <a:lnTo>
                  <a:pt x="393300" y="166148"/>
                </a:lnTo>
                <a:lnTo>
                  <a:pt x="393953" y="180990"/>
                </a:lnTo>
                <a:lnTo>
                  <a:pt x="393300" y="195832"/>
                </a:lnTo>
                <a:lnTo>
                  <a:pt x="383909" y="238188"/>
                </a:lnTo>
                <a:lnTo>
                  <a:pt x="364436" y="276313"/>
                </a:lnTo>
                <a:lnTo>
                  <a:pt x="336251" y="308949"/>
                </a:lnTo>
                <a:lnTo>
                  <a:pt x="300723" y="334838"/>
                </a:lnTo>
                <a:lnTo>
                  <a:pt x="259221" y="352724"/>
                </a:lnTo>
                <a:lnTo>
                  <a:pt x="213116" y="361350"/>
                </a:lnTo>
                <a:lnTo>
                  <a:pt x="196961" y="361949"/>
                </a:lnTo>
                <a:lnTo>
                  <a:pt x="180807" y="361350"/>
                </a:lnTo>
                <a:lnTo>
                  <a:pt x="134705" y="352724"/>
                </a:lnTo>
                <a:lnTo>
                  <a:pt x="93208" y="334838"/>
                </a:lnTo>
                <a:lnTo>
                  <a:pt x="57687" y="308949"/>
                </a:lnTo>
                <a:lnTo>
                  <a:pt x="29508" y="276313"/>
                </a:lnTo>
                <a:lnTo>
                  <a:pt x="10040" y="238188"/>
                </a:lnTo>
                <a:lnTo>
                  <a:pt x="652" y="195832"/>
                </a:lnTo>
                <a:lnTo>
                  <a:pt x="0" y="18099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7387748" y="2275944"/>
            <a:ext cx="233045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100" dirty="0">
                <a:latin typeface="Symbol"/>
                <a:cs typeface="Symbol"/>
              </a:rPr>
              <a:t></a:t>
            </a:r>
            <a:r>
              <a:rPr sz="1950" i="1" spc="67" baseline="-19230" dirty="0">
                <a:latin typeface="Times New Roman"/>
                <a:cs typeface="Times New Roman"/>
              </a:rPr>
              <a:t>k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705679" y="2379329"/>
            <a:ext cx="11430" cy="398145"/>
          </a:xfrm>
          <a:custGeom>
            <a:avLst/>
            <a:gdLst/>
            <a:ahLst/>
            <a:cxnLst/>
            <a:rect l="l" t="t" r="r" b="b"/>
            <a:pathLst>
              <a:path w="11429" h="398144">
                <a:moveTo>
                  <a:pt x="11186" y="0"/>
                </a:moveTo>
                <a:lnTo>
                  <a:pt x="0" y="39755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663372" y="2699461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69">
                <a:moveTo>
                  <a:pt x="88879" y="2499"/>
                </a:moveTo>
                <a:lnTo>
                  <a:pt x="42306" y="77419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7604740" y="2821487"/>
            <a:ext cx="191135" cy="30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114" dirty="0">
                <a:latin typeface="Symbol"/>
                <a:cs typeface="Symbol"/>
              </a:rPr>
              <a:t>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8483528" y="2975975"/>
            <a:ext cx="13970" cy="607060"/>
          </a:xfrm>
          <a:custGeom>
            <a:avLst/>
            <a:gdLst/>
            <a:ahLst/>
            <a:cxnLst/>
            <a:rect l="l" t="t" r="r" b="b"/>
            <a:pathLst>
              <a:path w="13970" h="607060">
                <a:moveTo>
                  <a:pt x="13837" y="0"/>
                </a:moveTo>
                <a:lnTo>
                  <a:pt x="0" y="6064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440825" y="3505260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042"/>
                </a:moveTo>
                <a:lnTo>
                  <a:pt x="42702" y="77205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889382" y="2975975"/>
            <a:ext cx="620395" cy="1270"/>
          </a:xfrm>
          <a:custGeom>
            <a:avLst/>
            <a:gdLst/>
            <a:ahLst/>
            <a:cxnLst/>
            <a:rect l="l" t="t" r="r" b="b"/>
            <a:pathLst>
              <a:path w="620395" h="1269">
                <a:moveTo>
                  <a:pt x="0" y="0"/>
                </a:moveTo>
                <a:lnTo>
                  <a:pt x="620024" y="115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8050006" y="2636202"/>
            <a:ext cx="212725" cy="291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80" dirty="0">
                <a:latin typeface="Times New Roman"/>
                <a:cs typeface="Times New Roman"/>
              </a:rPr>
              <a:t>y</a:t>
            </a:r>
            <a:r>
              <a:rPr sz="1950" i="1" spc="67" baseline="-19230" dirty="0">
                <a:latin typeface="Times New Roman"/>
                <a:cs typeface="Times New Roman"/>
              </a:rPr>
              <a:t>k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7039601" y="5747766"/>
            <a:ext cx="744855" cy="0"/>
          </a:xfrm>
          <a:custGeom>
            <a:avLst/>
            <a:gdLst/>
            <a:ahLst/>
            <a:cxnLst/>
            <a:rect l="l" t="t" r="r" b="b"/>
            <a:pathLst>
              <a:path w="744854">
                <a:moveTo>
                  <a:pt x="0" y="0"/>
                </a:moveTo>
                <a:lnTo>
                  <a:pt x="744367" y="0"/>
                </a:lnTo>
              </a:path>
            </a:pathLst>
          </a:custGeom>
          <a:ln w="10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053128" y="5383932"/>
            <a:ext cx="731520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735" dirty="0">
                <a:latin typeface="Times New Roman"/>
                <a:cs typeface="Times New Roman"/>
              </a:rPr>
              <a:t>B</a:t>
            </a:r>
            <a:r>
              <a:rPr sz="2850" spc="82" baseline="14619" dirty="0">
                <a:latin typeface="Times New Roman"/>
                <a:cs typeface="Times New Roman"/>
              </a:rPr>
              <a:t>ˆ</a:t>
            </a:r>
            <a:r>
              <a:rPr sz="2850" spc="-412" baseline="14619" dirty="0">
                <a:latin typeface="Times New Roman"/>
                <a:cs typeface="Times New Roman"/>
              </a:rPr>
              <a:t> </a:t>
            </a:r>
            <a:r>
              <a:rPr sz="1900" spc="204" dirty="0">
                <a:latin typeface="Times New Roman"/>
                <a:cs typeface="Times New Roman"/>
              </a:rPr>
              <a:t>(</a:t>
            </a:r>
            <a:r>
              <a:rPr sz="1900" i="1" spc="200" dirty="0">
                <a:latin typeface="Times New Roman"/>
                <a:cs typeface="Times New Roman"/>
              </a:rPr>
              <a:t>z</a:t>
            </a:r>
            <a:r>
              <a:rPr sz="2100" spc="104" baseline="33730" dirty="0">
                <a:latin typeface="Symbol"/>
                <a:cs typeface="Symbol"/>
              </a:rPr>
              <a:t></a:t>
            </a:r>
            <a:r>
              <a:rPr sz="2100" spc="254" baseline="33730" dirty="0">
                <a:latin typeface="Times New Roman"/>
                <a:cs typeface="Times New Roman"/>
              </a:rPr>
              <a:t>1</a:t>
            </a:r>
            <a:r>
              <a:rPr sz="1900" spc="55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451121" y="5755065"/>
            <a:ext cx="23304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70" dirty="0">
                <a:latin typeface="Symbol"/>
                <a:cs typeface="Symbol"/>
              </a:rPr>
              <a:t></a:t>
            </a:r>
            <a:r>
              <a:rPr sz="1400" spc="75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07892" y="5596926"/>
            <a:ext cx="1214755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13155" algn="l"/>
              </a:tabLst>
            </a:pPr>
            <a:r>
              <a:rPr sz="1900" i="1" spc="15" dirty="0">
                <a:latin typeface="Times New Roman"/>
                <a:cs typeface="Times New Roman"/>
              </a:rPr>
              <a:t>e</a:t>
            </a:r>
            <a:r>
              <a:rPr sz="2100" i="1" spc="97" baseline="-19841" dirty="0">
                <a:latin typeface="Times New Roman"/>
                <a:cs typeface="Times New Roman"/>
              </a:rPr>
              <a:t>k</a:t>
            </a:r>
            <a:r>
              <a:rPr sz="2100" i="1" baseline="-19841" dirty="0">
                <a:latin typeface="Times New Roman"/>
                <a:cs typeface="Times New Roman"/>
              </a:rPr>
              <a:t> </a:t>
            </a:r>
            <a:r>
              <a:rPr sz="2100" i="1" spc="157" baseline="-19841" dirty="0">
                <a:latin typeface="Times New Roman"/>
                <a:cs typeface="Times New Roman"/>
              </a:rPr>
              <a:t> </a:t>
            </a:r>
            <a:r>
              <a:rPr sz="1900" spc="90" dirty="0">
                <a:latin typeface="Symbol"/>
                <a:cs typeface="Symbol"/>
              </a:rPr>
              <a:t></a:t>
            </a:r>
            <a:r>
              <a:rPr sz="1900" spc="200" dirty="0">
                <a:latin typeface="Times New Roman"/>
                <a:cs typeface="Times New Roman"/>
              </a:rPr>
              <a:t> </a:t>
            </a:r>
            <a:r>
              <a:rPr sz="1900" i="1" spc="80" dirty="0">
                <a:latin typeface="Times New Roman"/>
                <a:cs typeface="Times New Roman"/>
              </a:rPr>
              <a:t>y</a:t>
            </a:r>
            <a:r>
              <a:rPr sz="2100" i="1" spc="97" baseline="-19841" dirty="0">
                <a:latin typeface="Times New Roman"/>
                <a:cs typeface="Times New Roman"/>
              </a:rPr>
              <a:t>k</a:t>
            </a:r>
            <a:r>
              <a:rPr sz="2100" i="1" baseline="-19841" dirty="0">
                <a:latin typeface="Times New Roman"/>
                <a:cs typeface="Times New Roman"/>
              </a:rPr>
              <a:t> </a:t>
            </a:r>
            <a:r>
              <a:rPr sz="2100" i="1" spc="-37" baseline="-19841" dirty="0">
                <a:latin typeface="Times New Roman"/>
                <a:cs typeface="Times New Roman"/>
              </a:rPr>
              <a:t> </a:t>
            </a:r>
            <a:r>
              <a:rPr sz="1900" spc="90" dirty="0">
                <a:latin typeface="Symbol"/>
                <a:cs typeface="Symbol"/>
              </a:rPr>
              <a:t>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850" spc="82" baseline="-33625" dirty="0">
                <a:latin typeface="Times New Roman"/>
                <a:cs typeface="Times New Roman"/>
              </a:rPr>
              <a:t>ˆ</a:t>
            </a:r>
            <a:endParaRPr sz="2850" baseline="-33625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065547" y="5817640"/>
            <a:ext cx="718820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17855" algn="l"/>
              </a:tabLst>
            </a:pPr>
            <a:r>
              <a:rPr sz="1900" i="1" spc="60" dirty="0">
                <a:latin typeface="Times New Roman"/>
                <a:cs typeface="Times New Roman"/>
              </a:rPr>
              <a:t>A</a:t>
            </a:r>
            <a:r>
              <a:rPr sz="1900" spc="204" dirty="0">
                <a:latin typeface="Times New Roman"/>
                <a:cs typeface="Times New Roman"/>
              </a:rPr>
              <a:t>(</a:t>
            </a:r>
            <a:r>
              <a:rPr sz="1900" i="1" spc="65" dirty="0">
                <a:latin typeface="Times New Roman"/>
                <a:cs typeface="Times New Roman"/>
              </a:rPr>
              <a:t>z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spc="55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808519" y="5600744"/>
            <a:ext cx="248920" cy="31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100" dirty="0">
                <a:latin typeface="Times New Roman"/>
                <a:cs typeface="Times New Roman"/>
              </a:rPr>
              <a:t>u</a:t>
            </a:r>
            <a:r>
              <a:rPr sz="2100" i="1" spc="97" baseline="-19841" dirty="0">
                <a:latin typeface="Times New Roman"/>
                <a:cs typeface="Times New Roman"/>
              </a:rPr>
              <a:t>k</a:t>
            </a:r>
            <a:endParaRPr sz="2100" baseline="-19841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744858" y="4478654"/>
            <a:ext cx="452120" cy="414655"/>
          </a:xfrm>
          <a:custGeom>
            <a:avLst/>
            <a:gdLst/>
            <a:ahLst/>
            <a:cxnLst/>
            <a:rect l="l" t="t" r="r" b="b"/>
            <a:pathLst>
              <a:path w="452120" h="414654">
                <a:moveTo>
                  <a:pt x="0" y="207263"/>
                </a:moveTo>
                <a:lnTo>
                  <a:pt x="6564" y="157456"/>
                </a:lnTo>
                <a:lnTo>
                  <a:pt x="25213" y="112014"/>
                </a:lnTo>
                <a:lnTo>
                  <a:pt x="54377" y="72379"/>
                </a:lnTo>
                <a:lnTo>
                  <a:pt x="92487" y="39990"/>
                </a:lnTo>
                <a:lnTo>
                  <a:pt x="137974" y="16287"/>
                </a:lnTo>
                <a:lnTo>
                  <a:pt x="189269" y="2712"/>
                </a:lnTo>
                <a:lnTo>
                  <a:pt x="225917" y="0"/>
                </a:lnTo>
                <a:lnTo>
                  <a:pt x="244448" y="687"/>
                </a:lnTo>
                <a:lnTo>
                  <a:pt x="297333" y="10566"/>
                </a:lnTo>
                <a:lnTo>
                  <a:pt x="344936" y="31053"/>
                </a:lnTo>
                <a:lnTo>
                  <a:pt x="385686" y="60706"/>
                </a:lnTo>
                <a:lnTo>
                  <a:pt x="418013" y="98086"/>
                </a:lnTo>
                <a:lnTo>
                  <a:pt x="440346" y="141752"/>
                </a:lnTo>
                <a:lnTo>
                  <a:pt x="451116" y="190265"/>
                </a:lnTo>
                <a:lnTo>
                  <a:pt x="451865" y="207263"/>
                </a:lnTo>
                <a:lnTo>
                  <a:pt x="451116" y="224262"/>
                </a:lnTo>
                <a:lnTo>
                  <a:pt x="440346" y="272775"/>
                </a:lnTo>
                <a:lnTo>
                  <a:pt x="418013" y="316441"/>
                </a:lnTo>
                <a:lnTo>
                  <a:pt x="385686" y="353821"/>
                </a:lnTo>
                <a:lnTo>
                  <a:pt x="344936" y="383474"/>
                </a:lnTo>
                <a:lnTo>
                  <a:pt x="297333" y="403961"/>
                </a:lnTo>
                <a:lnTo>
                  <a:pt x="244448" y="413840"/>
                </a:lnTo>
                <a:lnTo>
                  <a:pt x="225917" y="414527"/>
                </a:lnTo>
                <a:lnTo>
                  <a:pt x="207387" y="413840"/>
                </a:lnTo>
                <a:lnTo>
                  <a:pt x="154504" y="403961"/>
                </a:lnTo>
                <a:lnTo>
                  <a:pt x="106907" y="383474"/>
                </a:lnTo>
                <a:lnTo>
                  <a:pt x="66164" y="353821"/>
                </a:lnTo>
                <a:lnTo>
                  <a:pt x="33844" y="316441"/>
                </a:lnTo>
                <a:lnTo>
                  <a:pt x="11516" y="272775"/>
                </a:lnTo>
                <a:lnTo>
                  <a:pt x="748" y="224262"/>
                </a:lnTo>
                <a:lnTo>
                  <a:pt x="0" y="207263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769511" y="4525380"/>
            <a:ext cx="457200" cy="300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505" dirty="0">
                <a:latin typeface="Symbol"/>
                <a:cs typeface="Symbol"/>
              </a:rPr>
              <a:t></a:t>
            </a:r>
            <a:r>
              <a:rPr sz="2150" spc="105" dirty="0">
                <a:latin typeface="Symbol"/>
                <a:cs typeface="Symbol"/>
              </a:rPr>
              <a:t></a:t>
            </a:r>
            <a:r>
              <a:rPr sz="2150" spc="-140" dirty="0">
                <a:latin typeface="Times New Roman"/>
                <a:cs typeface="Times New Roman"/>
              </a:rPr>
              <a:t> 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383164" y="4689728"/>
            <a:ext cx="1329690" cy="1270"/>
          </a:xfrm>
          <a:custGeom>
            <a:avLst/>
            <a:gdLst/>
            <a:ahLst/>
            <a:cxnLst/>
            <a:rect l="l" t="t" r="r" b="b"/>
            <a:pathLst>
              <a:path w="1329690" h="1270">
                <a:moveTo>
                  <a:pt x="0" y="0"/>
                </a:moveTo>
                <a:lnTo>
                  <a:pt x="1329171" y="113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636136" y="464634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03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065410" y="3997451"/>
            <a:ext cx="676275" cy="0"/>
          </a:xfrm>
          <a:custGeom>
            <a:avLst/>
            <a:gdLst/>
            <a:ahLst/>
            <a:cxnLst/>
            <a:rect l="l" t="t" r="r" b="b"/>
            <a:pathLst>
              <a:path w="676275">
                <a:moveTo>
                  <a:pt x="0" y="0"/>
                </a:moveTo>
                <a:lnTo>
                  <a:pt x="676019" y="0"/>
                </a:lnTo>
              </a:path>
            </a:pathLst>
          </a:custGeom>
          <a:ln w="91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076461" y="3665030"/>
            <a:ext cx="66675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-650" dirty="0">
                <a:latin typeface="Times New Roman"/>
                <a:cs typeface="Times New Roman"/>
              </a:rPr>
              <a:t>B</a:t>
            </a:r>
            <a:r>
              <a:rPr sz="2550" spc="89" baseline="14705" dirty="0">
                <a:latin typeface="Times New Roman"/>
                <a:cs typeface="Times New Roman"/>
              </a:rPr>
              <a:t>ˆ</a:t>
            </a:r>
            <a:r>
              <a:rPr sz="2550" spc="-367" baseline="14705" dirty="0">
                <a:latin typeface="Times New Roman"/>
                <a:cs typeface="Times New Roman"/>
              </a:rPr>
              <a:t> </a:t>
            </a:r>
            <a:r>
              <a:rPr sz="1700" spc="195" dirty="0">
                <a:latin typeface="Times New Roman"/>
                <a:cs typeface="Times New Roman"/>
              </a:rPr>
              <a:t>(</a:t>
            </a:r>
            <a:r>
              <a:rPr sz="1700" i="1" spc="200" dirty="0">
                <a:latin typeface="Times New Roman"/>
                <a:cs typeface="Times New Roman"/>
              </a:rPr>
              <a:t>z</a:t>
            </a:r>
            <a:r>
              <a:rPr sz="1950" spc="75" baseline="34188" dirty="0">
                <a:latin typeface="Symbol"/>
                <a:cs typeface="Symbol"/>
              </a:rPr>
              <a:t></a:t>
            </a:r>
            <a:r>
              <a:rPr sz="1950" spc="209" baseline="34188" dirty="0">
                <a:latin typeface="Times New Roman"/>
                <a:cs typeface="Times New Roman"/>
              </a:rPr>
              <a:t>1</a:t>
            </a:r>
            <a:r>
              <a:rPr sz="1700" spc="60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437953" y="4002960"/>
            <a:ext cx="213995" cy="19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0" dirty="0">
                <a:latin typeface="Symbol"/>
                <a:cs typeface="Symbol"/>
              </a:rPr>
              <a:t></a:t>
            </a:r>
            <a:r>
              <a:rPr sz="1300" spc="55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127133" y="3998083"/>
            <a:ext cx="105410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60" dirty="0">
                <a:latin typeface="Times New Roman"/>
                <a:cs typeface="Times New Roman"/>
              </a:rPr>
              <a:t>ˆ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087748" y="4060019"/>
            <a:ext cx="655320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1975" algn="l"/>
              </a:tabLst>
            </a:pPr>
            <a:r>
              <a:rPr sz="1700" i="1" spc="75" dirty="0">
                <a:latin typeface="Times New Roman"/>
                <a:cs typeface="Times New Roman"/>
              </a:rPr>
              <a:t>A</a:t>
            </a:r>
            <a:r>
              <a:rPr sz="1700" spc="195" dirty="0">
                <a:latin typeface="Times New Roman"/>
                <a:cs typeface="Times New Roman"/>
              </a:rPr>
              <a:t>(</a:t>
            </a:r>
            <a:r>
              <a:rPr sz="1700" i="1" spc="70" dirty="0">
                <a:latin typeface="Times New Roman"/>
                <a:cs typeface="Times New Roman"/>
              </a:rPr>
              <a:t>z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spc="60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383164" y="4399407"/>
            <a:ext cx="0" cy="290830"/>
          </a:xfrm>
          <a:custGeom>
            <a:avLst/>
            <a:gdLst/>
            <a:ahLst/>
            <a:cxnLst/>
            <a:rect l="l" t="t" r="r" b="b"/>
            <a:pathLst>
              <a:path h="290829">
                <a:moveTo>
                  <a:pt x="0" y="0"/>
                </a:moveTo>
                <a:lnTo>
                  <a:pt x="0" y="290428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975488" y="3607673"/>
            <a:ext cx="1015365" cy="775335"/>
          </a:xfrm>
          <a:custGeom>
            <a:avLst/>
            <a:gdLst/>
            <a:ahLst/>
            <a:cxnLst/>
            <a:rect l="l" t="t" r="r" b="b"/>
            <a:pathLst>
              <a:path w="1015365" h="775335">
                <a:moveTo>
                  <a:pt x="0" y="129174"/>
                </a:moveTo>
                <a:lnTo>
                  <a:pt x="7144" y="86704"/>
                </a:lnTo>
                <a:lnTo>
                  <a:pt x="26970" y="50167"/>
                </a:lnTo>
                <a:lnTo>
                  <a:pt x="57063" y="21981"/>
                </a:lnTo>
                <a:lnTo>
                  <a:pt x="95011" y="4560"/>
                </a:lnTo>
                <a:lnTo>
                  <a:pt x="885809" y="0"/>
                </a:lnTo>
                <a:lnTo>
                  <a:pt x="900474" y="823"/>
                </a:lnTo>
                <a:lnTo>
                  <a:pt x="941231" y="12466"/>
                </a:lnTo>
                <a:lnTo>
                  <a:pt x="975250" y="35986"/>
                </a:lnTo>
                <a:lnTo>
                  <a:pt x="1000117" y="68968"/>
                </a:lnTo>
                <a:lnTo>
                  <a:pt x="1013416" y="108997"/>
                </a:lnTo>
                <a:lnTo>
                  <a:pt x="1014983" y="645810"/>
                </a:lnTo>
                <a:lnTo>
                  <a:pt x="1014159" y="660476"/>
                </a:lnTo>
                <a:lnTo>
                  <a:pt x="1002516" y="701234"/>
                </a:lnTo>
                <a:lnTo>
                  <a:pt x="978993" y="735250"/>
                </a:lnTo>
                <a:lnTo>
                  <a:pt x="946008" y="760111"/>
                </a:lnTo>
                <a:lnTo>
                  <a:pt x="905976" y="773403"/>
                </a:lnTo>
                <a:lnTo>
                  <a:pt x="129143" y="774969"/>
                </a:lnTo>
                <a:lnTo>
                  <a:pt x="114476" y="774145"/>
                </a:lnTo>
                <a:lnTo>
                  <a:pt x="73719" y="762502"/>
                </a:lnTo>
                <a:lnTo>
                  <a:pt x="39705" y="738980"/>
                </a:lnTo>
                <a:lnTo>
                  <a:pt x="14848" y="705993"/>
                </a:lnTo>
                <a:lnTo>
                  <a:pt x="1561" y="665955"/>
                </a:lnTo>
                <a:lnTo>
                  <a:pt x="0" y="129174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8314544" y="3863856"/>
            <a:ext cx="326390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75" dirty="0">
                <a:latin typeface="Times New Roman"/>
                <a:cs typeface="Times New Roman"/>
              </a:rPr>
              <a:t>1.0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223119" y="4688991"/>
            <a:ext cx="1300480" cy="1270"/>
          </a:xfrm>
          <a:custGeom>
            <a:avLst/>
            <a:gdLst/>
            <a:ahLst/>
            <a:cxnLst/>
            <a:rect l="l" t="t" r="r" b="b"/>
            <a:pathLst>
              <a:path w="1300479" h="1270">
                <a:moveTo>
                  <a:pt x="0" y="0"/>
                </a:moveTo>
                <a:lnTo>
                  <a:pt x="1300398" y="113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223119" y="464460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76169" y="88891"/>
                </a:moveTo>
                <a:lnTo>
                  <a:pt x="0" y="44388"/>
                </a:lnTo>
                <a:lnTo>
                  <a:pt x="7623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523365" y="4372736"/>
            <a:ext cx="0" cy="316865"/>
          </a:xfrm>
          <a:custGeom>
            <a:avLst/>
            <a:gdLst/>
            <a:ahLst/>
            <a:cxnLst/>
            <a:rect l="l" t="t" r="r" b="b"/>
            <a:pathLst>
              <a:path h="316864">
                <a:moveTo>
                  <a:pt x="0" y="0"/>
                </a:moveTo>
                <a:lnTo>
                  <a:pt x="0" y="31682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956632" y="4900803"/>
            <a:ext cx="11430" cy="398145"/>
          </a:xfrm>
          <a:custGeom>
            <a:avLst/>
            <a:gdLst/>
            <a:ahLst/>
            <a:cxnLst/>
            <a:rect l="l" t="t" r="r" b="b"/>
            <a:pathLst>
              <a:path w="11429" h="398145">
                <a:moveTo>
                  <a:pt x="11186" y="0"/>
                </a:moveTo>
                <a:lnTo>
                  <a:pt x="0" y="39755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914326" y="5220925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502"/>
                </a:moveTo>
                <a:lnTo>
                  <a:pt x="42306" y="77416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491459" y="4337749"/>
            <a:ext cx="212725" cy="291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80" dirty="0">
                <a:latin typeface="Times New Roman"/>
                <a:cs typeface="Times New Roman"/>
              </a:rPr>
              <a:t>y</a:t>
            </a:r>
            <a:r>
              <a:rPr sz="1950" i="1" spc="67" baseline="-19230" dirty="0">
                <a:latin typeface="Times New Roman"/>
                <a:cs typeface="Times New Roman"/>
              </a:rPr>
              <a:t>k</a:t>
            </a:r>
            <a:endParaRPr sz="1950" baseline="-1923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780" rIns="0" bIns="0" rtlCol="0">
            <a:spAutoFit/>
          </a:bodyPr>
          <a:lstStyle/>
          <a:p>
            <a:pPr marL="163830">
              <a:lnSpc>
                <a:spcPct val="100000"/>
              </a:lnSpc>
            </a:pPr>
            <a:r>
              <a:rPr spc="-6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c</a:t>
            </a:r>
            <a:r>
              <a:rPr dirty="0">
                <a:latin typeface="Calibri"/>
                <a:cs typeface="Calibri"/>
              </a:rPr>
              <a:t>ap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127970"/>
            <a:ext cx="7591425" cy="3125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81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elds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unb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ase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but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mu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so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si</a:t>
            </a:r>
            <a:r>
              <a:rPr sz="2600" spc="-15" dirty="0">
                <a:latin typeface="Calibri"/>
                <a:cs typeface="Calibri"/>
              </a:rPr>
              <a:t>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nume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ds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(h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si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al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nd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ompu</a:t>
            </a:r>
            <a:r>
              <a:rPr sz="2600" spc="-45" dirty="0">
                <a:latin typeface="Calibri"/>
                <a:cs typeface="Calibri"/>
              </a:rPr>
              <a:t>ta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.</a:t>
            </a:r>
            <a:r>
              <a:rPr sz="2600" spc="-1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241300" marR="133985" indent="-228600">
              <a:lnSpc>
                <a:spcPts val="2810"/>
              </a:lnSpc>
              <a:spcBef>
                <a:spcPts val="9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nal</a:t>
            </a:r>
            <a:r>
              <a:rPr sz="2600" spc="-5" dirty="0">
                <a:latin typeface="Calibri"/>
                <a:cs typeface="Calibri"/>
              </a:rPr>
              <a:t>y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so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but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ea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elds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ase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se</a:t>
            </a:r>
            <a:endParaRPr sz="2600">
              <a:latin typeface="Calibri"/>
              <a:cs typeface="Calibri"/>
            </a:endParaRPr>
          </a:p>
          <a:p>
            <a:pPr marL="241300" marR="1143635" indent="-228600">
              <a:lnSpc>
                <a:spcPts val="2810"/>
              </a:lnSpc>
              <a:spcBef>
                <a:spcPts val="10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Unb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ase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ain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si</a:t>
            </a:r>
            <a:r>
              <a:rPr sz="2600" spc="-15" dirty="0">
                <a:latin typeface="Calibri"/>
                <a:cs typeface="Calibri"/>
              </a:rPr>
              <a:t>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25" dirty="0">
                <a:latin typeface="Calibri"/>
                <a:cs typeface="Calibri"/>
              </a:rPr>
              <a:t>.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trum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416"/>
            <a:ext cx="3827779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RE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and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61180" y="2705876"/>
            <a:ext cx="857250" cy="0"/>
          </a:xfrm>
          <a:custGeom>
            <a:avLst/>
            <a:gdLst/>
            <a:ahLst/>
            <a:cxnLst/>
            <a:rect l="l" t="t" r="r" b="b"/>
            <a:pathLst>
              <a:path w="857250">
                <a:moveTo>
                  <a:pt x="0" y="0"/>
                </a:moveTo>
                <a:lnTo>
                  <a:pt x="856947" y="0"/>
                </a:lnTo>
              </a:path>
            </a:pathLst>
          </a:custGeom>
          <a:ln w="126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52207" y="3539309"/>
            <a:ext cx="4580255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33520" algn="l"/>
              </a:tabLst>
            </a:pPr>
            <a:r>
              <a:rPr sz="2400" i="1" spc="-85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 </a:t>
            </a:r>
            <a:r>
              <a:rPr sz="2400" i="1" spc="-1090" dirty="0">
                <a:latin typeface="Times New Roman"/>
                <a:cs typeface="Times New Roman"/>
              </a:rPr>
              <a:t>A</a:t>
            </a:r>
            <a:r>
              <a:rPr sz="3600" spc="-15" baseline="15046" dirty="0">
                <a:latin typeface="Times New Roman"/>
                <a:cs typeface="Times New Roman"/>
              </a:rPr>
              <a:t>ˆ</a:t>
            </a:r>
            <a:r>
              <a:rPr sz="3600" spc="-555" baseline="15046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(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30" baseline="32407" dirty="0">
                <a:latin typeface="Symbol"/>
                <a:cs typeface="Symbol"/>
              </a:rPr>
              <a:t></a:t>
            </a:r>
            <a:r>
              <a:rPr sz="2700" spc="150" baseline="32407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i="1" spc="-1090" dirty="0">
                <a:latin typeface="Times New Roman"/>
                <a:cs typeface="Times New Roman"/>
              </a:rPr>
              <a:t>A</a:t>
            </a:r>
            <a:r>
              <a:rPr sz="3600" spc="-15" baseline="15046" dirty="0">
                <a:latin typeface="Times New Roman"/>
                <a:cs typeface="Times New Roman"/>
              </a:rPr>
              <a:t>ˆ</a:t>
            </a:r>
            <a:r>
              <a:rPr sz="3600" spc="-555" baseline="15046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(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30" baseline="32407" dirty="0">
                <a:latin typeface="Symbol"/>
                <a:cs typeface="Symbol"/>
              </a:rPr>
              <a:t></a:t>
            </a:r>
            <a:r>
              <a:rPr sz="2700" spc="150" baseline="32407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31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-179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i="1" spc="-975" dirty="0">
                <a:latin typeface="Times New Roman"/>
                <a:cs typeface="Times New Roman"/>
              </a:rPr>
              <a:t>B</a:t>
            </a:r>
            <a:r>
              <a:rPr sz="3600" spc="-15" baseline="15046" dirty="0">
                <a:latin typeface="Times New Roman"/>
                <a:cs typeface="Times New Roman"/>
              </a:rPr>
              <a:t>ˆ</a:t>
            </a:r>
            <a:r>
              <a:rPr sz="3600" spc="-555" baseline="15046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(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30" baseline="32407" dirty="0">
                <a:latin typeface="Symbol"/>
                <a:cs typeface="Symbol"/>
              </a:rPr>
              <a:t></a:t>
            </a:r>
            <a:r>
              <a:rPr sz="2700" spc="142" baseline="32407" dirty="0">
                <a:latin typeface="Times New Roman"/>
                <a:cs typeface="Times New Roman"/>
              </a:rPr>
              <a:t>1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i="1" spc="0" dirty="0">
                <a:latin typeface="Times New Roman"/>
                <a:cs typeface="Times New Roman"/>
              </a:rPr>
              <a:t>u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	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78582" y="2251966"/>
            <a:ext cx="838200" cy="410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975" dirty="0">
                <a:latin typeface="Times New Roman"/>
                <a:cs typeface="Times New Roman"/>
              </a:rPr>
              <a:t>B</a:t>
            </a:r>
            <a:r>
              <a:rPr sz="3600" spc="-15" baseline="15046" dirty="0">
                <a:latin typeface="Times New Roman"/>
                <a:cs typeface="Times New Roman"/>
              </a:rPr>
              <a:t>ˆ</a:t>
            </a:r>
            <a:r>
              <a:rPr sz="3600" spc="-555" baseline="15046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(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30" baseline="32407" dirty="0">
                <a:latin typeface="Symbol"/>
                <a:cs typeface="Symbol"/>
              </a:rPr>
              <a:t></a:t>
            </a:r>
            <a:r>
              <a:rPr sz="2700" spc="150" baseline="32407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5176" y="2519586"/>
            <a:ext cx="2355850" cy="60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9995" marR="5080" indent="-1217930">
              <a:lnSpc>
                <a:spcPct val="74500"/>
              </a:lnSpc>
              <a:tabLst>
                <a:tab pos="2085339" algn="l"/>
              </a:tabLst>
            </a:pPr>
            <a:r>
              <a:rPr sz="2400" i="1" spc="-80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44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-179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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i="1" spc="10" dirty="0">
                <a:latin typeface="Times New Roman"/>
                <a:cs typeface="Times New Roman"/>
              </a:rPr>
              <a:t>u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spc="-7" baseline="-18518" dirty="0">
                <a:latin typeface="Times New Roman"/>
                <a:cs typeface="Times New Roman"/>
              </a:rPr>
              <a:t> </a:t>
            </a:r>
            <a:r>
              <a:rPr sz="2400" i="1" spc="-1090" dirty="0">
                <a:latin typeface="Times New Roman"/>
                <a:cs typeface="Times New Roman"/>
              </a:rPr>
              <a:t>A</a:t>
            </a:r>
            <a:r>
              <a:rPr sz="3600" spc="-15" baseline="15046" dirty="0">
                <a:latin typeface="Times New Roman"/>
                <a:cs typeface="Times New Roman"/>
              </a:rPr>
              <a:t>ˆ</a:t>
            </a:r>
            <a:r>
              <a:rPr sz="3600" spc="-555" baseline="15046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(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30" baseline="32407" dirty="0">
                <a:latin typeface="Symbol"/>
                <a:cs typeface="Symbol"/>
              </a:rPr>
              <a:t></a:t>
            </a:r>
            <a:r>
              <a:rPr sz="2700" spc="150" baseline="32407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83493" y="4783917"/>
            <a:ext cx="857885" cy="0"/>
          </a:xfrm>
          <a:custGeom>
            <a:avLst/>
            <a:gdLst/>
            <a:ahLst/>
            <a:cxnLst/>
            <a:rect l="l" t="t" r="r" b="b"/>
            <a:pathLst>
              <a:path w="857885">
                <a:moveTo>
                  <a:pt x="0" y="0"/>
                </a:moveTo>
                <a:lnTo>
                  <a:pt x="857365" y="0"/>
                </a:lnTo>
              </a:path>
            </a:pathLst>
          </a:custGeom>
          <a:ln w="12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281517" y="4597684"/>
            <a:ext cx="1820545" cy="60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5"/>
              </a:lnSpc>
              <a:tabLst>
                <a:tab pos="1520825" algn="l"/>
              </a:tabLst>
            </a:pPr>
            <a:r>
              <a:rPr sz="2400" i="1" spc="-85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r>
              <a:rPr sz="2700" i="1" baseline="-18518" dirty="0">
                <a:latin typeface="Times New Roman"/>
                <a:cs typeface="Times New Roman"/>
              </a:rPr>
              <a:t> </a:t>
            </a:r>
            <a:r>
              <a:rPr sz="2700" i="1" spc="44" baseline="-18518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E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  <a:p>
            <a:pPr marL="645795">
              <a:lnSpc>
                <a:spcPts val="2515"/>
              </a:lnSpc>
            </a:pPr>
            <a:r>
              <a:rPr sz="2400" i="1" spc="-1090" dirty="0">
                <a:latin typeface="Times New Roman"/>
                <a:cs typeface="Times New Roman"/>
              </a:rPr>
              <a:t>A</a:t>
            </a:r>
            <a:r>
              <a:rPr sz="3600" spc="-15" baseline="15046" dirty="0">
                <a:latin typeface="Times New Roman"/>
                <a:cs typeface="Times New Roman"/>
              </a:rPr>
              <a:t>ˆ</a:t>
            </a:r>
            <a:r>
              <a:rPr sz="3600" spc="-555" baseline="15046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(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30" baseline="32407" dirty="0">
                <a:latin typeface="Symbol"/>
                <a:cs typeface="Symbol"/>
              </a:rPr>
              <a:t></a:t>
            </a:r>
            <a:r>
              <a:rPr sz="2700" spc="150" baseline="32407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22956" y="4410898"/>
            <a:ext cx="17780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64122" y="775292"/>
            <a:ext cx="294068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tlab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amp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(wit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z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9" y="1981850"/>
            <a:ext cx="2211070" cy="174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2275" algn="l"/>
                <a:tab pos="695325" algn="l"/>
              </a:tabLst>
            </a:pPr>
            <a:r>
              <a:rPr sz="1800" spc="-10" dirty="0">
                <a:latin typeface="Courier New"/>
                <a:cs typeface="Courier New"/>
              </a:rPr>
              <a:t>&gt;</a:t>
            </a:r>
            <a:r>
              <a:rPr sz="1800" dirty="0">
                <a:latin typeface="Courier New"/>
                <a:cs typeface="Courier New"/>
              </a:rPr>
              <a:t>&gt;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u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=</a:t>
            </a:r>
            <a:r>
              <a:rPr sz="1800" spc="-5" dirty="0">
                <a:latin typeface="Courier New"/>
                <a:cs typeface="Courier New"/>
              </a:rPr>
              <a:t>[</a:t>
            </a:r>
            <a:r>
              <a:rPr sz="1800" spc="-10" dirty="0">
                <a:latin typeface="Courier New"/>
                <a:cs typeface="Courier New"/>
              </a:rPr>
              <a:t>zero</a:t>
            </a:r>
            <a:r>
              <a:rPr sz="1800" spc="-5" dirty="0">
                <a:latin typeface="Courier New"/>
                <a:cs typeface="Courier New"/>
              </a:rPr>
              <a:t>s</a:t>
            </a:r>
            <a:r>
              <a:rPr sz="1800" spc="-10" dirty="0">
                <a:latin typeface="Courier New"/>
                <a:cs typeface="Courier New"/>
              </a:rPr>
              <a:t>(10,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422275" algn="l"/>
                <a:tab pos="695325" algn="l"/>
                <a:tab pos="969010" algn="l"/>
              </a:tabLst>
            </a:pPr>
            <a:r>
              <a:rPr sz="1800" spc="-10" dirty="0">
                <a:latin typeface="Courier New"/>
                <a:cs typeface="Courier New"/>
              </a:rPr>
              <a:t>&gt;</a:t>
            </a:r>
            <a:r>
              <a:rPr sz="1800" dirty="0">
                <a:latin typeface="Courier New"/>
                <a:cs typeface="Courier New"/>
              </a:rPr>
              <a:t>&gt;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filt</a:t>
            </a:r>
            <a:r>
              <a:rPr sz="1800" spc="-5" dirty="0">
                <a:latin typeface="Courier New"/>
                <a:cs typeface="Courier New"/>
              </a:rPr>
              <a:t>e</a:t>
            </a:r>
            <a:r>
              <a:rPr sz="1800" spc="-10" dirty="0">
                <a:latin typeface="Courier New"/>
                <a:cs typeface="Courier New"/>
              </a:rPr>
              <a:t>r([0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  <a:tabLst>
                <a:tab pos="422275" algn="l"/>
                <a:tab pos="1515110" algn="l"/>
              </a:tabLst>
            </a:pPr>
            <a:r>
              <a:rPr sz="1800" spc="-10" dirty="0">
                <a:latin typeface="Courier New"/>
                <a:cs typeface="Courier New"/>
              </a:rPr>
              <a:t>&gt;</a:t>
            </a:r>
            <a:r>
              <a:rPr sz="1800" dirty="0">
                <a:latin typeface="Courier New"/>
                <a:cs typeface="Courier New"/>
              </a:rPr>
              <a:t>&gt;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plo</a:t>
            </a:r>
            <a:r>
              <a:rPr sz="1800" spc="-5" dirty="0">
                <a:latin typeface="Courier New"/>
                <a:cs typeface="Courier New"/>
              </a:rPr>
              <a:t>t</a:t>
            </a:r>
            <a:r>
              <a:rPr sz="1800" spc="-10" dirty="0">
                <a:latin typeface="Courier New"/>
                <a:cs typeface="Courier New"/>
              </a:rPr>
              <a:t>([</a:t>
            </a:r>
            <a:r>
              <a:rPr sz="1800" dirty="0">
                <a:latin typeface="Courier New"/>
                <a:cs typeface="Courier New"/>
              </a:rPr>
              <a:t>u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Courier New"/>
                <a:cs typeface="Courier New"/>
              </a:rPr>
              <a:t>y</a:t>
            </a:r>
            <a:r>
              <a:rPr sz="1800" spc="-10" dirty="0">
                <a:latin typeface="Courier New"/>
                <a:cs typeface="Courier New"/>
              </a:rPr>
              <a:t>])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800" spc="-10" dirty="0">
                <a:latin typeface="Courier New"/>
                <a:cs typeface="Courier New"/>
              </a:rPr>
              <a:t>&gt;&gt;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spc="-10" dirty="0">
                <a:latin typeface="Courier New"/>
                <a:cs typeface="Courier New"/>
              </a:rPr>
              <a:t>&gt;&gt;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58756" y="1981850"/>
            <a:ext cx="2347595" cy="627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58165" algn="l"/>
                <a:tab pos="1788160" algn="l"/>
              </a:tabLst>
            </a:pPr>
            <a:r>
              <a:rPr sz="1800" spc="-10" dirty="0">
                <a:latin typeface="Courier New"/>
                <a:cs typeface="Courier New"/>
              </a:rPr>
              <a:t>1)</a:t>
            </a:r>
            <a:r>
              <a:rPr sz="1800" dirty="0">
                <a:latin typeface="Courier New"/>
                <a:cs typeface="Courier New"/>
              </a:rPr>
              <a:t>;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Courier New"/>
                <a:cs typeface="Courier New"/>
              </a:rPr>
              <a:t>o</a:t>
            </a:r>
            <a:r>
              <a:rPr sz="1800" spc="-10" dirty="0">
                <a:latin typeface="Courier New"/>
                <a:cs typeface="Courier New"/>
              </a:rPr>
              <a:t>nes(</a:t>
            </a:r>
            <a:r>
              <a:rPr sz="1800" spc="-5" dirty="0">
                <a:latin typeface="Courier New"/>
                <a:cs typeface="Courier New"/>
              </a:rPr>
              <a:t>9</a:t>
            </a:r>
            <a:r>
              <a:rPr sz="1800" spc="-10" dirty="0">
                <a:latin typeface="Courier New"/>
                <a:cs typeface="Courier New"/>
              </a:rPr>
              <a:t>0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1</a:t>
            </a:r>
            <a:r>
              <a:rPr sz="1800" spc="-5" dirty="0">
                <a:latin typeface="Courier New"/>
                <a:cs typeface="Courier New"/>
              </a:rPr>
              <a:t>)</a:t>
            </a:r>
            <a:r>
              <a:rPr sz="1800" spc="-10" dirty="0"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558165" algn="l"/>
                <a:tab pos="968375" algn="l"/>
                <a:tab pos="1922780" algn="l"/>
              </a:tabLst>
            </a:pPr>
            <a:r>
              <a:rPr sz="1800" spc="-10" dirty="0">
                <a:latin typeface="Courier New"/>
                <a:cs typeface="Courier New"/>
              </a:rPr>
              <a:t>2]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Courier New"/>
                <a:cs typeface="Courier New"/>
              </a:rPr>
              <a:t>[</a:t>
            </a:r>
            <a:r>
              <a:rPr sz="1800" dirty="0">
                <a:latin typeface="Courier New"/>
                <a:cs typeface="Courier New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Courier New"/>
                <a:cs typeface="Courier New"/>
              </a:rPr>
              <a:t>-</a:t>
            </a:r>
            <a:r>
              <a:rPr sz="1800" spc="-10" dirty="0">
                <a:latin typeface="Courier New"/>
                <a:cs typeface="Courier New"/>
              </a:rPr>
              <a:t>0</a:t>
            </a:r>
            <a:r>
              <a:rPr sz="1800" spc="-5" dirty="0">
                <a:latin typeface="Courier New"/>
                <a:cs typeface="Courier New"/>
              </a:rPr>
              <a:t>.</a:t>
            </a:r>
            <a:r>
              <a:rPr sz="1800" spc="-10" dirty="0">
                <a:latin typeface="Courier New"/>
                <a:cs typeface="Courier New"/>
              </a:rPr>
              <a:t>8]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Courier New"/>
                <a:cs typeface="Courier New"/>
              </a:rPr>
              <a:t>u</a:t>
            </a:r>
            <a:r>
              <a:rPr sz="1800" spc="-10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9377" y="1981850"/>
            <a:ext cx="2896870" cy="174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>
              <a:lnSpc>
                <a:spcPct val="100000"/>
              </a:lnSpc>
              <a:tabLst>
                <a:tab pos="287020" algn="l"/>
                <a:tab pos="970280" algn="l"/>
              </a:tabLst>
            </a:pPr>
            <a:r>
              <a:rPr sz="1800" dirty="0">
                <a:latin typeface="Courier New"/>
                <a:cs typeface="Courier New"/>
              </a:rPr>
              <a:t>%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st</a:t>
            </a:r>
            <a:r>
              <a:rPr sz="1800" spc="-5" dirty="0">
                <a:latin typeface="Courier New"/>
                <a:cs typeface="Courier New"/>
              </a:rPr>
              <a:t>e</a:t>
            </a:r>
            <a:r>
              <a:rPr sz="1800" dirty="0">
                <a:latin typeface="Courier New"/>
                <a:cs typeface="Courier New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in</a:t>
            </a:r>
            <a:r>
              <a:rPr sz="1800" dirty="0">
                <a:latin typeface="Courier New"/>
                <a:cs typeface="Courier New"/>
              </a:rPr>
              <a:t>p</a:t>
            </a:r>
            <a:r>
              <a:rPr sz="1800" spc="-10" dirty="0">
                <a:latin typeface="Courier New"/>
                <a:cs typeface="Courier New"/>
              </a:rPr>
              <a:t>ut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85115" algn="l"/>
                <a:tab pos="1104900" algn="l"/>
                <a:tab pos="1788160" algn="l"/>
              </a:tabLst>
            </a:pPr>
            <a:r>
              <a:rPr sz="1800" dirty="0">
                <a:latin typeface="Courier New"/>
                <a:cs typeface="Courier New"/>
              </a:rPr>
              <a:t>%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no</a:t>
            </a:r>
            <a:r>
              <a:rPr sz="1800" spc="-5" dirty="0">
                <a:latin typeface="Courier New"/>
                <a:cs typeface="Courier New"/>
              </a:rPr>
              <a:t>i</a:t>
            </a:r>
            <a:r>
              <a:rPr sz="1800" spc="-10" dirty="0">
                <a:latin typeface="Courier New"/>
                <a:cs typeface="Courier New"/>
              </a:rPr>
              <a:t>s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f</a:t>
            </a:r>
            <a:r>
              <a:rPr sz="1800" spc="-5" dirty="0">
                <a:latin typeface="Courier New"/>
                <a:cs typeface="Courier New"/>
              </a:rPr>
              <a:t>r</a:t>
            </a:r>
            <a:r>
              <a:rPr sz="1800" spc="-10" dirty="0">
                <a:latin typeface="Courier New"/>
                <a:cs typeface="Courier New"/>
              </a:rPr>
              <a:t>e</a:t>
            </a:r>
            <a:r>
              <a:rPr sz="1800" dirty="0">
                <a:latin typeface="Courier New"/>
                <a:cs typeface="Courier New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o</a:t>
            </a:r>
            <a:r>
              <a:rPr sz="1800" spc="-5" dirty="0">
                <a:latin typeface="Courier New"/>
                <a:cs typeface="Courier New"/>
              </a:rPr>
              <a:t>u</a:t>
            </a:r>
            <a:r>
              <a:rPr sz="1800" spc="-10" dirty="0">
                <a:latin typeface="Courier New"/>
                <a:cs typeface="Courier New"/>
              </a:rPr>
              <a:t>tput</a:t>
            </a:r>
            <a:endParaRPr sz="180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785"/>
              </a:spcBef>
              <a:tabLst>
                <a:tab pos="287020" algn="l"/>
                <a:tab pos="970280" algn="l"/>
                <a:tab pos="2336165" algn="l"/>
              </a:tabLst>
            </a:pPr>
            <a:r>
              <a:rPr sz="1800" dirty="0">
                <a:latin typeface="Courier New"/>
                <a:cs typeface="Courier New"/>
              </a:rPr>
              <a:t>%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pl</a:t>
            </a:r>
            <a:r>
              <a:rPr sz="1800" spc="-5" dirty="0">
                <a:latin typeface="Courier New"/>
                <a:cs typeface="Courier New"/>
              </a:rPr>
              <a:t>o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si</a:t>
            </a:r>
            <a:r>
              <a:rPr sz="1800" dirty="0">
                <a:latin typeface="Courier New"/>
                <a:cs typeface="Courier New"/>
              </a:rPr>
              <a:t>m</a:t>
            </a:r>
            <a:r>
              <a:rPr sz="1800" spc="-10" dirty="0">
                <a:latin typeface="Courier New"/>
                <a:cs typeface="Courier New"/>
              </a:rPr>
              <a:t>ulat</a:t>
            </a:r>
            <a:r>
              <a:rPr sz="1800" spc="-5" dirty="0">
                <a:latin typeface="Courier New"/>
                <a:cs typeface="Courier New"/>
              </a:rPr>
              <a:t>e</a:t>
            </a:r>
            <a:r>
              <a:rPr sz="1800" dirty="0">
                <a:latin typeface="Courier New"/>
                <a:cs typeface="Courier New"/>
              </a:rPr>
              <a:t>d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da</a:t>
            </a:r>
            <a:r>
              <a:rPr sz="1800" spc="-5" dirty="0">
                <a:latin typeface="Courier New"/>
                <a:cs typeface="Courier New"/>
              </a:rPr>
              <a:t>t</a:t>
            </a:r>
            <a:r>
              <a:rPr sz="1800" dirty="0"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  <a:tabLst>
                <a:tab pos="285115" algn="l"/>
                <a:tab pos="1649730" algn="l"/>
              </a:tabLst>
            </a:pPr>
            <a:r>
              <a:rPr sz="1800" dirty="0">
                <a:latin typeface="Courier New"/>
                <a:cs typeface="Courier New"/>
              </a:rPr>
              <a:t>%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ex</a:t>
            </a:r>
            <a:r>
              <a:rPr sz="1800" spc="-5" dirty="0">
                <a:latin typeface="Courier New"/>
                <a:cs typeface="Courier New"/>
              </a:rPr>
              <a:t>o</a:t>
            </a:r>
            <a:r>
              <a:rPr sz="1800" spc="-10" dirty="0">
                <a:latin typeface="Courier New"/>
                <a:cs typeface="Courier New"/>
              </a:rPr>
              <a:t>geno</a:t>
            </a:r>
            <a:r>
              <a:rPr sz="1800" spc="-5" dirty="0">
                <a:latin typeface="Courier New"/>
                <a:cs typeface="Courier New"/>
              </a:rPr>
              <a:t>u</a:t>
            </a:r>
            <a:r>
              <a:rPr sz="1800" dirty="0">
                <a:latin typeface="Courier New"/>
                <a:cs typeface="Courier New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va</a:t>
            </a:r>
            <a:r>
              <a:rPr sz="1800" dirty="0">
                <a:latin typeface="Courier New"/>
                <a:cs typeface="Courier New"/>
              </a:rPr>
              <a:t>r</a:t>
            </a:r>
            <a:r>
              <a:rPr sz="1800" spc="-10" dirty="0">
                <a:latin typeface="Courier New"/>
                <a:cs typeface="Courier New"/>
              </a:rPr>
              <a:t>iabl</a:t>
            </a:r>
            <a:r>
              <a:rPr sz="1800" spc="-5" dirty="0">
                <a:latin typeface="Courier New"/>
                <a:cs typeface="Courier New"/>
              </a:rPr>
              <a:t>e</a:t>
            </a:r>
            <a:r>
              <a:rPr sz="1800" dirty="0">
                <a:latin typeface="Courier New"/>
                <a:cs typeface="Courier New"/>
              </a:rPr>
              <a:t>s</a:t>
            </a:r>
            <a:endParaRPr sz="1800">
              <a:latin typeface="Courier New"/>
              <a:cs typeface="Courier New"/>
            </a:endParaRPr>
          </a:p>
          <a:p>
            <a:pPr marL="13335">
              <a:lnSpc>
                <a:spcPct val="100000"/>
              </a:lnSpc>
              <a:spcBef>
                <a:spcPts val="780"/>
              </a:spcBef>
              <a:tabLst>
                <a:tab pos="286385" algn="l"/>
                <a:tab pos="696595" algn="l"/>
              </a:tabLst>
            </a:pPr>
            <a:r>
              <a:rPr sz="1800" dirty="0">
                <a:latin typeface="Courier New"/>
                <a:cs typeface="Courier New"/>
              </a:rPr>
              <a:t>%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L</a:t>
            </a:r>
            <a:r>
              <a:rPr sz="1800" dirty="0">
                <a:latin typeface="Courier New"/>
                <a:cs typeface="Courier New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esti</a:t>
            </a:r>
            <a:r>
              <a:rPr sz="1800" spc="-5" dirty="0">
                <a:latin typeface="Courier New"/>
                <a:cs typeface="Courier New"/>
              </a:rPr>
              <a:t>m</a:t>
            </a:r>
            <a:r>
              <a:rPr sz="1800" spc="-10" dirty="0">
                <a:latin typeface="Courier New"/>
                <a:cs typeface="Courier New"/>
              </a:rPr>
              <a:t>ation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6043" y="3103586"/>
            <a:ext cx="2211070" cy="627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6100"/>
              </a:lnSpc>
              <a:tabLst>
                <a:tab pos="285115" algn="l"/>
                <a:tab pos="558800" algn="l"/>
                <a:tab pos="831850" algn="l"/>
                <a:tab pos="1104265" algn="l"/>
              </a:tabLst>
            </a:pPr>
            <a:r>
              <a:rPr sz="1800" dirty="0">
                <a:latin typeface="Courier New"/>
                <a:cs typeface="Courier New"/>
              </a:rPr>
              <a:t>z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[-y(</a:t>
            </a:r>
            <a:r>
              <a:rPr sz="1800" spc="-5" dirty="0">
                <a:latin typeface="Courier New"/>
                <a:cs typeface="Courier New"/>
              </a:rPr>
              <a:t>1</a:t>
            </a:r>
            <a:r>
              <a:rPr sz="1800" spc="-10" dirty="0">
                <a:latin typeface="Courier New"/>
                <a:cs typeface="Courier New"/>
              </a:rPr>
              <a:t>:end</a:t>
            </a:r>
            <a:r>
              <a:rPr sz="1800" spc="-5" dirty="0">
                <a:latin typeface="Courier New"/>
                <a:cs typeface="Courier New"/>
              </a:rPr>
              <a:t>-</a:t>
            </a:r>
            <a:r>
              <a:rPr sz="1800" spc="-10" dirty="0">
                <a:latin typeface="Courier New"/>
                <a:cs typeface="Courier New"/>
              </a:rPr>
              <a:t>1)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urier New"/>
                <a:cs typeface="Courier New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z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\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Courier New"/>
                <a:cs typeface="Courier New"/>
              </a:rPr>
              <a:t>y</a:t>
            </a:r>
            <a:r>
              <a:rPr sz="1800" spc="-10" dirty="0">
                <a:latin typeface="Courier New"/>
                <a:cs typeface="Courier New"/>
              </a:rPr>
              <a:t>(2:e</a:t>
            </a:r>
            <a:r>
              <a:rPr sz="1800" spc="-5" dirty="0">
                <a:latin typeface="Courier New"/>
                <a:cs typeface="Courier New"/>
              </a:rPr>
              <a:t>n</a:t>
            </a:r>
            <a:r>
              <a:rPr sz="1800" spc="-10" dirty="0">
                <a:latin typeface="Courier New"/>
                <a:cs typeface="Courier New"/>
              </a:rPr>
              <a:t>d)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7716" y="3103586"/>
            <a:ext cx="16637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u</a:t>
            </a:r>
            <a:r>
              <a:rPr sz="1800" spc="-5" dirty="0">
                <a:latin typeface="Courier New"/>
                <a:cs typeface="Courier New"/>
              </a:rPr>
              <a:t>(</a:t>
            </a:r>
            <a:r>
              <a:rPr sz="1800" spc="-10" dirty="0">
                <a:latin typeface="Courier New"/>
                <a:cs typeface="Courier New"/>
              </a:rPr>
              <a:t>1:end-1)];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9" y="3851109"/>
            <a:ext cx="139192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5750" algn="l"/>
              </a:tabLst>
            </a:pPr>
            <a:r>
              <a:rPr sz="1800" dirty="0">
                <a:latin typeface="Courier New"/>
                <a:cs typeface="Courier New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=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785"/>
              </a:spcBef>
            </a:pPr>
            <a:r>
              <a:rPr sz="1800" spc="-10" dirty="0">
                <a:latin typeface="Courier New"/>
                <a:cs typeface="Courier New"/>
              </a:rPr>
              <a:t>-0.</a:t>
            </a:r>
            <a:r>
              <a:rPr sz="1800" dirty="0">
                <a:latin typeface="Courier New"/>
                <a:cs typeface="Courier New"/>
              </a:rPr>
              <a:t>8</a:t>
            </a:r>
            <a:r>
              <a:rPr sz="1800" spc="-10" dirty="0">
                <a:latin typeface="Courier New"/>
                <a:cs typeface="Courier New"/>
              </a:rPr>
              <a:t>000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2293" y="4598632"/>
            <a:ext cx="8451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2.</a:t>
            </a:r>
            <a:r>
              <a:rPr sz="1800" spc="-5" dirty="0">
                <a:latin typeface="Courier New"/>
                <a:cs typeface="Courier New"/>
              </a:rPr>
              <a:t>0</a:t>
            </a:r>
            <a:r>
              <a:rPr sz="1800" spc="-10" dirty="0">
                <a:latin typeface="Courier New"/>
                <a:cs typeface="Courier New"/>
              </a:rPr>
              <a:t>000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03806" y="5145404"/>
            <a:ext cx="1285875" cy="1071880"/>
          </a:xfrm>
          <a:custGeom>
            <a:avLst/>
            <a:gdLst/>
            <a:ahLst/>
            <a:cxnLst/>
            <a:rect l="l" t="t" r="r" b="b"/>
            <a:pathLst>
              <a:path w="1285875" h="1071879">
                <a:moveTo>
                  <a:pt x="1106936" y="0"/>
                </a:moveTo>
                <a:lnTo>
                  <a:pt x="165521" y="468"/>
                </a:lnTo>
                <a:lnTo>
                  <a:pt x="123365" y="8694"/>
                </a:lnTo>
                <a:lnTo>
                  <a:pt x="85392" y="26205"/>
                </a:lnTo>
                <a:lnTo>
                  <a:pt x="52867" y="51738"/>
                </a:lnTo>
                <a:lnTo>
                  <a:pt x="27050" y="84029"/>
                </a:lnTo>
                <a:lnTo>
                  <a:pt x="9207" y="121818"/>
                </a:lnTo>
                <a:lnTo>
                  <a:pt x="598" y="163840"/>
                </a:lnTo>
                <a:lnTo>
                  <a:pt x="0" y="178570"/>
                </a:lnTo>
                <a:lnTo>
                  <a:pt x="468" y="905841"/>
                </a:lnTo>
                <a:lnTo>
                  <a:pt x="8694" y="948003"/>
                </a:lnTo>
                <a:lnTo>
                  <a:pt x="26205" y="985979"/>
                </a:lnTo>
                <a:lnTo>
                  <a:pt x="51736" y="1018506"/>
                </a:lnTo>
                <a:lnTo>
                  <a:pt x="84026" y="1044322"/>
                </a:lnTo>
                <a:lnTo>
                  <a:pt x="121811" y="1062165"/>
                </a:lnTo>
                <a:lnTo>
                  <a:pt x="163829" y="1070773"/>
                </a:lnTo>
                <a:lnTo>
                  <a:pt x="178557" y="1071371"/>
                </a:lnTo>
                <a:lnTo>
                  <a:pt x="1119972" y="1070903"/>
                </a:lnTo>
                <a:lnTo>
                  <a:pt x="1162128" y="1062677"/>
                </a:lnTo>
                <a:lnTo>
                  <a:pt x="1200101" y="1045168"/>
                </a:lnTo>
                <a:lnTo>
                  <a:pt x="1232626" y="1019637"/>
                </a:lnTo>
                <a:lnTo>
                  <a:pt x="1258443" y="987346"/>
                </a:lnTo>
                <a:lnTo>
                  <a:pt x="1276286" y="949557"/>
                </a:lnTo>
                <a:lnTo>
                  <a:pt x="1284895" y="907533"/>
                </a:lnTo>
                <a:lnTo>
                  <a:pt x="1285493" y="892801"/>
                </a:lnTo>
                <a:lnTo>
                  <a:pt x="1285025" y="165531"/>
                </a:lnTo>
                <a:lnTo>
                  <a:pt x="1276799" y="123371"/>
                </a:lnTo>
                <a:lnTo>
                  <a:pt x="1259288" y="85396"/>
                </a:lnTo>
                <a:lnTo>
                  <a:pt x="1233757" y="52868"/>
                </a:lnTo>
                <a:lnTo>
                  <a:pt x="1201467" y="27051"/>
                </a:lnTo>
                <a:lnTo>
                  <a:pt x="1163682" y="9207"/>
                </a:lnTo>
                <a:lnTo>
                  <a:pt x="1121664" y="598"/>
                </a:lnTo>
                <a:lnTo>
                  <a:pt x="11069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03806" y="5145404"/>
            <a:ext cx="1285875" cy="1071880"/>
          </a:xfrm>
          <a:custGeom>
            <a:avLst/>
            <a:gdLst/>
            <a:ahLst/>
            <a:cxnLst/>
            <a:rect l="l" t="t" r="r" b="b"/>
            <a:pathLst>
              <a:path w="1285875" h="1071879">
                <a:moveTo>
                  <a:pt x="0" y="178570"/>
                </a:moveTo>
                <a:lnTo>
                  <a:pt x="5249" y="135417"/>
                </a:lnTo>
                <a:lnTo>
                  <a:pt x="20154" y="96077"/>
                </a:lnTo>
                <a:lnTo>
                  <a:pt x="43453" y="61813"/>
                </a:lnTo>
                <a:lnTo>
                  <a:pt x="73883" y="33887"/>
                </a:lnTo>
                <a:lnTo>
                  <a:pt x="110180" y="13562"/>
                </a:lnTo>
                <a:lnTo>
                  <a:pt x="151082" y="2101"/>
                </a:lnTo>
                <a:lnTo>
                  <a:pt x="1106936" y="0"/>
                </a:lnTo>
                <a:lnTo>
                  <a:pt x="1121664" y="598"/>
                </a:lnTo>
                <a:lnTo>
                  <a:pt x="1163682" y="9207"/>
                </a:lnTo>
                <a:lnTo>
                  <a:pt x="1201467" y="27051"/>
                </a:lnTo>
                <a:lnTo>
                  <a:pt x="1233757" y="52868"/>
                </a:lnTo>
                <a:lnTo>
                  <a:pt x="1259288" y="85396"/>
                </a:lnTo>
                <a:lnTo>
                  <a:pt x="1276799" y="123371"/>
                </a:lnTo>
                <a:lnTo>
                  <a:pt x="1285025" y="165531"/>
                </a:lnTo>
                <a:lnTo>
                  <a:pt x="1285493" y="892801"/>
                </a:lnTo>
                <a:lnTo>
                  <a:pt x="1284895" y="907533"/>
                </a:lnTo>
                <a:lnTo>
                  <a:pt x="1276286" y="949557"/>
                </a:lnTo>
                <a:lnTo>
                  <a:pt x="1258443" y="987346"/>
                </a:lnTo>
                <a:lnTo>
                  <a:pt x="1232626" y="1019637"/>
                </a:lnTo>
                <a:lnTo>
                  <a:pt x="1200101" y="1045168"/>
                </a:lnTo>
                <a:lnTo>
                  <a:pt x="1162128" y="1062677"/>
                </a:lnTo>
                <a:lnTo>
                  <a:pt x="1119972" y="1070903"/>
                </a:lnTo>
                <a:lnTo>
                  <a:pt x="178557" y="1071371"/>
                </a:lnTo>
                <a:lnTo>
                  <a:pt x="163829" y="1070773"/>
                </a:lnTo>
                <a:lnTo>
                  <a:pt x="121811" y="1062165"/>
                </a:lnTo>
                <a:lnTo>
                  <a:pt x="84026" y="1044322"/>
                </a:lnTo>
                <a:lnTo>
                  <a:pt x="51736" y="1018506"/>
                </a:lnTo>
                <a:lnTo>
                  <a:pt x="26205" y="985979"/>
                </a:lnTo>
                <a:lnTo>
                  <a:pt x="8694" y="948003"/>
                </a:lnTo>
                <a:lnTo>
                  <a:pt x="468" y="905841"/>
                </a:lnTo>
                <a:lnTo>
                  <a:pt x="0" y="17857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90825" y="5707760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4" h="1904">
                <a:moveTo>
                  <a:pt x="0" y="0"/>
                </a:moveTo>
                <a:lnTo>
                  <a:pt x="760917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75451" y="5664695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291" y="44601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52587" y="5703133"/>
            <a:ext cx="1174750" cy="0"/>
          </a:xfrm>
          <a:custGeom>
            <a:avLst/>
            <a:gdLst/>
            <a:ahLst/>
            <a:cxnLst/>
            <a:rect l="l" t="t" r="r" b="b"/>
            <a:pathLst>
              <a:path w="1174750">
                <a:moveTo>
                  <a:pt x="0" y="0"/>
                </a:moveTo>
                <a:lnTo>
                  <a:pt x="1174362" y="0"/>
                </a:lnTo>
              </a:path>
            </a:pathLst>
          </a:custGeom>
          <a:ln w="12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50302" y="5251048"/>
            <a:ext cx="574675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87" baseline="-24305" dirty="0">
                <a:latin typeface="Times New Roman"/>
                <a:cs typeface="Times New Roman"/>
              </a:rPr>
              <a:t>2</a:t>
            </a:r>
            <a:r>
              <a:rPr sz="3600" i="1" spc="225" baseline="-24305" dirty="0">
                <a:latin typeface="Times New Roman"/>
                <a:cs typeface="Times New Roman"/>
              </a:rPr>
              <a:t>z</a:t>
            </a: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0631" y="5207661"/>
            <a:ext cx="25781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45" dirty="0">
                <a:latin typeface="Times New Roman"/>
                <a:cs typeface="Times New Roman"/>
              </a:rPr>
              <a:t>x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7606" y="5228235"/>
            <a:ext cx="28194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0" dirty="0">
                <a:latin typeface="Times New Roman"/>
                <a:cs typeface="Times New Roman"/>
              </a:rPr>
              <a:t>u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77224" y="5454777"/>
            <a:ext cx="500380" cy="501015"/>
          </a:xfrm>
          <a:custGeom>
            <a:avLst/>
            <a:gdLst/>
            <a:ahLst/>
            <a:cxnLst/>
            <a:rect l="l" t="t" r="r" b="b"/>
            <a:pathLst>
              <a:path w="500379" h="501014">
                <a:moveTo>
                  <a:pt x="0" y="250316"/>
                </a:moveTo>
                <a:lnTo>
                  <a:pt x="3271" y="209712"/>
                </a:lnTo>
                <a:lnTo>
                  <a:pt x="12741" y="171194"/>
                </a:lnTo>
                <a:lnTo>
                  <a:pt x="27895" y="135278"/>
                </a:lnTo>
                <a:lnTo>
                  <a:pt x="48220" y="102479"/>
                </a:lnTo>
                <a:lnTo>
                  <a:pt x="73201" y="73313"/>
                </a:lnTo>
                <a:lnTo>
                  <a:pt x="102323" y="48294"/>
                </a:lnTo>
                <a:lnTo>
                  <a:pt x="135072" y="27938"/>
                </a:lnTo>
                <a:lnTo>
                  <a:pt x="170933" y="12760"/>
                </a:lnTo>
                <a:lnTo>
                  <a:pt x="209393" y="3276"/>
                </a:lnTo>
                <a:lnTo>
                  <a:pt x="249935" y="0"/>
                </a:lnTo>
                <a:lnTo>
                  <a:pt x="270431" y="829"/>
                </a:lnTo>
                <a:lnTo>
                  <a:pt x="309991" y="7274"/>
                </a:lnTo>
                <a:lnTo>
                  <a:pt x="347212" y="19670"/>
                </a:lnTo>
                <a:lnTo>
                  <a:pt x="381581" y="37501"/>
                </a:lnTo>
                <a:lnTo>
                  <a:pt x="412582" y="60253"/>
                </a:lnTo>
                <a:lnTo>
                  <a:pt x="439700" y="87410"/>
                </a:lnTo>
                <a:lnTo>
                  <a:pt x="462420" y="118457"/>
                </a:lnTo>
                <a:lnTo>
                  <a:pt x="480227" y="152878"/>
                </a:lnTo>
                <a:lnTo>
                  <a:pt x="492606" y="190160"/>
                </a:lnTo>
                <a:lnTo>
                  <a:pt x="499043" y="229786"/>
                </a:lnTo>
                <a:lnTo>
                  <a:pt x="499871" y="250316"/>
                </a:lnTo>
                <a:lnTo>
                  <a:pt x="499043" y="270847"/>
                </a:lnTo>
                <a:lnTo>
                  <a:pt x="492606" y="310473"/>
                </a:lnTo>
                <a:lnTo>
                  <a:pt x="480227" y="347755"/>
                </a:lnTo>
                <a:lnTo>
                  <a:pt x="462420" y="382176"/>
                </a:lnTo>
                <a:lnTo>
                  <a:pt x="439700" y="413223"/>
                </a:lnTo>
                <a:lnTo>
                  <a:pt x="412582" y="440380"/>
                </a:lnTo>
                <a:lnTo>
                  <a:pt x="381581" y="463132"/>
                </a:lnTo>
                <a:lnTo>
                  <a:pt x="347212" y="480963"/>
                </a:lnTo>
                <a:lnTo>
                  <a:pt x="309991" y="493359"/>
                </a:lnTo>
                <a:lnTo>
                  <a:pt x="270431" y="499804"/>
                </a:lnTo>
                <a:lnTo>
                  <a:pt x="249935" y="500633"/>
                </a:lnTo>
                <a:lnTo>
                  <a:pt x="229436" y="499804"/>
                </a:lnTo>
                <a:lnTo>
                  <a:pt x="189870" y="493359"/>
                </a:lnTo>
                <a:lnTo>
                  <a:pt x="152646" y="480963"/>
                </a:lnTo>
                <a:lnTo>
                  <a:pt x="118276" y="463132"/>
                </a:lnTo>
                <a:lnTo>
                  <a:pt x="87277" y="440380"/>
                </a:lnTo>
                <a:lnTo>
                  <a:pt x="60161" y="413223"/>
                </a:lnTo>
                <a:lnTo>
                  <a:pt x="37444" y="382176"/>
                </a:lnTo>
                <a:lnTo>
                  <a:pt x="19640" y="347755"/>
                </a:lnTo>
                <a:lnTo>
                  <a:pt x="7263" y="310473"/>
                </a:lnTo>
                <a:lnTo>
                  <a:pt x="828" y="270847"/>
                </a:lnTo>
                <a:lnTo>
                  <a:pt x="0" y="250316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27800" y="4871085"/>
            <a:ext cx="14604" cy="559435"/>
          </a:xfrm>
          <a:custGeom>
            <a:avLst/>
            <a:gdLst/>
            <a:ahLst/>
            <a:cxnLst/>
            <a:rect l="l" t="t" r="r" b="b"/>
            <a:pathLst>
              <a:path w="14604" h="559435">
                <a:moveTo>
                  <a:pt x="14417" y="0"/>
                </a:moveTo>
                <a:lnTo>
                  <a:pt x="0" y="55932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85311" y="5353086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298"/>
                </a:moveTo>
                <a:lnTo>
                  <a:pt x="42489" y="77318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268609" y="5231286"/>
            <a:ext cx="26289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0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41232" y="4764768"/>
            <a:ext cx="177800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2182" y="5693283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5" h="1904">
                <a:moveTo>
                  <a:pt x="0" y="0"/>
                </a:moveTo>
                <a:lnTo>
                  <a:pt x="760917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386815" y="5650217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79" y="0"/>
                </a:moveTo>
                <a:lnTo>
                  <a:pt x="76294" y="44601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061093" y="5693283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4" h="1904">
                <a:moveTo>
                  <a:pt x="0" y="0"/>
                </a:moveTo>
                <a:lnTo>
                  <a:pt x="760902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745705" y="5650217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291" y="44601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89443" y="3839230"/>
            <a:ext cx="3124835" cy="2462530"/>
          </a:xfrm>
          <a:custGeom>
            <a:avLst/>
            <a:gdLst/>
            <a:ahLst/>
            <a:cxnLst/>
            <a:rect l="l" t="t" r="r" b="b"/>
            <a:pathLst>
              <a:path w="3124834" h="2462529">
                <a:moveTo>
                  <a:pt x="0" y="2462439"/>
                </a:moveTo>
                <a:lnTo>
                  <a:pt x="3124779" y="2462439"/>
                </a:lnTo>
                <a:lnTo>
                  <a:pt x="3124779" y="0"/>
                </a:lnTo>
                <a:lnTo>
                  <a:pt x="0" y="0"/>
                </a:lnTo>
                <a:lnTo>
                  <a:pt x="0" y="24624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89400" y="3839224"/>
            <a:ext cx="3124835" cy="0"/>
          </a:xfrm>
          <a:custGeom>
            <a:avLst/>
            <a:gdLst/>
            <a:ahLst/>
            <a:cxnLst/>
            <a:rect l="l" t="t" r="r" b="b"/>
            <a:pathLst>
              <a:path w="3124834">
                <a:moveTo>
                  <a:pt x="0" y="0"/>
                </a:moveTo>
                <a:lnTo>
                  <a:pt x="3124845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14246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89400" y="6301667"/>
            <a:ext cx="3124835" cy="0"/>
          </a:xfrm>
          <a:custGeom>
            <a:avLst/>
            <a:gdLst/>
            <a:ahLst/>
            <a:cxnLst/>
            <a:rect l="l" t="t" r="r" b="b"/>
            <a:pathLst>
              <a:path w="3124834">
                <a:moveTo>
                  <a:pt x="0" y="0"/>
                </a:moveTo>
                <a:lnTo>
                  <a:pt x="3124845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514246" y="6301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14215" y="3839224"/>
            <a:ext cx="0" cy="2462530"/>
          </a:xfrm>
          <a:custGeom>
            <a:avLst/>
            <a:gdLst/>
            <a:ahLst/>
            <a:cxnLst/>
            <a:rect l="l" t="t" r="r" b="b"/>
            <a:pathLst>
              <a:path h="2462529">
                <a:moveTo>
                  <a:pt x="0" y="2462442"/>
                </a:moveTo>
                <a:lnTo>
                  <a:pt x="0" y="0"/>
                </a:lnTo>
              </a:path>
            </a:pathLst>
          </a:custGeom>
          <a:ln w="7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514246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389415" y="3839224"/>
            <a:ext cx="0" cy="2462530"/>
          </a:xfrm>
          <a:custGeom>
            <a:avLst/>
            <a:gdLst/>
            <a:ahLst/>
            <a:cxnLst/>
            <a:rect l="l" t="t" r="r" b="b"/>
            <a:pathLst>
              <a:path h="2462529">
                <a:moveTo>
                  <a:pt x="0" y="2462442"/>
                </a:moveTo>
                <a:lnTo>
                  <a:pt x="0" y="0"/>
                </a:lnTo>
              </a:path>
            </a:pathLst>
          </a:custGeom>
          <a:ln w="7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89430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14246" y="6301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89430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987047" y="6265664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6003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87047" y="62656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87047" y="3839224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987047" y="3868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13436" y="6265664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6003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13436" y="62656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613436" y="3839224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613436" y="3868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247019" y="6265664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6003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47019" y="62656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47019" y="3839224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247019" y="3868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880632" y="6265664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6003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880632" y="62656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880632" y="3839224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880632" y="3868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514215" y="62656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514215" y="3868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389430" y="6092856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418234" y="60928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478218" y="6092856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478218" y="60928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389430" y="5682457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418234" y="56824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478218" y="5682457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478218" y="56824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89430" y="5272048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418234" y="52720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478218" y="5272048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478218" y="52720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5225533" y="5147352"/>
            <a:ext cx="14478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4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389430" y="4861640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418234" y="48616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478218" y="4861640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478218" y="48616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389430" y="4451241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772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418203" y="445124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478218" y="4451241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478218" y="445124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389400" y="4040833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418203" y="40408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478218" y="4040833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478218" y="40408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5103117" y="3916137"/>
            <a:ext cx="270510" cy="1083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10</a:t>
            </a:r>
            <a:endParaRPr sz="1850">
              <a:latin typeface="Times New Roman"/>
              <a:cs typeface="Times New Roman"/>
            </a:endParaRPr>
          </a:p>
          <a:p>
            <a:pPr marL="118745" algn="ctr">
              <a:lnSpc>
                <a:spcPct val="100000"/>
              </a:lnSpc>
              <a:spcBef>
                <a:spcPts val="1010"/>
              </a:spcBef>
            </a:pPr>
            <a:r>
              <a:rPr sz="1850" spc="5" dirty="0">
                <a:latin typeface="Times New Roman"/>
                <a:cs typeface="Times New Roman"/>
              </a:rPr>
              <a:t>8</a:t>
            </a:r>
            <a:endParaRPr sz="1850">
              <a:latin typeface="Times New Roman"/>
              <a:cs typeface="Times New Roman"/>
            </a:endParaRPr>
          </a:p>
          <a:p>
            <a:pPr marL="118745" algn="ctr">
              <a:lnSpc>
                <a:spcPct val="100000"/>
              </a:lnSpc>
              <a:spcBef>
                <a:spcPts val="1010"/>
              </a:spcBef>
            </a:pPr>
            <a:r>
              <a:rPr sz="1850" spc="5" dirty="0">
                <a:latin typeface="Times New Roman"/>
                <a:cs typeface="Times New Roman"/>
              </a:rPr>
              <a:t>6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514184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514184" y="6301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514184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389400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389460" y="5891259"/>
            <a:ext cx="3124835" cy="201930"/>
          </a:xfrm>
          <a:custGeom>
            <a:avLst/>
            <a:gdLst/>
            <a:ahLst/>
            <a:cxnLst/>
            <a:rect l="l" t="t" r="r" b="b"/>
            <a:pathLst>
              <a:path w="3124834" h="201929">
                <a:moveTo>
                  <a:pt x="0" y="201596"/>
                </a:moveTo>
                <a:lnTo>
                  <a:pt x="0" y="201596"/>
                </a:lnTo>
                <a:lnTo>
                  <a:pt x="280779" y="201596"/>
                </a:lnTo>
                <a:lnTo>
                  <a:pt x="309582" y="0"/>
                </a:lnTo>
                <a:lnTo>
                  <a:pt x="3088757" y="0"/>
                </a:lnTo>
                <a:lnTo>
                  <a:pt x="3124784" y="0"/>
                </a:lnTo>
              </a:path>
            </a:pathLst>
          </a:custGeom>
          <a:ln w="360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389460" y="4040833"/>
            <a:ext cx="3124835" cy="2052320"/>
          </a:xfrm>
          <a:custGeom>
            <a:avLst/>
            <a:gdLst/>
            <a:ahLst/>
            <a:cxnLst/>
            <a:rect l="l" t="t" r="r" b="b"/>
            <a:pathLst>
              <a:path w="3124834" h="2052320">
                <a:moveTo>
                  <a:pt x="0" y="2052022"/>
                </a:moveTo>
                <a:lnTo>
                  <a:pt x="0" y="2052022"/>
                </a:lnTo>
                <a:lnTo>
                  <a:pt x="309582" y="2052022"/>
                </a:lnTo>
                <a:lnTo>
                  <a:pt x="345579" y="1641623"/>
                </a:lnTo>
                <a:lnTo>
                  <a:pt x="374382" y="1310415"/>
                </a:lnTo>
                <a:lnTo>
                  <a:pt x="403186" y="1051216"/>
                </a:lnTo>
                <a:lnTo>
                  <a:pt x="439182" y="842405"/>
                </a:lnTo>
                <a:lnTo>
                  <a:pt x="467986" y="669609"/>
                </a:lnTo>
                <a:lnTo>
                  <a:pt x="503982" y="540007"/>
                </a:lnTo>
                <a:lnTo>
                  <a:pt x="532786" y="432006"/>
                </a:lnTo>
                <a:lnTo>
                  <a:pt x="561589" y="345603"/>
                </a:lnTo>
                <a:lnTo>
                  <a:pt x="597586" y="273606"/>
                </a:lnTo>
                <a:lnTo>
                  <a:pt x="626389" y="223207"/>
                </a:lnTo>
                <a:lnTo>
                  <a:pt x="662386" y="172795"/>
                </a:lnTo>
                <a:lnTo>
                  <a:pt x="691189" y="144007"/>
                </a:lnTo>
                <a:lnTo>
                  <a:pt x="719992" y="115206"/>
                </a:lnTo>
                <a:lnTo>
                  <a:pt x="755989" y="93595"/>
                </a:lnTo>
                <a:lnTo>
                  <a:pt x="784762" y="71997"/>
                </a:lnTo>
                <a:lnTo>
                  <a:pt x="813565" y="57601"/>
                </a:lnTo>
                <a:lnTo>
                  <a:pt x="849592" y="43196"/>
                </a:lnTo>
                <a:lnTo>
                  <a:pt x="878396" y="36003"/>
                </a:lnTo>
                <a:lnTo>
                  <a:pt x="914362" y="28800"/>
                </a:lnTo>
                <a:lnTo>
                  <a:pt x="943165" y="21598"/>
                </a:lnTo>
                <a:lnTo>
                  <a:pt x="971968" y="21598"/>
                </a:lnTo>
                <a:lnTo>
                  <a:pt x="1007996" y="14395"/>
                </a:lnTo>
                <a:lnTo>
                  <a:pt x="1036768" y="14395"/>
                </a:lnTo>
                <a:lnTo>
                  <a:pt x="1072765" y="7202"/>
                </a:lnTo>
                <a:lnTo>
                  <a:pt x="1101568" y="7202"/>
                </a:lnTo>
                <a:lnTo>
                  <a:pt x="1130372" y="7202"/>
                </a:lnTo>
                <a:lnTo>
                  <a:pt x="1166368" y="7202"/>
                </a:lnTo>
                <a:lnTo>
                  <a:pt x="1195172" y="7202"/>
                </a:lnTo>
                <a:lnTo>
                  <a:pt x="1223975" y="0"/>
                </a:lnTo>
                <a:lnTo>
                  <a:pt x="3088757" y="0"/>
                </a:lnTo>
                <a:lnTo>
                  <a:pt x="3124784" y="0"/>
                </a:lnTo>
              </a:path>
            </a:pathLst>
          </a:custGeom>
          <a:ln w="360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360657" y="6064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795" y="2993"/>
                </a:lnTo>
                <a:lnTo>
                  <a:pt x="51590" y="11250"/>
                </a:lnTo>
                <a:lnTo>
                  <a:pt x="57106" y="23262"/>
                </a:lnTo>
                <a:lnTo>
                  <a:pt x="54576" y="39213"/>
                </a:lnTo>
                <a:lnTo>
                  <a:pt x="47053" y="50498"/>
                </a:lnTo>
                <a:lnTo>
                  <a:pt x="35911" y="56551"/>
                </a:lnTo>
                <a:lnTo>
                  <a:pt x="19363" y="54442"/>
                </a:lnTo>
                <a:lnTo>
                  <a:pt x="7712" y="47505"/>
                </a:lnTo>
                <a:lnTo>
                  <a:pt x="1261" y="37014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389460" y="6064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796" y="2997"/>
                </a:lnTo>
                <a:lnTo>
                  <a:pt x="51579" y="11261"/>
                </a:lnTo>
                <a:lnTo>
                  <a:pt x="57081" y="23283"/>
                </a:lnTo>
                <a:lnTo>
                  <a:pt x="54548" y="39233"/>
                </a:lnTo>
                <a:lnTo>
                  <a:pt x="47025" y="50515"/>
                </a:lnTo>
                <a:lnTo>
                  <a:pt x="35876" y="56559"/>
                </a:lnTo>
                <a:lnTo>
                  <a:pt x="19340" y="54442"/>
                </a:lnTo>
                <a:lnTo>
                  <a:pt x="7696" y="47493"/>
                </a:lnTo>
                <a:lnTo>
                  <a:pt x="1254" y="3698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418234" y="6064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454230" y="6064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483033" y="6064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511837" y="6064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547833" y="6064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576637" y="6064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612633" y="6064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641437" y="6064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670240" y="6064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706237" y="56538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06"/>
                </a:lnTo>
                <a:lnTo>
                  <a:pt x="47068" y="50495"/>
                </a:lnTo>
                <a:lnTo>
                  <a:pt x="35924" y="56552"/>
                </a:lnTo>
                <a:lnTo>
                  <a:pt x="19372" y="54443"/>
                </a:lnTo>
                <a:lnTo>
                  <a:pt x="7719" y="47506"/>
                </a:lnTo>
                <a:lnTo>
                  <a:pt x="1265" y="37020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735040" y="532260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7" y="50498"/>
                </a:lnTo>
                <a:lnTo>
                  <a:pt x="35922" y="56551"/>
                </a:lnTo>
                <a:lnTo>
                  <a:pt x="19370" y="54443"/>
                </a:lnTo>
                <a:lnTo>
                  <a:pt x="7717" y="47508"/>
                </a:lnTo>
                <a:lnTo>
                  <a:pt x="1264" y="3702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763843" y="506340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795" y="2991"/>
                </a:lnTo>
                <a:lnTo>
                  <a:pt x="51590" y="11245"/>
                </a:lnTo>
                <a:lnTo>
                  <a:pt x="57106" y="23259"/>
                </a:lnTo>
                <a:lnTo>
                  <a:pt x="54576" y="39206"/>
                </a:lnTo>
                <a:lnTo>
                  <a:pt x="47054" y="50493"/>
                </a:lnTo>
                <a:lnTo>
                  <a:pt x="35913" y="56550"/>
                </a:lnTo>
                <a:lnTo>
                  <a:pt x="19364" y="54440"/>
                </a:lnTo>
                <a:lnTo>
                  <a:pt x="7713" y="47501"/>
                </a:lnTo>
                <a:lnTo>
                  <a:pt x="1262" y="3701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799840" y="485460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34"/>
                </a:moveTo>
                <a:lnTo>
                  <a:pt x="3443" y="14897"/>
                </a:lnTo>
                <a:lnTo>
                  <a:pt x="12609" y="4769"/>
                </a:lnTo>
                <a:lnTo>
                  <a:pt x="25750" y="0"/>
                </a:lnTo>
                <a:lnTo>
                  <a:pt x="40815" y="2994"/>
                </a:lnTo>
                <a:lnTo>
                  <a:pt x="51604" y="11251"/>
                </a:lnTo>
                <a:lnTo>
                  <a:pt x="57109" y="23265"/>
                </a:lnTo>
                <a:lnTo>
                  <a:pt x="54581" y="39212"/>
                </a:lnTo>
                <a:lnTo>
                  <a:pt x="47061" y="50495"/>
                </a:lnTo>
                <a:lnTo>
                  <a:pt x="35912" y="56545"/>
                </a:lnTo>
                <a:lnTo>
                  <a:pt x="19363" y="54434"/>
                </a:lnTo>
                <a:lnTo>
                  <a:pt x="7712" y="47496"/>
                </a:lnTo>
                <a:lnTo>
                  <a:pt x="1261" y="37005"/>
                </a:lnTo>
                <a:lnTo>
                  <a:pt x="0" y="28634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810643" y="3994187"/>
            <a:ext cx="2749845" cy="7621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3703932" y="5487892"/>
            <a:ext cx="23495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20" dirty="0">
                <a:latin typeface="Symbol"/>
                <a:cs typeface="Symbol"/>
              </a:rPr>
              <a:t>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5225533" y="5557766"/>
            <a:ext cx="144780" cy="673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spc="5" dirty="0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527214" y="5715523"/>
            <a:ext cx="1187450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Symbol"/>
                <a:cs typeface="Symbol"/>
              </a:rPr>
              <a:t>−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0.</a:t>
            </a:r>
            <a:r>
              <a:rPr sz="2400" spc="95" dirty="0">
                <a:latin typeface="Times New Roman"/>
                <a:cs typeface="Times New Roman"/>
              </a:rPr>
              <a:t>8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44" baseline="32407" dirty="0">
                <a:latin typeface="Symbol"/>
                <a:cs typeface="Symbol"/>
              </a:rPr>
              <a:t>−</a:t>
            </a:r>
            <a:r>
              <a:rPr sz="2700" spc="-15" baseline="32407" dirty="0">
                <a:latin typeface="Times New Roman"/>
                <a:cs typeface="Times New Roman"/>
              </a:rPr>
              <a:t>1</a:t>
            </a:r>
            <a:endParaRPr sz="2700" baseline="32407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851936" y="6328172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20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478325" y="6328172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40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111929" y="6328172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60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7745520" y="6328172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80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321529" y="6328172"/>
            <a:ext cx="393065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100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dirty="0">
                <a:latin typeface="Calibri"/>
                <a:cs typeface="Calibri"/>
              </a:rPr>
              <a:t>M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tlab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60" dirty="0">
                <a:latin typeface="Calibri"/>
                <a:cs typeface="Calibri"/>
              </a:rPr>
              <a:t>x</a:t>
            </a:r>
            <a:r>
              <a:rPr dirty="0">
                <a:latin typeface="Calibri"/>
                <a:cs typeface="Calibri"/>
              </a:rPr>
              <a:t>amp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(wit</a:t>
            </a:r>
            <a:r>
              <a:rPr dirty="0">
                <a:latin typeface="Calibri"/>
                <a:cs typeface="Calibri"/>
              </a:rPr>
              <a:t>h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n</a:t>
            </a:r>
            <a:r>
              <a:rPr spc="-5" dirty="0">
                <a:latin typeface="Calibri"/>
                <a:cs typeface="Calibri"/>
              </a:rPr>
              <a:t>ois</a:t>
            </a:r>
            <a:r>
              <a:rPr spc="-1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1968960"/>
            <a:ext cx="467042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2275" algn="l"/>
                <a:tab pos="695325" algn="l"/>
                <a:tab pos="2334895" algn="l"/>
                <a:tab pos="2880995" algn="l"/>
                <a:tab pos="4110990" algn="l"/>
              </a:tabLst>
            </a:pPr>
            <a:r>
              <a:rPr sz="1800" spc="-10" dirty="0">
                <a:latin typeface="Courier New"/>
                <a:cs typeface="Courier New"/>
              </a:rPr>
              <a:t>&gt;</a:t>
            </a:r>
            <a:r>
              <a:rPr sz="1800" dirty="0">
                <a:latin typeface="Courier New"/>
                <a:cs typeface="Courier New"/>
              </a:rPr>
              <a:t>&gt;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u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=</a:t>
            </a:r>
            <a:r>
              <a:rPr sz="1800" spc="-5" dirty="0">
                <a:latin typeface="Courier New"/>
                <a:cs typeface="Courier New"/>
              </a:rPr>
              <a:t>[</a:t>
            </a:r>
            <a:r>
              <a:rPr sz="1800" spc="-10" dirty="0">
                <a:latin typeface="Courier New"/>
                <a:cs typeface="Courier New"/>
              </a:rPr>
              <a:t>zero</a:t>
            </a:r>
            <a:r>
              <a:rPr sz="1800" spc="-5" dirty="0">
                <a:latin typeface="Courier New"/>
                <a:cs typeface="Courier New"/>
              </a:rPr>
              <a:t>s</a:t>
            </a:r>
            <a:r>
              <a:rPr sz="1800" spc="-10" dirty="0">
                <a:latin typeface="Courier New"/>
                <a:cs typeface="Courier New"/>
              </a:rPr>
              <a:t>(10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1)</a:t>
            </a:r>
            <a:r>
              <a:rPr sz="1800" dirty="0">
                <a:latin typeface="Courier New"/>
                <a:cs typeface="Courier New"/>
              </a:rPr>
              <a:t>;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Courier New"/>
                <a:cs typeface="Courier New"/>
              </a:rPr>
              <a:t>o</a:t>
            </a:r>
            <a:r>
              <a:rPr sz="1800" spc="-10" dirty="0">
                <a:latin typeface="Courier New"/>
                <a:cs typeface="Courier New"/>
              </a:rPr>
              <a:t>nes(</a:t>
            </a:r>
            <a:r>
              <a:rPr sz="1800" spc="-5" dirty="0">
                <a:latin typeface="Courier New"/>
                <a:cs typeface="Courier New"/>
              </a:rPr>
              <a:t>9</a:t>
            </a:r>
            <a:r>
              <a:rPr sz="1800" spc="-10" dirty="0">
                <a:latin typeface="Courier New"/>
                <a:cs typeface="Courier New"/>
              </a:rPr>
              <a:t>0</a:t>
            </a:r>
            <a:r>
              <a:rPr sz="1800" dirty="0">
                <a:latin typeface="Courier New"/>
                <a:cs typeface="Courier New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1</a:t>
            </a:r>
            <a:r>
              <a:rPr sz="1800" spc="-5" dirty="0">
                <a:latin typeface="Courier New"/>
                <a:cs typeface="Courier New"/>
              </a:rPr>
              <a:t>)</a:t>
            </a:r>
            <a:r>
              <a:rPr sz="1800" spc="-10" dirty="0"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91005" y="1968960"/>
            <a:ext cx="16649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5115" algn="l"/>
                <a:tab pos="968375" algn="l"/>
              </a:tabLst>
            </a:pPr>
            <a:r>
              <a:rPr sz="1800" dirty="0">
                <a:latin typeface="Courier New"/>
                <a:cs typeface="Courier New"/>
              </a:rPr>
              <a:t>%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st</a:t>
            </a:r>
            <a:r>
              <a:rPr sz="1800" spc="-5" dirty="0">
                <a:latin typeface="Courier New"/>
                <a:cs typeface="Courier New"/>
              </a:rPr>
              <a:t>e</a:t>
            </a:r>
            <a:r>
              <a:rPr sz="1800" dirty="0">
                <a:latin typeface="Courier New"/>
                <a:cs typeface="Courier New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in</a:t>
            </a:r>
            <a:r>
              <a:rPr sz="1800" dirty="0">
                <a:latin typeface="Courier New"/>
                <a:cs typeface="Courier New"/>
              </a:rPr>
              <a:t>p</a:t>
            </a:r>
            <a:r>
              <a:rPr sz="1800" spc="-10" dirty="0">
                <a:latin typeface="Courier New"/>
                <a:cs typeface="Courier New"/>
              </a:rPr>
              <a:t>ut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31" y="3090696"/>
            <a:ext cx="1938655" cy="1002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2275" algn="l"/>
                <a:tab pos="1515110" algn="l"/>
              </a:tabLst>
            </a:pPr>
            <a:r>
              <a:rPr sz="1800" spc="-10" dirty="0">
                <a:latin typeface="Courier New"/>
                <a:cs typeface="Courier New"/>
              </a:rPr>
              <a:t>&gt;</a:t>
            </a:r>
            <a:r>
              <a:rPr sz="1800" dirty="0">
                <a:latin typeface="Courier New"/>
                <a:cs typeface="Courier New"/>
              </a:rPr>
              <a:t>&gt;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plo</a:t>
            </a:r>
            <a:r>
              <a:rPr sz="1800" spc="-5" dirty="0">
                <a:latin typeface="Courier New"/>
                <a:cs typeface="Courier New"/>
              </a:rPr>
              <a:t>t</a:t>
            </a:r>
            <a:r>
              <a:rPr sz="1800" spc="-10" dirty="0">
                <a:latin typeface="Courier New"/>
                <a:cs typeface="Courier New"/>
              </a:rPr>
              <a:t>([</a:t>
            </a:r>
            <a:r>
              <a:rPr sz="1800" dirty="0">
                <a:latin typeface="Courier New"/>
                <a:cs typeface="Courier New"/>
              </a:rPr>
              <a:t>u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Courier New"/>
                <a:cs typeface="Courier New"/>
              </a:rPr>
              <a:t>y</a:t>
            </a:r>
            <a:r>
              <a:rPr sz="1800" spc="-10" dirty="0">
                <a:latin typeface="Courier New"/>
                <a:cs typeface="Courier New"/>
              </a:rPr>
              <a:t>])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spc="-10" dirty="0">
                <a:latin typeface="Courier New"/>
                <a:cs typeface="Courier New"/>
              </a:rPr>
              <a:t>&gt;&gt;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800" spc="-10" dirty="0">
                <a:latin typeface="Courier New"/>
                <a:cs typeface="Courier New"/>
              </a:rPr>
              <a:t>&gt;&gt;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9369" y="3090696"/>
            <a:ext cx="2896870" cy="627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>
              <a:lnSpc>
                <a:spcPct val="100000"/>
              </a:lnSpc>
              <a:tabLst>
                <a:tab pos="287020" algn="l"/>
                <a:tab pos="970280" algn="l"/>
                <a:tab pos="2336165" algn="l"/>
              </a:tabLst>
            </a:pPr>
            <a:r>
              <a:rPr sz="1800" dirty="0">
                <a:latin typeface="Courier New"/>
                <a:cs typeface="Courier New"/>
              </a:rPr>
              <a:t>%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pl</a:t>
            </a:r>
            <a:r>
              <a:rPr sz="1800" spc="-5" dirty="0">
                <a:latin typeface="Courier New"/>
                <a:cs typeface="Courier New"/>
              </a:rPr>
              <a:t>o</a:t>
            </a:r>
            <a:r>
              <a:rPr sz="1800" dirty="0">
                <a:latin typeface="Courier New"/>
                <a:cs typeface="Courier New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si</a:t>
            </a:r>
            <a:r>
              <a:rPr sz="1800" dirty="0">
                <a:latin typeface="Courier New"/>
                <a:cs typeface="Courier New"/>
              </a:rPr>
              <a:t>m</a:t>
            </a:r>
            <a:r>
              <a:rPr sz="1800" spc="-10" dirty="0">
                <a:latin typeface="Courier New"/>
                <a:cs typeface="Courier New"/>
              </a:rPr>
              <a:t>ulat</a:t>
            </a:r>
            <a:r>
              <a:rPr sz="1800" spc="-5" dirty="0">
                <a:latin typeface="Courier New"/>
                <a:cs typeface="Courier New"/>
              </a:rPr>
              <a:t>e</a:t>
            </a:r>
            <a:r>
              <a:rPr sz="1800" dirty="0">
                <a:latin typeface="Courier New"/>
                <a:cs typeface="Courier New"/>
              </a:rPr>
              <a:t>d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da</a:t>
            </a:r>
            <a:r>
              <a:rPr sz="1800" spc="-5" dirty="0">
                <a:latin typeface="Courier New"/>
                <a:cs typeface="Courier New"/>
              </a:rPr>
              <a:t>t</a:t>
            </a:r>
            <a:r>
              <a:rPr sz="1800" dirty="0"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85115" algn="l"/>
                <a:tab pos="1649730" algn="l"/>
              </a:tabLst>
            </a:pPr>
            <a:r>
              <a:rPr sz="1800" dirty="0">
                <a:latin typeface="Courier New"/>
                <a:cs typeface="Courier New"/>
              </a:rPr>
              <a:t>%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ex</a:t>
            </a:r>
            <a:r>
              <a:rPr sz="1800" spc="-5" dirty="0">
                <a:latin typeface="Courier New"/>
                <a:cs typeface="Courier New"/>
              </a:rPr>
              <a:t>o</a:t>
            </a:r>
            <a:r>
              <a:rPr sz="1800" spc="-10" dirty="0">
                <a:latin typeface="Courier New"/>
                <a:cs typeface="Courier New"/>
              </a:rPr>
              <a:t>geno</a:t>
            </a:r>
            <a:r>
              <a:rPr sz="1800" spc="-5" dirty="0">
                <a:latin typeface="Courier New"/>
                <a:cs typeface="Courier New"/>
              </a:rPr>
              <a:t>u</a:t>
            </a:r>
            <a:r>
              <a:rPr sz="1800" dirty="0">
                <a:latin typeface="Courier New"/>
                <a:cs typeface="Courier New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va</a:t>
            </a:r>
            <a:r>
              <a:rPr sz="1800" dirty="0">
                <a:latin typeface="Courier New"/>
                <a:cs typeface="Courier New"/>
              </a:rPr>
              <a:t>r</a:t>
            </a:r>
            <a:r>
              <a:rPr sz="1800" spc="-10" dirty="0">
                <a:latin typeface="Courier New"/>
                <a:cs typeface="Courier New"/>
              </a:rPr>
              <a:t>iabl</a:t>
            </a:r>
            <a:r>
              <a:rPr sz="1800" spc="-5" dirty="0">
                <a:latin typeface="Courier New"/>
                <a:cs typeface="Courier New"/>
              </a:rPr>
              <a:t>e</a:t>
            </a:r>
            <a:r>
              <a:rPr sz="1800" dirty="0">
                <a:latin typeface="Courier New"/>
                <a:cs typeface="Courier New"/>
              </a:rPr>
              <a:t>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6035" y="3464005"/>
            <a:ext cx="2211070" cy="628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6400"/>
              </a:lnSpc>
              <a:tabLst>
                <a:tab pos="285115" algn="l"/>
                <a:tab pos="558800" algn="l"/>
                <a:tab pos="831850" algn="l"/>
                <a:tab pos="1104265" algn="l"/>
              </a:tabLst>
            </a:pPr>
            <a:r>
              <a:rPr sz="1800" dirty="0">
                <a:latin typeface="Courier New"/>
                <a:cs typeface="Courier New"/>
              </a:rPr>
              <a:t>z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[-y(</a:t>
            </a:r>
            <a:r>
              <a:rPr sz="1800" spc="-5" dirty="0">
                <a:latin typeface="Courier New"/>
                <a:cs typeface="Courier New"/>
              </a:rPr>
              <a:t>1</a:t>
            </a:r>
            <a:r>
              <a:rPr sz="1800" spc="-10" dirty="0">
                <a:latin typeface="Courier New"/>
                <a:cs typeface="Courier New"/>
              </a:rPr>
              <a:t>:end</a:t>
            </a:r>
            <a:r>
              <a:rPr sz="1800" spc="-5" dirty="0">
                <a:latin typeface="Courier New"/>
                <a:cs typeface="Courier New"/>
              </a:rPr>
              <a:t>-</a:t>
            </a:r>
            <a:r>
              <a:rPr sz="1800" spc="-10" dirty="0">
                <a:latin typeface="Courier New"/>
                <a:cs typeface="Courier New"/>
              </a:rPr>
              <a:t>1)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urier New"/>
                <a:cs typeface="Courier New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z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\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Courier New"/>
                <a:cs typeface="Courier New"/>
              </a:rPr>
              <a:t>y</a:t>
            </a:r>
            <a:r>
              <a:rPr sz="1800" spc="-10" dirty="0">
                <a:latin typeface="Courier New"/>
                <a:cs typeface="Courier New"/>
              </a:rPr>
              <a:t>(2:e</a:t>
            </a:r>
            <a:r>
              <a:rPr sz="1800" spc="-5" dirty="0">
                <a:latin typeface="Courier New"/>
                <a:cs typeface="Courier New"/>
              </a:rPr>
              <a:t>n</a:t>
            </a:r>
            <a:r>
              <a:rPr sz="1800" spc="-10" dirty="0">
                <a:latin typeface="Courier New"/>
                <a:cs typeface="Courier New"/>
              </a:rPr>
              <a:t>d)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67708" y="3464005"/>
            <a:ext cx="16637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u</a:t>
            </a:r>
            <a:r>
              <a:rPr sz="1800" spc="-5" dirty="0">
                <a:latin typeface="Courier New"/>
                <a:cs typeface="Courier New"/>
              </a:rPr>
              <a:t>(</a:t>
            </a:r>
            <a:r>
              <a:rPr sz="1800" spc="-10" dirty="0">
                <a:latin typeface="Courier New"/>
                <a:cs typeface="Courier New"/>
              </a:rPr>
              <a:t>1:end-1)];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6019" y="3839230"/>
            <a:ext cx="3124835" cy="2462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6530">
              <a:lnSpc>
                <a:spcPct val="100000"/>
              </a:lnSpc>
              <a:tabLst>
                <a:tab pos="449580" algn="l"/>
                <a:tab pos="859790" algn="l"/>
              </a:tabLst>
            </a:pPr>
            <a:r>
              <a:rPr sz="1800" dirty="0">
                <a:latin typeface="Courier New"/>
                <a:cs typeface="Courier New"/>
              </a:rPr>
              <a:t>%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L</a:t>
            </a:r>
            <a:r>
              <a:rPr sz="1800" dirty="0">
                <a:latin typeface="Courier New"/>
                <a:cs typeface="Courier New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Courier New"/>
                <a:cs typeface="Courier New"/>
              </a:rPr>
              <a:t>esti</a:t>
            </a:r>
            <a:r>
              <a:rPr sz="1800" spc="-5" dirty="0">
                <a:latin typeface="Courier New"/>
                <a:cs typeface="Courier New"/>
              </a:rPr>
              <a:t>m</a:t>
            </a:r>
            <a:r>
              <a:rPr sz="1800" spc="-10" dirty="0">
                <a:latin typeface="Courier New"/>
                <a:cs typeface="Courier New"/>
              </a:rPr>
              <a:t>ation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31" y="4212445"/>
            <a:ext cx="1391285" cy="1002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5750" algn="l"/>
              </a:tabLst>
            </a:pPr>
            <a:r>
              <a:rPr sz="1800" dirty="0">
                <a:latin typeface="Courier New"/>
                <a:cs typeface="Courier New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Courier New"/>
                <a:cs typeface="Courier New"/>
              </a:rPr>
              <a:t>=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780"/>
              </a:spcBef>
            </a:pPr>
            <a:r>
              <a:rPr sz="1800" spc="-10" dirty="0">
                <a:latin typeface="Courier New"/>
                <a:cs typeface="Courier New"/>
              </a:rPr>
              <a:t>-0.</a:t>
            </a:r>
            <a:r>
              <a:rPr sz="1800" spc="-5" dirty="0">
                <a:latin typeface="Courier New"/>
                <a:cs typeface="Courier New"/>
              </a:rPr>
              <a:t>7</a:t>
            </a:r>
            <a:r>
              <a:rPr sz="1800" spc="-10" dirty="0">
                <a:latin typeface="Courier New"/>
                <a:cs typeface="Courier New"/>
              </a:rPr>
              <a:t>658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785"/>
              </a:spcBef>
            </a:pPr>
            <a:r>
              <a:rPr sz="1800" spc="-10" dirty="0">
                <a:latin typeface="Courier New"/>
                <a:cs typeface="Courier New"/>
              </a:rPr>
              <a:t>2.</a:t>
            </a:r>
            <a:r>
              <a:rPr sz="1800" spc="-5" dirty="0">
                <a:latin typeface="Courier New"/>
                <a:cs typeface="Courier New"/>
              </a:rPr>
              <a:t>4</a:t>
            </a:r>
            <a:r>
              <a:rPr sz="1800" spc="-10" dirty="0">
                <a:latin typeface="Courier New"/>
                <a:cs typeface="Courier New"/>
              </a:rPr>
              <a:t>255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67230" y="5428869"/>
            <a:ext cx="1285875" cy="1072515"/>
          </a:xfrm>
          <a:custGeom>
            <a:avLst/>
            <a:gdLst/>
            <a:ahLst/>
            <a:cxnLst/>
            <a:rect l="l" t="t" r="r" b="b"/>
            <a:pathLst>
              <a:path w="1285875" h="1072514">
                <a:moveTo>
                  <a:pt x="1106804" y="0"/>
                </a:moveTo>
                <a:lnTo>
                  <a:pt x="165447" y="483"/>
                </a:lnTo>
                <a:lnTo>
                  <a:pt x="123301" y="8749"/>
                </a:lnTo>
                <a:lnTo>
                  <a:pt x="85343" y="26287"/>
                </a:lnTo>
                <a:lnTo>
                  <a:pt x="52833" y="51838"/>
                </a:lnTo>
                <a:lnTo>
                  <a:pt x="27032" y="84141"/>
                </a:lnTo>
                <a:lnTo>
                  <a:pt x="9200" y="121934"/>
                </a:lnTo>
                <a:lnTo>
                  <a:pt x="598" y="163958"/>
                </a:lnTo>
                <a:lnTo>
                  <a:pt x="0" y="178688"/>
                </a:lnTo>
                <a:lnTo>
                  <a:pt x="483" y="906684"/>
                </a:lnTo>
                <a:lnTo>
                  <a:pt x="8751" y="948828"/>
                </a:lnTo>
                <a:lnTo>
                  <a:pt x="26291" y="986786"/>
                </a:lnTo>
                <a:lnTo>
                  <a:pt x="51842" y="1019297"/>
                </a:lnTo>
                <a:lnTo>
                  <a:pt x="84144" y="1045099"/>
                </a:lnTo>
                <a:lnTo>
                  <a:pt x="121936" y="1062932"/>
                </a:lnTo>
                <a:lnTo>
                  <a:pt x="163959" y="1071535"/>
                </a:lnTo>
                <a:lnTo>
                  <a:pt x="178688" y="1072133"/>
                </a:lnTo>
                <a:lnTo>
                  <a:pt x="1120056" y="1071650"/>
                </a:lnTo>
                <a:lnTo>
                  <a:pt x="1162199" y="1063381"/>
                </a:lnTo>
                <a:lnTo>
                  <a:pt x="1200155" y="1045839"/>
                </a:lnTo>
                <a:lnTo>
                  <a:pt x="1232663" y="1020285"/>
                </a:lnTo>
                <a:lnTo>
                  <a:pt x="1258463" y="987980"/>
                </a:lnTo>
                <a:lnTo>
                  <a:pt x="1276294" y="950186"/>
                </a:lnTo>
                <a:lnTo>
                  <a:pt x="1284895" y="908162"/>
                </a:lnTo>
                <a:lnTo>
                  <a:pt x="1285493" y="893432"/>
                </a:lnTo>
                <a:lnTo>
                  <a:pt x="1285010" y="165447"/>
                </a:lnTo>
                <a:lnTo>
                  <a:pt x="1276744" y="123301"/>
                </a:lnTo>
                <a:lnTo>
                  <a:pt x="1259206" y="85343"/>
                </a:lnTo>
                <a:lnTo>
                  <a:pt x="1233655" y="52833"/>
                </a:lnTo>
                <a:lnTo>
                  <a:pt x="1201352" y="27032"/>
                </a:lnTo>
                <a:lnTo>
                  <a:pt x="1163558" y="9200"/>
                </a:lnTo>
                <a:lnTo>
                  <a:pt x="1121535" y="598"/>
                </a:lnTo>
                <a:lnTo>
                  <a:pt x="110680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67230" y="5428869"/>
            <a:ext cx="1285875" cy="1072515"/>
          </a:xfrm>
          <a:custGeom>
            <a:avLst/>
            <a:gdLst/>
            <a:ahLst/>
            <a:cxnLst/>
            <a:rect l="l" t="t" r="r" b="b"/>
            <a:pathLst>
              <a:path w="1285875" h="1072514">
                <a:moveTo>
                  <a:pt x="0" y="178688"/>
                </a:moveTo>
                <a:lnTo>
                  <a:pt x="5245" y="135535"/>
                </a:lnTo>
                <a:lnTo>
                  <a:pt x="20140" y="96191"/>
                </a:lnTo>
                <a:lnTo>
                  <a:pt x="43425" y="61918"/>
                </a:lnTo>
                <a:lnTo>
                  <a:pt x="73839" y="33976"/>
                </a:lnTo>
                <a:lnTo>
                  <a:pt x="110121" y="13627"/>
                </a:lnTo>
                <a:lnTo>
                  <a:pt x="151011" y="2130"/>
                </a:lnTo>
                <a:lnTo>
                  <a:pt x="1106804" y="0"/>
                </a:lnTo>
                <a:lnTo>
                  <a:pt x="1121535" y="598"/>
                </a:lnTo>
                <a:lnTo>
                  <a:pt x="1163558" y="9200"/>
                </a:lnTo>
                <a:lnTo>
                  <a:pt x="1201352" y="27032"/>
                </a:lnTo>
                <a:lnTo>
                  <a:pt x="1233655" y="52833"/>
                </a:lnTo>
                <a:lnTo>
                  <a:pt x="1259206" y="85343"/>
                </a:lnTo>
                <a:lnTo>
                  <a:pt x="1276744" y="123301"/>
                </a:lnTo>
                <a:lnTo>
                  <a:pt x="1285010" y="165447"/>
                </a:lnTo>
                <a:lnTo>
                  <a:pt x="1285493" y="893432"/>
                </a:lnTo>
                <a:lnTo>
                  <a:pt x="1284895" y="908162"/>
                </a:lnTo>
                <a:lnTo>
                  <a:pt x="1276294" y="950186"/>
                </a:lnTo>
                <a:lnTo>
                  <a:pt x="1258463" y="987980"/>
                </a:lnTo>
                <a:lnTo>
                  <a:pt x="1232663" y="1020285"/>
                </a:lnTo>
                <a:lnTo>
                  <a:pt x="1200155" y="1045839"/>
                </a:lnTo>
                <a:lnTo>
                  <a:pt x="1162199" y="1063381"/>
                </a:lnTo>
                <a:lnTo>
                  <a:pt x="1120056" y="1071650"/>
                </a:lnTo>
                <a:lnTo>
                  <a:pt x="178688" y="1072133"/>
                </a:lnTo>
                <a:lnTo>
                  <a:pt x="163959" y="1071535"/>
                </a:lnTo>
                <a:lnTo>
                  <a:pt x="121936" y="1062932"/>
                </a:lnTo>
                <a:lnTo>
                  <a:pt x="84144" y="1045099"/>
                </a:lnTo>
                <a:lnTo>
                  <a:pt x="51842" y="1019297"/>
                </a:lnTo>
                <a:lnTo>
                  <a:pt x="26291" y="986786"/>
                </a:lnTo>
                <a:lnTo>
                  <a:pt x="8751" y="948828"/>
                </a:lnTo>
                <a:lnTo>
                  <a:pt x="483" y="906684"/>
                </a:lnTo>
                <a:lnTo>
                  <a:pt x="0" y="178688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55010" y="5991225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4" h="1904">
                <a:moveTo>
                  <a:pt x="0" y="0"/>
                </a:moveTo>
                <a:lnTo>
                  <a:pt x="760917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39637" y="5948159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291" y="44601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16009" y="5986596"/>
            <a:ext cx="1174750" cy="0"/>
          </a:xfrm>
          <a:custGeom>
            <a:avLst/>
            <a:gdLst/>
            <a:ahLst/>
            <a:cxnLst/>
            <a:rect l="l" t="t" r="r" b="b"/>
            <a:pathLst>
              <a:path w="1174750">
                <a:moveTo>
                  <a:pt x="0" y="0"/>
                </a:moveTo>
                <a:lnTo>
                  <a:pt x="1174362" y="0"/>
                </a:lnTo>
              </a:path>
            </a:pathLst>
          </a:custGeom>
          <a:ln w="12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813726" y="5534517"/>
            <a:ext cx="574675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87" baseline="-24305" dirty="0">
                <a:latin typeface="Times New Roman"/>
                <a:cs typeface="Times New Roman"/>
              </a:rPr>
              <a:t>2</a:t>
            </a:r>
            <a:r>
              <a:rPr sz="3600" i="1" spc="225" baseline="-24305" dirty="0">
                <a:latin typeface="Times New Roman"/>
                <a:cs typeface="Times New Roman"/>
              </a:rPr>
              <a:t>z</a:t>
            </a: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14055" y="5491129"/>
            <a:ext cx="25781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45" dirty="0">
                <a:latin typeface="Times New Roman"/>
                <a:cs typeface="Times New Roman"/>
              </a:rPr>
              <a:t>x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1030" y="5511703"/>
            <a:ext cx="28194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0" dirty="0">
                <a:latin typeface="Times New Roman"/>
                <a:cs typeface="Times New Roman"/>
              </a:rPr>
              <a:t>u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40648" y="5739003"/>
            <a:ext cx="500380" cy="500380"/>
          </a:xfrm>
          <a:custGeom>
            <a:avLst/>
            <a:gdLst/>
            <a:ahLst/>
            <a:cxnLst/>
            <a:rect l="l" t="t" r="r" b="b"/>
            <a:pathLst>
              <a:path w="500379" h="500379">
                <a:moveTo>
                  <a:pt x="0" y="249935"/>
                </a:moveTo>
                <a:lnTo>
                  <a:pt x="3271" y="209393"/>
                </a:lnTo>
                <a:lnTo>
                  <a:pt x="12741" y="170934"/>
                </a:lnTo>
                <a:lnTo>
                  <a:pt x="27895" y="135073"/>
                </a:lnTo>
                <a:lnTo>
                  <a:pt x="48220" y="102324"/>
                </a:lnTo>
                <a:lnTo>
                  <a:pt x="73201" y="73202"/>
                </a:lnTo>
                <a:lnTo>
                  <a:pt x="102323" y="48221"/>
                </a:lnTo>
                <a:lnTo>
                  <a:pt x="135072" y="27896"/>
                </a:lnTo>
                <a:lnTo>
                  <a:pt x="170933" y="12741"/>
                </a:lnTo>
                <a:lnTo>
                  <a:pt x="209393" y="3271"/>
                </a:lnTo>
                <a:lnTo>
                  <a:pt x="249935" y="0"/>
                </a:lnTo>
                <a:lnTo>
                  <a:pt x="270431" y="828"/>
                </a:lnTo>
                <a:lnTo>
                  <a:pt x="309991" y="7263"/>
                </a:lnTo>
                <a:lnTo>
                  <a:pt x="347212" y="19640"/>
                </a:lnTo>
                <a:lnTo>
                  <a:pt x="381581" y="37444"/>
                </a:lnTo>
                <a:lnTo>
                  <a:pt x="412582" y="60162"/>
                </a:lnTo>
                <a:lnTo>
                  <a:pt x="439700" y="87278"/>
                </a:lnTo>
                <a:lnTo>
                  <a:pt x="462420" y="118278"/>
                </a:lnTo>
                <a:lnTo>
                  <a:pt x="480227" y="152647"/>
                </a:lnTo>
                <a:lnTo>
                  <a:pt x="492606" y="189871"/>
                </a:lnTo>
                <a:lnTo>
                  <a:pt x="499043" y="229436"/>
                </a:lnTo>
                <a:lnTo>
                  <a:pt x="499871" y="249935"/>
                </a:lnTo>
                <a:lnTo>
                  <a:pt x="499043" y="270435"/>
                </a:lnTo>
                <a:lnTo>
                  <a:pt x="492606" y="310000"/>
                </a:lnTo>
                <a:lnTo>
                  <a:pt x="480227" y="347224"/>
                </a:lnTo>
                <a:lnTo>
                  <a:pt x="462420" y="381593"/>
                </a:lnTo>
                <a:lnTo>
                  <a:pt x="439700" y="412593"/>
                </a:lnTo>
                <a:lnTo>
                  <a:pt x="412582" y="439709"/>
                </a:lnTo>
                <a:lnTo>
                  <a:pt x="381581" y="462427"/>
                </a:lnTo>
                <a:lnTo>
                  <a:pt x="347212" y="480231"/>
                </a:lnTo>
                <a:lnTo>
                  <a:pt x="309991" y="492608"/>
                </a:lnTo>
                <a:lnTo>
                  <a:pt x="270431" y="499043"/>
                </a:lnTo>
                <a:lnTo>
                  <a:pt x="249935" y="499871"/>
                </a:lnTo>
                <a:lnTo>
                  <a:pt x="229436" y="499043"/>
                </a:lnTo>
                <a:lnTo>
                  <a:pt x="189870" y="492608"/>
                </a:lnTo>
                <a:lnTo>
                  <a:pt x="152646" y="480231"/>
                </a:lnTo>
                <a:lnTo>
                  <a:pt x="118276" y="462427"/>
                </a:lnTo>
                <a:lnTo>
                  <a:pt x="87277" y="439709"/>
                </a:lnTo>
                <a:lnTo>
                  <a:pt x="60161" y="412593"/>
                </a:lnTo>
                <a:lnTo>
                  <a:pt x="37444" y="381593"/>
                </a:lnTo>
                <a:lnTo>
                  <a:pt x="19640" y="347224"/>
                </a:lnTo>
                <a:lnTo>
                  <a:pt x="7263" y="310000"/>
                </a:lnTo>
                <a:lnTo>
                  <a:pt x="828" y="270435"/>
                </a:lnTo>
                <a:lnTo>
                  <a:pt x="0" y="249935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91224" y="5154548"/>
            <a:ext cx="14604" cy="559435"/>
          </a:xfrm>
          <a:custGeom>
            <a:avLst/>
            <a:gdLst/>
            <a:ahLst/>
            <a:cxnLst/>
            <a:rect l="l" t="t" r="r" b="b"/>
            <a:pathLst>
              <a:path w="14604" h="559435">
                <a:moveTo>
                  <a:pt x="14417" y="0"/>
                </a:moveTo>
                <a:lnTo>
                  <a:pt x="0" y="55932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48735" y="5636550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298"/>
                </a:moveTo>
                <a:lnTo>
                  <a:pt x="42489" y="77318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232046" y="5514752"/>
            <a:ext cx="26289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0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41499" y="5006395"/>
            <a:ext cx="286385" cy="410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25" dirty="0">
                <a:latin typeface="Symbol"/>
                <a:cs typeface="Symbol"/>
              </a:rPr>
              <a:t></a:t>
            </a:r>
            <a:r>
              <a:rPr sz="2625" i="1" spc="7" baseline="-19047" dirty="0">
                <a:latin typeface="Times New Roman"/>
                <a:cs typeface="Times New Roman"/>
              </a:rPr>
              <a:t>k</a:t>
            </a:r>
            <a:endParaRPr sz="2625" baseline="-19047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65606" y="5976747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5" h="1904">
                <a:moveTo>
                  <a:pt x="0" y="0"/>
                </a:moveTo>
                <a:lnTo>
                  <a:pt x="760917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50239" y="5933682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79" y="0"/>
                </a:moveTo>
                <a:lnTo>
                  <a:pt x="76294" y="44601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24518" y="5976747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4" h="1904">
                <a:moveTo>
                  <a:pt x="0" y="0"/>
                </a:moveTo>
                <a:lnTo>
                  <a:pt x="760902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09129" y="5933682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291" y="44601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26019" y="3839230"/>
            <a:ext cx="3124835" cy="2462530"/>
          </a:xfrm>
          <a:custGeom>
            <a:avLst/>
            <a:gdLst/>
            <a:ahLst/>
            <a:cxnLst/>
            <a:rect l="l" t="t" r="r" b="b"/>
            <a:pathLst>
              <a:path w="3124834" h="2462529">
                <a:moveTo>
                  <a:pt x="0" y="2462439"/>
                </a:moveTo>
                <a:lnTo>
                  <a:pt x="3124779" y="2462439"/>
                </a:lnTo>
                <a:lnTo>
                  <a:pt x="3124779" y="0"/>
                </a:lnTo>
                <a:lnTo>
                  <a:pt x="0" y="0"/>
                </a:lnTo>
                <a:lnTo>
                  <a:pt x="0" y="24624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25975" y="3839224"/>
            <a:ext cx="3124835" cy="0"/>
          </a:xfrm>
          <a:custGeom>
            <a:avLst/>
            <a:gdLst/>
            <a:ahLst/>
            <a:cxnLst/>
            <a:rect l="l" t="t" r="r" b="b"/>
            <a:pathLst>
              <a:path w="3124834">
                <a:moveTo>
                  <a:pt x="0" y="0"/>
                </a:moveTo>
                <a:lnTo>
                  <a:pt x="3124845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550821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25975" y="6301667"/>
            <a:ext cx="3124835" cy="0"/>
          </a:xfrm>
          <a:custGeom>
            <a:avLst/>
            <a:gdLst/>
            <a:ahLst/>
            <a:cxnLst/>
            <a:rect l="l" t="t" r="r" b="b"/>
            <a:pathLst>
              <a:path w="3124834">
                <a:moveTo>
                  <a:pt x="0" y="0"/>
                </a:moveTo>
                <a:lnTo>
                  <a:pt x="3124845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550821" y="6301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50775" y="3839224"/>
            <a:ext cx="0" cy="2462530"/>
          </a:xfrm>
          <a:custGeom>
            <a:avLst/>
            <a:gdLst/>
            <a:ahLst/>
            <a:cxnLst/>
            <a:rect l="l" t="t" r="r" b="b"/>
            <a:pathLst>
              <a:path h="2462529">
                <a:moveTo>
                  <a:pt x="0" y="2462442"/>
                </a:moveTo>
                <a:lnTo>
                  <a:pt x="0" y="0"/>
                </a:lnTo>
              </a:path>
            </a:pathLst>
          </a:custGeom>
          <a:ln w="7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50791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25991" y="3839224"/>
            <a:ext cx="0" cy="2462530"/>
          </a:xfrm>
          <a:custGeom>
            <a:avLst/>
            <a:gdLst/>
            <a:ahLst/>
            <a:cxnLst/>
            <a:rect l="l" t="t" r="r" b="b"/>
            <a:pathLst>
              <a:path h="2462529">
                <a:moveTo>
                  <a:pt x="0" y="2462442"/>
                </a:moveTo>
                <a:lnTo>
                  <a:pt x="0" y="0"/>
                </a:lnTo>
              </a:path>
            </a:pathLst>
          </a:custGeom>
          <a:ln w="7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426006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550791" y="6301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426006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023623" y="6265664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6003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023592" y="62656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023592" y="3839224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023592" y="3868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650012" y="6265664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6003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650012" y="62656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650012" y="3839224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650012" y="3868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83594" y="6265664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6003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283594" y="62656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283594" y="3839224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283594" y="3868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917177" y="6265664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6003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917177" y="62656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917177" y="3839224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917177" y="3868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550791" y="62656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550760" y="38680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425975" y="6092856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454779" y="60928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514763" y="6092856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514763" y="60928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25975" y="5682457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454779" y="56824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514763" y="5682457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514763" y="56824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425975" y="5272048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454779" y="52720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514763" y="5272048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514763" y="52720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425975" y="4861640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454779" y="48616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514763" y="4861640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514763" y="48616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425975" y="4451241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454779" y="445124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514763" y="4451241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514763" y="445124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425975" y="4040833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454779" y="40408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514763" y="4040833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514763" y="40408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5139668" y="3916137"/>
            <a:ext cx="270510" cy="190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10</a:t>
            </a:r>
            <a:endParaRPr sz="1850">
              <a:latin typeface="Times New Roman"/>
              <a:cs typeface="Times New Roman"/>
            </a:endParaRPr>
          </a:p>
          <a:p>
            <a:pPr marL="118745" algn="ctr">
              <a:lnSpc>
                <a:spcPct val="100000"/>
              </a:lnSpc>
              <a:spcBef>
                <a:spcPts val="1010"/>
              </a:spcBef>
            </a:pPr>
            <a:r>
              <a:rPr sz="1850" spc="5" dirty="0">
                <a:latin typeface="Times New Roman"/>
                <a:cs typeface="Times New Roman"/>
              </a:rPr>
              <a:t>8</a:t>
            </a:r>
            <a:endParaRPr sz="1850">
              <a:latin typeface="Times New Roman"/>
              <a:cs typeface="Times New Roman"/>
            </a:endParaRPr>
          </a:p>
          <a:p>
            <a:pPr marL="118745" algn="ctr">
              <a:lnSpc>
                <a:spcPct val="100000"/>
              </a:lnSpc>
              <a:spcBef>
                <a:spcPts val="1010"/>
              </a:spcBef>
            </a:pPr>
            <a:r>
              <a:rPr sz="1850" spc="5" dirty="0">
                <a:latin typeface="Times New Roman"/>
                <a:cs typeface="Times New Roman"/>
              </a:rPr>
              <a:t>6</a:t>
            </a:r>
            <a:endParaRPr sz="1850">
              <a:latin typeface="Times New Roman"/>
              <a:cs typeface="Times New Roman"/>
            </a:endParaRPr>
          </a:p>
          <a:p>
            <a:pPr marL="118745" algn="ctr">
              <a:lnSpc>
                <a:spcPct val="100000"/>
              </a:lnSpc>
              <a:spcBef>
                <a:spcPts val="1010"/>
              </a:spcBef>
            </a:pPr>
            <a:r>
              <a:rPr sz="1850" spc="5" dirty="0">
                <a:latin typeface="Times New Roman"/>
                <a:cs typeface="Times New Roman"/>
              </a:rPr>
              <a:t>4</a:t>
            </a:r>
            <a:endParaRPr sz="1850">
              <a:latin typeface="Times New Roman"/>
              <a:cs typeface="Times New Roman"/>
            </a:endParaRPr>
          </a:p>
          <a:p>
            <a:pPr marL="118745" algn="ctr">
              <a:lnSpc>
                <a:spcPct val="100000"/>
              </a:lnSpc>
              <a:spcBef>
                <a:spcPts val="1010"/>
              </a:spcBef>
            </a:pPr>
            <a:r>
              <a:rPr sz="1850" spc="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8550760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550760" y="6301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550760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425975" y="38392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426037" y="5891259"/>
            <a:ext cx="3124835" cy="201930"/>
          </a:xfrm>
          <a:custGeom>
            <a:avLst/>
            <a:gdLst/>
            <a:ahLst/>
            <a:cxnLst/>
            <a:rect l="l" t="t" r="r" b="b"/>
            <a:pathLst>
              <a:path w="3124834" h="201929">
                <a:moveTo>
                  <a:pt x="0" y="201596"/>
                </a:moveTo>
                <a:lnTo>
                  <a:pt x="0" y="201596"/>
                </a:lnTo>
                <a:lnTo>
                  <a:pt x="280779" y="201596"/>
                </a:lnTo>
                <a:lnTo>
                  <a:pt x="309582" y="0"/>
                </a:lnTo>
                <a:lnTo>
                  <a:pt x="3088757" y="0"/>
                </a:lnTo>
                <a:lnTo>
                  <a:pt x="3124784" y="0"/>
                </a:lnTo>
              </a:path>
            </a:pathLst>
          </a:custGeom>
          <a:ln w="360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397233" y="597061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796" y="2994"/>
                </a:lnTo>
                <a:lnTo>
                  <a:pt x="51579" y="11256"/>
                </a:lnTo>
                <a:lnTo>
                  <a:pt x="57081" y="23280"/>
                </a:lnTo>
                <a:lnTo>
                  <a:pt x="54549" y="39231"/>
                </a:lnTo>
                <a:lnTo>
                  <a:pt x="47026" y="50514"/>
                </a:lnTo>
                <a:lnTo>
                  <a:pt x="35878" y="56559"/>
                </a:lnTo>
                <a:lnTo>
                  <a:pt x="19341" y="54442"/>
                </a:lnTo>
                <a:lnTo>
                  <a:pt x="7697" y="47494"/>
                </a:lnTo>
                <a:lnTo>
                  <a:pt x="1254" y="3699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426037" y="593460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8"/>
                </a:moveTo>
                <a:lnTo>
                  <a:pt x="3444" y="14904"/>
                </a:lnTo>
                <a:lnTo>
                  <a:pt x="12609" y="4769"/>
                </a:lnTo>
                <a:lnTo>
                  <a:pt x="25739" y="0"/>
                </a:lnTo>
                <a:lnTo>
                  <a:pt x="40793" y="2998"/>
                </a:lnTo>
                <a:lnTo>
                  <a:pt x="51578" y="11263"/>
                </a:lnTo>
                <a:lnTo>
                  <a:pt x="57080" y="23284"/>
                </a:lnTo>
                <a:lnTo>
                  <a:pt x="54550" y="39229"/>
                </a:lnTo>
                <a:lnTo>
                  <a:pt x="47029" y="50511"/>
                </a:lnTo>
                <a:lnTo>
                  <a:pt x="35877" y="56559"/>
                </a:lnTo>
                <a:lnTo>
                  <a:pt x="19341" y="54445"/>
                </a:lnTo>
                <a:lnTo>
                  <a:pt x="7698" y="47499"/>
                </a:lnTo>
                <a:lnTo>
                  <a:pt x="1254" y="36997"/>
                </a:lnTo>
                <a:lnTo>
                  <a:pt x="0" y="28648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454809" y="594901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06"/>
                </a:lnTo>
                <a:lnTo>
                  <a:pt x="47067" y="50494"/>
                </a:lnTo>
                <a:lnTo>
                  <a:pt x="35922" y="56550"/>
                </a:lnTo>
                <a:lnTo>
                  <a:pt x="19370" y="54441"/>
                </a:lnTo>
                <a:lnTo>
                  <a:pt x="7717" y="47504"/>
                </a:lnTo>
                <a:lnTo>
                  <a:pt x="1264" y="37017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490806" y="612901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7" y="50498"/>
                </a:lnTo>
                <a:lnTo>
                  <a:pt x="35922" y="56551"/>
                </a:lnTo>
                <a:lnTo>
                  <a:pt x="19370" y="54443"/>
                </a:lnTo>
                <a:lnTo>
                  <a:pt x="7717" y="47508"/>
                </a:lnTo>
                <a:lnTo>
                  <a:pt x="1264" y="3702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519609" y="602821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06"/>
                </a:lnTo>
                <a:lnTo>
                  <a:pt x="47067" y="50494"/>
                </a:lnTo>
                <a:lnTo>
                  <a:pt x="35922" y="56550"/>
                </a:lnTo>
                <a:lnTo>
                  <a:pt x="19370" y="54441"/>
                </a:lnTo>
                <a:lnTo>
                  <a:pt x="7717" y="47504"/>
                </a:lnTo>
                <a:lnTo>
                  <a:pt x="1264" y="37017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548412" y="599221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7" y="50498"/>
                </a:lnTo>
                <a:lnTo>
                  <a:pt x="35922" y="56551"/>
                </a:lnTo>
                <a:lnTo>
                  <a:pt x="19370" y="54443"/>
                </a:lnTo>
                <a:lnTo>
                  <a:pt x="7717" y="47508"/>
                </a:lnTo>
                <a:lnTo>
                  <a:pt x="1264" y="3702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584409" y="615061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7" y="50498"/>
                </a:lnTo>
                <a:lnTo>
                  <a:pt x="35922" y="56551"/>
                </a:lnTo>
                <a:lnTo>
                  <a:pt x="19370" y="54443"/>
                </a:lnTo>
                <a:lnTo>
                  <a:pt x="7717" y="47508"/>
                </a:lnTo>
                <a:lnTo>
                  <a:pt x="1264" y="3702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613213" y="604981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7" y="50498"/>
                </a:lnTo>
                <a:lnTo>
                  <a:pt x="35922" y="56551"/>
                </a:lnTo>
                <a:lnTo>
                  <a:pt x="19370" y="54443"/>
                </a:lnTo>
                <a:lnTo>
                  <a:pt x="7717" y="47508"/>
                </a:lnTo>
                <a:lnTo>
                  <a:pt x="1264" y="3702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649209" y="599941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7" y="50498"/>
                </a:lnTo>
                <a:lnTo>
                  <a:pt x="35922" y="56551"/>
                </a:lnTo>
                <a:lnTo>
                  <a:pt x="19370" y="54443"/>
                </a:lnTo>
                <a:lnTo>
                  <a:pt x="7717" y="47508"/>
                </a:lnTo>
                <a:lnTo>
                  <a:pt x="1264" y="3702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678013" y="6172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706816" y="61434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31"/>
                </a:moveTo>
                <a:lnTo>
                  <a:pt x="3443" y="14894"/>
                </a:lnTo>
                <a:lnTo>
                  <a:pt x="12610" y="4767"/>
                </a:lnTo>
                <a:lnTo>
                  <a:pt x="25752" y="0"/>
                </a:lnTo>
                <a:lnTo>
                  <a:pt x="40817" y="2994"/>
                </a:lnTo>
                <a:lnTo>
                  <a:pt x="51606" y="11251"/>
                </a:lnTo>
                <a:lnTo>
                  <a:pt x="57110" y="23266"/>
                </a:lnTo>
                <a:lnTo>
                  <a:pt x="54581" y="39212"/>
                </a:lnTo>
                <a:lnTo>
                  <a:pt x="47060" y="50494"/>
                </a:lnTo>
                <a:lnTo>
                  <a:pt x="35909" y="56543"/>
                </a:lnTo>
                <a:lnTo>
                  <a:pt x="19361" y="54432"/>
                </a:lnTo>
                <a:lnTo>
                  <a:pt x="7711" y="47493"/>
                </a:lnTo>
                <a:lnTo>
                  <a:pt x="1261" y="37000"/>
                </a:lnTo>
                <a:lnTo>
                  <a:pt x="0" y="28631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742813" y="558900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7" y="50498"/>
                </a:lnTo>
                <a:lnTo>
                  <a:pt x="35922" y="56551"/>
                </a:lnTo>
                <a:lnTo>
                  <a:pt x="19370" y="54443"/>
                </a:lnTo>
                <a:lnTo>
                  <a:pt x="7717" y="47508"/>
                </a:lnTo>
                <a:lnTo>
                  <a:pt x="1264" y="3702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771616" y="532260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4"/>
                </a:lnTo>
                <a:lnTo>
                  <a:pt x="51589" y="11256"/>
                </a:lnTo>
                <a:lnTo>
                  <a:pt x="57082" y="23280"/>
                </a:lnTo>
                <a:lnTo>
                  <a:pt x="54554" y="39231"/>
                </a:lnTo>
                <a:lnTo>
                  <a:pt x="47038" y="50515"/>
                </a:lnTo>
                <a:lnTo>
                  <a:pt x="35888" y="56559"/>
                </a:lnTo>
                <a:lnTo>
                  <a:pt x="19347" y="54443"/>
                </a:lnTo>
                <a:lnTo>
                  <a:pt x="7701" y="47497"/>
                </a:lnTo>
                <a:lnTo>
                  <a:pt x="1256" y="36996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800419" y="502019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5"/>
                </a:moveTo>
                <a:lnTo>
                  <a:pt x="3438" y="14901"/>
                </a:lnTo>
                <a:lnTo>
                  <a:pt x="12597" y="4768"/>
                </a:lnTo>
                <a:lnTo>
                  <a:pt x="25736" y="0"/>
                </a:lnTo>
                <a:lnTo>
                  <a:pt x="40792" y="2998"/>
                </a:lnTo>
                <a:lnTo>
                  <a:pt x="51578" y="11261"/>
                </a:lnTo>
                <a:lnTo>
                  <a:pt x="57080" y="23282"/>
                </a:lnTo>
                <a:lnTo>
                  <a:pt x="54550" y="39227"/>
                </a:lnTo>
                <a:lnTo>
                  <a:pt x="47029" y="50509"/>
                </a:lnTo>
                <a:lnTo>
                  <a:pt x="35877" y="56557"/>
                </a:lnTo>
                <a:lnTo>
                  <a:pt x="19328" y="54443"/>
                </a:lnTo>
                <a:lnTo>
                  <a:pt x="7688" y="47497"/>
                </a:lnTo>
                <a:lnTo>
                  <a:pt x="1252" y="36994"/>
                </a:lnTo>
                <a:lnTo>
                  <a:pt x="0" y="28645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836416" y="473940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795" y="2991"/>
                </a:lnTo>
                <a:lnTo>
                  <a:pt x="51590" y="11245"/>
                </a:lnTo>
                <a:lnTo>
                  <a:pt x="57106" y="23259"/>
                </a:lnTo>
                <a:lnTo>
                  <a:pt x="54576" y="39206"/>
                </a:lnTo>
                <a:lnTo>
                  <a:pt x="47054" y="50493"/>
                </a:lnTo>
                <a:lnTo>
                  <a:pt x="35913" y="56550"/>
                </a:lnTo>
                <a:lnTo>
                  <a:pt x="19364" y="54440"/>
                </a:lnTo>
                <a:lnTo>
                  <a:pt x="7713" y="47501"/>
                </a:lnTo>
                <a:lnTo>
                  <a:pt x="1262" y="3701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865219" y="464579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796" y="2997"/>
                </a:lnTo>
                <a:lnTo>
                  <a:pt x="51579" y="11261"/>
                </a:lnTo>
                <a:lnTo>
                  <a:pt x="57081" y="23283"/>
                </a:lnTo>
                <a:lnTo>
                  <a:pt x="54548" y="39233"/>
                </a:lnTo>
                <a:lnTo>
                  <a:pt x="47025" y="50515"/>
                </a:lnTo>
                <a:lnTo>
                  <a:pt x="35876" y="56559"/>
                </a:lnTo>
                <a:lnTo>
                  <a:pt x="19340" y="54442"/>
                </a:lnTo>
                <a:lnTo>
                  <a:pt x="7696" y="47493"/>
                </a:lnTo>
                <a:lnTo>
                  <a:pt x="1254" y="3698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901216" y="46169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7"/>
                </a:lnTo>
                <a:lnTo>
                  <a:pt x="51588" y="11261"/>
                </a:lnTo>
                <a:lnTo>
                  <a:pt x="57082" y="23283"/>
                </a:lnTo>
                <a:lnTo>
                  <a:pt x="54554" y="39233"/>
                </a:lnTo>
                <a:lnTo>
                  <a:pt x="47037" y="50516"/>
                </a:lnTo>
                <a:lnTo>
                  <a:pt x="35886" y="56559"/>
                </a:lnTo>
                <a:lnTo>
                  <a:pt x="19346" y="54443"/>
                </a:lnTo>
                <a:lnTo>
                  <a:pt x="7700" y="47496"/>
                </a:lnTo>
                <a:lnTo>
                  <a:pt x="1255" y="36995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912019" y="3814191"/>
            <a:ext cx="2685015" cy="6397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426037" y="4062431"/>
            <a:ext cx="3124835" cy="2030730"/>
          </a:xfrm>
          <a:custGeom>
            <a:avLst/>
            <a:gdLst/>
            <a:ahLst/>
            <a:cxnLst/>
            <a:rect l="l" t="t" r="r" b="b"/>
            <a:pathLst>
              <a:path w="3124834" h="2030729">
                <a:moveTo>
                  <a:pt x="0" y="2030424"/>
                </a:moveTo>
                <a:lnTo>
                  <a:pt x="0" y="2030424"/>
                </a:lnTo>
                <a:lnTo>
                  <a:pt x="309582" y="2030424"/>
                </a:lnTo>
                <a:lnTo>
                  <a:pt x="345579" y="1504821"/>
                </a:lnTo>
                <a:lnTo>
                  <a:pt x="374382" y="1116008"/>
                </a:lnTo>
                <a:lnTo>
                  <a:pt x="403186" y="828009"/>
                </a:lnTo>
                <a:lnTo>
                  <a:pt x="439182" y="612004"/>
                </a:lnTo>
                <a:lnTo>
                  <a:pt x="467986" y="453604"/>
                </a:lnTo>
                <a:lnTo>
                  <a:pt x="503982" y="338398"/>
                </a:lnTo>
                <a:lnTo>
                  <a:pt x="532786" y="244805"/>
                </a:lnTo>
                <a:lnTo>
                  <a:pt x="561589" y="179998"/>
                </a:lnTo>
                <a:lnTo>
                  <a:pt x="597586" y="136801"/>
                </a:lnTo>
                <a:lnTo>
                  <a:pt x="626389" y="100798"/>
                </a:lnTo>
                <a:lnTo>
                  <a:pt x="662386" y="71997"/>
                </a:lnTo>
                <a:lnTo>
                  <a:pt x="691189" y="57601"/>
                </a:lnTo>
                <a:lnTo>
                  <a:pt x="719992" y="43196"/>
                </a:lnTo>
                <a:lnTo>
                  <a:pt x="755989" y="28800"/>
                </a:lnTo>
                <a:lnTo>
                  <a:pt x="784762" y="21598"/>
                </a:lnTo>
                <a:lnTo>
                  <a:pt x="813565" y="14404"/>
                </a:lnTo>
                <a:lnTo>
                  <a:pt x="849592" y="14404"/>
                </a:lnTo>
                <a:lnTo>
                  <a:pt x="878396" y="7202"/>
                </a:lnTo>
                <a:lnTo>
                  <a:pt x="914362" y="7202"/>
                </a:lnTo>
                <a:lnTo>
                  <a:pt x="943165" y="0"/>
                </a:lnTo>
                <a:lnTo>
                  <a:pt x="971968" y="0"/>
                </a:lnTo>
                <a:lnTo>
                  <a:pt x="3088757" y="0"/>
                </a:lnTo>
                <a:lnTo>
                  <a:pt x="3124784" y="0"/>
                </a:lnTo>
              </a:path>
            </a:pathLst>
          </a:custGeom>
          <a:ln w="360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3667356" y="5771357"/>
            <a:ext cx="23495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20" dirty="0">
                <a:latin typeface="Symbol"/>
                <a:cs typeface="Symbol"/>
              </a:rPr>
              <a:t>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262084" y="5968164"/>
            <a:ext cx="14478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490638" y="5998992"/>
            <a:ext cx="1187450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Symbol"/>
                <a:cs typeface="Symbol"/>
              </a:rPr>
              <a:t>−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0.</a:t>
            </a:r>
            <a:r>
              <a:rPr sz="2400" spc="95" dirty="0">
                <a:latin typeface="Times New Roman"/>
                <a:cs typeface="Times New Roman"/>
              </a:rPr>
              <a:t>8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44" baseline="32407" dirty="0">
                <a:latin typeface="Symbol"/>
                <a:cs typeface="Symbol"/>
              </a:rPr>
              <a:t>−</a:t>
            </a:r>
            <a:r>
              <a:rPr sz="2700" spc="-15" baseline="32407" dirty="0">
                <a:latin typeface="Times New Roman"/>
                <a:cs typeface="Times New Roman"/>
              </a:rPr>
              <a:t>1</a:t>
            </a:r>
            <a:endParaRPr sz="2700" baseline="32407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888512" y="6328172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20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514889" y="6328172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40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148493" y="6328172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60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782083" y="6328172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80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8358079" y="6328172"/>
            <a:ext cx="393065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100</a:t>
            </a:r>
            <a:endParaRPr sz="185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13715" y="2291469"/>
          <a:ext cx="7718372" cy="7298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3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4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4906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&gt;&gt;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tabLst>
                          <a:tab pos="340995" algn="l"/>
                          <a:tab pos="1707514" algn="l"/>
                          <a:tab pos="2252980" algn="l"/>
                          <a:tab pos="2663190" algn="l"/>
                        </a:tabLst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filt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r([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2]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8],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%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tabLst>
                          <a:tab pos="886460" algn="l"/>
                          <a:tab pos="1569085" algn="l"/>
                        </a:tabLst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no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tput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06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&gt;&gt;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tabLst>
                          <a:tab pos="340995" algn="l"/>
                          <a:tab pos="614045" algn="l"/>
                          <a:tab pos="887094" algn="l"/>
                          <a:tab pos="2390140" algn="l"/>
                        </a:tabLst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andn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100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1)*0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4;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%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tabLst>
                          <a:tab pos="614680" algn="l"/>
                          <a:tab pos="1434465" algn="l"/>
                        </a:tabLst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ad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whi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te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no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se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684182"/>
            <a:ext cx="285496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tlab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amp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(Mo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arl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2434" y="2145305"/>
            <a:ext cx="2266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0780" y="2614873"/>
            <a:ext cx="1790064" cy="176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4610" algn="ctr">
              <a:lnSpc>
                <a:spcPct val="100000"/>
              </a:lnSpc>
            </a:pPr>
            <a:r>
              <a:rPr sz="2350" i="1" spc="-204" dirty="0">
                <a:latin typeface="Times New Roman"/>
                <a:cs typeface="Times New Roman"/>
              </a:rPr>
              <a:t>a</a:t>
            </a:r>
            <a:r>
              <a:rPr sz="2625" spc="22" baseline="-19047" dirty="0">
                <a:latin typeface="Times New Roman"/>
                <a:cs typeface="Times New Roman"/>
              </a:rPr>
              <a:t>1</a:t>
            </a:r>
            <a:r>
              <a:rPr sz="2625" spc="292" baseline="-19047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</a:t>
            </a:r>
            <a:r>
              <a:rPr sz="2350" spc="10" dirty="0">
                <a:latin typeface="Times New Roman"/>
                <a:cs typeface="Times New Roman"/>
              </a:rPr>
              <a:t>0.751</a:t>
            </a:r>
            <a:endParaRPr sz="2350">
              <a:latin typeface="Times New Roman"/>
              <a:cs typeface="Times New Roman"/>
            </a:endParaRPr>
          </a:p>
          <a:p>
            <a:pPr marL="223520">
              <a:lnSpc>
                <a:spcPct val="100000"/>
              </a:lnSpc>
              <a:spcBef>
                <a:spcPts val="1330"/>
              </a:spcBef>
            </a:pPr>
            <a:r>
              <a:rPr sz="2350" i="1" spc="-315" dirty="0">
                <a:latin typeface="Times New Roman"/>
                <a:cs typeface="Times New Roman"/>
              </a:rPr>
              <a:t>b</a:t>
            </a:r>
            <a:r>
              <a:rPr sz="2625" spc="7" baseline="-19047" dirty="0">
                <a:latin typeface="Times New Roman"/>
                <a:cs typeface="Times New Roman"/>
              </a:rPr>
              <a:t>1</a:t>
            </a:r>
            <a:r>
              <a:rPr sz="2625" spc="284" baseline="-19047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spc="-105" dirty="0">
                <a:latin typeface="Times New Roman"/>
                <a:cs typeface="Times New Roman"/>
              </a:rPr>
              <a:t>2</a:t>
            </a:r>
            <a:r>
              <a:rPr sz="2350" spc="10" dirty="0">
                <a:latin typeface="Times New Roman"/>
                <a:cs typeface="Times New Roman"/>
              </a:rPr>
              <a:t>.459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2300">
              <a:latin typeface="Times New Roman"/>
              <a:cs typeface="Times New Roman"/>
            </a:endParaRPr>
          </a:p>
          <a:p>
            <a:pPr marL="12065" marR="5080" algn="ctr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v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-4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g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libri"/>
                <a:cs typeface="Calibri"/>
              </a:rPr>
              <a:t>1000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imul</a:t>
            </a:r>
            <a:r>
              <a:rPr sz="1800" spc="-2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0180" y="2149509"/>
            <a:ext cx="1424940" cy="135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4769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RIV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70"/>
              </a:spcBef>
            </a:pPr>
            <a:r>
              <a:rPr sz="2350" i="1" spc="-204" dirty="0">
                <a:latin typeface="Times New Roman"/>
                <a:cs typeface="Times New Roman"/>
              </a:rPr>
              <a:t>a</a:t>
            </a:r>
            <a:r>
              <a:rPr sz="2625" spc="7" baseline="-19047" dirty="0">
                <a:latin typeface="Times New Roman"/>
                <a:cs typeface="Times New Roman"/>
              </a:rPr>
              <a:t>1</a:t>
            </a:r>
            <a:r>
              <a:rPr sz="2625" spc="284" baseline="-19047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</a:t>
            </a:r>
            <a:r>
              <a:rPr sz="2350" spc="10" dirty="0">
                <a:latin typeface="Times New Roman"/>
                <a:cs typeface="Times New Roman"/>
              </a:rPr>
              <a:t>0.799</a:t>
            </a:r>
            <a:endParaRPr sz="2350">
              <a:latin typeface="Times New Roman"/>
              <a:cs typeface="Times New Roman"/>
            </a:endParaRPr>
          </a:p>
          <a:p>
            <a:pPr marR="44450" algn="ctr">
              <a:lnSpc>
                <a:spcPct val="100000"/>
              </a:lnSpc>
              <a:spcBef>
                <a:spcPts val="1330"/>
              </a:spcBef>
            </a:pPr>
            <a:r>
              <a:rPr sz="2350" i="1" spc="-315" dirty="0">
                <a:latin typeface="Times New Roman"/>
                <a:cs typeface="Times New Roman"/>
              </a:rPr>
              <a:t>b</a:t>
            </a:r>
            <a:r>
              <a:rPr sz="2625" spc="22" baseline="-19047" dirty="0">
                <a:latin typeface="Times New Roman"/>
                <a:cs typeface="Times New Roman"/>
              </a:rPr>
              <a:t>1</a:t>
            </a:r>
            <a:r>
              <a:rPr sz="2625" spc="292" baseline="-19047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spc="-105" dirty="0">
                <a:latin typeface="Times New Roman"/>
                <a:cs typeface="Times New Roman"/>
              </a:rPr>
              <a:t>2</a:t>
            </a:r>
            <a:r>
              <a:rPr sz="2350" spc="10" dirty="0">
                <a:latin typeface="Times New Roman"/>
                <a:cs typeface="Times New Roman"/>
              </a:rPr>
              <a:t>.003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03806" y="4964810"/>
            <a:ext cx="1285875" cy="1072515"/>
          </a:xfrm>
          <a:custGeom>
            <a:avLst/>
            <a:gdLst/>
            <a:ahLst/>
            <a:cxnLst/>
            <a:rect l="l" t="t" r="r" b="b"/>
            <a:pathLst>
              <a:path w="1285875" h="1072514">
                <a:moveTo>
                  <a:pt x="1106804" y="0"/>
                </a:moveTo>
                <a:lnTo>
                  <a:pt x="165447" y="483"/>
                </a:lnTo>
                <a:lnTo>
                  <a:pt x="123301" y="8749"/>
                </a:lnTo>
                <a:lnTo>
                  <a:pt x="85343" y="26287"/>
                </a:lnTo>
                <a:lnTo>
                  <a:pt x="52833" y="51838"/>
                </a:lnTo>
                <a:lnTo>
                  <a:pt x="27032" y="84141"/>
                </a:lnTo>
                <a:lnTo>
                  <a:pt x="9200" y="121934"/>
                </a:lnTo>
                <a:lnTo>
                  <a:pt x="598" y="163958"/>
                </a:lnTo>
                <a:lnTo>
                  <a:pt x="0" y="178688"/>
                </a:lnTo>
                <a:lnTo>
                  <a:pt x="483" y="906684"/>
                </a:lnTo>
                <a:lnTo>
                  <a:pt x="8751" y="948828"/>
                </a:lnTo>
                <a:lnTo>
                  <a:pt x="26291" y="986786"/>
                </a:lnTo>
                <a:lnTo>
                  <a:pt x="51842" y="1019297"/>
                </a:lnTo>
                <a:lnTo>
                  <a:pt x="84144" y="1045099"/>
                </a:lnTo>
                <a:lnTo>
                  <a:pt x="121936" y="1062932"/>
                </a:lnTo>
                <a:lnTo>
                  <a:pt x="163959" y="1071535"/>
                </a:lnTo>
                <a:lnTo>
                  <a:pt x="178688" y="1072133"/>
                </a:lnTo>
                <a:lnTo>
                  <a:pt x="1120056" y="1071650"/>
                </a:lnTo>
                <a:lnTo>
                  <a:pt x="1162199" y="1063381"/>
                </a:lnTo>
                <a:lnTo>
                  <a:pt x="1200155" y="1045839"/>
                </a:lnTo>
                <a:lnTo>
                  <a:pt x="1232663" y="1020285"/>
                </a:lnTo>
                <a:lnTo>
                  <a:pt x="1258463" y="987980"/>
                </a:lnTo>
                <a:lnTo>
                  <a:pt x="1276294" y="950186"/>
                </a:lnTo>
                <a:lnTo>
                  <a:pt x="1284895" y="908162"/>
                </a:lnTo>
                <a:lnTo>
                  <a:pt x="1285493" y="893432"/>
                </a:lnTo>
                <a:lnTo>
                  <a:pt x="1285010" y="165447"/>
                </a:lnTo>
                <a:lnTo>
                  <a:pt x="1276744" y="123301"/>
                </a:lnTo>
                <a:lnTo>
                  <a:pt x="1259206" y="85343"/>
                </a:lnTo>
                <a:lnTo>
                  <a:pt x="1233655" y="52833"/>
                </a:lnTo>
                <a:lnTo>
                  <a:pt x="1201352" y="27032"/>
                </a:lnTo>
                <a:lnTo>
                  <a:pt x="1163558" y="9200"/>
                </a:lnTo>
                <a:lnTo>
                  <a:pt x="1121535" y="598"/>
                </a:lnTo>
                <a:lnTo>
                  <a:pt x="110680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03806" y="4964810"/>
            <a:ext cx="1285875" cy="1072515"/>
          </a:xfrm>
          <a:custGeom>
            <a:avLst/>
            <a:gdLst/>
            <a:ahLst/>
            <a:cxnLst/>
            <a:rect l="l" t="t" r="r" b="b"/>
            <a:pathLst>
              <a:path w="1285875" h="1072514">
                <a:moveTo>
                  <a:pt x="0" y="178688"/>
                </a:moveTo>
                <a:lnTo>
                  <a:pt x="5245" y="135535"/>
                </a:lnTo>
                <a:lnTo>
                  <a:pt x="20140" y="96191"/>
                </a:lnTo>
                <a:lnTo>
                  <a:pt x="43425" y="61918"/>
                </a:lnTo>
                <a:lnTo>
                  <a:pt x="73839" y="33976"/>
                </a:lnTo>
                <a:lnTo>
                  <a:pt x="110121" y="13627"/>
                </a:lnTo>
                <a:lnTo>
                  <a:pt x="151011" y="2130"/>
                </a:lnTo>
                <a:lnTo>
                  <a:pt x="1106804" y="0"/>
                </a:lnTo>
                <a:lnTo>
                  <a:pt x="1121535" y="598"/>
                </a:lnTo>
                <a:lnTo>
                  <a:pt x="1163558" y="9200"/>
                </a:lnTo>
                <a:lnTo>
                  <a:pt x="1201352" y="27032"/>
                </a:lnTo>
                <a:lnTo>
                  <a:pt x="1233655" y="52833"/>
                </a:lnTo>
                <a:lnTo>
                  <a:pt x="1259206" y="85343"/>
                </a:lnTo>
                <a:lnTo>
                  <a:pt x="1276744" y="123301"/>
                </a:lnTo>
                <a:lnTo>
                  <a:pt x="1285010" y="165447"/>
                </a:lnTo>
                <a:lnTo>
                  <a:pt x="1285493" y="893432"/>
                </a:lnTo>
                <a:lnTo>
                  <a:pt x="1284895" y="908162"/>
                </a:lnTo>
                <a:lnTo>
                  <a:pt x="1276294" y="950186"/>
                </a:lnTo>
                <a:lnTo>
                  <a:pt x="1258463" y="987980"/>
                </a:lnTo>
                <a:lnTo>
                  <a:pt x="1232663" y="1020285"/>
                </a:lnTo>
                <a:lnTo>
                  <a:pt x="1200155" y="1045839"/>
                </a:lnTo>
                <a:lnTo>
                  <a:pt x="1162199" y="1063381"/>
                </a:lnTo>
                <a:lnTo>
                  <a:pt x="1120056" y="1071650"/>
                </a:lnTo>
                <a:lnTo>
                  <a:pt x="178688" y="1072133"/>
                </a:lnTo>
                <a:lnTo>
                  <a:pt x="163959" y="1071535"/>
                </a:lnTo>
                <a:lnTo>
                  <a:pt x="121936" y="1062932"/>
                </a:lnTo>
                <a:lnTo>
                  <a:pt x="84144" y="1045099"/>
                </a:lnTo>
                <a:lnTo>
                  <a:pt x="51842" y="1019297"/>
                </a:lnTo>
                <a:lnTo>
                  <a:pt x="26291" y="986786"/>
                </a:lnTo>
                <a:lnTo>
                  <a:pt x="8751" y="948828"/>
                </a:lnTo>
                <a:lnTo>
                  <a:pt x="483" y="906684"/>
                </a:lnTo>
                <a:lnTo>
                  <a:pt x="0" y="178688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90825" y="5527166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4" h="1904">
                <a:moveTo>
                  <a:pt x="0" y="0"/>
                </a:moveTo>
                <a:lnTo>
                  <a:pt x="760917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75451" y="548410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291" y="44601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52587" y="5522538"/>
            <a:ext cx="1174750" cy="0"/>
          </a:xfrm>
          <a:custGeom>
            <a:avLst/>
            <a:gdLst/>
            <a:ahLst/>
            <a:cxnLst/>
            <a:rect l="l" t="t" r="r" b="b"/>
            <a:pathLst>
              <a:path w="1174750">
                <a:moveTo>
                  <a:pt x="0" y="0"/>
                </a:moveTo>
                <a:lnTo>
                  <a:pt x="1174362" y="0"/>
                </a:lnTo>
              </a:path>
            </a:pathLst>
          </a:custGeom>
          <a:ln w="12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50302" y="5070454"/>
            <a:ext cx="574675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87" baseline="-24305" dirty="0">
                <a:latin typeface="Times New Roman"/>
                <a:cs typeface="Times New Roman"/>
              </a:rPr>
              <a:t>2</a:t>
            </a:r>
            <a:r>
              <a:rPr sz="3600" i="1" spc="225" baseline="-24305" dirty="0">
                <a:latin typeface="Times New Roman"/>
                <a:cs typeface="Times New Roman"/>
              </a:rPr>
              <a:t>z</a:t>
            </a: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50631" y="5027067"/>
            <a:ext cx="25781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45" dirty="0">
                <a:latin typeface="Times New Roman"/>
                <a:cs typeface="Times New Roman"/>
              </a:rPr>
              <a:t>x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7606" y="5047641"/>
            <a:ext cx="28194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0" dirty="0">
                <a:latin typeface="Times New Roman"/>
                <a:cs typeface="Times New Roman"/>
              </a:rPr>
              <a:t>u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77224" y="5274945"/>
            <a:ext cx="500380" cy="500380"/>
          </a:xfrm>
          <a:custGeom>
            <a:avLst/>
            <a:gdLst/>
            <a:ahLst/>
            <a:cxnLst/>
            <a:rect l="l" t="t" r="r" b="b"/>
            <a:pathLst>
              <a:path w="500379" h="500379">
                <a:moveTo>
                  <a:pt x="0" y="249935"/>
                </a:moveTo>
                <a:lnTo>
                  <a:pt x="3271" y="209393"/>
                </a:lnTo>
                <a:lnTo>
                  <a:pt x="12741" y="170934"/>
                </a:lnTo>
                <a:lnTo>
                  <a:pt x="27895" y="135073"/>
                </a:lnTo>
                <a:lnTo>
                  <a:pt x="48220" y="102324"/>
                </a:lnTo>
                <a:lnTo>
                  <a:pt x="73201" y="73202"/>
                </a:lnTo>
                <a:lnTo>
                  <a:pt x="102323" y="48221"/>
                </a:lnTo>
                <a:lnTo>
                  <a:pt x="135072" y="27896"/>
                </a:lnTo>
                <a:lnTo>
                  <a:pt x="170933" y="12741"/>
                </a:lnTo>
                <a:lnTo>
                  <a:pt x="209393" y="3271"/>
                </a:lnTo>
                <a:lnTo>
                  <a:pt x="249935" y="0"/>
                </a:lnTo>
                <a:lnTo>
                  <a:pt x="270431" y="828"/>
                </a:lnTo>
                <a:lnTo>
                  <a:pt x="309991" y="7263"/>
                </a:lnTo>
                <a:lnTo>
                  <a:pt x="347212" y="19640"/>
                </a:lnTo>
                <a:lnTo>
                  <a:pt x="381581" y="37444"/>
                </a:lnTo>
                <a:lnTo>
                  <a:pt x="412582" y="60162"/>
                </a:lnTo>
                <a:lnTo>
                  <a:pt x="439700" y="87278"/>
                </a:lnTo>
                <a:lnTo>
                  <a:pt x="462420" y="118278"/>
                </a:lnTo>
                <a:lnTo>
                  <a:pt x="480227" y="152647"/>
                </a:lnTo>
                <a:lnTo>
                  <a:pt x="492606" y="189871"/>
                </a:lnTo>
                <a:lnTo>
                  <a:pt x="499043" y="229436"/>
                </a:lnTo>
                <a:lnTo>
                  <a:pt x="499871" y="249935"/>
                </a:lnTo>
                <a:lnTo>
                  <a:pt x="499043" y="270435"/>
                </a:lnTo>
                <a:lnTo>
                  <a:pt x="492606" y="310000"/>
                </a:lnTo>
                <a:lnTo>
                  <a:pt x="480227" y="347224"/>
                </a:lnTo>
                <a:lnTo>
                  <a:pt x="462420" y="381593"/>
                </a:lnTo>
                <a:lnTo>
                  <a:pt x="439700" y="412593"/>
                </a:lnTo>
                <a:lnTo>
                  <a:pt x="412582" y="439709"/>
                </a:lnTo>
                <a:lnTo>
                  <a:pt x="381581" y="462427"/>
                </a:lnTo>
                <a:lnTo>
                  <a:pt x="347212" y="480231"/>
                </a:lnTo>
                <a:lnTo>
                  <a:pt x="309991" y="492608"/>
                </a:lnTo>
                <a:lnTo>
                  <a:pt x="270431" y="499043"/>
                </a:lnTo>
                <a:lnTo>
                  <a:pt x="249935" y="499871"/>
                </a:lnTo>
                <a:lnTo>
                  <a:pt x="229436" y="499043"/>
                </a:lnTo>
                <a:lnTo>
                  <a:pt x="189870" y="492608"/>
                </a:lnTo>
                <a:lnTo>
                  <a:pt x="152646" y="480231"/>
                </a:lnTo>
                <a:lnTo>
                  <a:pt x="118276" y="462427"/>
                </a:lnTo>
                <a:lnTo>
                  <a:pt x="87277" y="439709"/>
                </a:lnTo>
                <a:lnTo>
                  <a:pt x="60161" y="412593"/>
                </a:lnTo>
                <a:lnTo>
                  <a:pt x="37444" y="381593"/>
                </a:lnTo>
                <a:lnTo>
                  <a:pt x="19640" y="347224"/>
                </a:lnTo>
                <a:lnTo>
                  <a:pt x="7263" y="310000"/>
                </a:lnTo>
                <a:lnTo>
                  <a:pt x="828" y="270435"/>
                </a:lnTo>
                <a:lnTo>
                  <a:pt x="0" y="249935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27800" y="4690491"/>
            <a:ext cx="14604" cy="559435"/>
          </a:xfrm>
          <a:custGeom>
            <a:avLst/>
            <a:gdLst/>
            <a:ahLst/>
            <a:cxnLst/>
            <a:rect l="l" t="t" r="r" b="b"/>
            <a:pathLst>
              <a:path w="14604" h="559435">
                <a:moveTo>
                  <a:pt x="14417" y="0"/>
                </a:moveTo>
                <a:lnTo>
                  <a:pt x="0" y="55932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85311" y="5172492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879" y="2298"/>
                </a:moveTo>
                <a:lnTo>
                  <a:pt x="42489" y="77318"/>
                </a:ln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68613" y="5051352"/>
            <a:ext cx="262890" cy="393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i="1" spc="15" dirty="0">
                <a:latin typeface="Times New Roman"/>
                <a:cs typeface="Times New Roman"/>
              </a:rPr>
              <a:t>y</a:t>
            </a:r>
            <a:r>
              <a:rPr sz="2700" i="1" spc="-15" baseline="-18518" dirty="0">
                <a:latin typeface="Times New Roman"/>
                <a:cs typeface="Times New Roman"/>
              </a:rPr>
              <a:t>k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78075" y="4542337"/>
            <a:ext cx="286385" cy="410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25" dirty="0">
                <a:latin typeface="Symbol"/>
                <a:cs typeface="Symbol"/>
              </a:rPr>
              <a:t></a:t>
            </a:r>
            <a:r>
              <a:rPr sz="2625" i="1" spc="7" baseline="-19047" dirty="0">
                <a:latin typeface="Times New Roman"/>
                <a:cs typeface="Times New Roman"/>
              </a:rPr>
              <a:t>k</a:t>
            </a:r>
            <a:endParaRPr sz="2625" baseline="-19047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2182" y="5512689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5" h="1904">
                <a:moveTo>
                  <a:pt x="0" y="0"/>
                </a:moveTo>
                <a:lnTo>
                  <a:pt x="760917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86815" y="546962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179" y="0"/>
                </a:moveTo>
                <a:lnTo>
                  <a:pt x="76294" y="44601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61093" y="5512689"/>
            <a:ext cx="761365" cy="1905"/>
          </a:xfrm>
          <a:custGeom>
            <a:avLst/>
            <a:gdLst/>
            <a:ahLst/>
            <a:cxnLst/>
            <a:rect l="l" t="t" r="r" b="b"/>
            <a:pathLst>
              <a:path w="761364" h="1904">
                <a:moveTo>
                  <a:pt x="0" y="0"/>
                </a:moveTo>
                <a:lnTo>
                  <a:pt x="760902" y="1536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745705" y="546962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182" y="0"/>
                </a:moveTo>
                <a:lnTo>
                  <a:pt x="76291" y="44601"/>
                </a:lnTo>
                <a:lnTo>
                  <a:pt x="0" y="88891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26019" y="3803416"/>
            <a:ext cx="3124835" cy="2462530"/>
          </a:xfrm>
          <a:custGeom>
            <a:avLst/>
            <a:gdLst/>
            <a:ahLst/>
            <a:cxnLst/>
            <a:rect l="l" t="t" r="r" b="b"/>
            <a:pathLst>
              <a:path w="3124834" h="2462529">
                <a:moveTo>
                  <a:pt x="0" y="2462439"/>
                </a:moveTo>
                <a:lnTo>
                  <a:pt x="3124779" y="2462439"/>
                </a:lnTo>
                <a:lnTo>
                  <a:pt x="3124779" y="0"/>
                </a:lnTo>
                <a:lnTo>
                  <a:pt x="0" y="0"/>
                </a:lnTo>
                <a:lnTo>
                  <a:pt x="0" y="24624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25975" y="3803431"/>
            <a:ext cx="3124835" cy="0"/>
          </a:xfrm>
          <a:custGeom>
            <a:avLst/>
            <a:gdLst/>
            <a:ahLst/>
            <a:cxnLst/>
            <a:rect l="l" t="t" r="r" b="b"/>
            <a:pathLst>
              <a:path w="3124834">
                <a:moveTo>
                  <a:pt x="0" y="0"/>
                </a:moveTo>
                <a:lnTo>
                  <a:pt x="3124845" y="0"/>
                </a:lnTo>
              </a:path>
            </a:pathLst>
          </a:custGeom>
          <a:ln w="7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550821" y="38034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25975" y="6265865"/>
            <a:ext cx="3124835" cy="0"/>
          </a:xfrm>
          <a:custGeom>
            <a:avLst/>
            <a:gdLst/>
            <a:ahLst/>
            <a:cxnLst/>
            <a:rect l="l" t="t" r="r" b="b"/>
            <a:pathLst>
              <a:path w="3124834">
                <a:moveTo>
                  <a:pt x="0" y="0"/>
                </a:moveTo>
                <a:lnTo>
                  <a:pt x="3124845" y="0"/>
                </a:lnTo>
              </a:path>
            </a:pathLst>
          </a:custGeom>
          <a:ln w="72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50821" y="626585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550775" y="3803416"/>
            <a:ext cx="0" cy="2462530"/>
          </a:xfrm>
          <a:custGeom>
            <a:avLst/>
            <a:gdLst/>
            <a:ahLst/>
            <a:cxnLst/>
            <a:rect l="l" t="t" r="r" b="b"/>
            <a:pathLst>
              <a:path h="2462529">
                <a:moveTo>
                  <a:pt x="0" y="2462461"/>
                </a:moveTo>
                <a:lnTo>
                  <a:pt x="0" y="0"/>
                </a:lnTo>
              </a:path>
            </a:pathLst>
          </a:custGeom>
          <a:ln w="7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50791" y="38034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25991" y="3803416"/>
            <a:ext cx="0" cy="2462530"/>
          </a:xfrm>
          <a:custGeom>
            <a:avLst/>
            <a:gdLst/>
            <a:ahLst/>
            <a:cxnLst/>
            <a:rect l="l" t="t" r="r" b="b"/>
            <a:pathLst>
              <a:path h="2462529">
                <a:moveTo>
                  <a:pt x="0" y="2462461"/>
                </a:moveTo>
                <a:lnTo>
                  <a:pt x="0" y="0"/>
                </a:lnTo>
              </a:path>
            </a:pathLst>
          </a:custGeom>
          <a:ln w="72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26006" y="38034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50791" y="626585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426006" y="38034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023623" y="6229861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5991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23592" y="62298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23592" y="3803416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6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23592" y="38322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50012" y="6229861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5991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50012" y="62298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50012" y="3803416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6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50012" y="38322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83594" y="6229861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5991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83594" y="62298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83594" y="3803416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6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83594" y="38322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917177" y="6229861"/>
            <a:ext cx="0" cy="36195"/>
          </a:xfrm>
          <a:custGeom>
            <a:avLst/>
            <a:gdLst/>
            <a:ahLst/>
            <a:cxnLst/>
            <a:rect l="l" t="t" r="r" b="b"/>
            <a:pathLst>
              <a:path h="36195">
                <a:moveTo>
                  <a:pt x="0" y="36003"/>
                </a:moveTo>
                <a:lnTo>
                  <a:pt x="0" y="0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917177" y="62298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917177" y="3803416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806"/>
                </a:lnTo>
              </a:path>
            </a:pathLst>
          </a:custGeom>
          <a:ln w="7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917177" y="38322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550791" y="62298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550760" y="38322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425975" y="6057065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454779" y="60570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514763" y="6057065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514763" y="60570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25975" y="5646654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454779" y="56466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514763" y="5646654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514763" y="56466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425975" y="5236246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454779" y="52362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514763" y="5236258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514763" y="52362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425975" y="4825850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454779" y="48258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514763" y="4825850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514763" y="48258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425975" y="4415439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454779" y="441543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514763" y="4415439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514763" y="441543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425975" y="4005043"/>
            <a:ext cx="29209" cy="0"/>
          </a:xfrm>
          <a:custGeom>
            <a:avLst/>
            <a:gdLst/>
            <a:ahLst/>
            <a:cxnLst/>
            <a:rect l="l" t="t" r="r" b="b"/>
            <a:pathLst>
              <a:path w="29210">
                <a:moveTo>
                  <a:pt x="0" y="0"/>
                </a:moveTo>
                <a:lnTo>
                  <a:pt x="28803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454779" y="400504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514763" y="4005043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35996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514763" y="400504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5139668" y="3880348"/>
            <a:ext cx="270510" cy="149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10</a:t>
            </a:r>
            <a:endParaRPr sz="1850">
              <a:latin typeface="Times New Roman"/>
              <a:cs typeface="Times New Roman"/>
            </a:endParaRPr>
          </a:p>
          <a:p>
            <a:pPr marL="118745" algn="ctr">
              <a:lnSpc>
                <a:spcPct val="100000"/>
              </a:lnSpc>
              <a:spcBef>
                <a:spcPts val="1010"/>
              </a:spcBef>
            </a:pPr>
            <a:r>
              <a:rPr sz="1850" spc="5" dirty="0">
                <a:latin typeface="Times New Roman"/>
                <a:cs typeface="Times New Roman"/>
              </a:rPr>
              <a:t>8</a:t>
            </a:r>
            <a:endParaRPr sz="1850">
              <a:latin typeface="Times New Roman"/>
              <a:cs typeface="Times New Roman"/>
            </a:endParaRPr>
          </a:p>
          <a:p>
            <a:pPr marL="118745" algn="ctr">
              <a:lnSpc>
                <a:spcPct val="100000"/>
              </a:lnSpc>
              <a:spcBef>
                <a:spcPts val="1010"/>
              </a:spcBef>
            </a:pPr>
            <a:r>
              <a:rPr sz="1850" spc="5" dirty="0">
                <a:latin typeface="Times New Roman"/>
                <a:cs typeface="Times New Roman"/>
              </a:rPr>
              <a:t>6</a:t>
            </a:r>
            <a:endParaRPr sz="1850">
              <a:latin typeface="Times New Roman"/>
              <a:cs typeface="Times New Roman"/>
            </a:endParaRPr>
          </a:p>
          <a:p>
            <a:pPr marL="118745" algn="ctr">
              <a:lnSpc>
                <a:spcPct val="100000"/>
              </a:lnSpc>
              <a:spcBef>
                <a:spcPts val="1010"/>
              </a:spcBef>
            </a:pPr>
            <a:r>
              <a:rPr sz="1850" spc="5" dirty="0">
                <a:latin typeface="Times New Roman"/>
                <a:cs typeface="Times New Roman"/>
              </a:rPr>
              <a:t>4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550760" y="38034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550760" y="62658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550760" y="38034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425975" y="38034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426037" y="5855444"/>
            <a:ext cx="3124835" cy="201930"/>
          </a:xfrm>
          <a:custGeom>
            <a:avLst/>
            <a:gdLst/>
            <a:ahLst/>
            <a:cxnLst/>
            <a:rect l="l" t="t" r="r" b="b"/>
            <a:pathLst>
              <a:path w="3124834" h="201929">
                <a:moveTo>
                  <a:pt x="0" y="201596"/>
                </a:moveTo>
                <a:lnTo>
                  <a:pt x="0" y="201596"/>
                </a:lnTo>
                <a:lnTo>
                  <a:pt x="280779" y="201596"/>
                </a:lnTo>
                <a:lnTo>
                  <a:pt x="309582" y="0"/>
                </a:lnTo>
                <a:lnTo>
                  <a:pt x="3088757" y="0"/>
                </a:lnTo>
                <a:lnTo>
                  <a:pt x="3124784" y="0"/>
                </a:lnTo>
              </a:path>
            </a:pathLst>
          </a:custGeom>
          <a:ln w="360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397233" y="593480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796" y="2994"/>
                </a:lnTo>
                <a:lnTo>
                  <a:pt x="51579" y="11256"/>
                </a:lnTo>
                <a:lnTo>
                  <a:pt x="57081" y="23280"/>
                </a:lnTo>
                <a:lnTo>
                  <a:pt x="54549" y="39231"/>
                </a:lnTo>
                <a:lnTo>
                  <a:pt x="47026" y="50514"/>
                </a:lnTo>
                <a:lnTo>
                  <a:pt x="35878" y="56559"/>
                </a:lnTo>
                <a:lnTo>
                  <a:pt x="19341" y="54442"/>
                </a:lnTo>
                <a:lnTo>
                  <a:pt x="7697" y="47494"/>
                </a:lnTo>
                <a:lnTo>
                  <a:pt x="1254" y="3699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426037" y="589879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5"/>
                </a:moveTo>
                <a:lnTo>
                  <a:pt x="3445" y="14901"/>
                </a:lnTo>
                <a:lnTo>
                  <a:pt x="12610" y="4768"/>
                </a:lnTo>
                <a:lnTo>
                  <a:pt x="25741" y="0"/>
                </a:lnTo>
                <a:lnTo>
                  <a:pt x="40795" y="2998"/>
                </a:lnTo>
                <a:lnTo>
                  <a:pt x="51579" y="11263"/>
                </a:lnTo>
                <a:lnTo>
                  <a:pt x="57081" y="23285"/>
                </a:lnTo>
                <a:lnTo>
                  <a:pt x="54550" y="39229"/>
                </a:lnTo>
                <a:lnTo>
                  <a:pt x="47027" y="50510"/>
                </a:lnTo>
                <a:lnTo>
                  <a:pt x="35874" y="56557"/>
                </a:lnTo>
                <a:lnTo>
                  <a:pt x="19339" y="54443"/>
                </a:lnTo>
                <a:lnTo>
                  <a:pt x="7697" y="47496"/>
                </a:lnTo>
                <a:lnTo>
                  <a:pt x="1254" y="36992"/>
                </a:lnTo>
                <a:lnTo>
                  <a:pt x="0" y="28645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454809" y="591320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7" y="50498"/>
                </a:lnTo>
                <a:lnTo>
                  <a:pt x="35922" y="56551"/>
                </a:lnTo>
                <a:lnTo>
                  <a:pt x="19370" y="54443"/>
                </a:lnTo>
                <a:lnTo>
                  <a:pt x="7717" y="47508"/>
                </a:lnTo>
                <a:lnTo>
                  <a:pt x="1264" y="3702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490806" y="609320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8" y="50499"/>
                </a:lnTo>
                <a:lnTo>
                  <a:pt x="35924" y="56553"/>
                </a:lnTo>
                <a:lnTo>
                  <a:pt x="19372" y="54445"/>
                </a:lnTo>
                <a:lnTo>
                  <a:pt x="7718" y="47511"/>
                </a:lnTo>
                <a:lnTo>
                  <a:pt x="1265" y="37024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519609" y="599240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8" y="50499"/>
                </a:lnTo>
                <a:lnTo>
                  <a:pt x="35924" y="56553"/>
                </a:lnTo>
                <a:lnTo>
                  <a:pt x="19372" y="54445"/>
                </a:lnTo>
                <a:lnTo>
                  <a:pt x="7718" y="47511"/>
                </a:lnTo>
                <a:lnTo>
                  <a:pt x="1265" y="37024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548412" y="595640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584409" y="611481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31"/>
                </a:moveTo>
                <a:lnTo>
                  <a:pt x="3443" y="14894"/>
                </a:lnTo>
                <a:lnTo>
                  <a:pt x="12610" y="4767"/>
                </a:lnTo>
                <a:lnTo>
                  <a:pt x="25752" y="0"/>
                </a:lnTo>
                <a:lnTo>
                  <a:pt x="40817" y="2994"/>
                </a:lnTo>
                <a:lnTo>
                  <a:pt x="51606" y="11251"/>
                </a:lnTo>
                <a:lnTo>
                  <a:pt x="57110" y="23266"/>
                </a:lnTo>
                <a:lnTo>
                  <a:pt x="54581" y="39212"/>
                </a:lnTo>
                <a:lnTo>
                  <a:pt x="47060" y="50494"/>
                </a:lnTo>
                <a:lnTo>
                  <a:pt x="35909" y="56543"/>
                </a:lnTo>
                <a:lnTo>
                  <a:pt x="19361" y="54432"/>
                </a:lnTo>
                <a:lnTo>
                  <a:pt x="7711" y="47493"/>
                </a:lnTo>
                <a:lnTo>
                  <a:pt x="1261" y="37000"/>
                </a:lnTo>
                <a:lnTo>
                  <a:pt x="0" y="28631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613213" y="601400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809" y="2993"/>
                </a:lnTo>
                <a:lnTo>
                  <a:pt x="51599" y="11250"/>
                </a:lnTo>
                <a:lnTo>
                  <a:pt x="57107" y="23262"/>
                </a:lnTo>
                <a:lnTo>
                  <a:pt x="54581" y="39213"/>
                </a:lnTo>
                <a:lnTo>
                  <a:pt x="47065" y="50499"/>
                </a:lnTo>
                <a:lnTo>
                  <a:pt x="35920" y="56551"/>
                </a:lnTo>
                <a:lnTo>
                  <a:pt x="19369" y="54443"/>
                </a:lnTo>
                <a:lnTo>
                  <a:pt x="7716" y="47508"/>
                </a:lnTo>
                <a:lnTo>
                  <a:pt x="1263" y="37019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649209" y="596360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7" y="50498"/>
                </a:lnTo>
                <a:lnTo>
                  <a:pt x="35922" y="56551"/>
                </a:lnTo>
                <a:lnTo>
                  <a:pt x="19370" y="54443"/>
                </a:lnTo>
                <a:lnTo>
                  <a:pt x="7717" y="47508"/>
                </a:lnTo>
                <a:lnTo>
                  <a:pt x="1264" y="3702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678013" y="613641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06"/>
                </a:lnTo>
                <a:lnTo>
                  <a:pt x="47067" y="50494"/>
                </a:lnTo>
                <a:lnTo>
                  <a:pt x="35922" y="56550"/>
                </a:lnTo>
                <a:lnTo>
                  <a:pt x="19370" y="54441"/>
                </a:lnTo>
                <a:lnTo>
                  <a:pt x="7717" y="47504"/>
                </a:lnTo>
                <a:lnTo>
                  <a:pt x="1264" y="37017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706816" y="610761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2" y="39211"/>
                </a:lnTo>
                <a:lnTo>
                  <a:pt x="47067" y="50498"/>
                </a:lnTo>
                <a:lnTo>
                  <a:pt x="35922" y="56551"/>
                </a:lnTo>
                <a:lnTo>
                  <a:pt x="19370" y="54443"/>
                </a:lnTo>
                <a:lnTo>
                  <a:pt x="7717" y="47508"/>
                </a:lnTo>
                <a:lnTo>
                  <a:pt x="1264" y="3702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742813" y="555320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1"/>
                </a:lnTo>
                <a:lnTo>
                  <a:pt x="51599" y="11245"/>
                </a:lnTo>
                <a:lnTo>
                  <a:pt x="57107" y="23259"/>
                </a:lnTo>
                <a:lnTo>
                  <a:pt x="54580" y="39206"/>
                </a:lnTo>
                <a:lnTo>
                  <a:pt x="47063" y="50490"/>
                </a:lnTo>
                <a:lnTo>
                  <a:pt x="35915" y="56540"/>
                </a:lnTo>
                <a:lnTo>
                  <a:pt x="19363" y="54430"/>
                </a:lnTo>
                <a:lnTo>
                  <a:pt x="7710" y="47493"/>
                </a:lnTo>
                <a:lnTo>
                  <a:pt x="1260" y="37004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771616" y="528680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4"/>
                </a:lnTo>
                <a:lnTo>
                  <a:pt x="51589" y="11256"/>
                </a:lnTo>
                <a:lnTo>
                  <a:pt x="57082" y="23280"/>
                </a:lnTo>
                <a:lnTo>
                  <a:pt x="54553" y="39226"/>
                </a:lnTo>
                <a:lnTo>
                  <a:pt x="47034" y="50507"/>
                </a:lnTo>
                <a:lnTo>
                  <a:pt x="35880" y="56549"/>
                </a:lnTo>
                <a:lnTo>
                  <a:pt x="19339" y="54430"/>
                </a:lnTo>
                <a:lnTo>
                  <a:pt x="7694" y="47481"/>
                </a:lnTo>
                <a:lnTo>
                  <a:pt x="1252" y="36979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800419" y="498439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5"/>
                </a:moveTo>
                <a:lnTo>
                  <a:pt x="3438" y="14896"/>
                </a:lnTo>
                <a:lnTo>
                  <a:pt x="12597" y="4764"/>
                </a:lnTo>
                <a:lnTo>
                  <a:pt x="25736" y="0"/>
                </a:lnTo>
                <a:lnTo>
                  <a:pt x="40792" y="2995"/>
                </a:lnTo>
                <a:lnTo>
                  <a:pt x="51578" y="11256"/>
                </a:lnTo>
                <a:lnTo>
                  <a:pt x="57080" y="23279"/>
                </a:lnTo>
                <a:lnTo>
                  <a:pt x="54550" y="39225"/>
                </a:lnTo>
                <a:lnTo>
                  <a:pt x="47030" y="50508"/>
                </a:lnTo>
                <a:lnTo>
                  <a:pt x="35879" y="56556"/>
                </a:lnTo>
                <a:lnTo>
                  <a:pt x="19329" y="54443"/>
                </a:lnTo>
                <a:lnTo>
                  <a:pt x="7688" y="47497"/>
                </a:lnTo>
                <a:lnTo>
                  <a:pt x="1252" y="36996"/>
                </a:lnTo>
                <a:lnTo>
                  <a:pt x="0" y="28645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836416" y="470358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2"/>
                </a:moveTo>
                <a:lnTo>
                  <a:pt x="3442" y="14905"/>
                </a:lnTo>
                <a:lnTo>
                  <a:pt x="12605" y="4773"/>
                </a:lnTo>
                <a:lnTo>
                  <a:pt x="25743" y="0"/>
                </a:lnTo>
                <a:lnTo>
                  <a:pt x="40795" y="2993"/>
                </a:lnTo>
                <a:lnTo>
                  <a:pt x="51590" y="11250"/>
                </a:lnTo>
                <a:lnTo>
                  <a:pt x="57106" y="23262"/>
                </a:lnTo>
                <a:lnTo>
                  <a:pt x="54576" y="39213"/>
                </a:lnTo>
                <a:lnTo>
                  <a:pt x="47053" y="50498"/>
                </a:lnTo>
                <a:lnTo>
                  <a:pt x="35911" y="56551"/>
                </a:lnTo>
                <a:lnTo>
                  <a:pt x="19363" y="54442"/>
                </a:lnTo>
                <a:lnTo>
                  <a:pt x="7712" y="47505"/>
                </a:lnTo>
                <a:lnTo>
                  <a:pt x="1261" y="37014"/>
                </a:lnTo>
                <a:lnTo>
                  <a:pt x="0" y="28642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865219" y="460999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796" y="2994"/>
                </a:lnTo>
                <a:lnTo>
                  <a:pt x="51579" y="11256"/>
                </a:lnTo>
                <a:lnTo>
                  <a:pt x="57081" y="23280"/>
                </a:lnTo>
                <a:lnTo>
                  <a:pt x="54549" y="39231"/>
                </a:lnTo>
                <a:lnTo>
                  <a:pt x="47026" y="50514"/>
                </a:lnTo>
                <a:lnTo>
                  <a:pt x="35878" y="56559"/>
                </a:lnTo>
                <a:lnTo>
                  <a:pt x="19341" y="54442"/>
                </a:lnTo>
                <a:lnTo>
                  <a:pt x="7697" y="47494"/>
                </a:lnTo>
                <a:lnTo>
                  <a:pt x="1254" y="36991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901216" y="458119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643"/>
                </a:moveTo>
                <a:lnTo>
                  <a:pt x="3442" y="14900"/>
                </a:lnTo>
                <a:lnTo>
                  <a:pt x="12605" y="4770"/>
                </a:lnTo>
                <a:lnTo>
                  <a:pt x="25743" y="0"/>
                </a:lnTo>
                <a:lnTo>
                  <a:pt x="40809" y="2994"/>
                </a:lnTo>
                <a:lnTo>
                  <a:pt x="51589" y="11256"/>
                </a:lnTo>
                <a:lnTo>
                  <a:pt x="57082" y="23280"/>
                </a:lnTo>
                <a:lnTo>
                  <a:pt x="54554" y="39231"/>
                </a:lnTo>
                <a:lnTo>
                  <a:pt x="47038" y="50515"/>
                </a:lnTo>
                <a:lnTo>
                  <a:pt x="35888" y="56559"/>
                </a:lnTo>
                <a:lnTo>
                  <a:pt x="19347" y="54443"/>
                </a:lnTo>
                <a:lnTo>
                  <a:pt x="7701" y="47497"/>
                </a:lnTo>
                <a:lnTo>
                  <a:pt x="1256" y="36996"/>
                </a:lnTo>
                <a:lnTo>
                  <a:pt x="0" y="28643"/>
                </a:lnTo>
                <a:close/>
              </a:path>
            </a:pathLst>
          </a:custGeom>
          <a:ln w="36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912019" y="3778410"/>
            <a:ext cx="2685015" cy="6397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426037" y="4026617"/>
            <a:ext cx="3124835" cy="2030730"/>
          </a:xfrm>
          <a:custGeom>
            <a:avLst/>
            <a:gdLst/>
            <a:ahLst/>
            <a:cxnLst/>
            <a:rect l="l" t="t" r="r" b="b"/>
            <a:pathLst>
              <a:path w="3124834" h="2030729">
                <a:moveTo>
                  <a:pt x="0" y="2030424"/>
                </a:moveTo>
                <a:lnTo>
                  <a:pt x="0" y="2030424"/>
                </a:lnTo>
                <a:lnTo>
                  <a:pt x="309582" y="2030424"/>
                </a:lnTo>
                <a:lnTo>
                  <a:pt x="345579" y="1504821"/>
                </a:lnTo>
                <a:lnTo>
                  <a:pt x="374382" y="1116021"/>
                </a:lnTo>
                <a:lnTo>
                  <a:pt x="403186" y="828009"/>
                </a:lnTo>
                <a:lnTo>
                  <a:pt x="439182" y="612004"/>
                </a:lnTo>
                <a:lnTo>
                  <a:pt x="467986" y="453604"/>
                </a:lnTo>
                <a:lnTo>
                  <a:pt x="503982" y="338410"/>
                </a:lnTo>
                <a:lnTo>
                  <a:pt x="532786" y="244805"/>
                </a:lnTo>
                <a:lnTo>
                  <a:pt x="561589" y="179998"/>
                </a:lnTo>
                <a:lnTo>
                  <a:pt x="597586" y="136801"/>
                </a:lnTo>
                <a:lnTo>
                  <a:pt x="626389" y="100798"/>
                </a:lnTo>
                <a:lnTo>
                  <a:pt x="662386" y="71997"/>
                </a:lnTo>
                <a:lnTo>
                  <a:pt x="719992" y="43208"/>
                </a:lnTo>
                <a:lnTo>
                  <a:pt x="755989" y="28800"/>
                </a:lnTo>
                <a:lnTo>
                  <a:pt x="813565" y="14404"/>
                </a:lnTo>
                <a:lnTo>
                  <a:pt x="849592" y="14404"/>
                </a:lnTo>
                <a:lnTo>
                  <a:pt x="878396" y="7202"/>
                </a:lnTo>
                <a:lnTo>
                  <a:pt x="914362" y="7202"/>
                </a:lnTo>
                <a:lnTo>
                  <a:pt x="943165" y="0"/>
                </a:lnTo>
                <a:lnTo>
                  <a:pt x="971968" y="0"/>
                </a:lnTo>
                <a:lnTo>
                  <a:pt x="3088757" y="0"/>
                </a:lnTo>
                <a:lnTo>
                  <a:pt x="3124784" y="0"/>
                </a:lnTo>
              </a:path>
            </a:pathLst>
          </a:custGeom>
          <a:ln w="360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3703932" y="5308124"/>
            <a:ext cx="23495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20" dirty="0">
                <a:latin typeface="Symbol"/>
                <a:cs typeface="Symbol"/>
              </a:rPr>
              <a:t>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262084" y="5521964"/>
            <a:ext cx="144780" cy="673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spc="5" dirty="0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527214" y="5534929"/>
            <a:ext cx="1187450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Symbol"/>
                <a:cs typeface="Symbol"/>
              </a:rPr>
              <a:t>−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0.</a:t>
            </a:r>
            <a:r>
              <a:rPr sz="2400" spc="95" dirty="0">
                <a:latin typeface="Times New Roman"/>
                <a:cs typeface="Times New Roman"/>
              </a:rPr>
              <a:t>8</a:t>
            </a:r>
            <a:r>
              <a:rPr sz="2400" i="1" spc="150" dirty="0">
                <a:latin typeface="Times New Roman"/>
                <a:cs typeface="Times New Roman"/>
              </a:rPr>
              <a:t>z</a:t>
            </a:r>
            <a:r>
              <a:rPr sz="2700" spc="-44" baseline="32407" dirty="0">
                <a:latin typeface="Symbol"/>
                <a:cs typeface="Symbol"/>
              </a:rPr>
              <a:t>−</a:t>
            </a:r>
            <a:r>
              <a:rPr sz="2700" spc="-15" baseline="32407" dirty="0">
                <a:latin typeface="Times New Roman"/>
                <a:cs typeface="Times New Roman"/>
              </a:rPr>
              <a:t>1</a:t>
            </a:r>
            <a:endParaRPr sz="2700" baseline="32407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888512" y="6292371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20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514889" y="6292371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40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148493" y="6292371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60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782083" y="6292371"/>
            <a:ext cx="27051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80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358079" y="6292371"/>
            <a:ext cx="393065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30" dirty="0">
                <a:latin typeface="Times New Roman"/>
                <a:cs typeface="Times New Roman"/>
              </a:rPr>
              <a:t>100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1013</TotalTime>
  <Words>3572</Words>
  <Application>Microsoft Office PowerPoint</Application>
  <PresentationFormat>On-screen Show (4:3)</PresentationFormat>
  <Paragraphs>916</Paragraphs>
  <Slides>49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-apple-system</vt:lpstr>
      <vt:lpstr>Arial</vt:lpstr>
      <vt:lpstr>Calibri</vt:lpstr>
      <vt:lpstr>Courier New</vt:lpstr>
      <vt:lpstr>MT Extra</vt:lpstr>
      <vt:lpstr>Söhne</vt:lpstr>
      <vt:lpstr>Symbol</vt:lpstr>
      <vt:lpstr>Times New Roman</vt:lpstr>
      <vt:lpstr>Wingdings 2</vt:lpstr>
      <vt:lpstr>Office Theme</vt:lpstr>
      <vt:lpstr>PowerPoint Presentation</vt:lpstr>
      <vt:lpstr>Syllabus</vt:lpstr>
      <vt:lpstr>ENGR406 (506) Intelligent System Control</vt:lpstr>
      <vt:lpstr>Recap</vt:lpstr>
      <vt:lpstr>Part 3 – System Identification</vt:lpstr>
      <vt:lpstr>PowerPoint Presentation</vt:lpstr>
      <vt:lpstr>PowerPoint Presentation</vt:lpstr>
      <vt:lpstr>Least Squares</vt:lpstr>
      <vt:lpstr>Least Squares</vt:lpstr>
      <vt:lpstr>Least Squares</vt:lpstr>
      <vt:lpstr>Coming up…</vt:lpstr>
      <vt:lpstr>Part 3 – System Identification</vt:lpstr>
      <vt:lpstr>Recap from Part 2</vt:lpstr>
      <vt:lpstr>PowerPoint Presentation</vt:lpstr>
      <vt:lpstr>PowerPoint Presentation</vt:lpstr>
      <vt:lpstr>PowerPoint Presentation</vt:lpstr>
      <vt:lpstr>PowerPoint Presentation</vt:lpstr>
      <vt:lpstr>Numerical optimisation</vt:lpstr>
      <vt:lpstr>MATLAB</vt:lpstr>
      <vt:lpstr>PowerPoint Presentation</vt:lpstr>
      <vt:lpstr>Response Error Method:</vt:lpstr>
      <vt:lpstr>Part 3 – System Identification</vt:lpstr>
      <vt:lpstr>Equation Error</vt:lpstr>
      <vt:lpstr>Equation Error Continued</vt:lpstr>
      <vt:lpstr>Equation Error Cost Function</vt:lpstr>
      <vt:lpstr>Multiply out the brackets</vt:lpstr>
      <vt:lpstr>The Normal Equations</vt:lpstr>
      <vt:lpstr>Equation Error Method:</vt:lpstr>
      <vt:lpstr>PowerPoint Presentation</vt:lpstr>
      <vt:lpstr>Reservoir Model Exercise</vt:lpstr>
      <vt:lpstr>Matlab functions</vt:lpstr>
      <vt:lpstr>Part 3 – System Identification</vt:lpstr>
      <vt:lpstr>Real data with noise</vt:lpstr>
      <vt:lpstr>PowerPoint Presentation</vt:lpstr>
      <vt:lpstr>Special case</vt:lpstr>
      <vt:lpstr>More realistic</vt:lpstr>
      <vt:lpstr>Instrumental Variables</vt:lpstr>
      <vt:lpstr>PowerPoint Presentation</vt:lpstr>
      <vt:lpstr>Part 3 – System Identification</vt:lpstr>
      <vt:lpstr>PowerPoint Presentation</vt:lpstr>
      <vt:lpstr>PowerPoint Presentation</vt:lpstr>
      <vt:lpstr>Equation Error Summary</vt:lpstr>
      <vt:lpstr>PowerPoint Presentation</vt:lpstr>
      <vt:lpstr>Comparison of EE (left) and RE (right)</vt:lpstr>
      <vt:lpstr>Recap</vt:lpstr>
      <vt:lpstr>PowerPoint Presentation</vt:lpstr>
      <vt:lpstr>PowerPoint Presentation</vt:lpstr>
      <vt:lpstr>Matlab Example (with noise)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Abrar, Muhammad</cp:lastModifiedBy>
  <cp:revision>13</cp:revision>
  <dcterms:created xsi:type="dcterms:W3CDTF">2022-07-22T04:16:36Z</dcterms:created>
  <dcterms:modified xsi:type="dcterms:W3CDTF">2025-10-13T14:34:44Z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2022-07-22T00:00:00Z</vt:filetime>
  </property>
  <property fmtid="{D5CDD505-2E9C-101B-9397-08002B2CF9AE}" pid="3" name="LastSaved">
    <vt:filetime>2022-07-22T00:00:00Z</vt:filetime>
  </property>
</Properties>
</file>