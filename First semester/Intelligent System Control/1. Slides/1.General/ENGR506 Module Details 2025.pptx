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332" r:id="rId3"/>
    <p:sldId id="260" r:id="rId4"/>
    <p:sldId id="261" r:id="rId5"/>
    <p:sldId id="262" r:id="rId6"/>
    <p:sldId id="263" r:id="rId7"/>
    <p:sldId id="291" r:id="rId8"/>
    <p:sldId id="292" r:id="rId9"/>
    <p:sldId id="336" r:id="rId10"/>
    <p:sldId id="293" r:id="rId11"/>
    <p:sldId id="333" r:id="rId12"/>
    <p:sldId id="334" r:id="rId13"/>
    <p:sldId id="335" r:id="rId14"/>
    <p:sldId id="337" r:id="rId15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54" autoAdjust="0"/>
    <p:restoredTop sz="94660"/>
  </p:normalViewPr>
  <p:slideViewPr>
    <p:cSldViewPr snapToGrid="0">
      <p:cViewPr varScale="1">
        <p:scale>
          <a:sx n="59" d="100"/>
          <a:sy n="59" d="100"/>
        </p:scale>
        <p:origin x="1336" y="5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4" Type="http://schemas.openxmlformats.org/officeDocument/2006/relationships/image" Target="../media/image1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4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FF62F82-86D7-4A45-A764-04B307F65E95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D4FCAE6-ECE1-49C1-9F13-4379F711B46C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Final Exam 75%</a:t>
          </a:r>
          <a:endParaRPr lang="en-US" dirty="0"/>
        </a:p>
      </dgm:t>
    </dgm:pt>
    <dgm:pt modelId="{1F34D8A1-10D1-4A82-AA31-CD8E08302E10}" type="parTrans" cxnId="{C3FBFC8D-CBFF-4E57-B2D1-62C576094786}">
      <dgm:prSet/>
      <dgm:spPr/>
      <dgm:t>
        <a:bodyPr/>
        <a:lstStyle/>
        <a:p>
          <a:endParaRPr lang="en-US"/>
        </a:p>
      </dgm:t>
    </dgm:pt>
    <dgm:pt modelId="{42D471F6-307F-4992-981C-07669C28726C}" type="sibTrans" cxnId="{C3FBFC8D-CBFF-4E57-B2D1-62C576094786}">
      <dgm:prSet/>
      <dgm:spPr/>
      <dgm:t>
        <a:bodyPr/>
        <a:lstStyle/>
        <a:p>
          <a:endParaRPr lang="en-US"/>
        </a:p>
      </dgm:t>
    </dgm:pt>
    <dgm:pt modelId="{79F54F7C-3CCF-44AA-AA6E-7316D2B44904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Coursework 25%</a:t>
          </a:r>
          <a:endParaRPr lang="en-US" dirty="0"/>
        </a:p>
      </dgm:t>
    </dgm:pt>
    <dgm:pt modelId="{2E534595-8512-448E-9386-1C429CCB4167}" type="parTrans" cxnId="{FFC1CD23-5D98-4DCE-9D20-04FE0A325ACF}">
      <dgm:prSet/>
      <dgm:spPr/>
      <dgm:t>
        <a:bodyPr/>
        <a:lstStyle/>
        <a:p>
          <a:endParaRPr lang="en-US"/>
        </a:p>
      </dgm:t>
    </dgm:pt>
    <dgm:pt modelId="{FD15E81E-438D-4C51-B1E5-A6CA0FC07A57}" type="sibTrans" cxnId="{FFC1CD23-5D98-4DCE-9D20-04FE0A325ACF}">
      <dgm:prSet/>
      <dgm:spPr/>
      <dgm:t>
        <a:bodyPr/>
        <a:lstStyle/>
        <a:p>
          <a:endParaRPr lang="en-US"/>
        </a:p>
      </dgm:t>
    </dgm:pt>
    <dgm:pt modelId="{95A31ECC-3C01-4982-923F-1E5336349CC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000" b="1" dirty="0"/>
            <a:t>Coursework #1 Individual –Test(30%)</a:t>
          </a:r>
          <a:endParaRPr lang="en-US" sz="2000" b="1" dirty="0"/>
        </a:p>
      </dgm:t>
    </dgm:pt>
    <dgm:pt modelId="{40A01CB7-AFE6-48F2-ACB6-B7E665F1AC82}" type="parTrans" cxnId="{43CBBD6B-847C-46CF-B691-8A4F1DA6ADC6}">
      <dgm:prSet/>
      <dgm:spPr/>
      <dgm:t>
        <a:bodyPr/>
        <a:lstStyle/>
        <a:p>
          <a:endParaRPr lang="en-US"/>
        </a:p>
      </dgm:t>
    </dgm:pt>
    <dgm:pt modelId="{E33A0199-8F02-4144-945B-FC3B28CD3CBC}" type="sibTrans" cxnId="{43CBBD6B-847C-46CF-B691-8A4F1DA6ADC6}">
      <dgm:prSet/>
      <dgm:spPr/>
      <dgm:t>
        <a:bodyPr/>
        <a:lstStyle/>
        <a:p>
          <a:endParaRPr lang="en-US"/>
        </a:p>
      </dgm:t>
    </dgm:pt>
    <dgm:pt modelId="{A4BC5075-FDCC-4CC4-81AF-580B1C77CC0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000" b="1" dirty="0"/>
            <a:t>Coursework #2 Individual- lab Reflection (30%)</a:t>
          </a:r>
          <a:endParaRPr lang="en-US" sz="2000" b="1" dirty="0"/>
        </a:p>
      </dgm:t>
    </dgm:pt>
    <dgm:pt modelId="{E481E445-9CD7-4231-8051-740E6616F009}" type="parTrans" cxnId="{461051F4-07DF-4085-82C7-1CC3CA0FAF00}">
      <dgm:prSet/>
      <dgm:spPr/>
      <dgm:t>
        <a:bodyPr/>
        <a:lstStyle/>
        <a:p>
          <a:endParaRPr lang="en-US"/>
        </a:p>
      </dgm:t>
    </dgm:pt>
    <dgm:pt modelId="{B616E985-C95A-4CE5-8F3F-674813E47B58}" type="sibTrans" cxnId="{461051F4-07DF-4085-82C7-1CC3CA0FAF00}">
      <dgm:prSet/>
      <dgm:spPr/>
      <dgm:t>
        <a:bodyPr/>
        <a:lstStyle/>
        <a:p>
          <a:endParaRPr lang="en-US"/>
        </a:p>
      </dgm:t>
    </dgm:pt>
    <dgm:pt modelId="{967E7FB0-46B4-42DF-A5A9-F8C1ADC7BE9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000" b="1" dirty="0"/>
            <a:t>Coursework#3 Group–Research (40%)</a:t>
          </a:r>
          <a:endParaRPr lang="en-US" sz="2000" b="1" dirty="0"/>
        </a:p>
      </dgm:t>
    </dgm:pt>
    <dgm:pt modelId="{0C11FF2E-46E8-4318-8D1B-B513A65A0250}" type="parTrans" cxnId="{27C277E9-20D9-43BE-B28B-E381C3005909}">
      <dgm:prSet/>
      <dgm:spPr/>
      <dgm:t>
        <a:bodyPr/>
        <a:lstStyle/>
        <a:p>
          <a:endParaRPr lang="en-US"/>
        </a:p>
      </dgm:t>
    </dgm:pt>
    <dgm:pt modelId="{10C675D7-75F3-4F84-97D6-B032C4910A20}" type="sibTrans" cxnId="{27C277E9-20D9-43BE-B28B-E381C3005909}">
      <dgm:prSet/>
      <dgm:spPr/>
      <dgm:t>
        <a:bodyPr/>
        <a:lstStyle/>
        <a:p>
          <a:endParaRPr lang="en-US"/>
        </a:p>
      </dgm:t>
    </dgm:pt>
    <dgm:pt modelId="{55738ED0-7C51-413A-A4F1-0BAAF276CFA2}" type="pres">
      <dgm:prSet presAssocID="{6FF62F82-86D7-4A45-A764-04B307F65E95}" presName="root" presStyleCnt="0">
        <dgm:presLayoutVars>
          <dgm:dir/>
          <dgm:resizeHandles val="exact"/>
        </dgm:presLayoutVars>
      </dgm:prSet>
      <dgm:spPr/>
    </dgm:pt>
    <dgm:pt modelId="{A639C778-1C8D-402A-A4C0-E7C48E9E571C}" type="pres">
      <dgm:prSet presAssocID="{4D4FCAE6-ECE1-49C1-9F13-4379F711B46C}" presName="compNode" presStyleCnt="0"/>
      <dgm:spPr/>
    </dgm:pt>
    <dgm:pt modelId="{53153FA6-5AA4-4382-AD96-F560154DB534}" type="pres">
      <dgm:prSet presAssocID="{4D4FCAE6-ECE1-49C1-9F13-4379F711B46C}" presName="bgRect" presStyleLbl="bgShp" presStyleIdx="0" presStyleCnt="2" custLinFactNeighborX="7817" custLinFactNeighborY="-2722"/>
      <dgm:spPr/>
    </dgm:pt>
    <dgm:pt modelId="{A28E4262-6758-4528-9081-F8A9286C3F46}" type="pres">
      <dgm:prSet presAssocID="{4D4FCAE6-ECE1-49C1-9F13-4379F711B46C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ploma"/>
        </a:ext>
      </dgm:extLst>
    </dgm:pt>
    <dgm:pt modelId="{6511E1ED-E939-4225-A921-0D1AC7719FA1}" type="pres">
      <dgm:prSet presAssocID="{4D4FCAE6-ECE1-49C1-9F13-4379F711B46C}" presName="spaceRect" presStyleCnt="0"/>
      <dgm:spPr/>
    </dgm:pt>
    <dgm:pt modelId="{DEC67E69-3389-489F-9938-BB3787CCEFC9}" type="pres">
      <dgm:prSet presAssocID="{4D4FCAE6-ECE1-49C1-9F13-4379F711B46C}" presName="parTx" presStyleLbl="revTx" presStyleIdx="0" presStyleCnt="3">
        <dgm:presLayoutVars>
          <dgm:chMax val="0"/>
          <dgm:chPref val="0"/>
        </dgm:presLayoutVars>
      </dgm:prSet>
      <dgm:spPr/>
    </dgm:pt>
    <dgm:pt modelId="{70F4544A-39A5-489F-8892-F837167B3263}" type="pres">
      <dgm:prSet presAssocID="{42D471F6-307F-4992-981C-07669C28726C}" presName="sibTrans" presStyleCnt="0"/>
      <dgm:spPr/>
    </dgm:pt>
    <dgm:pt modelId="{46DAF2B7-2135-4BA8-A98E-E93CCF76FAEF}" type="pres">
      <dgm:prSet presAssocID="{79F54F7C-3CCF-44AA-AA6E-7316D2B44904}" presName="compNode" presStyleCnt="0"/>
      <dgm:spPr/>
    </dgm:pt>
    <dgm:pt modelId="{66547EB4-99F2-4B72-B0C9-9053E9D9C0CB}" type="pres">
      <dgm:prSet presAssocID="{79F54F7C-3CCF-44AA-AA6E-7316D2B44904}" presName="bgRect" presStyleLbl="bgShp" presStyleIdx="1" presStyleCnt="2" custScaleY="186126" custLinFactNeighborX="7817" custLinFactNeighborY="-4537"/>
      <dgm:spPr/>
    </dgm:pt>
    <dgm:pt modelId="{A1238A32-98AF-4160-86E1-C265DACB1554}" type="pres">
      <dgm:prSet presAssocID="{79F54F7C-3CCF-44AA-AA6E-7316D2B44904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B4C5FAA5-A7DD-492E-A2A3-A79B4A0A79E3}" type="pres">
      <dgm:prSet presAssocID="{79F54F7C-3CCF-44AA-AA6E-7316D2B44904}" presName="spaceRect" presStyleCnt="0"/>
      <dgm:spPr/>
    </dgm:pt>
    <dgm:pt modelId="{B8377109-B167-4698-964B-E129E28707AD}" type="pres">
      <dgm:prSet presAssocID="{79F54F7C-3CCF-44AA-AA6E-7316D2B44904}" presName="parTx" presStyleLbl="revTx" presStyleIdx="1" presStyleCnt="3" custLinFactNeighborX="-13755" custLinFactNeighborY="2341">
        <dgm:presLayoutVars>
          <dgm:chMax val="0"/>
          <dgm:chPref val="0"/>
        </dgm:presLayoutVars>
      </dgm:prSet>
      <dgm:spPr/>
    </dgm:pt>
    <dgm:pt modelId="{4DD417DA-94A3-4B28-9FD9-38E3B62EDB86}" type="pres">
      <dgm:prSet presAssocID="{79F54F7C-3CCF-44AA-AA6E-7316D2B44904}" presName="desTx" presStyleLbl="revTx" presStyleIdx="2" presStyleCnt="3" custScaleX="182084" custScaleY="171338" custLinFactNeighborX="-16303" custLinFactNeighborY="2090">
        <dgm:presLayoutVars/>
      </dgm:prSet>
      <dgm:spPr/>
    </dgm:pt>
  </dgm:ptLst>
  <dgm:cxnLst>
    <dgm:cxn modelId="{FFC1CD23-5D98-4DCE-9D20-04FE0A325ACF}" srcId="{6FF62F82-86D7-4A45-A764-04B307F65E95}" destId="{79F54F7C-3CCF-44AA-AA6E-7316D2B44904}" srcOrd="1" destOrd="0" parTransId="{2E534595-8512-448E-9386-1C429CCB4167}" sibTransId="{FD15E81E-438D-4C51-B1E5-A6CA0FC07A57}"/>
    <dgm:cxn modelId="{61F1AC5D-63D9-4A45-8A56-4BE1E3CAB366}" type="presOf" srcId="{95A31ECC-3C01-4982-923F-1E5336349CC8}" destId="{4DD417DA-94A3-4B28-9FD9-38E3B62EDB86}" srcOrd="0" destOrd="0" presId="urn:microsoft.com/office/officeart/2018/2/layout/IconVerticalSolidList"/>
    <dgm:cxn modelId="{4ADD8F44-C874-44CA-99A2-B16EACDCE30A}" type="presOf" srcId="{6FF62F82-86D7-4A45-A764-04B307F65E95}" destId="{55738ED0-7C51-413A-A4F1-0BAAF276CFA2}" srcOrd="0" destOrd="0" presId="urn:microsoft.com/office/officeart/2018/2/layout/IconVerticalSolidList"/>
    <dgm:cxn modelId="{43CBBD6B-847C-46CF-B691-8A4F1DA6ADC6}" srcId="{79F54F7C-3CCF-44AA-AA6E-7316D2B44904}" destId="{95A31ECC-3C01-4982-923F-1E5336349CC8}" srcOrd="0" destOrd="0" parTransId="{40A01CB7-AFE6-48F2-ACB6-B7E665F1AC82}" sibTransId="{E33A0199-8F02-4144-945B-FC3B28CD3CBC}"/>
    <dgm:cxn modelId="{C3FBFC8D-CBFF-4E57-B2D1-62C576094786}" srcId="{6FF62F82-86D7-4A45-A764-04B307F65E95}" destId="{4D4FCAE6-ECE1-49C1-9F13-4379F711B46C}" srcOrd="0" destOrd="0" parTransId="{1F34D8A1-10D1-4A82-AA31-CD8E08302E10}" sibTransId="{42D471F6-307F-4992-981C-07669C28726C}"/>
    <dgm:cxn modelId="{452C2AC8-B227-4606-B7F2-853556D1A8AE}" type="presOf" srcId="{967E7FB0-46B4-42DF-A5A9-F8C1ADC7BE96}" destId="{4DD417DA-94A3-4B28-9FD9-38E3B62EDB86}" srcOrd="0" destOrd="2" presId="urn:microsoft.com/office/officeart/2018/2/layout/IconVerticalSolidList"/>
    <dgm:cxn modelId="{608D6BCE-AB93-4A2F-8AD8-89490AC7E104}" type="presOf" srcId="{4D4FCAE6-ECE1-49C1-9F13-4379F711B46C}" destId="{DEC67E69-3389-489F-9938-BB3787CCEFC9}" srcOrd="0" destOrd="0" presId="urn:microsoft.com/office/officeart/2018/2/layout/IconVerticalSolidList"/>
    <dgm:cxn modelId="{C720BED0-898A-4213-B463-61F53F53D60B}" type="presOf" srcId="{A4BC5075-FDCC-4CC4-81AF-580B1C77CC0E}" destId="{4DD417DA-94A3-4B28-9FD9-38E3B62EDB86}" srcOrd="0" destOrd="1" presId="urn:microsoft.com/office/officeart/2018/2/layout/IconVerticalSolidList"/>
    <dgm:cxn modelId="{27C277E9-20D9-43BE-B28B-E381C3005909}" srcId="{79F54F7C-3CCF-44AA-AA6E-7316D2B44904}" destId="{967E7FB0-46B4-42DF-A5A9-F8C1ADC7BE96}" srcOrd="2" destOrd="0" parTransId="{0C11FF2E-46E8-4318-8D1B-B513A65A0250}" sibTransId="{10C675D7-75F3-4F84-97D6-B032C4910A20}"/>
    <dgm:cxn modelId="{461051F4-07DF-4085-82C7-1CC3CA0FAF00}" srcId="{79F54F7C-3CCF-44AA-AA6E-7316D2B44904}" destId="{A4BC5075-FDCC-4CC4-81AF-580B1C77CC0E}" srcOrd="1" destOrd="0" parTransId="{E481E445-9CD7-4231-8051-740E6616F009}" sibTransId="{B616E985-C95A-4CE5-8F3F-674813E47B58}"/>
    <dgm:cxn modelId="{AA133FF9-F432-4BB7-8E59-FF3995C60941}" type="presOf" srcId="{79F54F7C-3CCF-44AA-AA6E-7316D2B44904}" destId="{B8377109-B167-4698-964B-E129E28707AD}" srcOrd="0" destOrd="0" presId="urn:microsoft.com/office/officeart/2018/2/layout/IconVerticalSolidList"/>
    <dgm:cxn modelId="{73FF148D-348C-4683-9E8E-DEAB7041C3A9}" type="presParOf" srcId="{55738ED0-7C51-413A-A4F1-0BAAF276CFA2}" destId="{A639C778-1C8D-402A-A4C0-E7C48E9E571C}" srcOrd="0" destOrd="0" presId="urn:microsoft.com/office/officeart/2018/2/layout/IconVerticalSolidList"/>
    <dgm:cxn modelId="{286E60DE-A50F-40DC-AC9B-A7E2DA8A9651}" type="presParOf" srcId="{A639C778-1C8D-402A-A4C0-E7C48E9E571C}" destId="{53153FA6-5AA4-4382-AD96-F560154DB534}" srcOrd="0" destOrd="0" presId="urn:microsoft.com/office/officeart/2018/2/layout/IconVerticalSolidList"/>
    <dgm:cxn modelId="{E13DDF67-C612-49AC-B5AE-1C8A391AC725}" type="presParOf" srcId="{A639C778-1C8D-402A-A4C0-E7C48E9E571C}" destId="{A28E4262-6758-4528-9081-F8A9286C3F46}" srcOrd="1" destOrd="0" presId="urn:microsoft.com/office/officeart/2018/2/layout/IconVerticalSolidList"/>
    <dgm:cxn modelId="{2B4573FE-CBDC-4327-9CF1-720EA4A84FF1}" type="presParOf" srcId="{A639C778-1C8D-402A-A4C0-E7C48E9E571C}" destId="{6511E1ED-E939-4225-A921-0D1AC7719FA1}" srcOrd="2" destOrd="0" presId="urn:microsoft.com/office/officeart/2018/2/layout/IconVerticalSolidList"/>
    <dgm:cxn modelId="{DFEA166F-DA89-4527-9B00-462B1E589EE1}" type="presParOf" srcId="{A639C778-1C8D-402A-A4C0-E7C48E9E571C}" destId="{DEC67E69-3389-489F-9938-BB3787CCEFC9}" srcOrd="3" destOrd="0" presId="urn:microsoft.com/office/officeart/2018/2/layout/IconVerticalSolidList"/>
    <dgm:cxn modelId="{81CE4420-59BE-4DB8-8350-C911167CE4C3}" type="presParOf" srcId="{55738ED0-7C51-413A-A4F1-0BAAF276CFA2}" destId="{70F4544A-39A5-489F-8892-F837167B3263}" srcOrd="1" destOrd="0" presId="urn:microsoft.com/office/officeart/2018/2/layout/IconVerticalSolidList"/>
    <dgm:cxn modelId="{08032212-DFAB-4895-86A6-6942479965DD}" type="presParOf" srcId="{55738ED0-7C51-413A-A4F1-0BAAF276CFA2}" destId="{46DAF2B7-2135-4BA8-A98E-E93CCF76FAEF}" srcOrd="2" destOrd="0" presId="urn:microsoft.com/office/officeart/2018/2/layout/IconVerticalSolidList"/>
    <dgm:cxn modelId="{59E5C442-7660-45AE-830E-1B28AF0EF292}" type="presParOf" srcId="{46DAF2B7-2135-4BA8-A98E-E93CCF76FAEF}" destId="{66547EB4-99F2-4B72-B0C9-9053E9D9C0CB}" srcOrd="0" destOrd="0" presId="urn:microsoft.com/office/officeart/2018/2/layout/IconVerticalSolidList"/>
    <dgm:cxn modelId="{4FAFBA5E-740F-4CC2-9753-565406C15461}" type="presParOf" srcId="{46DAF2B7-2135-4BA8-A98E-E93CCF76FAEF}" destId="{A1238A32-98AF-4160-86E1-C265DACB1554}" srcOrd="1" destOrd="0" presId="urn:microsoft.com/office/officeart/2018/2/layout/IconVerticalSolidList"/>
    <dgm:cxn modelId="{ADA6A344-93ED-4747-BE70-1D672E20AFB7}" type="presParOf" srcId="{46DAF2B7-2135-4BA8-A98E-E93CCF76FAEF}" destId="{B4C5FAA5-A7DD-492E-A2A3-A79B4A0A79E3}" srcOrd="2" destOrd="0" presId="urn:microsoft.com/office/officeart/2018/2/layout/IconVerticalSolidList"/>
    <dgm:cxn modelId="{B807E652-CB74-43C9-B217-5E2DFB70F4BA}" type="presParOf" srcId="{46DAF2B7-2135-4BA8-A98E-E93CCF76FAEF}" destId="{B8377109-B167-4698-964B-E129E28707AD}" srcOrd="3" destOrd="0" presId="urn:microsoft.com/office/officeart/2018/2/layout/IconVerticalSolidList"/>
    <dgm:cxn modelId="{42CBEB62-6A7C-4096-BB9E-3D9EFEE44798}" type="presParOf" srcId="{46DAF2B7-2135-4BA8-A98E-E93CCF76FAEF}" destId="{4DD417DA-94A3-4B28-9FD9-38E3B62EDB86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153FA6-5AA4-4382-AD96-F560154DB534}">
      <dsp:nvSpPr>
        <dsp:cNvPr id="0" name=""/>
        <dsp:cNvSpPr/>
      </dsp:nvSpPr>
      <dsp:spPr>
        <a:xfrm>
          <a:off x="0" y="108375"/>
          <a:ext cx="8249605" cy="119959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8E4262-6758-4528-9081-F8A9286C3F46}">
      <dsp:nvSpPr>
        <dsp:cNvPr id="0" name=""/>
        <dsp:cNvSpPr/>
      </dsp:nvSpPr>
      <dsp:spPr>
        <a:xfrm>
          <a:off x="-281980" y="410937"/>
          <a:ext cx="659778" cy="65977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C67E69-3389-489F-9938-BB3787CCEFC9}">
      <dsp:nvSpPr>
        <dsp:cNvPr id="0" name=""/>
        <dsp:cNvSpPr/>
      </dsp:nvSpPr>
      <dsp:spPr>
        <a:xfrm>
          <a:off x="740675" y="141028"/>
          <a:ext cx="6861360" cy="11995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957" tIns="126957" rIns="126957" bIns="126957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/>
            <a:t>Final Exam 75%</a:t>
          </a:r>
          <a:endParaRPr lang="en-US" sz="2500" kern="1200" dirty="0"/>
        </a:p>
      </dsp:txBody>
      <dsp:txXfrm>
        <a:off x="740675" y="141028"/>
        <a:ext cx="6861360" cy="1199597"/>
      </dsp:txXfrm>
    </dsp:sp>
    <dsp:sp modelId="{66547EB4-99F2-4B72-B0C9-9053E9D9C0CB}">
      <dsp:nvSpPr>
        <dsp:cNvPr id="0" name=""/>
        <dsp:cNvSpPr/>
      </dsp:nvSpPr>
      <dsp:spPr>
        <a:xfrm>
          <a:off x="0" y="1586098"/>
          <a:ext cx="8249605" cy="223276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238A32-98AF-4160-86E1-C265DACB1554}">
      <dsp:nvSpPr>
        <dsp:cNvPr id="0" name=""/>
        <dsp:cNvSpPr/>
      </dsp:nvSpPr>
      <dsp:spPr>
        <a:xfrm>
          <a:off x="-281980" y="2427016"/>
          <a:ext cx="659778" cy="65977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377109-B167-4698-964B-E129E28707AD}">
      <dsp:nvSpPr>
        <dsp:cNvPr id="0" name=""/>
        <dsp:cNvSpPr/>
      </dsp:nvSpPr>
      <dsp:spPr>
        <a:xfrm>
          <a:off x="230045" y="2185189"/>
          <a:ext cx="3712322" cy="11995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957" tIns="126957" rIns="126957" bIns="126957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/>
            <a:t>Coursework 25%</a:t>
          </a:r>
          <a:endParaRPr lang="en-US" sz="2500" kern="1200" dirty="0"/>
        </a:p>
      </dsp:txBody>
      <dsp:txXfrm>
        <a:off x="230045" y="2185189"/>
        <a:ext cx="3712322" cy="1199597"/>
      </dsp:txXfrm>
    </dsp:sp>
    <dsp:sp modelId="{4DD417DA-94A3-4B28-9FD9-38E3B62EDB86}">
      <dsp:nvSpPr>
        <dsp:cNvPr id="0" name=""/>
        <dsp:cNvSpPr/>
      </dsp:nvSpPr>
      <dsp:spPr>
        <a:xfrm>
          <a:off x="2647182" y="1754294"/>
          <a:ext cx="5733894" cy="20553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957" tIns="126957" rIns="126957" bIns="126957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 dirty="0"/>
            <a:t>Coursework #1 Individual –Test(30%)</a:t>
          </a:r>
          <a:endParaRPr lang="en-US" sz="2000" b="1" kern="1200" dirty="0"/>
        </a:p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 dirty="0"/>
            <a:t>Coursework #2 Individual- lab Reflection (30%)</a:t>
          </a:r>
          <a:endParaRPr lang="en-US" sz="2000" b="1" kern="1200" dirty="0"/>
        </a:p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 dirty="0"/>
            <a:t>Coursework#3 Group–Research (40%)</a:t>
          </a:r>
          <a:endParaRPr lang="en-US" sz="2000" b="1" kern="1200" dirty="0"/>
        </a:p>
      </dsp:txBody>
      <dsp:txXfrm>
        <a:off x="2647182" y="1754294"/>
        <a:ext cx="5733894" cy="205536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0E7583-4830-4B98-AB46-E9EFBC7BB028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3369C1-7088-409F-893B-3B0C12688A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91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811143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980" y="96519"/>
            <a:ext cx="8963660" cy="6664959"/>
          </a:xfrm>
          <a:custGeom>
            <a:avLst/>
            <a:gdLst/>
            <a:ahLst/>
            <a:cxnLst/>
            <a:rect l="l" t="t" r="r" b="b"/>
            <a:pathLst>
              <a:path w="8963660" h="6664959">
                <a:moveTo>
                  <a:pt x="0" y="6664769"/>
                </a:moveTo>
                <a:lnTo>
                  <a:pt x="8963456" y="6664769"/>
                </a:lnTo>
                <a:lnTo>
                  <a:pt x="8963456" y="0"/>
                </a:lnTo>
                <a:lnTo>
                  <a:pt x="0" y="0"/>
                </a:lnTo>
                <a:lnTo>
                  <a:pt x="0" y="6664769"/>
                </a:lnTo>
                <a:close/>
              </a:path>
            </a:pathLst>
          </a:custGeom>
          <a:ln w="193040">
            <a:solidFill>
              <a:srgbClr val="E9EBE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24230" y="3780790"/>
            <a:ext cx="1592580" cy="0"/>
          </a:xfrm>
          <a:custGeom>
            <a:avLst/>
            <a:gdLst/>
            <a:ahLst/>
            <a:cxnLst/>
            <a:rect l="l" t="t" r="r" b="b"/>
            <a:pathLst>
              <a:path w="1592580">
                <a:moveTo>
                  <a:pt x="0" y="0"/>
                </a:moveTo>
                <a:lnTo>
                  <a:pt x="1592326" y="0"/>
                </a:lnTo>
              </a:path>
            </a:pathLst>
          </a:custGeom>
          <a:ln w="17780">
            <a:solidFill>
              <a:srgbClr val="A6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32892" y="764310"/>
            <a:ext cx="637597" cy="808047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06445" y="776067"/>
            <a:ext cx="1870590" cy="6630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64540" y="2204548"/>
            <a:ext cx="6212205" cy="12706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0" i="0">
                <a:solidFill>
                  <a:srgbClr val="B5121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756527" y="3974137"/>
            <a:ext cx="3121660" cy="850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414042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810"/>
              </a:lnSpc>
            </a:pPr>
            <a:fld id="{81D60167-4931-47E6-BA6A-407CBD079E47}" type="slidenum">
              <a:rPr dirty="0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rgbClr val="B5121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414042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810"/>
              </a:lnSpc>
            </a:pPr>
            <a:fld id="{81D60167-4931-47E6-BA6A-407CBD079E47}" type="slidenum">
              <a:rPr dirty="0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rgbClr val="B5121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414042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810"/>
              </a:lnSpc>
            </a:pPr>
            <a:fld id="{81D60167-4931-47E6-BA6A-407CBD079E47}" type="slidenum">
              <a:rPr dirty="0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980" y="96519"/>
            <a:ext cx="8963660" cy="6664959"/>
          </a:xfrm>
          <a:custGeom>
            <a:avLst/>
            <a:gdLst/>
            <a:ahLst/>
            <a:cxnLst/>
            <a:rect l="l" t="t" r="r" b="b"/>
            <a:pathLst>
              <a:path w="8963660" h="6664959">
                <a:moveTo>
                  <a:pt x="0" y="6664769"/>
                </a:moveTo>
                <a:lnTo>
                  <a:pt x="8963456" y="6664769"/>
                </a:lnTo>
                <a:lnTo>
                  <a:pt x="8963456" y="0"/>
                </a:lnTo>
                <a:lnTo>
                  <a:pt x="0" y="0"/>
                </a:lnTo>
                <a:lnTo>
                  <a:pt x="0" y="6664769"/>
                </a:lnTo>
                <a:close/>
              </a:path>
            </a:pathLst>
          </a:custGeom>
          <a:ln w="193040">
            <a:solidFill>
              <a:srgbClr val="E9EBE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33730" y="186055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23" y="0"/>
                </a:lnTo>
              </a:path>
            </a:pathLst>
          </a:custGeom>
          <a:ln w="17780">
            <a:solidFill>
              <a:srgbClr val="A6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48662" y="763894"/>
            <a:ext cx="522071" cy="661128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1265" y="773513"/>
            <a:ext cx="1531659" cy="542812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6760" y="2265680"/>
            <a:ext cx="3766819" cy="2913379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833620" y="1778000"/>
            <a:ext cx="3647439" cy="2827019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778760" y="3451860"/>
            <a:ext cx="4097019" cy="27177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rgbClr val="B5121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414042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810"/>
              </a:lnSpc>
            </a:pPr>
            <a:fld id="{81D60167-4931-47E6-BA6A-407CBD079E47}" type="slidenum">
              <a:rPr dirty="0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414042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810"/>
              </a:lnSpc>
            </a:pPr>
            <a:fld id="{81D60167-4931-47E6-BA6A-407CBD079E47}" type="slidenum">
              <a:rPr dirty="0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980" y="96519"/>
            <a:ext cx="8963660" cy="6664959"/>
          </a:xfrm>
          <a:custGeom>
            <a:avLst/>
            <a:gdLst/>
            <a:ahLst/>
            <a:cxnLst/>
            <a:rect l="l" t="t" r="r" b="b"/>
            <a:pathLst>
              <a:path w="8963660" h="6664959">
                <a:moveTo>
                  <a:pt x="0" y="6664769"/>
                </a:moveTo>
                <a:lnTo>
                  <a:pt x="8963456" y="6664769"/>
                </a:lnTo>
                <a:lnTo>
                  <a:pt x="8963456" y="0"/>
                </a:lnTo>
                <a:lnTo>
                  <a:pt x="0" y="0"/>
                </a:lnTo>
                <a:lnTo>
                  <a:pt x="0" y="6664769"/>
                </a:lnTo>
                <a:close/>
              </a:path>
            </a:pathLst>
          </a:custGeom>
          <a:ln w="193040">
            <a:solidFill>
              <a:srgbClr val="E9EBE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33730" y="186055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23" y="0"/>
                </a:lnTo>
              </a:path>
            </a:pathLst>
          </a:custGeom>
          <a:ln w="17780">
            <a:solidFill>
              <a:srgbClr val="A6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848662" y="763894"/>
            <a:ext cx="522071" cy="661128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271265" y="773513"/>
            <a:ext cx="1531659" cy="54281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87566" y="849252"/>
            <a:ext cx="3939540" cy="543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B5121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07390" y="2034151"/>
            <a:ext cx="6910070" cy="33381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446127" y="6190291"/>
            <a:ext cx="205104" cy="254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414042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810"/>
              </a:lnSpc>
            </a:pPr>
            <a:fld id="{81D60167-4931-47E6-BA6A-407CBD079E47}" type="slidenum">
              <a:rPr dirty="0"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slide" Target="slide7.xml"/><Relationship Id="rId7" Type="http://schemas.openxmlformats.org/officeDocument/2006/relationships/diagramQuickStyle" Target="../diagrams/quickStyle1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120.png"/><Relationship Id="rId9" Type="http://schemas.microsoft.com/office/2007/relationships/diagramDrawing" Target="../diagrams/drawing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ctrTitle"/>
          </p:nvPr>
        </p:nvSpPr>
        <p:spPr>
          <a:xfrm>
            <a:off x="764540" y="2204548"/>
            <a:ext cx="6212205" cy="1278299"/>
          </a:xfrm>
          <a:prstGeom prst="rect">
            <a:avLst/>
          </a:prstGeom>
        </p:spPr>
        <p:txBody>
          <a:bodyPr vert="horz" wrap="square" lIns="0" tIns="137160" rIns="0" bIns="0" rtlCol="0">
            <a:spAutoFit/>
          </a:bodyPr>
          <a:lstStyle/>
          <a:p>
            <a:pPr marL="12700" marR="5080">
              <a:lnSpc>
                <a:spcPts val="4400"/>
              </a:lnSpc>
              <a:spcBef>
                <a:spcPts val="1080"/>
              </a:spcBef>
            </a:pPr>
            <a:r>
              <a:rPr lang="en-NZ" sz="4500">
                <a:solidFill>
                  <a:srgbClr val="B5121B"/>
                </a:solidFill>
                <a:latin typeface="Calibri"/>
                <a:cs typeface="Calibri"/>
              </a:rPr>
              <a:t>CNE</a:t>
            </a:r>
            <a:r>
              <a:rPr lang="en-NZ" sz="4500" spc="-35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lang="en-NZ" sz="4500" spc="-30">
                <a:solidFill>
                  <a:srgbClr val="B5121B"/>
                </a:solidFill>
                <a:latin typeface="Calibri"/>
                <a:cs typeface="Calibri"/>
              </a:rPr>
              <a:t>GR</a:t>
            </a:r>
            <a:r>
              <a:rPr lang="en-NZ" sz="4500" spc="-25">
                <a:solidFill>
                  <a:srgbClr val="B5121B"/>
                </a:solidFill>
                <a:latin typeface="Calibri"/>
                <a:cs typeface="Calibri"/>
              </a:rPr>
              <a:t>506</a:t>
            </a:r>
            <a:br>
              <a:rPr lang="en-NZ" sz="4500">
                <a:latin typeface="Calibri"/>
                <a:cs typeface="Calibri"/>
              </a:rPr>
            </a:br>
            <a:r>
              <a:t>Intelligent</a:t>
            </a:r>
            <a:r>
              <a:rPr spc="-195"/>
              <a:t> </a:t>
            </a:r>
            <a:r>
              <a:t>Systems</a:t>
            </a:r>
            <a:r>
              <a:rPr spc="-190"/>
              <a:t> </a:t>
            </a:r>
            <a:r>
              <a:rPr spc="-25"/>
              <a:t>Control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05887" y="455701"/>
            <a:ext cx="7768865" cy="1277465"/>
          </a:xfrm>
          <a:prstGeom prst="rect">
            <a:avLst/>
          </a:prstGeom>
        </p:spPr>
        <p:txBody>
          <a:bodyPr vert="horz" wrap="square" lIns="0" tIns="228790" rIns="0" bIns="0" rtlCol="0">
            <a:spAutoFit/>
          </a:bodyPr>
          <a:lstStyle/>
          <a:p>
            <a:pPr marL="12700" algn="l">
              <a:lnSpc>
                <a:spcPct val="100000"/>
              </a:lnSpc>
            </a:pPr>
            <a:r>
              <a:rPr b="1" spc="-40" dirty="0">
                <a:latin typeface="Calibri"/>
                <a:cs typeface="Calibri"/>
              </a:rPr>
              <a:t>M</a:t>
            </a:r>
            <a:r>
              <a:rPr b="1" spc="5" dirty="0">
                <a:latin typeface="Calibri"/>
                <a:cs typeface="Calibri"/>
              </a:rPr>
              <a:t>o</a:t>
            </a:r>
            <a:r>
              <a:rPr b="1" spc="-10" dirty="0">
                <a:latin typeface="Calibri"/>
                <a:cs typeface="Calibri"/>
              </a:rPr>
              <a:t>du</a:t>
            </a:r>
            <a:r>
              <a:rPr b="1" spc="-5" dirty="0">
                <a:latin typeface="Calibri"/>
                <a:cs typeface="Calibri"/>
              </a:rPr>
              <a:t>l</a:t>
            </a:r>
            <a:r>
              <a:rPr b="1" spc="-20" dirty="0">
                <a:latin typeface="Calibri"/>
                <a:cs typeface="Calibri"/>
              </a:rPr>
              <a:t>e</a:t>
            </a:r>
            <a:r>
              <a:rPr b="1" spc="-80" dirty="0">
                <a:latin typeface="Times New Roman"/>
                <a:cs typeface="Times New Roman"/>
              </a:rPr>
              <a:t> </a:t>
            </a:r>
            <a:r>
              <a:rPr lang="en-US" b="1" spc="5" dirty="0">
                <a:latin typeface="Calibri"/>
                <a:cs typeface="Calibri"/>
              </a:rPr>
              <a:t>Co</a:t>
            </a:r>
            <a:r>
              <a:rPr lang="en-US" b="1" spc="-70" dirty="0">
                <a:latin typeface="Calibri"/>
                <a:cs typeface="Calibri"/>
              </a:rPr>
              <a:t>n</a:t>
            </a:r>
            <a:r>
              <a:rPr lang="en-US" b="1" spc="-60" dirty="0">
                <a:latin typeface="Calibri"/>
                <a:cs typeface="Calibri"/>
              </a:rPr>
              <a:t>v</a:t>
            </a:r>
            <a:r>
              <a:rPr lang="en-US" b="1" spc="-15" dirty="0">
                <a:latin typeface="Calibri"/>
                <a:cs typeface="Calibri"/>
              </a:rPr>
              <a:t>e</a:t>
            </a:r>
            <a:r>
              <a:rPr lang="en-US" b="1" spc="-30" dirty="0">
                <a:latin typeface="Calibri"/>
                <a:cs typeface="Calibri"/>
              </a:rPr>
              <a:t>n</a:t>
            </a:r>
            <a:r>
              <a:rPr lang="en-US" b="1" spc="-10" dirty="0">
                <a:latin typeface="Calibri"/>
                <a:cs typeface="Calibri"/>
              </a:rPr>
              <a:t>or @ BJTU</a:t>
            </a:r>
            <a:br>
              <a:rPr lang="en-US" b="1" spc="-10" dirty="0">
                <a:latin typeface="Calibri"/>
                <a:cs typeface="Calibri"/>
              </a:rPr>
            </a:br>
            <a:endParaRPr b="1" spc="-1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7914" y="1925783"/>
            <a:ext cx="5909562" cy="35702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buClr>
                <a:srgbClr val="ADB3B8"/>
              </a:buClr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NZ" sz="2400" dirty="0">
                <a:latin typeface="Calibri"/>
                <a:cs typeface="Calibri"/>
              </a:rPr>
              <a:t>PhD in Engineering</a:t>
            </a:r>
          </a:p>
          <a:p>
            <a:pPr marL="12700">
              <a:lnSpc>
                <a:spcPct val="100000"/>
              </a:lnSpc>
              <a:buClr>
                <a:srgbClr val="ADB3B8"/>
              </a:buClr>
              <a:tabLst>
                <a:tab pos="241300" algn="l"/>
              </a:tabLst>
            </a:pPr>
            <a:r>
              <a:rPr lang="en-NZ" sz="2400" dirty="0">
                <a:latin typeface="Calibri"/>
                <a:cs typeface="Calibri"/>
              </a:rPr>
              <a:t>		</a:t>
            </a:r>
            <a:r>
              <a:rPr lang="en-NZ" sz="2000" dirty="0">
                <a:latin typeface="Calibri"/>
              </a:rPr>
              <a:t>(Massey University New Zealand-2014)</a:t>
            </a:r>
          </a:p>
          <a:p>
            <a:pPr marL="469900" indent="-457200">
              <a:lnSpc>
                <a:spcPct val="100000"/>
              </a:lnSpc>
              <a:buClr>
                <a:srgbClr val="ADB3B8"/>
              </a:buClr>
              <a:buFont typeface="Arial" panose="020B0604020202020204" pitchFamily="34" charset="0"/>
              <a:buChar char="•"/>
              <a:tabLst>
                <a:tab pos="241300" algn="l"/>
              </a:tabLst>
            </a:pPr>
            <a:endParaRPr lang="en-NZ" sz="2400" dirty="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buClr>
                <a:srgbClr val="ADB3B8"/>
              </a:buClr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NZ" sz="2400" dirty="0">
                <a:latin typeface="Calibri"/>
                <a:cs typeface="Calibri"/>
              </a:rPr>
              <a:t>Master in Engineering Project Management</a:t>
            </a:r>
          </a:p>
          <a:p>
            <a:pPr marL="12700">
              <a:lnSpc>
                <a:spcPct val="100000"/>
              </a:lnSpc>
              <a:buClr>
                <a:srgbClr val="ADB3B8"/>
              </a:buClr>
              <a:tabLst>
                <a:tab pos="241300" algn="l"/>
              </a:tabLst>
            </a:pPr>
            <a:r>
              <a:rPr lang="en-NZ" sz="2400" dirty="0">
                <a:latin typeface="Calibri"/>
                <a:cs typeface="Calibri"/>
              </a:rPr>
              <a:t>		</a:t>
            </a:r>
            <a:r>
              <a:rPr lang="en-NZ" sz="2000" dirty="0">
                <a:latin typeface="Calibri"/>
                <a:cs typeface="Calibri"/>
              </a:rPr>
              <a:t>(University of Auckland, New Zealand, 2023)</a:t>
            </a:r>
          </a:p>
          <a:p>
            <a:pPr marL="12700">
              <a:lnSpc>
                <a:spcPct val="100000"/>
              </a:lnSpc>
              <a:buClr>
                <a:srgbClr val="ADB3B8"/>
              </a:buClr>
              <a:tabLst>
                <a:tab pos="241300" algn="l"/>
              </a:tabLst>
            </a:pPr>
            <a:endParaRPr lang="en-NZ" sz="2000" dirty="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buClr>
                <a:srgbClr val="ADB3B8"/>
              </a:buClr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NZ" sz="2400" dirty="0">
                <a:latin typeface="Calibri"/>
                <a:cs typeface="Calibri"/>
              </a:rPr>
              <a:t>Bachelor &amp; Master in Electrical Engineering </a:t>
            </a:r>
          </a:p>
          <a:p>
            <a:pPr marL="12700">
              <a:lnSpc>
                <a:spcPct val="100000"/>
              </a:lnSpc>
              <a:buClr>
                <a:srgbClr val="ADB3B8"/>
              </a:buClr>
              <a:tabLst>
                <a:tab pos="241300" algn="l"/>
              </a:tabLst>
            </a:pPr>
            <a:r>
              <a:rPr lang="en-NZ" sz="2400" dirty="0">
                <a:latin typeface="Calibri"/>
                <a:cs typeface="Calibri"/>
              </a:rPr>
              <a:t>		</a:t>
            </a:r>
            <a:r>
              <a:rPr lang="en-NZ" sz="2000" dirty="0">
                <a:latin typeface="Calibri"/>
                <a:cs typeface="Calibri"/>
              </a:rPr>
              <a:t>(UET Taxila-2000, UET Lahore-2007, Pakistan)</a:t>
            </a:r>
          </a:p>
          <a:p>
            <a:pPr marL="12700">
              <a:lnSpc>
                <a:spcPct val="100000"/>
              </a:lnSpc>
              <a:buClr>
                <a:srgbClr val="ADB3B8"/>
              </a:buClr>
              <a:tabLst>
                <a:tab pos="241300" algn="l"/>
              </a:tabLst>
            </a:pPr>
            <a:endParaRPr lang="en-NZ" sz="2000" dirty="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buClr>
                <a:srgbClr val="ADB3B8"/>
              </a:buClr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NZ" sz="2400" dirty="0">
                <a:latin typeface="Calibri"/>
                <a:cs typeface="Calibri"/>
              </a:rPr>
              <a:t>More than 20 Years in Academia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2240">
              <a:lnSpc>
                <a:spcPct val="100000"/>
              </a:lnSpc>
            </a:pPr>
            <a:fld id="{81D60167-4931-47E6-BA6A-407CBD079E47}" type="slidenum">
              <a:rPr spc="-10" dirty="0">
                <a:latin typeface="Calibri"/>
                <a:cs typeface="Calibri"/>
              </a:rPr>
              <a:t>2</a:t>
            </a:fld>
            <a:endParaRPr spc="-10">
              <a:latin typeface="Calibri"/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BFDAAC-E41A-F8E0-351C-0244523665DD}"/>
              </a:ext>
            </a:extLst>
          </p:cNvPr>
          <p:cNvSpPr txBox="1"/>
          <p:nvPr/>
        </p:nvSpPr>
        <p:spPr>
          <a:xfrm>
            <a:off x="6400694" y="4851438"/>
            <a:ext cx="24353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spc="-10">
                <a:latin typeface="Calibri"/>
                <a:cs typeface="Calibri"/>
              </a:rPr>
              <a:t>Dr. Muhammad Abrar</a:t>
            </a:r>
          </a:p>
          <a:p>
            <a:pPr algn="ctr"/>
            <a:r>
              <a:rPr lang="en-US" b="1" spc="-1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(Dr. MAB)</a:t>
            </a:r>
            <a:endParaRPr 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55DDBF-41A4-BECC-7488-CD30A7B68B01}"/>
              </a:ext>
            </a:extLst>
          </p:cNvPr>
          <p:cNvSpPr txBox="1"/>
          <p:nvPr/>
        </p:nvSpPr>
        <p:spPr>
          <a:xfrm>
            <a:off x="228600" y="5728626"/>
            <a:ext cx="822783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9900" indent="-457200">
              <a:lnSpc>
                <a:spcPct val="100000"/>
              </a:lnSpc>
              <a:buClr>
                <a:srgbClr val="ADB3B8"/>
              </a:buClr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sz="2400"/>
              <a:t>Research (Communication, UAVs, Sustainability, Smart Grid, Interdisciplinary research)</a:t>
            </a:r>
          </a:p>
        </p:txBody>
      </p:sp>
      <p:pic>
        <p:nvPicPr>
          <p:cNvPr id="6" name="Picture 5" descr="A person in a suit and tie&#10;&#10;Description automatically generated">
            <a:extLst>
              <a:ext uri="{FF2B5EF4-FFF2-40B4-BE49-F238E27FC236}">
                <a16:creationId xmlns:a16="http://schemas.microsoft.com/office/drawing/2014/main" id="{154F4BAE-DEE8-5EFA-8E76-AC21A91E07B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6743" y="1534597"/>
            <a:ext cx="2314488" cy="3085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110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t>Educational</a:t>
            </a:r>
            <a:r>
              <a:rPr spc="-170"/>
              <a:t> </a:t>
            </a:r>
            <a:r>
              <a:rPr spc="-20"/>
              <a:t>Aims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dirty="0"/>
              <a:t>3</a:t>
            </a:fld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07390" y="1990864"/>
            <a:ext cx="7508240" cy="365569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241300" marR="186690" indent="-228600">
              <a:lnSpc>
                <a:spcPts val="2820"/>
              </a:lnSpc>
              <a:spcBef>
                <a:spcPts val="440"/>
              </a:spcBef>
              <a:buClr>
                <a:srgbClr val="ADB4B8"/>
              </a:buClr>
              <a:buFont typeface="Arial"/>
              <a:buChar char="•"/>
              <a:tabLst>
                <a:tab pos="241300" algn="l"/>
              </a:tabLst>
            </a:pPr>
            <a:r>
              <a:rPr sz="2600">
                <a:latin typeface="Calibri"/>
                <a:cs typeface="Calibri"/>
              </a:rPr>
              <a:t>Introduction</a:t>
            </a:r>
            <a:r>
              <a:rPr sz="2600" spc="-4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to</a:t>
            </a:r>
            <a:r>
              <a:rPr sz="2600" spc="-4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modern</a:t>
            </a:r>
            <a:r>
              <a:rPr sz="2600" spc="-40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algorithmic,</a:t>
            </a:r>
            <a:r>
              <a:rPr sz="2600" spc="-5">
                <a:latin typeface="Calibri"/>
                <a:cs typeface="Calibri"/>
              </a:rPr>
              <a:t> </a:t>
            </a:r>
            <a:r>
              <a:rPr sz="2600" spc="-10">
                <a:latin typeface="Calibri"/>
                <a:cs typeface="Calibri"/>
              </a:rPr>
              <a:t>computer-aided </a:t>
            </a:r>
            <a:r>
              <a:rPr sz="2600">
                <a:latin typeface="Calibri"/>
                <a:cs typeface="Calibri"/>
              </a:rPr>
              <a:t>control</a:t>
            </a:r>
            <a:r>
              <a:rPr sz="2600" spc="-80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system</a:t>
            </a:r>
            <a:r>
              <a:rPr sz="2600" spc="-90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design</a:t>
            </a:r>
            <a:r>
              <a:rPr sz="2600" spc="-110">
                <a:latin typeface="Calibri"/>
                <a:cs typeface="Calibri"/>
              </a:rPr>
              <a:t> </a:t>
            </a:r>
            <a:r>
              <a:rPr sz="2600" spc="-10">
                <a:latin typeface="Calibri"/>
                <a:cs typeface="Calibri"/>
              </a:rPr>
              <a:t>methods.</a:t>
            </a:r>
            <a:endParaRPr sz="2600">
              <a:latin typeface="Calibri"/>
              <a:cs typeface="Calibri"/>
            </a:endParaRPr>
          </a:p>
          <a:p>
            <a:pPr marL="241300" marR="5080" indent="-228600">
              <a:lnSpc>
                <a:spcPts val="2800"/>
              </a:lnSpc>
              <a:spcBef>
                <a:spcPts val="1000"/>
              </a:spcBef>
              <a:buClr>
                <a:srgbClr val="ADB4B8"/>
              </a:buClr>
              <a:buFont typeface="Arial"/>
              <a:buChar char="•"/>
              <a:tabLst>
                <a:tab pos="241300" algn="l"/>
              </a:tabLst>
            </a:pPr>
            <a:r>
              <a:rPr sz="2600">
                <a:latin typeface="Calibri"/>
                <a:cs typeface="Calibri"/>
              </a:rPr>
              <a:t>Advanced</a:t>
            </a:r>
            <a:r>
              <a:rPr sz="2600" spc="-60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concepts</a:t>
            </a:r>
            <a:r>
              <a:rPr sz="2600" spc="-40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such</a:t>
            </a:r>
            <a:r>
              <a:rPr sz="2600" spc="-50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as</a:t>
            </a:r>
            <a:r>
              <a:rPr sz="2600" spc="-20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digital</a:t>
            </a:r>
            <a:r>
              <a:rPr sz="2600" spc="-20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and</a:t>
            </a:r>
            <a:r>
              <a:rPr sz="2600" spc="-2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optimal</a:t>
            </a:r>
            <a:r>
              <a:rPr sz="2600" spc="-20">
                <a:latin typeface="Calibri"/>
                <a:cs typeface="Calibri"/>
              </a:rPr>
              <a:t> </a:t>
            </a:r>
            <a:r>
              <a:rPr sz="2600" spc="-10">
                <a:latin typeface="Calibri"/>
                <a:cs typeface="Calibri"/>
              </a:rPr>
              <a:t>control </a:t>
            </a:r>
            <a:r>
              <a:rPr sz="2600">
                <a:latin typeface="Calibri"/>
                <a:cs typeface="Calibri"/>
              </a:rPr>
              <a:t>are</a:t>
            </a:r>
            <a:r>
              <a:rPr sz="2600" spc="-50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introduced</a:t>
            </a:r>
            <a:r>
              <a:rPr sz="2600" spc="-60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using</a:t>
            </a:r>
            <a:r>
              <a:rPr sz="2600" spc="-4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algebra</a:t>
            </a:r>
            <a:r>
              <a:rPr sz="2600" spc="-30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and</a:t>
            </a:r>
            <a:r>
              <a:rPr sz="2600" spc="-4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block</a:t>
            </a:r>
            <a:r>
              <a:rPr sz="2600" spc="-55">
                <a:latin typeface="Calibri"/>
                <a:cs typeface="Calibri"/>
              </a:rPr>
              <a:t> </a:t>
            </a:r>
            <a:r>
              <a:rPr sz="2600" spc="-10">
                <a:latin typeface="Calibri"/>
                <a:cs typeface="Calibri"/>
              </a:rPr>
              <a:t>diagrams.</a:t>
            </a:r>
            <a:endParaRPr sz="2600">
              <a:latin typeface="Calibri"/>
              <a:cs typeface="Calibri"/>
            </a:endParaRPr>
          </a:p>
          <a:p>
            <a:pPr marL="241300" marR="468630" indent="-228600">
              <a:lnSpc>
                <a:spcPct val="90100"/>
              </a:lnSpc>
              <a:spcBef>
                <a:spcPts val="965"/>
              </a:spcBef>
              <a:buClr>
                <a:srgbClr val="ADB4B8"/>
              </a:buClr>
              <a:buFont typeface="Arial"/>
              <a:buChar char="•"/>
              <a:tabLst>
                <a:tab pos="241300" algn="l"/>
              </a:tabLst>
            </a:pPr>
            <a:r>
              <a:rPr sz="2600">
                <a:latin typeface="Calibri"/>
                <a:cs typeface="Calibri"/>
              </a:rPr>
              <a:t>Addresses</a:t>
            </a:r>
            <a:r>
              <a:rPr sz="2600" spc="-6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the</a:t>
            </a:r>
            <a:r>
              <a:rPr sz="2600" spc="-3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needs</a:t>
            </a:r>
            <a:r>
              <a:rPr sz="2600" spc="-60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of</a:t>
            </a:r>
            <a:r>
              <a:rPr sz="2600" spc="-5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students</a:t>
            </a:r>
            <a:r>
              <a:rPr sz="2600" spc="-60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who</a:t>
            </a:r>
            <a:r>
              <a:rPr sz="2600" spc="-3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would</a:t>
            </a:r>
            <a:r>
              <a:rPr sz="2600" spc="-4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like</a:t>
            </a:r>
            <a:r>
              <a:rPr sz="2600" spc="-35">
                <a:latin typeface="Calibri"/>
                <a:cs typeface="Calibri"/>
              </a:rPr>
              <a:t> </a:t>
            </a:r>
            <a:r>
              <a:rPr sz="2600" spc="-25">
                <a:latin typeface="Calibri"/>
                <a:cs typeface="Calibri"/>
              </a:rPr>
              <a:t>to </a:t>
            </a:r>
            <a:r>
              <a:rPr sz="2600">
                <a:latin typeface="Calibri"/>
                <a:cs typeface="Calibri"/>
              </a:rPr>
              <a:t>advance</a:t>
            </a:r>
            <a:r>
              <a:rPr sz="2600" spc="-3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their</a:t>
            </a:r>
            <a:r>
              <a:rPr sz="2600" spc="-50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knowledge</a:t>
            </a:r>
            <a:r>
              <a:rPr sz="2600" spc="-4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of</a:t>
            </a:r>
            <a:r>
              <a:rPr sz="2600" spc="-40">
                <a:latin typeface="Calibri"/>
                <a:cs typeface="Calibri"/>
              </a:rPr>
              <a:t> </a:t>
            </a:r>
            <a:r>
              <a:rPr sz="2600" b="1">
                <a:solidFill>
                  <a:srgbClr val="C00000"/>
                </a:solidFill>
                <a:latin typeface="Calibri"/>
                <a:cs typeface="Calibri"/>
              </a:rPr>
              <a:t>automatic</a:t>
            </a:r>
            <a:r>
              <a:rPr sz="2600" b="1" spc="-5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spc="-10">
                <a:solidFill>
                  <a:srgbClr val="C00000"/>
                </a:solidFill>
                <a:latin typeface="Calibri"/>
                <a:cs typeface="Calibri"/>
              </a:rPr>
              <a:t>control, </a:t>
            </a:r>
            <a:r>
              <a:rPr sz="2600" b="1">
                <a:solidFill>
                  <a:srgbClr val="C00000"/>
                </a:solidFill>
                <a:latin typeface="Calibri"/>
                <a:cs typeface="Calibri"/>
              </a:rPr>
              <a:t>optimisation</a:t>
            </a:r>
            <a:r>
              <a:rPr sz="2600" b="1" spc="-5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>
                <a:solidFill>
                  <a:srgbClr val="C00000"/>
                </a:solidFill>
                <a:latin typeface="Calibri"/>
                <a:cs typeface="Calibri"/>
              </a:rPr>
              <a:t>and</a:t>
            </a:r>
            <a:r>
              <a:rPr sz="2600" b="1" spc="-2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>
                <a:solidFill>
                  <a:srgbClr val="C00000"/>
                </a:solidFill>
                <a:latin typeface="Calibri"/>
                <a:cs typeface="Calibri"/>
              </a:rPr>
              <a:t>data</a:t>
            </a:r>
            <a:r>
              <a:rPr sz="2600" b="1" spc="-3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spc="-10">
                <a:solidFill>
                  <a:srgbClr val="C00000"/>
                </a:solidFill>
                <a:latin typeface="Calibri"/>
                <a:cs typeface="Calibri"/>
              </a:rPr>
              <a:t>analysis</a:t>
            </a:r>
            <a:r>
              <a:rPr sz="2600" spc="-10">
                <a:latin typeface="Calibri"/>
                <a:cs typeface="Calibri"/>
              </a:rPr>
              <a:t>.</a:t>
            </a:r>
            <a:endParaRPr sz="2600">
              <a:latin typeface="Calibri"/>
              <a:cs typeface="Calibri"/>
            </a:endParaRPr>
          </a:p>
          <a:p>
            <a:pPr marL="241300" marR="289560" indent="-228600">
              <a:lnSpc>
                <a:spcPts val="2800"/>
              </a:lnSpc>
              <a:spcBef>
                <a:spcPts val="1040"/>
              </a:spcBef>
              <a:buClr>
                <a:srgbClr val="ADB4B8"/>
              </a:buClr>
              <a:buFont typeface="Arial"/>
              <a:buChar char="•"/>
              <a:tabLst>
                <a:tab pos="241300" algn="l"/>
              </a:tabLst>
            </a:pPr>
            <a:r>
              <a:rPr sz="2600">
                <a:latin typeface="Calibri"/>
                <a:cs typeface="Calibri"/>
              </a:rPr>
              <a:t>Practical</a:t>
            </a:r>
            <a:r>
              <a:rPr sz="2600" spc="-35">
                <a:latin typeface="Calibri"/>
                <a:cs typeface="Calibri"/>
              </a:rPr>
              <a:t> </a:t>
            </a:r>
            <a:r>
              <a:rPr sz="2600" spc="-25">
                <a:latin typeface="Calibri"/>
                <a:cs typeface="Calibri"/>
              </a:rPr>
              <a:t>worked-</a:t>
            </a:r>
            <a:r>
              <a:rPr sz="2600">
                <a:latin typeface="Calibri"/>
                <a:cs typeface="Calibri"/>
              </a:rPr>
              <a:t>examples</a:t>
            </a:r>
            <a:r>
              <a:rPr sz="2600" spc="-8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from</a:t>
            </a:r>
            <a:r>
              <a:rPr sz="2600" spc="-60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robotics,</a:t>
            </a:r>
            <a:r>
              <a:rPr sz="2600" spc="-75">
                <a:latin typeface="Calibri"/>
                <a:cs typeface="Calibri"/>
              </a:rPr>
              <a:t> </a:t>
            </a:r>
            <a:r>
              <a:rPr sz="2600" spc="-10">
                <a:latin typeface="Calibri"/>
                <a:cs typeface="Calibri"/>
              </a:rPr>
              <a:t>industrial </a:t>
            </a:r>
            <a:r>
              <a:rPr sz="2600">
                <a:latin typeface="Calibri"/>
                <a:cs typeface="Calibri"/>
              </a:rPr>
              <a:t>control,</a:t>
            </a:r>
            <a:r>
              <a:rPr sz="2600" spc="-45">
                <a:latin typeface="Calibri"/>
                <a:cs typeface="Calibri"/>
              </a:rPr>
              <a:t> </a:t>
            </a:r>
            <a:r>
              <a:rPr sz="2600" spc="-10">
                <a:latin typeface="Calibri"/>
                <a:cs typeface="Calibri"/>
              </a:rPr>
              <a:t>environmental</a:t>
            </a:r>
            <a:r>
              <a:rPr sz="2600" spc="-55">
                <a:latin typeface="Calibri"/>
                <a:cs typeface="Calibri"/>
              </a:rPr>
              <a:t> </a:t>
            </a:r>
            <a:r>
              <a:rPr sz="2600" spc="-10">
                <a:latin typeface="Calibri"/>
                <a:cs typeface="Calibri"/>
              </a:rPr>
              <a:t>systems,</a:t>
            </a:r>
            <a:r>
              <a:rPr sz="2600" spc="-90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among</a:t>
            </a:r>
            <a:r>
              <a:rPr sz="2600" spc="-30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other</a:t>
            </a:r>
            <a:r>
              <a:rPr sz="2600" spc="-45">
                <a:latin typeface="Calibri"/>
                <a:cs typeface="Calibri"/>
              </a:rPr>
              <a:t> </a:t>
            </a:r>
            <a:r>
              <a:rPr sz="2600" spc="-10">
                <a:latin typeface="Calibri"/>
                <a:cs typeface="Calibri"/>
              </a:rPr>
              <a:t>areas.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/>
              <a:t>Prerequisites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dirty="0"/>
              <a:t>4</a:t>
            </a:fld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07390" y="2064631"/>
            <a:ext cx="7661909" cy="390969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241300" marR="248285" indent="-228600">
              <a:lnSpc>
                <a:spcPts val="2820"/>
              </a:lnSpc>
              <a:spcBef>
                <a:spcPts val="440"/>
              </a:spcBef>
              <a:buClr>
                <a:srgbClr val="ADB4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10">
                <a:latin typeface="Calibri"/>
                <a:cs typeface="Calibri"/>
              </a:rPr>
              <a:t>Worked</a:t>
            </a:r>
            <a:r>
              <a:rPr sz="2600" spc="-9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examples</a:t>
            </a:r>
            <a:r>
              <a:rPr sz="2600" spc="-100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cover</a:t>
            </a:r>
            <a:r>
              <a:rPr sz="2600" spc="-90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the</a:t>
            </a:r>
            <a:r>
              <a:rPr sz="2600" spc="-100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fundamentals,</a:t>
            </a:r>
            <a:r>
              <a:rPr sz="2600" spc="-75">
                <a:latin typeface="Calibri"/>
                <a:cs typeface="Calibri"/>
              </a:rPr>
              <a:t> </a:t>
            </a:r>
            <a:r>
              <a:rPr sz="2600" spc="-10">
                <a:latin typeface="Calibri"/>
                <a:cs typeface="Calibri"/>
              </a:rPr>
              <a:t>hence </a:t>
            </a:r>
            <a:r>
              <a:rPr sz="2600" spc="-20">
                <a:latin typeface="Calibri"/>
                <a:cs typeface="Calibri"/>
              </a:rPr>
              <a:t>“control</a:t>
            </a:r>
            <a:r>
              <a:rPr sz="2600" spc="-2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theory”</a:t>
            </a:r>
            <a:r>
              <a:rPr sz="2600" spc="-30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is</a:t>
            </a:r>
            <a:r>
              <a:rPr sz="2600" spc="-20">
                <a:latin typeface="Calibri"/>
                <a:cs typeface="Calibri"/>
              </a:rPr>
              <a:t> </a:t>
            </a:r>
            <a:r>
              <a:rPr sz="2600" b="1">
                <a:solidFill>
                  <a:srgbClr val="C00000"/>
                </a:solidFill>
                <a:latin typeface="Calibri"/>
                <a:cs typeface="Calibri"/>
              </a:rPr>
              <a:t>not</a:t>
            </a:r>
            <a:r>
              <a:rPr sz="2600" b="1" spc="-1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a</a:t>
            </a:r>
            <a:r>
              <a:rPr sz="2600" spc="-5">
                <a:latin typeface="Calibri"/>
                <a:cs typeface="Calibri"/>
              </a:rPr>
              <a:t> </a:t>
            </a:r>
            <a:r>
              <a:rPr sz="2600" spc="-20">
                <a:latin typeface="Calibri"/>
                <a:cs typeface="Calibri"/>
              </a:rPr>
              <a:t>pre-</a:t>
            </a:r>
            <a:r>
              <a:rPr sz="2600">
                <a:latin typeface="Calibri"/>
                <a:cs typeface="Calibri"/>
              </a:rPr>
              <a:t>requisite</a:t>
            </a:r>
            <a:r>
              <a:rPr sz="2600" spc="-1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for</a:t>
            </a:r>
            <a:r>
              <a:rPr sz="2600" spc="-2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this</a:t>
            </a:r>
            <a:r>
              <a:rPr sz="2600" spc="-15">
                <a:latin typeface="Calibri"/>
                <a:cs typeface="Calibri"/>
              </a:rPr>
              <a:t> </a:t>
            </a:r>
            <a:r>
              <a:rPr sz="2600" spc="-10">
                <a:latin typeface="Calibri"/>
                <a:cs typeface="Calibri"/>
              </a:rPr>
              <a:t>module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40"/>
              </a:spcBef>
              <a:buClr>
                <a:srgbClr val="ADB4B8"/>
              </a:buClr>
              <a:buFont typeface="Arial"/>
              <a:buChar char="•"/>
              <a:tabLst>
                <a:tab pos="241300" algn="l"/>
              </a:tabLst>
            </a:pPr>
            <a:r>
              <a:rPr sz="2600">
                <a:latin typeface="Calibri"/>
                <a:cs typeface="Calibri"/>
              </a:rPr>
              <a:t>Students</a:t>
            </a:r>
            <a:r>
              <a:rPr sz="2600" spc="-70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taking</a:t>
            </a:r>
            <a:r>
              <a:rPr sz="2600" spc="-10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this</a:t>
            </a:r>
            <a:r>
              <a:rPr sz="2600" spc="-3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module</a:t>
            </a:r>
            <a:r>
              <a:rPr sz="2600" spc="-5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are</a:t>
            </a:r>
            <a:r>
              <a:rPr sz="2600" spc="-1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expected</a:t>
            </a:r>
            <a:r>
              <a:rPr sz="2600" spc="-6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to</a:t>
            </a:r>
            <a:r>
              <a:rPr sz="2600" spc="-50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be</a:t>
            </a:r>
            <a:r>
              <a:rPr sz="2600" spc="-3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able</a:t>
            </a:r>
            <a:r>
              <a:rPr sz="2600" spc="-15">
                <a:latin typeface="Calibri"/>
                <a:cs typeface="Calibri"/>
              </a:rPr>
              <a:t> </a:t>
            </a:r>
            <a:r>
              <a:rPr sz="2600" spc="-25">
                <a:latin typeface="Calibri"/>
                <a:cs typeface="Calibri"/>
              </a:rPr>
              <a:t>to:</a:t>
            </a:r>
            <a:endParaRPr sz="26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680"/>
              </a:spcBef>
              <a:buClr>
                <a:srgbClr val="ADB4B8"/>
              </a:buClr>
              <a:buFont typeface="Arial"/>
              <a:buChar char="•"/>
              <a:tabLst>
                <a:tab pos="698500" algn="l"/>
              </a:tabLst>
            </a:pPr>
            <a:r>
              <a:rPr sz="2600">
                <a:latin typeface="Calibri"/>
                <a:cs typeface="Calibri"/>
              </a:rPr>
              <a:t>manipulate</a:t>
            </a:r>
            <a:r>
              <a:rPr sz="2600" spc="-90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algebraic</a:t>
            </a:r>
            <a:r>
              <a:rPr sz="2600" spc="-5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expressions</a:t>
            </a:r>
            <a:r>
              <a:rPr sz="2600" spc="-110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and</a:t>
            </a:r>
            <a:r>
              <a:rPr sz="2600" spc="-75">
                <a:latin typeface="Calibri"/>
                <a:cs typeface="Calibri"/>
              </a:rPr>
              <a:t> </a:t>
            </a:r>
            <a:r>
              <a:rPr sz="2600" spc="-10">
                <a:latin typeface="Calibri"/>
                <a:cs typeface="Calibri"/>
              </a:rPr>
              <a:t>equations;</a:t>
            </a:r>
            <a:endParaRPr sz="2600">
              <a:latin typeface="Calibri"/>
              <a:cs typeface="Calibri"/>
            </a:endParaRPr>
          </a:p>
          <a:p>
            <a:pPr marL="697865" marR="87630" lvl="1" indent="-228600">
              <a:lnSpc>
                <a:spcPts val="2800"/>
              </a:lnSpc>
              <a:spcBef>
                <a:spcPts val="1060"/>
              </a:spcBef>
              <a:buClr>
                <a:srgbClr val="ADB4B8"/>
              </a:buClr>
              <a:buFont typeface="Arial"/>
              <a:buChar char="•"/>
              <a:tabLst>
                <a:tab pos="698500" algn="l"/>
              </a:tabLst>
            </a:pPr>
            <a:r>
              <a:rPr sz="2600">
                <a:latin typeface="Calibri"/>
                <a:cs typeface="Calibri"/>
              </a:rPr>
              <a:t>manipulate</a:t>
            </a:r>
            <a:r>
              <a:rPr sz="2600" spc="-45">
                <a:latin typeface="Calibri"/>
                <a:cs typeface="Calibri"/>
              </a:rPr>
              <a:t> </a:t>
            </a:r>
            <a:r>
              <a:rPr sz="2600" b="1">
                <a:solidFill>
                  <a:srgbClr val="C00000"/>
                </a:solidFill>
                <a:latin typeface="Calibri"/>
                <a:cs typeface="Calibri"/>
              </a:rPr>
              <a:t>vectors</a:t>
            </a:r>
            <a:r>
              <a:rPr sz="2600" b="1" spc="-3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>
                <a:solidFill>
                  <a:srgbClr val="C00000"/>
                </a:solidFill>
                <a:latin typeface="Calibri"/>
                <a:cs typeface="Calibri"/>
              </a:rPr>
              <a:t>and</a:t>
            </a:r>
            <a:r>
              <a:rPr sz="2600" b="1" spc="-5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>
                <a:solidFill>
                  <a:srgbClr val="C00000"/>
                </a:solidFill>
                <a:latin typeface="Calibri"/>
                <a:cs typeface="Calibri"/>
              </a:rPr>
              <a:t>matrices</a:t>
            </a:r>
            <a:r>
              <a:rPr sz="2600" b="1" spc="-1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e.g.</a:t>
            </a:r>
            <a:r>
              <a:rPr sz="2600" spc="-4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knowing</a:t>
            </a:r>
            <a:r>
              <a:rPr sz="2600" spc="-20">
                <a:latin typeface="Calibri"/>
                <a:cs typeface="Calibri"/>
              </a:rPr>
              <a:t> </a:t>
            </a:r>
            <a:r>
              <a:rPr sz="2600" spc="-25">
                <a:latin typeface="Calibri"/>
                <a:cs typeface="Calibri"/>
              </a:rPr>
              <a:t>how </a:t>
            </a:r>
            <a:r>
              <a:rPr sz="2600">
                <a:latin typeface="Calibri"/>
                <a:cs typeface="Calibri"/>
              </a:rPr>
              <a:t>to</a:t>
            </a:r>
            <a:r>
              <a:rPr sz="2600" spc="-20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multiply</a:t>
            </a:r>
            <a:r>
              <a:rPr sz="2600" spc="-4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a</a:t>
            </a:r>
            <a:r>
              <a:rPr sz="2600" spc="-10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column</a:t>
            </a:r>
            <a:r>
              <a:rPr sz="2600" spc="-3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vector</a:t>
            </a:r>
            <a:r>
              <a:rPr sz="2600" spc="-50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and</a:t>
            </a:r>
            <a:r>
              <a:rPr sz="2600" spc="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a</a:t>
            </a:r>
            <a:r>
              <a:rPr sz="2600" spc="-30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matrix</a:t>
            </a:r>
            <a:r>
              <a:rPr sz="2600" spc="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by</a:t>
            </a:r>
            <a:r>
              <a:rPr sz="2600" spc="-20">
                <a:latin typeface="Calibri"/>
                <a:cs typeface="Calibri"/>
              </a:rPr>
              <a:t> </a:t>
            </a:r>
            <a:r>
              <a:rPr sz="2600" spc="-10">
                <a:latin typeface="Calibri"/>
                <a:cs typeface="Calibri"/>
              </a:rPr>
              <a:t>hand;</a:t>
            </a:r>
            <a:endParaRPr sz="26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660"/>
              </a:spcBef>
              <a:buClr>
                <a:srgbClr val="ADB4B8"/>
              </a:buClr>
              <a:buFont typeface="Arial"/>
              <a:buChar char="•"/>
              <a:tabLst>
                <a:tab pos="698500" algn="l"/>
              </a:tabLst>
            </a:pPr>
            <a:r>
              <a:rPr sz="2600">
                <a:latin typeface="Calibri"/>
                <a:cs typeface="Calibri"/>
              </a:rPr>
              <a:t>manipulate</a:t>
            </a:r>
            <a:r>
              <a:rPr sz="2600" spc="-7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complex</a:t>
            </a:r>
            <a:r>
              <a:rPr sz="2600" spc="-7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numbers</a:t>
            </a:r>
            <a:r>
              <a:rPr sz="2600" spc="-6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and</a:t>
            </a:r>
            <a:r>
              <a:rPr sz="2600" spc="-55">
                <a:latin typeface="Calibri"/>
                <a:cs typeface="Calibri"/>
              </a:rPr>
              <a:t> </a:t>
            </a:r>
            <a:r>
              <a:rPr sz="2600" spc="-10">
                <a:latin typeface="Calibri"/>
                <a:cs typeface="Calibri"/>
              </a:rPr>
              <a:t>expressions;</a:t>
            </a:r>
            <a:endParaRPr sz="2600">
              <a:latin typeface="Calibri"/>
              <a:cs typeface="Calibri"/>
            </a:endParaRPr>
          </a:p>
          <a:p>
            <a:pPr marL="698500" marR="354330" lvl="1" indent="-228600">
              <a:lnSpc>
                <a:spcPts val="2800"/>
              </a:lnSpc>
              <a:spcBef>
                <a:spcPts val="1040"/>
              </a:spcBef>
              <a:buClr>
                <a:srgbClr val="ADB4B8"/>
              </a:buClr>
              <a:buFont typeface="Arial"/>
              <a:buChar char="•"/>
              <a:tabLst>
                <a:tab pos="698500" algn="l"/>
              </a:tabLst>
            </a:pPr>
            <a:r>
              <a:rPr sz="2600">
                <a:latin typeface="Calibri"/>
                <a:cs typeface="Calibri"/>
              </a:rPr>
              <a:t>use</a:t>
            </a:r>
            <a:r>
              <a:rPr sz="2600" spc="-4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the</a:t>
            </a:r>
            <a:r>
              <a:rPr sz="2600" spc="-60">
                <a:latin typeface="Calibri"/>
                <a:cs typeface="Calibri"/>
              </a:rPr>
              <a:t> </a:t>
            </a:r>
            <a:r>
              <a:rPr sz="2600" spc="-20">
                <a:latin typeface="Calibri"/>
                <a:cs typeface="Calibri"/>
              </a:rPr>
              <a:t>MATLAB</a:t>
            </a:r>
            <a:r>
              <a:rPr sz="2600" spc="-40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software</a:t>
            </a:r>
            <a:r>
              <a:rPr sz="2600" spc="-65">
                <a:latin typeface="Calibri"/>
                <a:cs typeface="Calibri"/>
              </a:rPr>
              <a:t> </a:t>
            </a:r>
            <a:r>
              <a:rPr sz="2600" spc="-10">
                <a:latin typeface="Calibri"/>
                <a:cs typeface="Calibri"/>
              </a:rPr>
              <a:t>environment,</a:t>
            </a:r>
            <a:r>
              <a:rPr sz="2600" spc="-70">
                <a:latin typeface="Calibri"/>
                <a:cs typeface="Calibri"/>
              </a:rPr>
              <a:t> </a:t>
            </a:r>
            <a:r>
              <a:rPr sz="2600" spc="-10">
                <a:latin typeface="Calibri"/>
                <a:cs typeface="Calibri"/>
              </a:rPr>
              <a:t>including </a:t>
            </a:r>
            <a:r>
              <a:rPr sz="2600">
                <a:latin typeface="Calibri"/>
                <a:cs typeface="Calibri"/>
              </a:rPr>
              <a:t>the</a:t>
            </a:r>
            <a:r>
              <a:rPr sz="2600" spc="-3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basics</a:t>
            </a:r>
            <a:r>
              <a:rPr sz="2600" spc="-3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of</a:t>
            </a:r>
            <a:r>
              <a:rPr sz="2600" spc="-5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plotting</a:t>
            </a:r>
            <a:r>
              <a:rPr sz="2600" spc="-2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graphs</a:t>
            </a:r>
            <a:r>
              <a:rPr sz="2600" spc="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and</a:t>
            </a:r>
            <a:r>
              <a:rPr sz="2600" spc="-2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writing</a:t>
            </a:r>
            <a:r>
              <a:rPr sz="2600" spc="-20">
                <a:latin typeface="Calibri"/>
                <a:cs typeface="Calibri"/>
              </a:rPr>
              <a:t> </a:t>
            </a:r>
            <a:r>
              <a:rPr sz="2600" spc="-10">
                <a:latin typeface="Calibri"/>
                <a:cs typeface="Calibri"/>
              </a:rPr>
              <a:t>scripts.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4379" y="1981200"/>
            <a:ext cx="2638741" cy="390626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07390" y="2064631"/>
            <a:ext cx="4862830" cy="352869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241300" marR="14604" indent="-228600">
              <a:lnSpc>
                <a:spcPct val="90100"/>
              </a:lnSpc>
              <a:spcBef>
                <a:spcPts val="405"/>
              </a:spcBef>
              <a:buClr>
                <a:srgbClr val="ADB4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10">
                <a:latin typeface="Calibri"/>
                <a:cs typeface="Calibri"/>
              </a:rPr>
              <a:t>True</a:t>
            </a:r>
            <a:r>
              <a:rPr sz="2600" spc="-90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Digital</a:t>
            </a:r>
            <a:r>
              <a:rPr sz="2600" spc="-80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Control:</a:t>
            </a:r>
            <a:r>
              <a:rPr sz="2600" spc="-90">
                <a:latin typeface="Calibri"/>
                <a:cs typeface="Calibri"/>
              </a:rPr>
              <a:t> </a:t>
            </a:r>
            <a:r>
              <a:rPr sz="2600" spc="-10">
                <a:latin typeface="Calibri"/>
                <a:cs typeface="Calibri"/>
              </a:rPr>
              <a:t>Statistical </a:t>
            </a:r>
            <a:r>
              <a:rPr sz="2600">
                <a:latin typeface="Calibri"/>
                <a:cs typeface="Calibri"/>
              </a:rPr>
              <a:t>Modelling</a:t>
            </a:r>
            <a:r>
              <a:rPr sz="2600" spc="-4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and</a:t>
            </a:r>
            <a:r>
              <a:rPr sz="2600" spc="-1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Non–Minimal </a:t>
            </a:r>
            <a:r>
              <a:rPr sz="2600" spc="-10">
                <a:latin typeface="Calibri"/>
                <a:cs typeface="Calibri"/>
              </a:rPr>
              <a:t>State </a:t>
            </a:r>
            <a:r>
              <a:rPr sz="2600">
                <a:latin typeface="Calibri"/>
                <a:cs typeface="Calibri"/>
              </a:rPr>
              <a:t>Space</a:t>
            </a:r>
            <a:r>
              <a:rPr sz="2600" spc="-3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Design</a:t>
            </a:r>
            <a:r>
              <a:rPr sz="2600" spc="-40">
                <a:latin typeface="Calibri"/>
                <a:cs typeface="Calibri"/>
              </a:rPr>
              <a:t> </a:t>
            </a:r>
            <a:r>
              <a:rPr sz="2600" spc="-20">
                <a:latin typeface="Calibri"/>
                <a:cs typeface="Calibri"/>
              </a:rPr>
              <a:t>(Wiley,</a:t>
            </a:r>
            <a:r>
              <a:rPr sz="2600" spc="-40">
                <a:latin typeface="Calibri"/>
                <a:cs typeface="Calibri"/>
              </a:rPr>
              <a:t> </a:t>
            </a:r>
            <a:r>
              <a:rPr sz="2600" spc="-10">
                <a:latin typeface="Calibri"/>
                <a:cs typeface="Calibri"/>
              </a:rPr>
              <a:t>2013).</a:t>
            </a:r>
            <a:endParaRPr sz="2600">
              <a:latin typeface="Calibri"/>
              <a:cs typeface="Calibri"/>
            </a:endParaRPr>
          </a:p>
          <a:p>
            <a:pPr marL="241300" marR="68580" indent="-228600">
              <a:lnSpc>
                <a:spcPct val="90100"/>
              </a:lnSpc>
              <a:spcBef>
                <a:spcPts val="990"/>
              </a:spcBef>
              <a:buClr>
                <a:srgbClr val="ADB4B8"/>
              </a:buClr>
              <a:buFont typeface="Arial"/>
              <a:buChar char="•"/>
              <a:tabLst>
                <a:tab pos="241300" algn="l"/>
              </a:tabLst>
            </a:pPr>
            <a:r>
              <a:rPr sz="2600" b="1">
                <a:solidFill>
                  <a:srgbClr val="C00000"/>
                </a:solidFill>
                <a:latin typeface="Calibri"/>
                <a:cs typeface="Calibri"/>
              </a:rPr>
              <a:t>Optional</a:t>
            </a:r>
            <a:r>
              <a:rPr sz="2600" b="1" spc="-2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>
                <a:solidFill>
                  <a:srgbClr val="C00000"/>
                </a:solidFill>
                <a:latin typeface="Calibri"/>
                <a:cs typeface="Calibri"/>
              </a:rPr>
              <a:t>reading </a:t>
            </a:r>
            <a:r>
              <a:rPr sz="2600">
                <a:latin typeface="Calibri"/>
                <a:cs typeface="Calibri"/>
              </a:rPr>
              <a:t>but</a:t>
            </a:r>
            <a:r>
              <a:rPr sz="2600" spc="-20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this</a:t>
            </a:r>
            <a:r>
              <a:rPr sz="2600" spc="-2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is</a:t>
            </a:r>
            <a:r>
              <a:rPr sz="2600" spc="-20">
                <a:latin typeface="Calibri"/>
                <a:cs typeface="Calibri"/>
              </a:rPr>
              <a:t> </a:t>
            </a:r>
            <a:r>
              <a:rPr sz="2600" spc="-25">
                <a:latin typeface="Calibri"/>
                <a:cs typeface="Calibri"/>
              </a:rPr>
              <a:t>the </a:t>
            </a:r>
            <a:r>
              <a:rPr sz="2600">
                <a:latin typeface="Calibri"/>
                <a:cs typeface="Calibri"/>
              </a:rPr>
              <a:t>book</a:t>
            </a:r>
            <a:r>
              <a:rPr sz="2600" spc="-2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that</a:t>
            </a:r>
            <a:r>
              <a:rPr sz="2600" spc="10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most</a:t>
            </a:r>
            <a:r>
              <a:rPr sz="2600" spc="-5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closely</a:t>
            </a:r>
            <a:r>
              <a:rPr sz="2600" spc="-3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aligns </a:t>
            </a:r>
            <a:r>
              <a:rPr sz="2600" spc="-20">
                <a:latin typeface="Calibri"/>
                <a:cs typeface="Calibri"/>
              </a:rPr>
              <a:t>with </a:t>
            </a:r>
            <a:r>
              <a:rPr sz="2600">
                <a:latin typeface="Calibri"/>
                <a:cs typeface="Calibri"/>
              </a:rPr>
              <a:t>the</a:t>
            </a:r>
            <a:r>
              <a:rPr sz="2600" spc="-5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taught</a:t>
            </a:r>
            <a:r>
              <a:rPr sz="2600" spc="-25">
                <a:latin typeface="Calibri"/>
                <a:cs typeface="Calibri"/>
              </a:rPr>
              <a:t> </a:t>
            </a:r>
            <a:r>
              <a:rPr sz="2600" spc="-10">
                <a:latin typeface="Calibri"/>
                <a:cs typeface="Calibri"/>
              </a:rPr>
              <a:t>module.</a:t>
            </a:r>
            <a:endParaRPr sz="2600">
              <a:latin typeface="Calibri"/>
              <a:cs typeface="Calibri"/>
            </a:endParaRPr>
          </a:p>
          <a:p>
            <a:pPr marL="241300" marR="5080" indent="-228600">
              <a:lnSpc>
                <a:spcPts val="2800"/>
              </a:lnSpc>
              <a:spcBef>
                <a:spcPts val="1060"/>
              </a:spcBef>
              <a:buClr>
                <a:srgbClr val="ADB4B8"/>
              </a:buClr>
              <a:buFont typeface="Arial"/>
              <a:buChar char="•"/>
              <a:tabLst>
                <a:tab pos="241300" algn="l"/>
              </a:tabLst>
            </a:pPr>
            <a:r>
              <a:rPr sz="2600">
                <a:latin typeface="Calibri"/>
                <a:cs typeface="Calibri"/>
              </a:rPr>
              <a:t>Some</a:t>
            </a:r>
            <a:r>
              <a:rPr sz="2600" spc="-7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chapters</a:t>
            </a:r>
            <a:r>
              <a:rPr sz="2600" spc="-40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cover</a:t>
            </a:r>
            <a:r>
              <a:rPr sz="2600" spc="-60">
                <a:latin typeface="Calibri"/>
                <a:cs typeface="Calibri"/>
              </a:rPr>
              <a:t> </a:t>
            </a:r>
            <a:r>
              <a:rPr sz="2600" spc="-20">
                <a:latin typeface="Calibri"/>
                <a:cs typeface="Calibri"/>
              </a:rPr>
              <a:t>more </a:t>
            </a:r>
            <a:r>
              <a:rPr sz="2600">
                <a:latin typeface="Calibri"/>
                <a:cs typeface="Calibri"/>
              </a:rPr>
              <a:t>advanced</a:t>
            </a:r>
            <a:r>
              <a:rPr sz="2600" spc="-50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topics</a:t>
            </a:r>
            <a:r>
              <a:rPr sz="2600" spc="-70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beyond</a:t>
            </a:r>
            <a:r>
              <a:rPr sz="2600" spc="-3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the</a:t>
            </a:r>
            <a:r>
              <a:rPr sz="2600" spc="-65">
                <a:latin typeface="Calibri"/>
                <a:cs typeface="Calibri"/>
              </a:rPr>
              <a:t> </a:t>
            </a:r>
            <a:r>
              <a:rPr sz="2600" spc="-10">
                <a:latin typeface="Calibri"/>
                <a:cs typeface="Calibri"/>
              </a:rPr>
              <a:t>scope </a:t>
            </a:r>
            <a:r>
              <a:rPr sz="2600">
                <a:latin typeface="Calibri"/>
                <a:cs typeface="Calibri"/>
              </a:rPr>
              <a:t>of</a:t>
            </a:r>
            <a:r>
              <a:rPr sz="2600" spc="-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the</a:t>
            </a:r>
            <a:r>
              <a:rPr sz="2600" spc="-25">
                <a:latin typeface="Calibri"/>
                <a:cs typeface="Calibri"/>
              </a:rPr>
              <a:t> </a:t>
            </a:r>
            <a:r>
              <a:rPr sz="2600" spc="-10">
                <a:latin typeface="Calibri"/>
                <a:cs typeface="Calibri"/>
              </a:rPr>
              <a:t>module.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dirty="0"/>
              <a:t>5</a:t>
            </a:fld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t>Recommended</a:t>
            </a:r>
            <a:r>
              <a:rPr spc="-145"/>
              <a:t> </a:t>
            </a:r>
            <a:r>
              <a:rPr spc="-20"/>
              <a:t>Book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4361" y="1066800"/>
            <a:ext cx="393954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Module</a:t>
            </a:r>
            <a:r>
              <a:rPr spc="-35" dirty="0"/>
              <a:t> </a:t>
            </a:r>
            <a:r>
              <a:rPr spc="-10" dirty="0"/>
              <a:t>Structure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dirty="0"/>
              <a:t>6</a:t>
            </a:fld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228600" y="1828800"/>
            <a:ext cx="8686800" cy="4411592"/>
          </a:xfrm>
          <a:prstGeom prst="rect">
            <a:avLst/>
          </a:prstGeom>
        </p:spPr>
        <p:txBody>
          <a:bodyPr vert="horz" wrap="square" lIns="0" tIns="93980" rIns="0" bIns="0" rtlCol="0" anchor="t">
            <a:spAutoFit/>
          </a:bodyPr>
          <a:lstStyle/>
          <a:p>
            <a:pPr marL="697865" marR="5080" lvl="1" indent="-228600">
              <a:spcBef>
                <a:spcPts val="980"/>
              </a:spcBef>
              <a:buClr>
                <a:srgbClr val="ADB4B8"/>
              </a:buClr>
              <a:buFont typeface="Arial"/>
              <a:buChar char="•"/>
              <a:tabLst>
                <a:tab pos="241300" algn="l"/>
              </a:tabLst>
            </a:pPr>
            <a:r>
              <a:rPr lang="en-NZ" sz="2600" dirty="0">
                <a:solidFill>
                  <a:srgbClr val="00B050"/>
                </a:solidFill>
                <a:latin typeface="Calibri"/>
              </a:rPr>
              <a:t>Lectures</a:t>
            </a:r>
            <a:r>
              <a:rPr lang="en-NZ" sz="2600" dirty="0">
                <a:solidFill>
                  <a:schemeClr val="tx1"/>
                </a:solidFill>
                <a:latin typeface="Calibri"/>
              </a:rPr>
              <a:t>: Tuesday (10:10-12:00)</a:t>
            </a:r>
          </a:p>
          <a:p>
            <a:pPr marL="1840865" marR="5080" lvl="4">
              <a:spcBef>
                <a:spcPts val="980"/>
              </a:spcBef>
              <a:buClr>
                <a:srgbClr val="ADB4B8"/>
              </a:buClr>
              <a:tabLst>
                <a:tab pos="241300" algn="l"/>
              </a:tabLst>
            </a:pPr>
            <a:r>
              <a:rPr lang="en-NZ" sz="2600" dirty="0">
                <a:solidFill>
                  <a:schemeClr val="tx1"/>
                </a:solidFill>
                <a:latin typeface="Calibri"/>
              </a:rPr>
              <a:t>   Week   02-03,05-10 (Building 1 C104)</a:t>
            </a:r>
          </a:p>
          <a:p>
            <a:pPr marL="1383665" marR="5080" lvl="3">
              <a:spcBef>
                <a:spcPts val="980"/>
              </a:spcBef>
              <a:buClr>
                <a:srgbClr val="ADB4B8"/>
              </a:buClr>
              <a:tabLst>
                <a:tab pos="241300" algn="l"/>
              </a:tabLst>
            </a:pPr>
            <a:r>
              <a:rPr lang="en-NZ" sz="2600" dirty="0">
                <a:solidFill>
                  <a:schemeClr val="tx1"/>
                </a:solidFill>
                <a:latin typeface="Calibri"/>
              </a:rPr>
              <a:t>       </a:t>
            </a:r>
            <a:endParaRPr lang="en-NZ" sz="2600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697865" marR="5080" lvl="1" indent="-228600">
              <a:lnSpc>
                <a:spcPts val="2500"/>
              </a:lnSpc>
              <a:spcBef>
                <a:spcPts val="980"/>
              </a:spcBef>
              <a:buClr>
                <a:srgbClr val="ADB4B8"/>
              </a:buClr>
              <a:buFont typeface="Arial"/>
              <a:buChar char="•"/>
              <a:tabLst>
                <a:tab pos="241300" algn="l"/>
              </a:tabLst>
            </a:pPr>
            <a:r>
              <a:rPr lang="en-NZ" sz="2600" dirty="0">
                <a:solidFill>
                  <a:srgbClr val="FF0000"/>
                </a:solidFill>
                <a:latin typeface="Calibri"/>
              </a:rPr>
              <a:t>Lab work</a:t>
            </a:r>
            <a:r>
              <a:rPr lang="en-NZ" sz="2600" dirty="0">
                <a:solidFill>
                  <a:schemeClr val="tx1"/>
                </a:solidFill>
                <a:latin typeface="Calibri"/>
              </a:rPr>
              <a:t>:  Tuesday ( 16:20-18:10) 	</a:t>
            </a:r>
          </a:p>
          <a:p>
            <a:pPr marL="1840865" marR="5080" lvl="4">
              <a:lnSpc>
                <a:spcPts val="2500"/>
              </a:lnSpc>
              <a:spcBef>
                <a:spcPts val="980"/>
              </a:spcBef>
              <a:buClr>
                <a:srgbClr val="ADB4B8"/>
              </a:buClr>
              <a:tabLst>
                <a:tab pos="241300" algn="l"/>
              </a:tabLst>
            </a:pPr>
            <a:r>
              <a:rPr lang="en-NZ" sz="2600" dirty="0">
                <a:solidFill>
                  <a:schemeClr val="tx1"/>
                </a:solidFill>
                <a:latin typeface="Calibri"/>
              </a:rPr>
              <a:t>     Week 02-03,05-10 (SX603)</a:t>
            </a:r>
          </a:p>
          <a:p>
            <a:pPr marL="469265" marR="5080" lvl="1">
              <a:lnSpc>
                <a:spcPts val="2500"/>
              </a:lnSpc>
              <a:spcBef>
                <a:spcPts val="980"/>
              </a:spcBef>
              <a:buClr>
                <a:srgbClr val="ADB4B8"/>
              </a:buClr>
              <a:tabLst>
                <a:tab pos="241300" algn="l"/>
              </a:tabLst>
            </a:pPr>
            <a:r>
              <a:rPr lang="en-NZ" sz="2600" dirty="0">
                <a:solidFill>
                  <a:schemeClr val="tx1"/>
                </a:solidFill>
                <a:latin typeface="Calibri"/>
              </a:rPr>
              <a:t>	               </a:t>
            </a:r>
          </a:p>
          <a:p>
            <a:pPr marL="697865" marR="5080" lvl="1" indent="-228600">
              <a:spcBef>
                <a:spcPts val="980"/>
              </a:spcBef>
              <a:buClr>
                <a:srgbClr val="ADB4B8"/>
              </a:buClr>
              <a:buFont typeface="Arial"/>
              <a:buChar char="•"/>
              <a:tabLst>
                <a:tab pos="241300" algn="l"/>
              </a:tabLst>
            </a:pPr>
            <a:r>
              <a:rPr lang="en-NZ" sz="2600" dirty="0">
                <a:solidFill>
                  <a:schemeClr val="tx1"/>
                </a:solidFill>
                <a:latin typeface="Calibri"/>
              </a:rPr>
              <a:t> </a:t>
            </a:r>
            <a:r>
              <a:rPr lang="en-NZ" sz="2600" dirty="0">
                <a:solidFill>
                  <a:schemeClr val="tx2"/>
                </a:solidFill>
                <a:latin typeface="Calibri"/>
              </a:rPr>
              <a:t>Tutorial:    </a:t>
            </a:r>
            <a:r>
              <a:rPr lang="en-NZ" sz="2600" dirty="0">
                <a:solidFill>
                  <a:schemeClr val="tx1"/>
                </a:solidFill>
                <a:latin typeface="Calibri"/>
              </a:rPr>
              <a:t>Thursday ( 10:10-12:200)</a:t>
            </a:r>
          </a:p>
          <a:p>
            <a:pPr marL="469265" marR="5080" lvl="1">
              <a:spcBef>
                <a:spcPts val="980"/>
              </a:spcBef>
              <a:buClr>
                <a:srgbClr val="ADB4B8"/>
              </a:buClr>
              <a:tabLst>
                <a:tab pos="241300" algn="l"/>
              </a:tabLst>
            </a:pPr>
            <a:r>
              <a:rPr lang="en-NZ" sz="2600" dirty="0">
                <a:solidFill>
                  <a:schemeClr val="tx1"/>
                </a:solidFill>
                <a:latin typeface="Calibri"/>
              </a:rPr>
              <a:t>		      Week 02-03,05-10 (Building 1 C104)</a:t>
            </a:r>
          </a:p>
          <a:p>
            <a:pPr marL="240665" marR="5080" indent="-228600">
              <a:lnSpc>
                <a:spcPts val="2500"/>
              </a:lnSpc>
              <a:spcBef>
                <a:spcPts val="980"/>
              </a:spcBef>
              <a:buClr>
                <a:srgbClr val="ADB4B8"/>
              </a:buClr>
              <a:buFont typeface="Arial"/>
              <a:buChar char="•"/>
              <a:tabLst>
                <a:tab pos="241300" algn="l"/>
              </a:tabLst>
            </a:pPr>
            <a:endParaRPr spc="-1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Assessments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5949307" y="611567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rgbClr val="41404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998E55D-8E2A-4AFE-A61C-B5DBBB7761E7}" type="slidenum">
              <a:rPr lang="en-GB" smtClean="0"/>
              <a:pPr/>
              <a:t>7</a:t>
            </a:fld>
            <a:endParaRPr lang="en-GB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6" name="Slide Zoom 5">
                <a:extLst>
                  <a:ext uri="{FF2B5EF4-FFF2-40B4-BE49-F238E27FC236}">
                    <a16:creationId xmlns:a16="http://schemas.microsoft.com/office/drawing/2014/main" id="{29E51B96-C67C-BC29-4266-682BDFAC9A2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3687417" y="3922167"/>
              <a:ext cx="2286000" cy="1714500"/>
            </p:xfrm>
            <a:graphic>
              <a:graphicData uri="http://schemas.microsoft.com/office/powerpoint/2016/slidezoom">
                <pslz:sldZm>
                  <pslz:sldZmObj sldId="291" cId="858022874">
                    <pslz:zmPr id="{F261E3D4-A880-4968-889D-F37A746FDE1B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286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6" name="Slide Zoom 5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29E51B96-C67C-BC29-4266-682BDFAC9A2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3687417" y="3922167"/>
                <a:ext cx="2286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18BA3016-1214-F839-ACFD-D15FB0C652D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01827695"/>
              </p:ext>
            </p:extLst>
          </p:nvPr>
        </p:nvGraphicFramePr>
        <p:xfrm>
          <a:off x="491626" y="1994433"/>
          <a:ext cx="8249605" cy="40143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8580228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566" y="849252"/>
            <a:ext cx="3939540" cy="1046440"/>
          </a:xfrm>
        </p:spPr>
        <p:txBody>
          <a:bodyPr/>
          <a:lstStyle/>
          <a:p>
            <a:r>
              <a:rPr lang="en-GB"/>
              <a:t>Coursework #1</a:t>
            </a:r>
            <a:br>
              <a:rPr lang="en-GB"/>
            </a:b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ctr">
              <a:spcAft>
                <a:spcPts val="2400"/>
              </a:spcAft>
            </a:pPr>
            <a:r>
              <a:rPr lang="en-GB" sz="2400" dirty="0"/>
              <a:t>Class Test-Moodle </a:t>
            </a:r>
          </a:p>
          <a:p>
            <a:pPr lvl="0" algn="ctr">
              <a:spcAft>
                <a:spcPts val="2400"/>
              </a:spcAft>
            </a:pPr>
            <a:r>
              <a:rPr lang="en-GB" sz="2400" b="1" dirty="0"/>
              <a:t>Week 6/7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5949307" y="611567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rgbClr val="41404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998E55D-8E2A-4AFE-A61C-B5DBBB7761E7}" type="slidenum">
              <a:rPr lang="en-GB" smtClean="0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50549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1F76B-7B57-D856-630C-1D3F7804C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161B4-1EF1-E451-3A54-2BCFE69E3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566" y="849252"/>
            <a:ext cx="3939540" cy="1046440"/>
          </a:xfrm>
        </p:spPr>
        <p:txBody>
          <a:bodyPr/>
          <a:lstStyle/>
          <a:p>
            <a:r>
              <a:rPr lang="en-GB" dirty="0"/>
              <a:t>Coursework #2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52F147-2141-8C35-0A9A-1D4C629826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lnSpc>
                <a:spcPct val="100000"/>
              </a:lnSpc>
              <a:spcAft>
                <a:spcPts val="2400"/>
              </a:spcAft>
              <a:buNone/>
            </a:pPr>
            <a:r>
              <a:rPr lang="en-GB" sz="2200" dirty="0"/>
              <a:t>1000 words individual submission reflecting on the 4 Lab work sessions, identifying what you have learnt from the Lab work and will take forward into engineering practice. 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dirty="0"/>
              <a:t>Hand in date: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GB" sz="2400" b="1" dirty="0"/>
              <a:t>Week 10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B06989-9EAA-21B8-AB6C-6595FB4C66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9307" y="611567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rgbClr val="41404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998E55D-8E2A-4AFE-A61C-B5DBBB7761E7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63475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566" y="849252"/>
            <a:ext cx="4341634" cy="1046440"/>
          </a:xfrm>
        </p:spPr>
        <p:txBody>
          <a:bodyPr/>
          <a:lstStyle/>
          <a:p>
            <a:r>
              <a:rPr lang="en-GB" dirty="0"/>
              <a:t>Coursework #3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7390" y="2034151"/>
            <a:ext cx="7522210" cy="3338195"/>
          </a:xfrm>
        </p:spPr>
        <p:txBody>
          <a:bodyPr>
            <a:normAutofit/>
          </a:bodyPr>
          <a:lstStyle/>
          <a:p>
            <a:pPr marL="457200" lvl="0" indent="-457200">
              <a:lnSpc>
                <a:spcPct val="100000"/>
              </a:lnSpc>
              <a:spcAft>
                <a:spcPts val="3000"/>
              </a:spcAft>
              <a:buAutoNum type="arabicPeriod"/>
            </a:pPr>
            <a:r>
              <a:rPr lang="en-GB" sz="2200" dirty="0"/>
              <a:t>Research report</a:t>
            </a:r>
          </a:p>
          <a:p>
            <a:pPr marL="457200" lvl="0" indent="-457200">
              <a:lnSpc>
                <a:spcPct val="100000"/>
              </a:lnSpc>
              <a:spcAft>
                <a:spcPts val="3000"/>
              </a:spcAft>
              <a:buAutoNum type="arabicPeriod"/>
            </a:pPr>
            <a:r>
              <a:rPr lang="en-GB" sz="2200" dirty="0"/>
              <a:t>Group coursework consists of a  reflection on your chosen research topic related to the module and a presentation.</a:t>
            </a:r>
          </a:p>
          <a:p>
            <a:pPr marL="0" lvl="0" indent="0">
              <a:lnSpc>
                <a:spcPct val="100000"/>
              </a:lnSpc>
              <a:spcAft>
                <a:spcPts val="3000"/>
              </a:spcAft>
              <a:buNone/>
            </a:pPr>
            <a:r>
              <a:rPr lang="en-GB" sz="2200" dirty="0"/>
              <a:t>Presentation will be conducted in Week  9/10.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endParaRPr lang="en-GB" sz="2000" b="1" dirty="0"/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GB" sz="2000" b="1" dirty="0"/>
              <a:t>Submission: week 11</a:t>
            </a:r>
            <a:endParaRPr lang="en-GB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5949307" y="611567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rgbClr val="41404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998E55D-8E2A-4AFE-A61C-B5DBBB7761E7}" type="slidenum">
              <a:rPr lang="en-GB" smtClean="0"/>
              <a:pPr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66835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69AC9-0227-E2C0-B228-4A12EBEBA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768" y="1270386"/>
            <a:ext cx="3939540" cy="543560"/>
          </a:xfrm>
        </p:spPr>
        <p:txBody>
          <a:bodyPr/>
          <a:lstStyle/>
          <a:p>
            <a:r>
              <a:rPr lang="en-US" spc="-10">
                <a:latin typeface="Calibri"/>
                <a:cs typeface="Calibri"/>
              </a:rPr>
              <a:t>Lab </a:t>
            </a:r>
            <a:r>
              <a:rPr lang="en-US" spc="5"/>
              <a:t>work</a:t>
            </a:r>
            <a:endParaRPr lang="en-US"/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8A1FD229-8796-2825-BC45-AF78B7694DB4}"/>
              </a:ext>
            </a:extLst>
          </p:cNvPr>
          <p:cNvSpPr txBox="1"/>
          <p:nvPr/>
        </p:nvSpPr>
        <p:spPr>
          <a:xfrm>
            <a:off x="707390" y="2115435"/>
            <a:ext cx="7639050" cy="34721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95630">
              <a:lnSpc>
                <a:spcPts val="2320"/>
              </a:lnSpc>
            </a:pPr>
            <a:r>
              <a:rPr sz="2400" spc="-20">
                <a:latin typeface="Calibri"/>
                <a:cs typeface="Calibri"/>
              </a:rPr>
              <a:t>M</a:t>
            </a:r>
            <a:r>
              <a:rPr sz="2400" spc="5">
                <a:latin typeface="Calibri"/>
                <a:cs typeface="Calibri"/>
              </a:rPr>
              <a:t>i</a:t>
            </a:r>
            <a:r>
              <a:rPr sz="2400" spc="-5">
                <a:latin typeface="Calibri"/>
                <a:cs typeface="Calibri"/>
              </a:rPr>
              <a:t>xtu</a:t>
            </a:r>
            <a:r>
              <a:rPr sz="2400" spc="-40">
                <a:latin typeface="Calibri"/>
                <a:cs typeface="Calibri"/>
              </a:rPr>
              <a:t>r</a:t>
            </a:r>
            <a:r>
              <a:rPr sz="2400" spc="-15">
                <a:latin typeface="Calibri"/>
                <a:cs typeface="Calibri"/>
              </a:rPr>
              <a:t>e</a:t>
            </a:r>
            <a:r>
              <a:rPr sz="2400" spc="-55">
                <a:latin typeface="Times New Roman"/>
                <a:cs typeface="Times New Roman"/>
              </a:rPr>
              <a:t> </a:t>
            </a:r>
            <a:r>
              <a:rPr sz="2400" spc="-10">
                <a:latin typeface="Calibri"/>
                <a:cs typeface="Calibri"/>
              </a:rPr>
              <a:t>o</a:t>
            </a:r>
            <a:r>
              <a:rPr sz="2400">
                <a:latin typeface="Calibri"/>
                <a:cs typeface="Calibri"/>
              </a:rPr>
              <a:t>f</a:t>
            </a:r>
            <a:r>
              <a:rPr sz="2400" spc="-75">
                <a:latin typeface="Times New Roman"/>
                <a:cs typeface="Times New Roman"/>
              </a:rPr>
              <a:t> </a:t>
            </a:r>
            <a:r>
              <a:rPr sz="2400" spc="-5">
                <a:latin typeface="Calibri"/>
                <a:cs typeface="Calibri"/>
              </a:rPr>
              <a:t>p</a:t>
            </a:r>
            <a:r>
              <a:rPr sz="2400" spc="-10">
                <a:latin typeface="Calibri"/>
                <a:cs typeface="Calibri"/>
              </a:rPr>
              <a:t>a</a:t>
            </a:r>
            <a:r>
              <a:rPr sz="2400" spc="-20">
                <a:latin typeface="Calibri"/>
                <a:cs typeface="Calibri"/>
              </a:rPr>
              <a:t>p</a:t>
            </a:r>
            <a:r>
              <a:rPr sz="2400" spc="-10">
                <a:latin typeface="Calibri"/>
                <a:cs typeface="Calibri"/>
              </a:rPr>
              <a:t>er</a:t>
            </a:r>
            <a:r>
              <a:rPr sz="2400">
                <a:latin typeface="Calibri"/>
                <a:cs typeface="Calibri"/>
              </a:rPr>
              <a:t>-</a:t>
            </a:r>
            <a:r>
              <a:rPr sz="2400" spc="-5">
                <a:latin typeface="Calibri"/>
                <a:cs typeface="Calibri"/>
              </a:rPr>
              <a:t>b</a:t>
            </a:r>
            <a:r>
              <a:rPr sz="2400" spc="-10">
                <a:latin typeface="Calibri"/>
                <a:cs typeface="Calibri"/>
              </a:rPr>
              <a:t>a</a:t>
            </a:r>
            <a:r>
              <a:rPr sz="2400">
                <a:latin typeface="Calibri"/>
                <a:cs typeface="Calibri"/>
              </a:rPr>
              <a:t>s</a:t>
            </a:r>
            <a:r>
              <a:rPr sz="2400" spc="-10">
                <a:latin typeface="Calibri"/>
                <a:cs typeface="Calibri"/>
              </a:rPr>
              <a:t>e</a:t>
            </a:r>
            <a:r>
              <a:rPr sz="2400">
                <a:latin typeface="Calibri"/>
                <a:cs typeface="Calibri"/>
              </a:rPr>
              <a:t>d</a:t>
            </a:r>
            <a:r>
              <a:rPr sz="2400" spc="-45">
                <a:latin typeface="Times New Roman"/>
                <a:cs typeface="Times New Roman"/>
              </a:rPr>
              <a:t> </a:t>
            </a:r>
            <a:r>
              <a:rPr sz="2400" spc="-50">
                <a:latin typeface="Calibri"/>
                <a:cs typeface="Calibri"/>
              </a:rPr>
              <a:t>e</a:t>
            </a:r>
            <a:r>
              <a:rPr sz="2400" spc="-60">
                <a:latin typeface="Calibri"/>
                <a:cs typeface="Calibri"/>
              </a:rPr>
              <a:t>x</a:t>
            </a:r>
            <a:r>
              <a:rPr sz="2400" spc="-10">
                <a:latin typeface="Calibri"/>
                <a:cs typeface="Calibri"/>
              </a:rPr>
              <a:t>e</a:t>
            </a:r>
            <a:r>
              <a:rPr sz="2400" spc="-50">
                <a:latin typeface="Calibri"/>
                <a:cs typeface="Calibri"/>
              </a:rPr>
              <a:t>r</a:t>
            </a:r>
            <a:r>
              <a:rPr sz="2400" spc="-10">
                <a:latin typeface="Calibri"/>
                <a:cs typeface="Calibri"/>
              </a:rPr>
              <a:t>c</a:t>
            </a:r>
            <a:r>
              <a:rPr sz="2400" spc="5">
                <a:latin typeface="Calibri"/>
                <a:cs typeface="Calibri"/>
              </a:rPr>
              <a:t>i</a:t>
            </a:r>
            <a:r>
              <a:rPr sz="2400">
                <a:latin typeface="Calibri"/>
                <a:cs typeface="Calibri"/>
              </a:rPr>
              <a:t>s</a:t>
            </a:r>
            <a:r>
              <a:rPr sz="2400" spc="-10">
                <a:latin typeface="Calibri"/>
                <a:cs typeface="Calibri"/>
              </a:rPr>
              <a:t>e</a:t>
            </a:r>
            <a:r>
              <a:rPr sz="2400">
                <a:latin typeface="Calibri"/>
                <a:cs typeface="Calibri"/>
              </a:rPr>
              <a:t>s</a:t>
            </a:r>
            <a:r>
              <a:rPr sz="2400" spc="-80">
                <a:latin typeface="Times New Roman"/>
                <a:cs typeface="Times New Roman"/>
              </a:rPr>
              <a:t> </a:t>
            </a:r>
            <a:r>
              <a:rPr sz="2400" spc="-10">
                <a:latin typeface="Calibri"/>
                <a:cs typeface="Calibri"/>
              </a:rPr>
              <a:t>a</a:t>
            </a:r>
            <a:r>
              <a:rPr sz="2400" spc="-5">
                <a:latin typeface="Calibri"/>
                <a:cs typeface="Calibri"/>
              </a:rPr>
              <a:t>n</a:t>
            </a:r>
            <a:r>
              <a:rPr sz="2400">
                <a:latin typeface="Calibri"/>
                <a:cs typeface="Calibri"/>
              </a:rPr>
              <a:t>d</a:t>
            </a:r>
            <a:r>
              <a:rPr sz="2400" spc="-45">
                <a:latin typeface="Times New Roman"/>
                <a:cs typeface="Times New Roman"/>
              </a:rPr>
              <a:t> </a:t>
            </a:r>
            <a:r>
              <a:rPr sz="2400" spc="-20">
                <a:latin typeface="Calibri"/>
                <a:cs typeface="Calibri"/>
              </a:rPr>
              <a:t>M</a:t>
            </a:r>
            <a:r>
              <a:rPr sz="2400" spc="-204">
                <a:latin typeface="Calibri"/>
                <a:cs typeface="Calibri"/>
              </a:rPr>
              <a:t>A</a:t>
            </a:r>
            <a:r>
              <a:rPr sz="2400" spc="-10">
                <a:latin typeface="Calibri"/>
                <a:cs typeface="Calibri"/>
              </a:rPr>
              <a:t>TL</a:t>
            </a:r>
            <a:r>
              <a:rPr sz="2400" spc="-25">
                <a:latin typeface="Calibri"/>
                <a:cs typeface="Calibri"/>
              </a:rPr>
              <a:t>A</a:t>
            </a:r>
            <a:r>
              <a:rPr sz="2400" spc="-15">
                <a:latin typeface="Calibri"/>
                <a:cs typeface="Calibri"/>
              </a:rPr>
              <a:t>B</a:t>
            </a:r>
            <a:r>
              <a:rPr sz="2400" spc="-50">
                <a:latin typeface="Times New Roman"/>
                <a:cs typeface="Times New Roman"/>
              </a:rPr>
              <a:t> </a:t>
            </a:r>
            <a:r>
              <a:rPr sz="2400" spc="-30">
                <a:latin typeface="Calibri"/>
                <a:cs typeface="Calibri"/>
              </a:rPr>
              <a:t>c</a:t>
            </a:r>
            <a:r>
              <a:rPr sz="2400" spc="-10">
                <a:latin typeface="Calibri"/>
                <a:cs typeface="Calibri"/>
              </a:rPr>
              <a:t>o</a:t>
            </a:r>
            <a:r>
              <a:rPr sz="2400" spc="-20">
                <a:latin typeface="Calibri"/>
                <a:cs typeface="Calibri"/>
              </a:rPr>
              <a:t>m</a:t>
            </a:r>
            <a:r>
              <a:rPr sz="2400" spc="-5">
                <a:latin typeface="Calibri"/>
                <a:cs typeface="Calibri"/>
              </a:rPr>
              <a:t>pu</a:t>
            </a:r>
            <a:r>
              <a:rPr sz="2400" spc="-25">
                <a:latin typeface="Calibri"/>
                <a:cs typeface="Calibri"/>
              </a:rPr>
              <a:t>t</a:t>
            </a:r>
            <a:r>
              <a:rPr sz="2400" spc="-10">
                <a:latin typeface="Calibri"/>
                <a:cs typeface="Calibri"/>
              </a:rPr>
              <a:t>er</a:t>
            </a:r>
            <a:r>
              <a:rPr sz="2400" spc="-10">
                <a:latin typeface="Times New Roman"/>
                <a:cs typeface="Times New Roman"/>
              </a:rPr>
              <a:t> </a:t>
            </a:r>
            <a:r>
              <a:rPr sz="2400">
                <a:latin typeface="Calibri"/>
                <a:cs typeface="Calibri"/>
              </a:rPr>
              <a:t>s</a:t>
            </a:r>
            <a:r>
              <a:rPr sz="2400" spc="-10">
                <a:latin typeface="Calibri"/>
                <a:cs typeface="Calibri"/>
              </a:rPr>
              <a:t>o</a:t>
            </a:r>
            <a:r>
              <a:rPr sz="2400" spc="5">
                <a:latin typeface="Calibri"/>
                <a:cs typeface="Calibri"/>
              </a:rPr>
              <a:t>f</a:t>
            </a:r>
            <a:r>
              <a:rPr sz="2400" spc="-15">
                <a:latin typeface="Calibri"/>
                <a:cs typeface="Calibri"/>
              </a:rPr>
              <a:t>t</a:t>
            </a:r>
            <a:r>
              <a:rPr sz="2400" spc="-40">
                <a:latin typeface="Calibri"/>
                <a:cs typeface="Calibri"/>
              </a:rPr>
              <a:t>w</a:t>
            </a:r>
            <a:r>
              <a:rPr sz="2400" spc="-10">
                <a:latin typeface="Calibri"/>
                <a:cs typeface="Calibri"/>
              </a:rPr>
              <a:t>a</a:t>
            </a:r>
            <a:r>
              <a:rPr sz="2400" spc="-50">
                <a:latin typeface="Calibri"/>
                <a:cs typeface="Calibri"/>
              </a:rPr>
              <a:t>r</a:t>
            </a:r>
            <a:r>
              <a:rPr sz="2400" spc="-10">
                <a:latin typeface="Calibri"/>
                <a:cs typeface="Calibri"/>
              </a:rPr>
              <a:t>e</a:t>
            </a:r>
            <a:r>
              <a:rPr sz="2400">
                <a:latin typeface="Calibri"/>
                <a:cs typeface="Calibri"/>
              </a:rPr>
              <a:t>-</a:t>
            </a:r>
            <a:r>
              <a:rPr sz="2400" spc="-5">
                <a:latin typeface="Calibri"/>
                <a:cs typeface="Calibri"/>
              </a:rPr>
              <a:t>b</a:t>
            </a:r>
            <a:r>
              <a:rPr sz="2400" spc="-10">
                <a:latin typeface="Calibri"/>
                <a:cs typeface="Calibri"/>
              </a:rPr>
              <a:t>a</a:t>
            </a:r>
            <a:r>
              <a:rPr sz="2400">
                <a:latin typeface="Calibri"/>
                <a:cs typeface="Calibri"/>
              </a:rPr>
              <a:t>s</a:t>
            </a:r>
            <a:r>
              <a:rPr sz="2400" spc="-10">
                <a:latin typeface="Calibri"/>
                <a:cs typeface="Calibri"/>
              </a:rPr>
              <a:t>e</a:t>
            </a:r>
            <a:r>
              <a:rPr sz="2400" spc="-15">
                <a:latin typeface="Calibri"/>
                <a:cs typeface="Calibri"/>
              </a:rPr>
              <a:t>d</a:t>
            </a:r>
            <a:r>
              <a:rPr sz="2400" spc="-65">
                <a:latin typeface="Times New Roman"/>
                <a:cs typeface="Times New Roman"/>
              </a:rPr>
              <a:t> </a:t>
            </a:r>
            <a:r>
              <a:rPr sz="2400" spc="-50">
                <a:latin typeface="Calibri"/>
                <a:cs typeface="Calibri"/>
              </a:rPr>
              <a:t>e</a:t>
            </a:r>
            <a:r>
              <a:rPr sz="2400" spc="-60">
                <a:latin typeface="Calibri"/>
                <a:cs typeface="Calibri"/>
              </a:rPr>
              <a:t>x</a:t>
            </a:r>
            <a:r>
              <a:rPr sz="2400" spc="-10">
                <a:latin typeface="Calibri"/>
                <a:cs typeface="Calibri"/>
              </a:rPr>
              <a:t>e</a:t>
            </a:r>
            <a:r>
              <a:rPr sz="2400" spc="-50">
                <a:latin typeface="Calibri"/>
                <a:cs typeface="Calibri"/>
              </a:rPr>
              <a:t>r</a:t>
            </a:r>
            <a:r>
              <a:rPr sz="2400" spc="5">
                <a:latin typeface="Calibri"/>
                <a:cs typeface="Calibri"/>
              </a:rPr>
              <a:t>ci</a:t>
            </a:r>
            <a:r>
              <a:rPr sz="2400">
                <a:latin typeface="Calibri"/>
                <a:cs typeface="Calibri"/>
              </a:rPr>
              <a:t>s</a:t>
            </a:r>
            <a:r>
              <a:rPr sz="2400" spc="-10">
                <a:latin typeface="Calibri"/>
                <a:cs typeface="Calibri"/>
              </a:rPr>
              <a:t>es:</a:t>
            </a:r>
            <a:endParaRPr sz="2400">
              <a:latin typeface="Calibri"/>
              <a:cs typeface="Calibri"/>
            </a:endParaRPr>
          </a:p>
          <a:p>
            <a:pPr marL="241300" indent="-228600">
              <a:lnSpc>
                <a:spcPts val="2590"/>
              </a:lnSpc>
              <a:spcBef>
                <a:spcPts val="434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400" b="1" spc="-10">
                <a:solidFill>
                  <a:srgbClr val="C00000"/>
                </a:solidFill>
                <a:latin typeface="Calibri"/>
                <a:cs typeface="Calibri"/>
              </a:rPr>
              <a:t>L</a:t>
            </a:r>
            <a:r>
              <a:rPr sz="2400" b="1" spc="-2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400" b="1" spc="-15">
                <a:solidFill>
                  <a:srgbClr val="C00000"/>
                </a:solidFill>
                <a:latin typeface="Calibri"/>
                <a:cs typeface="Calibri"/>
              </a:rPr>
              <a:t>b</a:t>
            </a:r>
            <a:r>
              <a:rPr sz="2400" b="1" spc="-7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spc="-15">
                <a:solidFill>
                  <a:srgbClr val="C00000"/>
                </a:solidFill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  <a:p>
            <a:pPr marL="241300">
              <a:lnSpc>
                <a:spcPts val="2590"/>
              </a:lnSpc>
            </a:pPr>
            <a:r>
              <a:rPr sz="2400">
                <a:latin typeface="Calibri"/>
                <a:cs typeface="Calibri"/>
              </a:rPr>
              <a:t>D</a:t>
            </a:r>
            <a:r>
              <a:rPr sz="2400" spc="5">
                <a:latin typeface="Calibri"/>
                <a:cs typeface="Calibri"/>
              </a:rPr>
              <a:t>i</a:t>
            </a:r>
            <a:r>
              <a:rPr sz="2400" spc="-10">
                <a:latin typeface="Calibri"/>
                <a:cs typeface="Calibri"/>
              </a:rPr>
              <a:t>sc</a:t>
            </a:r>
            <a:r>
              <a:rPr sz="2400" spc="-50">
                <a:latin typeface="Calibri"/>
                <a:cs typeface="Calibri"/>
              </a:rPr>
              <a:t>r</a:t>
            </a:r>
            <a:r>
              <a:rPr sz="2400" spc="-30">
                <a:latin typeface="Calibri"/>
                <a:cs typeface="Calibri"/>
              </a:rPr>
              <a:t>e</a:t>
            </a:r>
            <a:r>
              <a:rPr sz="2400" spc="-35">
                <a:latin typeface="Calibri"/>
                <a:cs typeface="Calibri"/>
              </a:rPr>
              <a:t>t</a:t>
            </a:r>
            <a:r>
              <a:rPr sz="2400" spc="-10">
                <a:latin typeface="Calibri"/>
                <a:cs typeface="Calibri"/>
              </a:rPr>
              <a:t>e</a:t>
            </a:r>
            <a:r>
              <a:rPr sz="2400">
                <a:latin typeface="Calibri"/>
                <a:cs typeface="Calibri"/>
              </a:rPr>
              <a:t>-</a:t>
            </a:r>
            <a:r>
              <a:rPr sz="2400" spc="-10">
                <a:latin typeface="Calibri"/>
                <a:cs typeface="Calibri"/>
              </a:rPr>
              <a:t>T</a:t>
            </a:r>
            <a:r>
              <a:rPr sz="2400" spc="5">
                <a:latin typeface="Calibri"/>
                <a:cs typeface="Calibri"/>
              </a:rPr>
              <a:t>i</a:t>
            </a:r>
            <a:r>
              <a:rPr sz="2400" spc="-20">
                <a:latin typeface="Calibri"/>
                <a:cs typeface="Calibri"/>
              </a:rPr>
              <a:t>me</a:t>
            </a:r>
            <a:r>
              <a:rPr sz="2400" spc="-75">
                <a:latin typeface="Times New Roman"/>
                <a:cs typeface="Times New Roman"/>
              </a:rPr>
              <a:t> </a:t>
            </a:r>
            <a:r>
              <a:rPr sz="2400" spc="-150">
                <a:latin typeface="Calibri"/>
                <a:cs typeface="Calibri"/>
              </a:rPr>
              <a:t>T</a:t>
            </a:r>
            <a:r>
              <a:rPr sz="2400" spc="-50">
                <a:latin typeface="Calibri"/>
                <a:cs typeface="Calibri"/>
              </a:rPr>
              <a:t>r</a:t>
            </a:r>
            <a:r>
              <a:rPr sz="2400" spc="-10">
                <a:latin typeface="Calibri"/>
                <a:cs typeface="Calibri"/>
              </a:rPr>
              <a:t>a</a:t>
            </a:r>
            <a:r>
              <a:rPr sz="2400" spc="-5">
                <a:latin typeface="Calibri"/>
                <a:cs typeface="Calibri"/>
              </a:rPr>
              <a:t>n</a:t>
            </a:r>
            <a:r>
              <a:rPr sz="2400" spc="-20">
                <a:latin typeface="Calibri"/>
                <a:cs typeface="Calibri"/>
              </a:rPr>
              <a:t>s</a:t>
            </a:r>
            <a:r>
              <a:rPr sz="2400" spc="-55">
                <a:latin typeface="Calibri"/>
                <a:cs typeface="Calibri"/>
              </a:rPr>
              <a:t>f</a:t>
            </a:r>
            <a:r>
              <a:rPr sz="2400" spc="-10">
                <a:latin typeface="Calibri"/>
                <a:cs typeface="Calibri"/>
              </a:rPr>
              <a:t>er</a:t>
            </a:r>
            <a:r>
              <a:rPr sz="2400" spc="-80">
                <a:latin typeface="Times New Roman"/>
                <a:cs typeface="Times New Roman"/>
              </a:rPr>
              <a:t> </a:t>
            </a:r>
            <a:r>
              <a:rPr sz="2400" spc="-5">
                <a:latin typeface="Calibri"/>
                <a:cs typeface="Calibri"/>
              </a:rPr>
              <a:t>Fun</a:t>
            </a:r>
            <a:r>
              <a:rPr sz="2400" spc="5">
                <a:latin typeface="Calibri"/>
                <a:cs typeface="Calibri"/>
              </a:rPr>
              <a:t>c</a:t>
            </a:r>
            <a:r>
              <a:rPr sz="2400" spc="-15">
                <a:latin typeface="Calibri"/>
                <a:cs typeface="Calibri"/>
              </a:rPr>
              <a:t>t</a:t>
            </a:r>
            <a:r>
              <a:rPr sz="2400" spc="5">
                <a:latin typeface="Calibri"/>
                <a:cs typeface="Calibri"/>
              </a:rPr>
              <a:t>i</a:t>
            </a:r>
            <a:r>
              <a:rPr sz="2400" spc="-10">
                <a:latin typeface="Calibri"/>
                <a:cs typeface="Calibri"/>
              </a:rPr>
              <a:t>o</a:t>
            </a:r>
            <a:r>
              <a:rPr sz="2400" spc="-5">
                <a:latin typeface="Calibri"/>
                <a:cs typeface="Calibri"/>
              </a:rPr>
              <a:t>n</a:t>
            </a:r>
            <a:r>
              <a:rPr sz="2400">
                <a:latin typeface="Calibri"/>
                <a:cs typeface="Calibri"/>
              </a:rPr>
              <a:t>s</a:t>
            </a:r>
            <a:r>
              <a:rPr sz="2400" spc="-60">
                <a:latin typeface="Times New Roman"/>
                <a:cs typeface="Times New Roman"/>
              </a:rPr>
              <a:t> </a:t>
            </a:r>
            <a:r>
              <a:rPr sz="2400" spc="-10">
                <a:latin typeface="Calibri"/>
                <a:cs typeface="Calibri"/>
              </a:rPr>
              <a:t>a</a:t>
            </a:r>
            <a:r>
              <a:rPr sz="2400" spc="-5">
                <a:latin typeface="Calibri"/>
                <a:cs typeface="Calibri"/>
              </a:rPr>
              <a:t>n</a:t>
            </a:r>
            <a:r>
              <a:rPr sz="2400">
                <a:latin typeface="Calibri"/>
                <a:cs typeface="Calibri"/>
              </a:rPr>
              <a:t>d</a:t>
            </a:r>
            <a:r>
              <a:rPr sz="2400" spc="-60">
                <a:latin typeface="Times New Roman"/>
                <a:cs typeface="Times New Roman"/>
              </a:rPr>
              <a:t> </a:t>
            </a:r>
            <a:r>
              <a:rPr sz="2400">
                <a:latin typeface="Calibri"/>
                <a:cs typeface="Calibri"/>
              </a:rPr>
              <a:t>D</a:t>
            </a:r>
            <a:r>
              <a:rPr sz="2400" spc="-30">
                <a:latin typeface="Calibri"/>
                <a:cs typeface="Calibri"/>
              </a:rPr>
              <a:t>a</a:t>
            </a:r>
            <a:r>
              <a:rPr sz="2400" spc="-35">
                <a:latin typeface="Calibri"/>
                <a:cs typeface="Calibri"/>
              </a:rPr>
              <a:t>t</a:t>
            </a:r>
            <a:r>
              <a:rPr sz="2400" spc="-15">
                <a:latin typeface="Calibri"/>
                <a:cs typeface="Calibri"/>
              </a:rPr>
              <a:t>a</a:t>
            </a:r>
            <a:r>
              <a:rPr sz="2400">
                <a:latin typeface="Calibri"/>
                <a:cs typeface="Calibri"/>
              </a:rPr>
              <a:t>-</a:t>
            </a:r>
            <a:r>
              <a:rPr sz="2400" spc="-25">
                <a:latin typeface="Calibri"/>
                <a:cs typeface="Calibri"/>
              </a:rPr>
              <a:t>B</a:t>
            </a:r>
            <a:r>
              <a:rPr sz="2400" spc="-10">
                <a:latin typeface="Calibri"/>
                <a:cs typeface="Calibri"/>
              </a:rPr>
              <a:t>a</a:t>
            </a:r>
            <a:r>
              <a:rPr sz="2400">
                <a:latin typeface="Calibri"/>
                <a:cs typeface="Calibri"/>
              </a:rPr>
              <a:t>s</a:t>
            </a:r>
            <a:r>
              <a:rPr sz="2400" spc="-10">
                <a:latin typeface="Calibri"/>
                <a:cs typeface="Calibri"/>
              </a:rPr>
              <a:t>e</a:t>
            </a:r>
            <a:r>
              <a:rPr sz="2400">
                <a:latin typeface="Calibri"/>
                <a:cs typeface="Calibri"/>
              </a:rPr>
              <a:t>d</a:t>
            </a:r>
            <a:r>
              <a:rPr sz="2400" spc="-45">
                <a:latin typeface="Times New Roman"/>
                <a:cs typeface="Times New Roman"/>
              </a:rPr>
              <a:t> </a:t>
            </a:r>
            <a:r>
              <a:rPr sz="2400" spc="-20">
                <a:latin typeface="Calibri"/>
                <a:cs typeface="Calibri"/>
              </a:rPr>
              <a:t>M</a:t>
            </a:r>
            <a:r>
              <a:rPr sz="2400" spc="-10">
                <a:latin typeface="Calibri"/>
                <a:cs typeface="Calibri"/>
              </a:rPr>
              <a:t>o</a:t>
            </a:r>
            <a:r>
              <a:rPr sz="2400" spc="-20">
                <a:latin typeface="Calibri"/>
                <a:cs typeface="Calibri"/>
              </a:rPr>
              <a:t>d</a:t>
            </a:r>
            <a:r>
              <a:rPr sz="2400" spc="-10">
                <a:latin typeface="Calibri"/>
                <a:cs typeface="Calibri"/>
              </a:rPr>
              <a:t>e</a:t>
            </a:r>
            <a:r>
              <a:rPr sz="2400" spc="5">
                <a:latin typeface="Calibri"/>
                <a:cs typeface="Calibri"/>
              </a:rPr>
              <a:t>lli</a:t>
            </a:r>
            <a:r>
              <a:rPr sz="2400" spc="-5">
                <a:latin typeface="Calibri"/>
                <a:cs typeface="Calibri"/>
              </a:rPr>
              <a:t>ng</a:t>
            </a:r>
            <a:endParaRPr sz="2400">
              <a:latin typeface="Calibri"/>
              <a:cs typeface="Calibri"/>
            </a:endParaRPr>
          </a:p>
          <a:p>
            <a:pPr marL="241300" indent="-228600">
              <a:lnSpc>
                <a:spcPts val="2590"/>
              </a:lnSpc>
              <a:spcBef>
                <a:spcPts val="42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400" b="1" spc="-10">
                <a:solidFill>
                  <a:srgbClr val="C00000"/>
                </a:solidFill>
                <a:latin typeface="Calibri"/>
                <a:cs typeface="Calibri"/>
              </a:rPr>
              <a:t>L</a:t>
            </a:r>
            <a:r>
              <a:rPr sz="2400" b="1" spc="-2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400" b="1" spc="-15">
                <a:solidFill>
                  <a:srgbClr val="C00000"/>
                </a:solidFill>
                <a:latin typeface="Calibri"/>
                <a:cs typeface="Calibri"/>
              </a:rPr>
              <a:t>b</a:t>
            </a:r>
            <a:r>
              <a:rPr sz="2400" b="1" spc="-7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spc="-15">
                <a:solidFill>
                  <a:srgbClr val="C00000"/>
                </a:solidFill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  <a:p>
            <a:pPr marL="241300">
              <a:lnSpc>
                <a:spcPts val="2590"/>
              </a:lnSpc>
            </a:pPr>
            <a:r>
              <a:rPr sz="2400">
                <a:latin typeface="Calibri"/>
                <a:cs typeface="Calibri"/>
              </a:rPr>
              <a:t>D</a:t>
            </a:r>
            <a:r>
              <a:rPr sz="2400" spc="-45">
                <a:latin typeface="Calibri"/>
                <a:cs typeface="Calibri"/>
              </a:rPr>
              <a:t>a</a:t>
            </a:r>
            <a:r>
              <a:rPr sz="2400" spc="-35">
                <a:latin typeface="Calibri"/>
                <a:cs typeface="Calibri"/>
              </a:rPr>
              <a:t>t</a:t>
            </a:r>
            <a:r>
              <a:rPr sz="2400" spc="-15">
                <a:latin typeface="Calibri"/>
                <a:cs typeface="Calibri"/>
              </a:rPr>
              <a:t>a</a:t>
            </a:r>
            <a:r>
              <a:rPr sz="2400">
                <a:latin typeface="Calibri"/>
                <a:cs typeface="Calibri"/>
              </a:rPr>
              <a:t>-</a:t>
            </a:r>
            <a:r>
              <a:rPr sz="2400" spc="-25">
                <a:latin typeface="Calibri"/>
                <a:cs typeface="Calibri"/>
              </a:rPr>
              <a:t>B</a:t>
            </a:r>
            <a:r>
              <a:rPr sz="2400" spc="-10">
                <a:latin typeface="Calibri"/>
                <a:cs typeface="Calibri"/>
              </a:rPr>
              <a:t>a</a:t>
            </a:r>
            <a:r>
              <a:rPr sz="2400">
                <a:latin typeface="Calibri"/>
                <a:cs typeface="Calibri"/>
              </a:rPr>
              <a:t>s</a:t>
            </a:r>
            <a:r>
              <a:rPr sz="2400" spc="-10">
                <a:latin typeface="Calibri"/>
                <a:cs typeface="Calibri"/>
              </a:rPr>
              <a:t>e</a:t>
            </a:r>
            <a:r>
              <a:rPr sz="2400">
                <a:latin typeface="Calibri"/>
                <a:cs typeface="Calibri"/>
              </a:rPr>
              <a:t>d</a:t>
            </a:r>
            <a:r>
              <a:rPr sz="2400" spc="-65">
                <a:latin typeface="Times New Roman"/>
                <a:cs typeface="Times New Roman"/>
              </a:rPr>
              <a:t> </a:t>
            </a:r>
            <a:r>
              <a:rPr sz="2400" spc="-20">
                <a:latin typeface="Calibri"/>
                <a:cs typeface="Calibri"/>
              </a:rPr>
              <a:t>M</a:t>
            </a:r>
            <a:r>
              <a:rPr sz="2400" spc="-10">
                <a:latin typeface="Calibri"/>
                <a:cs typeface="Calibri"/>
              </a:rPr>
              <a:t>o</a:t>
            </a:r>
            <a:r>
              <a:rPr sz="2400" spc="-5">
                <a:latin typeface="Calibri"/>
                <a:cs typeface="Calibri"/>
              </a:rPr>
              <a:t>d</a:t>
            </a:r>
            <a:r>
              <a:rPr sz="2400" spc="-10">
                <a:latin typeface="Calibri"/>
                <a:cs typeface="Calibri"/>
              </a:rPr>
              <a:t>e</a:t>
            </a:r>
            <a:r>
              <a:rPr sz="2400" spc="5">
                <a:latin typeface="Calibri"/>
                <a:cs typeface="Calibri"/>
              </a:rPr>
              <a:t>lli</a:t>
            </a:r>
            <a:r>
              <a:rPr sz="2400" spc="-5">
                <a:latin typeface="Calibri"/>
                <a:cs typeface="Calibri"/>
              </a:rPr>
              <a:t>n</a:t>
            </a:r>
            <a:r>
              <a:rPr sz="2400" spc="-15">
                <a:latin typeface="Calibri"/>
                <a:cs typeface="Calibri"/>
              </a:rPr>
              <a:t>g</a:t>
            </a:r>
            <a:r>
              <a:rPr sz="2400" spc="-90">
                <a:latin typeface="Times New Roman"/>
                <a:cs typeface="Times New Roman"/>
              </a:rPr>
              <a:t> </a:t>
            </a:r>
            <a:r>
              <a:rPr sz="2400" spc="-5">
                <a:latin typeface="Calibri"/>
                <a:cs typeface="Calibri"/>
              </a:rPr>
              <a:t>u</a:t>
            </a:r>
            <a:r>
              <a:rPr sz="2400">
                <a:latin typeface="Calibri"/>
                <a:cs typeface="Calibri"/>
              </a:rPr>
              <a:t>s</a:t>
            </a:r>
            <a:r>
              <a:rPr sz="2400" spc="5">
                <a:latin typeface="Calibri"/>
                <a:cs typeface="Calibri"/>
              </a:rPr>
              <a:t>i</a:t>
            </a:r>
            <a:r>
              <a:rPr sz="2400" spc="-5">
                <a:latin typeface="Calibri"/>
                <a:cs typeface="Calibri"/>
              </a:rPr>
              <a:t>n</a:t>
            </a:r>
            <a:r>
              <a:rPr sz="2400" spc="-15">
                <a:latin typeface="Calibri"/>
                <a:cs typeface="Calibri"/>
              </a:rPr>
              <a:t>g</a:t>
            </a:r>
            <a:r>
              <a:rPr sz="2400" spc="-70">
                <a:latin typeface="Times New Roman"/>
                <a:cs typeface="Times New Roman"/>
              </a:rPr>
              <a:t> </a:t>
            </a:r>
            <a:r>
              <a:rPr sz="2400" spc="-20">
                <a:latin typeface="Calibri"/>
                <a:cs typeface="Calibri"/>
              </a:rPr>
              <a:t>M</a:t>
            </a:r>
            <a:r>
              <a:rPr sz="2400" spc="-204">
                <a:latin typeface="Calibri"/>
                <a:cs typeface="Calibri"/>
              </a:rPr>
              <a:t>A</a:t>
            </a:r>
            <a:r>
              <a:rPr sz="2400" spc="-15">
                <a:latin typeface="Calibri"/>
                <a:cs typeface="Calibri"/>
              </a:rPr>
              <a:t>T</a:t>
            </a:r>
            <a:r>
              <a:rPr sz="2400" spc="-10">
                <a:latin typeface="Calibri"/>
                <a:cs typeface="Calibri"/>
              </a:rPr>
              <a:t>L</a:t>
            </a:r>
            <a:r>
              <a:rPr sz="2400" spc="-25">
                <a:latin typeface="Calibri"/>
                <a:cs typeface="Calibri"/>
              </a:rPr>
              <a:t>AB</a:t>
            </a:r>
            <a:r>
              <a:rPr sz="2400" spc="-10">
                <a:latin typeface="Calibri"/>
                <a:cs typeface="Calibri"/>
              </a:rPr>
              <a:t>/</a:t>
            </a:r>
            <a:r>
              <a:rPr sz="2400" spc="-5">
                <a:latin typeface="Calibri"/>
                <a:cs typeface="Calibri"/>
              </a:rPr>
              <a:t>S</a:t>
            </a:r>
            <a:r>
              <a:rPr sz="2400" spc="-15">
                <a:latin typeface="Calibri"/>
                <a:cs typeface="Calibri"/>
              </a:rPr>
              <a:t>I</a:t>
            </a:r>
            <a:r>
              <a:rPr sz="2400" spc="-20">
                <a:latin typeface="Calibri"/>
                <a:cs typeface="Calibri"/>
              </a:rPr>
              <a:t>MU</a:t>
            </a:r>
            <a:r>
              <a:rPr sz="2400" spc="-10">
                <a:latin typeface="Calibri"/>
                <a:cs typeface="Calibri"/>
              </a:rPr>
              <a:t>L</a:t>
            </a:r>
            <a:r>
              <a:rPr sz="2400" spc="-15">
                <a:latin typeface="Calibri"/>
                <a:cs typeface="Calibri"/>
              </a:rPr>
              <a:t>I</a:t>
            </a:r>
            <a:r>
              <a:rPr sz="2400" spc="-25">
                <a:latin typeface="Calibri"/>
                <a:cs typeface="Calibri"/>
              </a:rPr>
              <a:t>NK</a:t>
            </a:r>
            <a:endParaRPr sz="2400">
              <a:latin typeface="Calibri"/>
              <a:cs typeface="Calibri"/>
            </a:endParaRPr>
          </a:p>
          <a:p>
            <a:pPr marL="241300" indent="-228600">
              <a:lnSpc>
                <a:spcPts val="2590"/>
              </a:lnSpc>
              <a:spcBef>
                <a:spcPts val="44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400" b="1" spc="-10">
                <a:solidFill>
                  <a:srgbClr val="C00000"/>
                </a:solidFill>
                <a:latin typeface="Calibri"/>
                <a:cs typeface="Calibri"/>
              </a:rPr>
              <a:t>L</a:t>
            </a:r>
            <a:r>
              <a:rPr sz="2400" b="1" spc="-2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400" b="1" spc="-15">
                <a:solidFill>
                  <a:srgbClr val="C00000"/>
                </a:solidFill>
                <a:latin typeface="Calibri"/>
                <a:cs typeface="Calibri"/>
              </a:rPr>
              <a:t>b</a:t>
            </a:r>
            <a:r>
              <a:rPr sz="2400" b="1" spc="-7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spc="-15">
                <a:solidFill>
                  <a:srgbClr val="C00000"/>
                </a:solidFill>
                <a:latin typeface="Calibri"/>
                <a:cs typeface="Calibri"/>
              </a:rPr>
              <a:t>3</a:t>
            </a:r>
            <a:endParaRPr sz="2400">
              <a:latin typeface="Calibri"/>
              <a:cs typeface="Calibri"/>
            </a:endParaRPr>
          </a:p>
          <a:p>
            <a:pPr marL="241300">
              <a:lnSpc>
                <a:spcPts val="2590"/>
              </a:lnSpc>
            </a:pPr>
            <a:r>
              <a:rPr sz="2400">
                <a:latin typeface="Calibri"/>
                <a:cs typeface="Calibri"/>
              </a:rPr>
              <a:t>D</a:t>
            </a:r>
            <a:r>
              <a:rPr sz="2400" spc="5">
                <a:latin typeface="Calibri"/>
                <a:cs typeface="Calibri"/>
              </a:rPr>
              <a:t>i</a:t>
            </a:r>
            <a:r>
              <a:rPr sz="2400" spc="-10">
                <a:latin typeface="Calibri"/>
                <a:cs typeface="Calibri"/>
              </a:rPr>
              <a:t>sc</a:t>
            </a:r>
            <a:r>
              <a:rPr sz="2400" spc="-50">
                <a:latin typeface="Calibri"/>
                <a:cs typeface="Calibri"/>
              </a:rPr>
              <a:t>r</a:t>
            </a:r>
            <a:r>
              <a:rPr sz="2400" spc="-30">
                <a:latin typeface="Calibri"/>
                <a:cs typeface="Calibri"/>
              </a:rPr>
              <a:t>e</a:t>
            </a:r>
            <a:r>
              <a:rPr sz="2400" spc="-35">
                <a:latin typeface="Calibri"/>
                <a:cs typeface="Calibri"/>
              </a:rPr>
              <a:t>t</a:t>
            </a:r>
            <a:r>
              <a:rPr sz="2400" spc="-10">
                <a:latin typeface="Calibri"/>
                <a:cs typeface="Calibri"/>
              </a:rPr>
              <a:t>e</a:t>
            </a:r>
            <a:r>
              <a:rPr sz="2400">
                <a:latin typeface="Calibri"/>
                <a:cs typeface="Calibri"/>
              </a:rPr>
              <a:t>-</a:t>
            </a:r>
            <a:r>
              <a:rPr sz="2400" spc="-15">
                <a:latin typeface="Calibri"/>
                <a:cs typeface="Calibri"/>
              </a:rPr>
              <a:t>T</a:t>
            </a:r>
            <a:r>
              <a:rPr sz="2400" spc="5">
                <a:latin typeface="Calibri"/>
                <a:cs typeface="Calibri"/>
              </a:rPr>
              <a:t>i</a:t>
            </a:r>
            <a:r>
              <a:rPr sz="2400" spc="-20">
                <a:latin typeface="Calibri"/>
                <a:cs typeface="Calibri"/>
              </a:rPr>
              <a:t>me</a:t>
            </a:r>
            <a:r>
              <a:rPr sz="2400" spc="-75">
                <a:latin typeface="Times New Roman"/>
                <a:cs typeface="Times New Roman"/>
              </a:rPr>
              <a:t> </a:t>
            </a:r>
            <a:r>
              <a:rPr sz="2400">
                <a:latin typeface="Calibri"/>
                <a:cs typeface="Calibri"/>
              </a:rPr>
              <a:t>C</a:t>
            </a:r>
            <a:r>
              <a:rPr sz="2400" spc="-10">
                <a:latin typeface="Calibri"/>
                <a:cs typeface="Calibri"/>
              </a:rPr>
              <a:t>o</a:t>
            </a:r>
            <a:r>
              <a:rPr sz="2400" spc="-25">
                <a:latin typeface="Calibri"/>
                <a:cs typeface="Calibri"/>
              </a:rPr>
              <a:t>n</a:t>
            </a:r>
            <a:r>
              <a:rPr sz="2400" spc="-15">
                <a:latin typeface="Calibri"/>
                <a:cs typeface="Calibri"/>
              </a:rPr>
              <a:t>t</a:t>
            </a:r>
            <a:r>
              <a:rPr sz="2400" spc="-50">
                <a:latin typeface="Calibri"/>
                <a:cs typeface="Calibri"/>
              </a:rPr>
              <a:t>r</a:t>
            </a:r>
            <a:r>
              <a:rPr sz="2400" spc="-10">
                <a:latin typeface="Calibri"/>
                <a:cs typeface="Calibri"/>
              </a:rPr>
              <a:t>o</a:t>
            </a:r>
            <a:r>
              <a:rPr sz="2400">
                <a:latin typeface="Calibri"/>
                <a:cs typeface="Calibri"/>
              </a:rPr>
              <a:t>l</a:t>
            </a:r>
            <a:r>
              <a:rPr sz="2400" spc="-75">
                <a:latin typeface="Times New Roman"/>
                <a:cs typeface="Times New Roman"/>
              </a:rPr>
              <a:t> </a:t>
            </a:r>
            <a:r>
              <a:rPr sz="2400" spc="-25">
                <a:latin typeface="Calibri"/>
                <a:cs typeface="Calibri"/>
              </a:rPr>
              <a:t>S</a:t>
            </a:r>
            <a:r>
              <a:rPr sz="2400" spc="-45">
                <a:latin typeface="Calibri"/>
                <a:cs typeface="Calibri"/>
              </a:rPr>
              <a:t>y</a:t>
            </a:r>
            <a:r>
              <a:rPr sz="2400" spc="-20">
                <a:latin typeface="Calibri"/>
                <a:cs typeface="Calibri"/>
              </a:rPr>
              <a:t>s</a:t>
            </a:r>
            <a:r>
              <a:rPr sz="2400" spc="-35">
                <a:latin typeface="Calibri"/>
                <a:cs typeface="Calibri"/>
              </a:rPr>
              <a:t>t</a:t>
            </a:r>
            <a:r>
              <a:rPr sz="2400" spc="-10">
                <a:latin typeface="Calibri"/>
                <a:cs typeface="Calibri"/>
              </a:rPr>
              <a:t>e</a:t>
            </a:r>
            <a:r>
              <a:rPr sz="2400" spc="-20">
                <a:latin typeface="Calibri"/>
                <a:cs typeface="Calibri"/>
              </a:rPr>
              <a:t>m</a:t>
            </a:r>
            <a:r>
              <a:rPr sz="2400" spc="-80">
                <a:latin typeface="Times New Roman"/>
                <a:cs typeface="Times New Roman"/>
              </a:rPr>
              <a:t> </a:t>
            </a:r>
            <a:r>
              <a:rPr sz="2400">
                <a:latin typeface="Calibri"/>
                <a:cs typeface="Calibri"/>
              </a:rPr>
              <a:t>D</a:t>
            </a:r>
            <a:r>
              <a:rPr sz="2400" spc="-10">
                <a:latin typeface="Calibri"/>
                <a:cs typeface="Calibri"/>
              </a:rPr>
              <a:t>e</a:t>
            </a:r>
            <a:r>
              <a:rPr sz="2400">
                <a:latin typeface="Calibri"/>
                <a:cs typeface="Calibri"/>
              </a:rPr>
              <a:t>s</a:t>
            </a:r>
            <a:r>
              <a:rPr sz="2400" spc="5">
                <a:latin typeface="Calibri"/>
                <a:cs typeface="Calibri"/>
              </a:rPr>
              <a:t>i</a:t>
            </a:r>
            <a:r>
              <a:rPr sz="2400" spc="-10">
                <a:latin typeface="Calibri"/>
                <a:cs typeface="Calibri"/>
              </a:rPr>
              <a:t>g</a:t>
            </a:r>
            <a:r>
              <a:rPr sz="2400">
                <a:latin typeface="Calibri"/>
                <a:cs typeface="Calibri"/>
              </a:rPr>
              <a:t>n</a:t>
            </a:r>
            <a:r>
              <a:rPr sz="2400" spc="-85">
                <a:latin typeface="Times New Roman"/>
                <a:cs typeface="Times New Roman"/>
              </a:rPr>
              <a:t> </a:t>
            </a:r>
            <a:r>
              <a:rPr sz="2400" spc="-5">
                <a:latin typeface="Calibri"/>
                <a:cs typeface="Calibri"/>
              </a:rPr>
              <a:t>u</a:t>
            </a:r>
            <a:r>
              <a:rPr sz="2400">
                <a:latin typeface="Calibri"/>
                <a:cs typeface="Calibri"/>
              </a:rPr>
              <a:t>s</a:t>
            </a:r>
            <a:r>
              <a:rPr sz="2400" spc="5">
                <a:latin typeface="Calibri"/>
                <a:cs typeface="Calibri"/>
              </a:rPr>
              <a:t>i</a:t>
            </a:r>
            <a:r>
              <a:rPr sz="2400" spc="-5">
                <a:latin typeface="Calibri"/>
                <a:cs typeface="Calibri"/>
              </a:rPr>
              <a:t>n</a:t>
            </a:r>
            <a:r>
              <a:rPr sz="2400" spc="-15">
                <a:latin typeface="Calibri"/>
                <a:cs typeface="Calibri"/>
              </a:rPr>
              <a:t>g</a:t>
            </a:r>
            <a:r>
              <a:rPr sz="2400" spc="-70">
                <a:latin typeface="Times New Roman"/>
                <a:cs typeface="Times New Roman"/>
              </a:rPr>
              <a:t> </a:t>
            </a:r>
            <a:r>
              <a:rPr sz="2400" spc="-5">
                <a:latin typeface="Calibri"/>
                <a:cs typeface="Calibri"/>
              </a:rPr>
              <a:t>S</a:t>
            </a:r>
            <a:r>
              <a:rPr sz="2400" spc="-15">
                <a:latin typeface="Calibri"/>
                <a:cs typeface="Calibri"/>
              </a:rPr>
              <a:t>I</a:t>
            </a:r>
            <a:r>
              <a:rPr sz="2400" spc="-20">
                <a:latin typeface="Calibri"/>
                <a:cs typeface="Calibri"/>
              </a:rPr>
              <a:t>MU</a:t>
            </a:r>
            <a:r>
              <a:rPr sz="2400" spc="-10">
                <a:latin typeface="Calibri"/>
                <a:cs typeface="Calibri"/>
              </a:rPr>
              <a:t>L</a:t>
            </a:r>
            <a:r>
              <a:rPr sz="2400" spc="-15">
                <a:latin typeface="Calibri"/>
                <a:cs typeface="Calibri"/>
              </a:rPr>
              <a:t>I</a:t>
            </a:r>
            <a:r>
              <a:rPr sz="2400" spc="-25">
                <a:latin typeface="Calibri"/>
                <a:cs typeface="Calibri"/>
              </a:rPr>
              <a:t>NK</a:t>
            </a:r>
            <a:endParaRPr sz="2400">
              <a:latin typeface="Calibri"/>
              <a:cs typeface="Calibri"/>
            </a:endParaRPr>
          </a:p>
          <a:p>
            <a:pPr marL="241300" indent="-228600">
              <a:lnSpc>
                <a:spcPts val="2590"/>
              </a:lnSpc>
              <a:spcBef>
                <a:spcPts val="42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400" b="1" spc="-10">
                <a:solidFill>
                  <a:srgbClr val="C00000"/>
                </a:solidFill>
                <a:latin typeface="Calibri"/>
                <a:cs typeface="Calibri"/>
              </a:rPr>
              <a:t>L</a:t>
            </a:r>
            <a:r>
              <a:rPr sz="2400" b="1" spc="-2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400" b="1" spc="-15">
                <a:solidFill>
                  <a:srgbClr val="C00000"/>
                </a:solidFill>
                <a:latin typeface="Calibri"/>
                <a:cs typeface="Calibri"/>
              </a:rPr>
              <a:t>b</a:t>
            </a:r>
            <a:r>
              <a:rPr sz="2400" b="1" spc="-7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spc="-15">
                <a:solidFill>
                  <a:srgbClr val="C00000"/>
                </a:solidFill>
                <a:latin typeface="Calibri"/>
                <a:cs typeface="Calibri"/>
              </a:rPr>
              <a:t>4</a:t>
            </a:r>
            <a:endParaRPr sz="2400">
              <a:latin typeface="Calibri"/>
              <a:cs typeface="Calibri"/>
            </a:endParaRPr>
          </a:p>
          <a:p>
            <a:pPr marL="241300">
              <a:lnSpc>
                <a:spcPts val="2590"/>
              </a:lnSpc>
            </a:pPr>
            <a:r>
              <a:rPr sz="2400">
                <a:latin typeface="Calibri"/>
                <a:cs typeface="Calibri"/>
              </a:rPr>
              <a:t>D</a:t>
            </a:r>
            <a:r>
              <a:rPr sz="2400" spc="5">
                <a:latin typeface="Calibri"/>
                <a:cs typeface="Calibri"/>
              </a:rPr>
              <a:t>i</a:t>
            </a:r>
            <a:r>
              <a:rPr sz="2400" spc="-10">
                <a:latin typeface="Calibri"/>
                <a:cs typeface="Calibri"/>
              </a:rPr>
              <a:t>sc</a:t>
            </a:r>
            <a:r>
              <a:rPr sz="2400" spc="-50">
                <a:latin typeface="Calibri"/>
                <a:cs typeface="Calibri"/>
              </a:rPr>
              <a:t>r</a:t>
            </a:r>
            <a:r>
              <a:rPr sz="2400" spc="-30">
                <a:latin typeface="Calibri"/>
                <a:cs typeface="Calibri"/>
              </a:rPr>
              <a:t>e</a:t>
            </a:r>
            <a:r>
              <a:rPr sz="2400" spc="-35">
                <a:latin typeface="Calibri"/>
                <a:cs typeface="Calibri"/>
              </a:rPr>
              <a:t>t</a:t>
            </a:r>
            <a:r>
              <a:rPr sz="2400" spc="-10">
                <a:latin typeface="Calibri"/>
                <a:cs typeface="Calibri"/>
              </a:rPr>
              <a:t>e</a:t>
            </a:r>
            <a:r>
              <a:rPr sz="2400">
                <a:latin typeface="Calibri"/>
                <a:cs typeface="Calibri"/>
              </a:rPr>
              <a:t>-</a:t>
            </a:r>
            <a:r>
              <a:rPr sz="2400" spc="-10">
                <a:latin typeface="Calibri"/>
                <a:cs typeface="Calibri"/>
              </a:rPr>
              <a:t>T</a:t>
            </a:r>
            <a:r>
              <a:rPr sz="2400" spc="5">
                <a:latin typeface="Calibri"/>
                <a:cs typeface="Calibri"/>
              </a:rPr>
              <a:t>i</a:t>
            </a:r>
            <a:r>
              <a:rPr sz="2400" spc="-20">
                <a:latin typeface="Calibri"/>
                <a:cs typeface="Calibri"/>
              </a:rPr>
              <a:t>me</a:t>
            </a:r>
            <a:r>
              <a:rPr sz="2400" spc="-75">
                <a:latin typeface="Times New Roman"/>
                <a:cs typeface="Times New Roman"/>
              </a:rPr>
              <a:t> </a:t>
            </a:r>
            <a:r>
              <a:rPr sz="2400">
                <a:latin typeface="Calibri"/>
                <a:cs typeface="Calibri"/>
              </a:rPr>
              <a:t>C</a:t>
            </a:r>
            <a:r>
              <a:rPr sz="2400" spc="-10">
                <a:latin typeface="Calibri"/>
                <a:cs typeface="Calibri"/>
              </a:rPr>
              <a:t>o</a:t>
            </a:r>
            <a:r>
              <a:rPr sz="2400" spc="-25">
                <a:latin typeface="Calibri"/>
                <a:cs typeface="Calibri"/>
              </a:rPr>
              <a:t>n</a:t>
            </a:r>
            <a:r>
              <a:rPr sz="2400" spc="-15">
                <a:latin typeface="Calibri"/>
                <a:cs typeface="Calibri"/>
              </a:rPr>
              <a:t>t</a:t>
            </a:r>
            <a:r>
              <a:rPr sz="2400" spc="-50">
                <a:latin typeface="Calibri"/>
                <a:cs typeface="Calibri"/>
              </a:rPr>
              <a:t>r</a:t>
            </a:r>
            <a:r>
              <a:rPr sz="2400" spc="-10">
                <a:latin typeface="Calibri"/>
                <a:cs typeface="Calibri"/>
              </a:rPr>
              <a:t>o</a:t>
            </a:r>
            <a:r>
              <a:rPr sz="2400">
                <a:latin typeface="Calibri"/>
                <a:cs typeface="Calibri"/>
              </a:rPr>
              <a:t>l</a:t>
            </a:r>
            <a:r>
              <a:rPr sz="2400" spc="-75">
                <a:latin typeface="Times New Roman"/>
                <a:cs typeface="Times New Roman"/>
              </a:rPr>
              <a:t> </a:t>
            </a:r>
            <a:r>
              <a:rPr sz="2400" spc="-25">
                <a:latin typeface="Calibri"/>
                <a:cs typeface="Calibri"/>
              </a:rPr>
              <a:t>S</a:t>
            </a:r>
            <a:r>
              <a:rPr sz="2400" spc="-45">
                <a:latin typeface="Calibri"/>
                <a:cs typeface="Calibri"/>
              </a:rPr>
              <a:t>y</a:t>
            </a:r>
            <a:r>
              <a:rPr sz="2400" spc="-20">
                <a:latin typeface="Calibri"/>
                <a:cs typeface="Calibri"/>
              </a:rPr>
              <a:t>s</a:t>
            </a:r>
            <a:r>
              <a:rPr sz="2400" spc="-35">
                <a:latin typeface="Calibri"/>
                <a:cs typeface="Calibri"/>
              </a:rPr>
              <a:t>t</a:t>
            </a:r>
            <a:r>
              <a:rPr sz="2400" spc="-10">
                <a:latin typeface="Calibri"/>
                <a:cs typeface="Calibri"/>
              </a:rPr>
              <a:t>e</a:t>
            </a:r>
            <a:r>
              <a:rPr sz="2400" spc="-20">
                <a:latin typeface="Calibri"/>
                <a:cs typeface="Calibri"/>
              </a:rPr>
              <a:t>m</a:t>
            </a:r>
            <a:r>
              <a:rPr sz="2400" spc="-80">
                <a:latin typeface="Times New Roman"/>
                <a:cs typeface="Times New Roman"/>
              </a:rPr>
              <a:t> </a:t>
            </a:r>
            <a:r>
              <a:rPr sz="2400">
                <a:latin typeface="Calibri"/>
                <a:cs typeface="Calibri"/>
              </a:rPr>
              <a:t>D</a:t>
            </a:r>
            <a:r>
              <a:rPr sz="2400" spc="-10">
                <a:latin typeface="Calibri"/>
                <a:cs typeface="Calibri"/>
              </a:rPr>
              <a:t>e</a:t>
            </a:r>
            <a:r>
              <a:rPr sz="2400">
                <a:latin typeface="Calibri"/>
                <a:cs typeface="Calibri"/>
              </a:rPr>
              <a:t>s</a:t>
            </a:r>
            <a:r>
              <a:rPr sz="2400" spc="5">
                <a:latin typeface="Calibri"/>
                <a:cs typeface="Calibri"/>
              </a:rPr>
              <a:t>i</a:t>
            </a:r>
            <a:r>
              <a:rPr sz="2400" spc="-25">
                <a:latin typeface="Calibri"/>
                <a:cs typeface="Calibri"/>
              </a:rPr>
              <a:t>g</a:t>
            </a:r>
            <a:r>
              <a:rPr sz="2400">
                <a:latin typeface="Calibri"/>
                <a:cs typeface="Calibri"/>
              </a:rPr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17529633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7998F-B681-9668-2D6E-B4963058B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43398"/>
            <a:ext cx="4875034" cy="674748"/>
          </a:xfrm>
        </p:spPr>
        <p:txBody>
          <a:bodyPr/>
          <a:lstStyle/>
          <a:p>
            <a:r>
              <a:rPr lang="en-US" spc="5">
                <a:latin typeface="Calibri"/>
                <a:cs typeface="Calibri"/>
              </a:rPr>
              <a:t>Co</a:t>
            </a:r>
            <a:r>
              <a:rPr lang="en-US" spc="-10">
                <a:latin typeface="Calibri"/>
                <a:cs typeface="Calibri"/>
              </a:rPr>
              <a:t>u</a:t>
            </a:r>
            <a:r>
              <a:rPr lang="en-US" spc="-80">
                <a:latin typeface="Calibri"/>
                <a:cs typeface="Calibri"/>
              </a:rPr>
              <a:t>r</a:t>
            </a:r>
            <a:r>
              <a:rPr lang="en-US" spc="-10">
                <a:latin typeface="Calibri"/>
                <a:cs typeface="Calibri"/>
              </a:rPr>
              <a:t>s</a:t>
            </a:r>
            <a:r>
              <a:rPr lang="en-US" spc="-20">
                <a:latin typeface="Calibri"/>
                <a:cs typeface="Calibri"/>
              </a:rPr>
              <a:t>e</a:t>
            </a:r>
            <a:r>
              <a:rPr lang="en-US" spc="-85">
                <a:latin typeface="Times New Roman"/>
                <a:cs typeface="Times New Roman"/>
              </a:rPr>
              <a:t> </a:t>
            </a:r>
            <a:r>
              <a:rPr lang="en-US" spc="-45">
                <a:latin typeface="Calibri"/>
                <a:cs typeface="Calibri"/>
              </a:rPr>
              <a:t>S</a:t>
            </a:r>
            <a:r>
              <a:rPr lang="en-US">
                <a:latin typeface="Calibri"/>
                <a:cs typeface="Calibri"/>
              </a:rPr>
              <a:t>yll</a:t>
            </a:r>
            <a:r>
              <a:rPr lang="en-US" spc="-15">
                <a:latin typeface="Calibri"/>
                <a:cs typeface="Calibri"/>
              </a:rPr>
              <a:t>a</a:t>
            </a:r>
            <a:r>
              <a:rPr lang="en-US" spc="-10">
                <a:latin typeface="Calibri"/>
                <a:cs typeface="Calibri"/>
              </a:rPr>
              <a:t>bu</a:t>
            </a:r>
            <a:r>
              <a:rPr lang="en-US">
                <a:latin typeface="Calibri"/>
                <a:cs typeface="Calibri"/>
              </a:rPr>
              <a:t>s</a:t>
            </a:r>
            <a:r>
              <a:rPr lang="en-US" spc="-100">
                <a:latin typeface="Times New Roman"/>
                <a:cs typeface="Times New Roman"/>
              </a:rPr>
              <a:t> </a:t>
            </a:r>
            <a:r>
              <a:rPr lang="en-US" spc="-40">
                <a:latin typeface="Calibri"/>
                <a:cs typeface="Calibri"/>
              </a:rPr>
              <a:t>M</a:t>
            </a:r>
            <a:r>
              <a:rPr lang="en-US" spc="5">
                <a:latin typeface="Calibri"/>
                <a:cs typeface="Calibri"/>
              </a:rPr>
              <a:t>o</a:t>
            </a:r>
            <a:r>
              <a:rPr lang="en-US">
                <a:latin typeface="Calibri"/>
                <a:cs typeface="Calibri"/>
              </a:rPr>
              <a:t>ti</a:t>
            </a:r>
            <a:r>
              <a:rPr lang="en-US" spc="-60">
                <a:latin typeface="Calibri"/>
                <a:cs typeface="Calibri"/>
              </a:rPr>
              <a:t>v</a:t>
            </a:r>
            <a:r>
              <a:rPr lang="en-US" spc="-50">
                <a:latin typeface="Calibri"/>
                <a:cs typeface="Calibri"/>
              </a:rPr>
              <a:t>a</a:t>
            </a:r>
            <a:r>
              <a:rPr lang="en-US">
                <a:latin typeface="Calibri"/>
                <a:cs typeface="Calibri"/>
              </a:rPr>
              <a:t>ti</a:t>
            </a:r>
            <a:r>
              <a:rPr lang="en-US" spc="5">
                <a:latin typeface="Calibri"/>
                <a:cs typeface="Calibri"/>
              </a:rPr>
              <a:t>o</a:t>
            </a:r>
            <a:r>
              <a:rPr lang="en-US">
                <a:latin typeface="Calibri"/>
                <a:cs typeface="Calibri"/>
              </a:rPr>
              <a:t>n</a:t>
            </a:r>
            <a:endParaRPr lang="en-US"/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D57AFEC1-DBE4-1DD1-5B98-8B9677B186B0}"/>
              </a:ext>
            </a:extLst>
          </p:cNvPr>
          <p:cNvSpPr txBox="1"/>
          <p:nvPr/>
        </p:nvSpPr>
        <p:spPr>
          <a:xfrm>
            <a:off x="535940" y="2039613"/>
            <a:ext cx="7678420" cy="3655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10">
                <a:latin typeface="Calibri"/>
                <a:cs typeface="Calibri"/>
              </a:rPr>
              <a:t>Th</a:t>
            </a:r>
            <a:r>
              <a:rPr sz="2600" spc="5">
                <a:latin typeface="Calibri"/>
                <a:cs typeface="Calibri"/>
              </a:rPr>
              <a:t>e</a:t>
            </a:r>
            <a:r>
              <a:rPr sz="2600" spc="-60">
                <a:latin typeface="Calibri"/>
                <a:cs typeface="Calibri"/>
              </a:rPr>
              <a:t>r</a:t>
            </a:r>
            <a:r>
              <a:rPr sz="2600" spc="-15">
                <a:latin typeface="Calibri"/>
                <a:cs typeface="Calibri"/>
              </a:rPr>
              <a:t>e</a:t>
            </a:r>
            <a:r>
              <a:rPr sz="2600" spc="-65">
                <a:latin typeface="Times New Roman"/>
                <a:cs typeface="Times New Roman"/>
              </a:rPr>
              <a:t> </a:t>
            </a:r>
            <a:r>
              <a:rPr sz="2600" spc="-25">
                <a:latin typeface="Calibri"/>
                <a:cs typeface="Calibri"/>
              </a:rPr>
              <a:t>a</a:t>
            </a:r>
            <a:r>
              <a:rPr sz="2600" spc="-60">
                <a:latin typeface="Calibri"/>
                <a:cs typeface="Calibri"/>
              </a:rPr>
              <a:t>r</a:t>
            </a:r>
            <a:r>
              <a:rPr sz="2600" spc="-15">
                <a:latin typeface="Calibri"/>
                <a:cs typeface="Calibri"/>
              </a:rPr>
              <a:t>e</a:t>
            </a:r>
            <a:r>
              <a:rPr sz="2600" spc="-45">
                <a:latin typeface="Times New Roman"/>
                <a:cs typeface="Times New Roman"/>
              </a:rPr>
              <a:t> </a:t>
            </a:r>
            <a:r>
              <a:rPr sz="2600" spc="-25">
                <a:latin typeface="Calibri"/>
                <a:cs typeface="Calibri"/>
              </a:rPr>
              <a:t>m</a:t>
            </a:r>
            <a:r>
              <a:rPr sz="2600" spc="-10">
                <a:latin typeface="Calibri"/>
                <a:cs typeface="Calibri"/>
              </a:rPr>
              <a:t>a</a:t>
            </a:r>
            <a:r>
              <a:rPr sz="2600" spc="-50">
                <a:latin typeface="Calibri"/>
                <a:cs typeface="Calibri"/>
              </a:rPr>
              <a:t>n</a:t>
            </a:r>
            <a:r>
              <a:rPr sz="2600" spc="-15">
                <a:latin typeface="Calibri"/>
                <a:cs typeface="Calibri"/>
              </a:rPr>
              <a:t>y</a:t>
            </a:r>
            <a:r>
              <a:rPr sz="2600" spc="-50">
                <a:latin typeface="Times New Roman"/>
                <a:cs typeface="Times New Roman"/>
              </a:rPr>
              <a:t> </a:t>
            </a:r>
            <a:r>
              <a:rPr sz="2600" spc="-10">
                <a:latin typeface="Calibri"/>
                <a:cs typeface="Calibri"/>
              </a:rPr>
              <a:t>app</a:t>
            </a:r>
            <a:r>
              <a:rPr sz="2600" spc="-50">
                <a:latin typeface="Calibri"/>
                <a:cs typeface="Calibri"/>
              </a:rPr>
              <a:t>r</a:t>
            </a:r>
            <a:r>
              <a:rPr sz="2600" spc="5">
                <a:latin typeface="Calibri"/>
                <a:cs typeface="Calibri"/>
              </a:rPr>
              <a:t>o</a:t>
            </a:r>
            <a:r>
              <a:rPr sz="2600" spc="-25">
                <a:latin typeface="Calibri"/>
                <a:cs typeface="Calibri"/>
              </a:rPr>
              <a:t>a</a:t>
            </a:r>
            <a:r>
              <a:rPr sz="2600" spc="-15">
                <a:latin typeface="Calibri"/>
                <a:cs typeface="Calibri"/>
              </a:rPr>
              <a:t>c</a:t>
            </a:r>
            <a:r>
              <a:rPr sz="2600" spc="-25">
                <a:latin typeface="Calibri"/>
                <a:cs typeface="Calibri"/>
              </a:rPr>
              <a:t>h</a:t>
            </a:r>
            <a:r>
              <a:rPr sz="2600" spc="-10">
                <a:latin typeface="Calibri"/>
                <a:cs typeface="Calibri"/>
              </a:rPr>
              <a:t>e</a:t>
            </a:r>
            <a:r>
              <a:rPr sz="2600">
                <a:latin typeface="Calibri"/>
                <a:cs typeface="Calibri"/>
              </a:rPr>
              <a:t>s</a:t>
            </a:r>
            <a:r>
              <a:rPr sz="2600" spc="-50">
                <a:latin typeface="Times New Roman"/>
                <a:cs typeface="Times New Roman"/>
              </a:rPr>
              <a:t> </a:t>
            </a:r>
            <a:r>
              <a:rPr sz="2600" spc="-55">
                <a:latin typeface="Calibri"/>
                <a:cs typeface="Calibri"/>
              </a:rPr>
              <a:t>f</a:t>
            </a:r>
            <a:r>
              <a:rPr sz="2600" spc="5">
                <a:latin typeface="Calibri"/>
                <a:cs typeface="Calibri"/>
              </a:rPr>
              <a:t>o</a:t>
            </a:r>
            <a:r>
              <a:rPr sz="2600" spc="-10">
                <a:latin typeface="Calibri"/>
                <a:cs typeface="Calibri"/>
              </a:rPr>
              <a:t>r</a:t>
            </a:r>
            <a:r>
              <a:rPr sz="2600" spc="-80">
                <a:latin typeface="Times New Roman"/>
                <a:cs typeface="Times New Roman"/>
              </a:rPr>
              <a:t> </a:t>
            </a:r>
            <a:r>
              <a:rPr sz="2600" spc="-35">
                <a:latin typeface="Calibri"/>
                <a:cs typeface="Calibri"/>
              </a:rPr>
              <a:t>c</a:t>
            </a:r>
            <a:r>
              <a:rPr sz="2600" spc="5">
                <a:latin typeface="Calibri"/>
                <a:cs typeface="Calibri"/>
              </a:rPr>
              <a:t>o</a:t>
            </a:r>
            <a:r>
              <a:rPr sz="2600" spc="-30">
                <a:latin typeface="Calibri"/>
                <a:cs typeface="Calibri"/>
              </a:rPr>
              <a:t>n</a:t>
            </a:r>
            <a:r>
              <a:rPr sz="2600" spc="-5">
                <a:latin typeface="Calibri"/>
                <a:cs typeface="Calibri"/>
              </a:rPr>
              <a:t>t</a:t>
            </a:r>
            <a:r>
              <a:rPr sz="2600" spc="-60">
                <a:latin typeface="Calibri"/>
                <a:cs typeface="Calibri"/>
              </a:rPr>
              <a:t>r</a:t>
            </a:r>
            <a:r>
              <a:rPr sz="2600" spc="5">
                <a:latin typeface="Calibri"/>
                <a:cs typeface="Calibri"/>
              </a:rPr>
              <a:t>o</a:t>
            </a:r>
            <a:r>
              <a:rPr sz="2600">
                <a:latin typeface="Calibri"/>
                <a:cs typeface="Calibri"/>
              </a:rPr>
              <a:t>l</a:t>
            </a:r>
            <a:r>
              <a:rPr sz="2600" spc="-70">
                <a:latin typeface="Times New Roman"/>
                <a:cs typeface="Times New Roman"/>
              </a:rPr>
              <a:t> </a:t>
            </a:r>
            <a:r>
              <a:rPr sz="2600" spc="-40">
                <a:latin typeface="Calibri"/>
                <a:cs typeface="Calibri"/>
              </a:rPr>
              <a:t>s</a:t>
            </a:r>
            <a:r>
              <a:rPr sz="2600" spc="-35">
                <a:latin typeface="Calibri"/>
                <a:cs typeface="Calibri"/>
              </a:rPr>
              <a:t>y</a:t>
            </a:r>
            <a:r>
              <a:rPr sz="2600" spc="-20">
                <a:latin typeface="Calibri"/>
                <a:cs typeface="Calibri"/>
              </a:rPr>
              <a:t>s</a:t>
            </a:r>
            <a:r>
              <a:rPr sz="2600" spc="-25">
                <a:latin typeface="Calibri"/>
                <a:cs typeface="Calibri"/>
              </a:rPr>
              <a:t>t</a:t>
            </a:r>
            <a:r>
              <a:rPr sz="2600" spc="-10">
                <a:latin typeface="Calibri"/>
                <a:cs typeface="Calibri"/>
              </a:rPr>
              <a:t>e</a:t>
            </a:r>
            <a:r>
              <a:rPr sz="2600" spc="-25">
                <a:latin typeface="Calibri"/>
                <a:cs typeface="Calibri"/>
              </a:rPr>
              <a:t>m</a:t>
            </a:r>
            <a:r>
              <a:rPr sz="2600" spc="-90">
                <a:latin typeface="Times New Roman"/>
                <a:cs typeface="Times New Roman"/>
              </a:rPr>
              <a:t> </a:t>
            </a:r>
            <a:r>
              <a:rPr sz="2600" spc="-25">
                <a:latin typeface="Calibri"/>
                <a:cs typeface="Calibri"/>
              </a:rPr>
              <a:t>d</a:t>
            </a:r>
            <a:r>
              <a:rPr sz="2600" spc="-10">
                <a:latin typeface="Calibri"/>
                <a:cs typeface="Calibri"/>
              </a:rPr>
              <a:t>e</a:t>
            </a:r>
            <a:r>
              <a:rPr sz="2600">
                <a:latin typeface="Calibri"/>
                <a:cs typeface="Calibri"/>
              </a:rPr>
              <a:t>si</a:t>
            </a:r>
            <a:r>
              <a:rPr sz="2600" spc="-20">
                <a:latin typeface="Calibri"/>
                <a:cs typeface="Calibri"/>
              </a:rPr>
              <a:t>gn!</a:t>
            </a:r>
            <a:endParaRPr sz="2600">
              <a:latin typeface="Calibri"/>
              <a:cs typeface="Calibri"/>
            </a:endParaRPr>
          </a:p>
          <a:p>
            <a:pPr marL="241300" marR="568325" indent="-228600" algn="just">
              <a:lnSpc>
                <a:spcPts val="2800"/>
              </a:lnSpc>
              <a:spcBef>
                <a:spcPts val="106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10">
                <a:latin typeface="Calibri"/>
                <a:cs typeface="Calibri"/>
              </a:rPr>
              <a:t>Th</a:t>
            </a:r>
            <a:r>
              <a:rPr sz="2600">
                <a:latin typeface="Calibri"/>
                <a:cs typeface="Calibri"/>
              </a:rPr>
              <a:t>is</a:t>
            </a:r>
            <a:r>
              <a:rPr sz="2600" spc="-70">
                <a:latin typeface="Times New Roman"/>
                <a:cs typeface="Times New Roman"/>
              </a:rPr>
              <a:t> </a:t>
            </a:r>
            <a:r>
              <a:rPr sz="2600" spc="-25">
                <a:latin typeface="Calibri"/>
                <a:cs typeface="Calibri"/>
              </a:rPr>
              <a:t>m</a:t>
            </a:r>
            <a:r>
              <a:rPr sz="2600" spc="5">
                <a:latin typeface="Calibri"/>
                <a:cs typeface="Calibri"/>
              </a:rPr>
              <a:t>o</a:t>
            </a:r>
            <a:r>
              <a:rPr sz="2600" spc="-10">
                <a:latin typeface="Calibri"/>
                <a:cs typeface="Calibri"/>
              </a:rPr>
              <a:t>du</a:t>
            </a:r>
            <a:r>
              <a:rPr sz="2600">
                <a:latin typeface="Calibri"/>
                <a:cs typeface="Calibri"/>
              </a:rPr>
              <a:t>l</a:t>
            </a:r>
            <a:r>
              <a:rPr sz="2600" spc="-15">
                <a:latin typeface="Calibri"/>
                <a:cs typeface="Calibri"/>
              </a:rPr>
              <a:t>e</a:t>
            </a:r>
            <a:r>
              <a:rPr sz="2600" spc="-65">
                <a:latin typeface="Times New Roman"/>
                <a:cs typeface="Times New Roman"/>
              </a:rPr>
              <a:t> </a:t>
            </a:r>
            <a:r>
              <a:rPr sz="2600" spc="-55">
                <a:latin typeface="Calibri"/>
                <a:cs typeface="Calibri"/>
              </a:rPr>
              <a:t>f</a:t>
            </a:r>
            <a:r>
              <a:rPr sz="2600" spc="5">
                <a:latin typeface="Calibri"/>
                <a:cs typeface="Calibri"/>
              </a:rPr>
              <a:t>o</a:t>
            </a:r>
            <a:r>
              <a:rPr sz="2600" spc="-15">
                <a:latin typeface="Calibri"/>
                <a:cs typeface="Calibri"/>
              </a:rPr>
              <a:t>c</a:t>
            </a:r>
            <a:r>
              <a:rPr sz="2600" spc="-10">
                <a:latin typeface="Calibri"/>
                <a:cs typeface="Calibri"/>
              </a:rPr>
              <a:t>u</a:t>
            </a:r>
            <a:r>
              <a:rPr sz="2600">
                <a:latin typeface="Calibri"/>
                <a:cs typeface="Calibri"/>
              </a:rPr>
              <a:t>s</a:t>
            </a:r>
            <a:r>
              <a:rPr sz="2600" spc="-10">
                <a:latin typeface="Calibri"/>
                <a:cs typeface="Calibri"/>
              </a:rPr>
              <a:t>e</a:t>
            </a:r>
            <a:r>
              <a:rPr sz="2600">
                <a:latin typeface="Calibri"/>
                <a:cs typeface="Calibri"/>
              </a:rPr>
              <a:t>s</a:t>
            </a:r>
            <a:r>
              <a:rPr sz="2600" spc="-110">
                <a:latin typeface="Times New Roman"/>
                <a:cs typeface="Times New Roman"/>
              </a:rPr>
              <a:t> </a:t>
            </a:r>
            <a:r>
              <a:rPr sz="2600" spc="5">
                <a:latin typeface="Calibri"/>
                <a:cs typeface="Calibri"/>
              </a:rPr>
              <a:t>o</a:t>
            </a:r>
            <a:r>
              <a:rPr sz="2600">
                <a:latin typeface="Calibri"/>
                <a:cs typeface="Calibri"/>
              </a:rPr>
              <a:t>n</a:t>
            </a:r>
            <a:r>
              <a:rPr sz="2600" spc="-60">
                <a:latin typeface="Times New Roman"/>
                <a:cs typeface="Times New Roman"/>
              </a:rPr>
              <a:t> </a:t>
            </a:r>
            <a:r>
              <a:rPr sz="2600" spc="-20">
                <a:latin typeface="Calibri"/>
                <a:cs typeface="Calibri"/>
              </a:rPr>
              <a:t>s</a:t>
            </a:r>
            <a:r>
              <a:rPr sz="2600" spc="-45">
                <a:latin typeface="Calibri"/>
                <a:cs typeface="Calibri"/>
              </a:rPr>
              <a:t>t</a:t>
            </a:r>
            <a:r>
              <a:rPr sz="2600" spc="-30">
                <a:latin typeface="Calibri"/>
                <a:cs typeface="Calibri"/>
              </a:rPr>
              <a:t>a</a:t>
            </a:r>
            <a:r>
              <a:rPr sz="2600" spc="-25">
                <a:latin typeface="Calibri"/>
                <a:cs typeface="Calibri"/>
              </a:rPr>
              <a:t>t</a:t>
            </a:r>
            <a:r>
              <a:rPr sz="2600" spc="-15">
                <a:latin typeface="Calibri"/>
                <a:cs typeface="Calibri"/>
              </a:rPr>
              <a:t>e</a:t>
            </a:r>
            <a:r>
              <a:rPr sz="2600" spc="-105">
                <a:latin typeface="Times New Roman"/>
                <a:cs typeface="Times New Roman"/>
              </a:rPr>
              <a:t> </a:t>
            </a:r>
            <a:r>
              <a:rPr sz="2600">
                <a:latin typeface="Calibri"/>
                <a:cs typeface="Calibri"/>
              </a:rPr>
              <a:t>s</a:t>
            </a:r>
            <a:r>
              <a:rPr sz="2600" spc="-10">
                <a:latin typeface="Calibri"/>
                <a:cs typeface="Calibri"/>
              </a:rPr>
              <a:t>pa</a:t>
            </a:r>
            <a:r>
              <a:rPr sz="2600">
                <a:latin typeface="Calibri"/>
                <a:cs typeface="Calibri"/>
              </a:rPr>
              <a:t>c</a:t>
            </a:r>
            <a:r>
              <a:rPr sz="2600" spc="-15">
                <a:latin typeface="Calibri"/>
                <a:cs typeface="Calibri"/>
              </a:rPr>
              <a:t>e</a:t>
            </a:r>
            <a:r>
              <a:rPr sz="2600" spc="-65">
                <a:latin typeface="Times New Roman"/>
                <a:cs typeface="Times New Roman"/>
              </a:rPr>
              <a:t> </a:t>
            </a:r>
            <a:r>
              <a:rPr sz="2600" spc="-25">
                <a:latin typeface="Calibri"/>
                <a:cs typeface="Calibri"/>
              </a:rPr>
              <a:t>m</a:t>
            </a:r>
            <a:r>
              <a:rPr sz="2600" spc="-30">
                <a:latin typeface="Calibri"/>
                <a:cs typeface="Calibri"/>
              </a:rPr>
              <a:t>e</a:t>
            </a:r>
            <a:r>
              <a:rPr sz="2600" spc="-5">
                <a:latin typeface="Calibri"/>
                <a:cs typeface="Calibri"/>
              </a:rPr>
              <a:t>t</a:t>
            </a:r>
            <a:r>
              <a:rPr sz="2600" spc="-10">
                <a:latin typeface="Calibri"/>
                <a:cs typeface="Calibri"/>
              </a:rPr>
              <a:t>h</a:t>
            </a:r>
            <a:r>
              <a:rPr sz="2600" spc="5">
                <a:latin typeface="Calibri"/>
                <a:cs typeface="Calibri"/>
              </a:rPr>
              <a:t>o</a:t>
            </a:r>
            <a:r>
              <a:rPr sz="2600" spc="-10">
                <a:latin typeface="Calibri"/>
                <a:cs typeface="Calibri"/>
              </a:rPr>
              <a:t>d</a:t>
            </a:r>
            <a:r>
              <a:rPr sz="2600">
                <a:latin typeface="Calibri"/>
                <a:cs typeface="Calibri"/>
              </a:rPr>
              <a:t>s</a:t>
            </a:r>
            <a:r>
              <a:rPr sz="2600" spc="-10">
                <a:latin typeface="Calibri"/>
                <a:cs typeface="Calibri"/>
              </a:rPr>
              <a:t>,</a:t>
            </a:r>
            <a:r>
              <a:rPr sz="2600" spc="-80">
                <a:latin typeface="Times New Roman"/>
                <a:cs typeface="Times New Roman"/>
              </a:rPr>
              <a:t> </a:t>
            </a:r>
            <a:r>
              <a:rPr sz="2600" spc="-10">
                <a:latin typeface="Calibri"/>
                <a:cs typeface="Calibri"/>
              </a:rPr>
              <a:t>u</a:t>
            </a:r>
            <a:r>
              <a:rPr sz="2600">
                <a:latin typeface="Calibri"/>
                <a:cs typeface="Calibri"/>
              </a:rPr>
              <a:t>si</a:t>
            </a:r>
            <a:r>
              <a:rPr sz="2600" spc="-10">
                <a:latin typeface="Calibri"/>
                <a:cs typeface="Calibri"/>
              </a:rPr>
              <a:t>ng</a:t>
            </a:r>
            <a:r>
              <a:rPr sz="2600" spc="-10">
                <a:latin typeface="Times New Roman"/>
                <a:cs typeface="Times New Roman"/>
              </a:rPr>
              <a:t> </a:t>
            </a:r>
            <a:r>
              <a:rPr sz="2600" b="1" spc="-5">
                <a:solidFill>
                  <a:srgbClr val="C00000"/>
                </a:solidFill>
                <a:latin typeface="Calibri"/>
                <a:cs typeface="Calibri"/>
              </a:rPr>
              <a:t>P</a:t>
            </a:r>
            <a:r>
              <a:rPr sz="2600" b="1" spc="-45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600" b="1" spc="-15">
                <a:solidFill>
                  <a:srgbClr val="C00000"/>
                </a:solidFill>
                <a:latin typeface="Calibri"/>
                <a:cs typeface="Calibri"/>
              </a:rPr>
              <a:t>opo</a:t>
            </a:r>
            <a:r>
              <a:rPr sz="2600" b="1" spc="-5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600" b="1" spc="-15">
                <a:solidFill>
                  <a:srgbClr val="C00000"/>
                </a:solidFill>
                <a:latin typeface="Calibri"/>
                <a:cs typeface="Calibri"/>
              </a:rPr>
              <a:t>tion</a:t>
            </a:r>
            <a:r>
              <a:rPr sz="2600" b="1" spc="-2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10">
                <a:solidFill>
                  <a:srgbClr val="C00000"/>
                </a:solidFill>
                <a:latin typeface="Calibri"/>
                <a:cs typeface="Calibri"/>
              </a:rPr>
              <a:t>l</a:t>
            </a:r>
            <a:r>
              <a:rPr sz="2600" b="1" spc="5">
                <a:solidFill>
                  <a:srgbClr val="C00000"/>
                </a:solidFill>
                <a:latin typeface="Calibri"/>
                <a:cs typeface="Calibri"/>
              </a:rPr>
              <a:t>–</a:t>
            </a:r>
            <a:r>
              <a:rPr sz="2600" b="1" spc="-5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sz="2600" b="1" spc="-35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z="2600" b="1" spc="-55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600" b="1" spc="-1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600" b="1" spc="5">
                <a:solidFill>
                  <a:srgbClr val="C00000"/>
                </a:solidFill>
                <a:latin typeface="Calibri"/>
                <a:cs typeface="Calibri"/>
              </a:rPr>
              <a:t>g</a:t>
            </a:r>
            <a:r>
              <a:rPr sz="2600" b="1" spc="-65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600" b="1" spc="-2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10">
                <a:solidFill>
                  <a:srgbClr val="C00000"/>
                </a:solidFill>
                <a:latin typeface="Calibri"/>
                <a:cs typeface="Calibri"/>
              </a:rPr>
              <a:t>l</a:t>
            </a:r>
            <a:r>
              <a:rPr sz="2600" b="1" spc="5">
                <a:solidFill>
                  <a:srgbClr val="C00000"/>
                </a:solidFill>
                <a:latin typeface="Calibri"/>
                <a:cs typeface="Calibri"/>
              </a:rPr>
              <a:t>–</a:t>
            </a:r>
            <a:r>
              <a:rPr sz="2600" b="1" spc="-20">
                <a:solidFill>
                  <a:srgbClr val="C00000"/>
                </a:solidFill>
                <a:latin typeface="Calibri"/>
                <a:cs typeface="Calibri"/>
              </a:rPr>
              <a:t>P</a:t>
            </a:r>
            <a:r>
              <a:rPr sz="2600" b="1" spc="-15">
                <a:solidFill>
                  <a:srgbClr val="C00000"/>
                </a:solidFill>
                <a:latin typeface="Calibri"/>
                <a:cs typeface="Calibri"/>
              </a:rPr>
              <a:t>lus</a:t>
            </a:r>
            <a:r>
              <a:rPr sz="2600" b="1" spc="-1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spc="5">
                <a:latin typeface="Calibri"/>
                <a:cs typeface="Calibri"/>
              </a:rPr>
              <a:t>o</a:t>
            </a:r>
            <a:r>
              <a:rPr sz="2600" spc="-10">
                <a:latin typeface="Calibri"/>
                <a:cs typeface="Calibri"/>
              </a:rPr>
              <a:t>r</a:t>
            </a:r>
            <a:r>
              <a:rPr sz="2600" spc="-80">
                <a:latin typeface="Times New Roman"/>
                <a:cs typeface="Times New Roman"/>
              </a:rPr>
              <a:t> </a:t>
            </a:r>
            <a:r>
              <a:rPr sz="2600" b="1" spc="-5">
                <a:solidFill>
                  <a:srgbClr val="C00000"/>
                </a:solidFill>
                <a:latin typeface="Calibri"/>
                <a:cs typeface="Calibri"/>
              </a:rPr>
              <a:t>PI</a:t>
            </a:r>
            <a:r>
              <a:rPr sz="2600" b="1">
                <a:solidFill>
                  <a:srgbClr val="C00000"/>
                </a:solidFill>
                <a:latin typeface="Calibri"/>
                <a:cs typeface="Calibri"/>
              </a:rPr>
              <a:t>P</a:t>
            </a:r>
            <a:r>
              <a:rPr sz="2600" b="1" spc="-55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spc="-3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sz="2600" b="1" spc="-15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2600" b="1" spc="-35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z="2600" b="1" spc="-15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600" b="1" spc="-45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600" b="1" spc="-15">
                <a:solidFill>
                  <a:srgbClr val="C00000"/>
                </a:solidFill>
                <a:latin typeface="Calibri"/>
                <a:cs typeface="Calibri"/>
              </a:rPr>
              <a:t>ol</a:t>
            </a:r>
            <a:r>
              <a:rPr sz="2600" b="1" spc="-5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spc="-10">
                <a:latin typeface="Calibri"/>
                <a:cs typeface="Calibri"/>
              </a:rPr>
              <a:t>a</a:t>
            </a:r>
            <a:r>
              <a:rPr sz="2600">
                <a:latin typeface="Calibri"/>
                <a:cs typeface="Calibri"/>
              </a:rPr>
              <a:t>s</a:t>
            </a:r>
            <a:r>
              <a:rPr sz="2600" spc="-50">
                <a:latin typeface="Times New Roman"/>
                <a:cs typeface="Times New Roman"/>
              </a:rPr>
              <a:t> </a:t>
            </a:r>
            <a:r>
              <a:rPr sz="2600">
                <a:latin typeface="Calibri"/>
                <a:cs typeface="Calibri"/>
              </a:rPr>
              <a:t>a</a:t>
            </a:r>
            <a:r>
              <a:rPr sz="2600" spc="-55">
                <a:latin typeface="Times New Roman"/>
                <a:cs typeface="Times New Roman"/>
              </a:rPr>
              <a:t> </a:t>
            </a:r>
            <a:r>
              <a:rPr sz="2600" spc="5">
                <a:latin typeface="Calibri"/>
                <a:cs typeface="Calibri"/>
              </a:rPr>
              <a:t>f</a:t>
            </a:r>
            <a:r>
              <a:rPr sz="2600" spc="-10">
                <a:latin typeface="Calibri"/>
                <a:cs typeface="Calibri"/>
              </a:rPr>
              <a:t>u</a:t>
            </a:r>
            <a:r>
              <a:rPr sz="2600">
                <a:latin typeface="Calibri"/>
                <a:cs typeface="Calibri"/>
              </a:rPr>
              <a:t>ll</a:t>
            </a:r>
            <a:r>
              <a:rPr sz="2600" spc="-15">
                <a:latin typeface="Calibri"/>
                <a:cs typeface="Calibri"/>
              </a:rPr>
              <a:t>y</a:t>
            </a:r>
            <a:r>
              <a:rPr sz="2600" spc="-10">
                <a:latin typeface="Times New Roman"/>
                <a:cs typeface="Times New Roman"/>
              </a:rPr>
              <a:t> </a:t>
            </a:r>
            <a:r>
              <a:rPr sz="2600" spc="-40">
                <a:latin typeface="Calibri"/>
                <a:cs typeface="Calibri"/>
              </a:rPr>
              <a:t>w</a:t>
            </a:r>
            <a:r>
              <a:rPr sz="2600" spc="5">
                <a:latin typeface="Calibri"/>
                <a:cs typeface="Calibri"/>
              </a:rPr>
              <a:t>o</a:t>
            </a:r>
            <a:r>
              <a:rPr sz="2600" spc="-20">
                <a:latin typeface="Calibri"/>
                <a:cs typeface="Calibri"/>
              </a:rPr>
              <a:t>r</a:t>
            </a:r>
            <a:r>
              <a:rPr sz="2600" spc="-100">
                <a:latin typeface="Calibri"/>
                <a:cs typeface="Calibri"/>
              </a:rPr>
              <a:t>k</a:t>
            </a:r>
            <a:r>
              <a:rPr sz="2600" spc="-10">
                <a:latin typeface="Calibri"/>
                <a:cs typeface="Calibri"/>
              </a:rPr>
              <a:t>e</a:t>
            </a:r>
            <a:r>
              <a:rPr sz="2600">
                <a:latin typeface="Calibri"/>
                <a:cs typeface="Calibri"/>
              </a:rPr>
              <a:t>d</a:t>
            </a:r>
            <a:r>
              <a:rPr sz="2600" spc="-80">
                <a:latin typeface="Times New Roman"/>
                <a:cs typeface="Times New Roman"/>
              </a:rPr>
              <a:t> </a:t>
            </a:r>
            <a:r>
              <a:rPr sz="2600" spc="-50">
                <a:latin typeface="Calibri"/>
                <a:cs typeface="Calibri"/>
              </a:rPr>
              <a:t>ex</a:t>
            </a:r>
            <a:r>
              <a:rPr sz="2600" spc="-25">
                <a:latin typeface="Calibri"/>
                <a:cs typeface="Calibri"/>
              </a:rPr>
              <a:t>am</a:t>
            </a:r>
            <a:r>
              <a:rPr sz="2600" spc="-10">
                <a:latin typeface="Calibri"/>
                <a:cs typeface="Calibri"/>
              </a:rPr>
              <a:t>p</a:t>
            </a:r>
            <a:r>
              <a:rPr sz="2600">
                <a:latin typeface="Calibri"/>
                <a:cs typeface="Calibri"/>
              </a:rPr>
              <a:t>l</a:t>
            </a:r>
            <a:r>
              <a:rPr sz="2600" spc="-15">
                <a:latin typeface="Calibri"/>
                <a:cs typeface="Calibri"/>
              </a:rPr>
              <a:t>e</a:t>
            </a:r>
            <a:endParaRPr sz="26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700"/>
              </a:spcBef>
              <a:buClr>
                <a:srgbClr val="ADB3B8"/>
              </a:buClr>
              <a:buFont typeface="Arial"/>
              <a:buChar char="•"/>
              <a:tabLst>
                <a:tab pos="698500" algn="l"/>
              </a:tabLst>
            </a:pPr>
            <a:r>
              <a:rPr sz="2400" spc="-20">
                <a:latin typeface="Calibri"/>
                <a:cs typeface="Calibri"/>
              </a:rPr>
              <a:t>s</a:t>
            </a:r>
            <a:r>
              <a:rPr sz="2400" spc="-15">
                <a:latin typeface="Calibri"/>
                <a:cs typeface="Calibri"/>
              </a:rPr>
              <a:t>t</a:t>
            </a:r>
            <a:r>
              <a:rPr sz="2400" spc="-10">
                <a:latin typeface="Calibri"/>
                <a:cs typeface="Calibri"/>
              </a:rPr>
              <a:t>r</a:t>
            </a:r>
            <a:r>
              <a:rPr sz="2400" spc="-5">
                <a:latin typeface="Calibri"/>
                <a:cs typeface="Calibri"/>
              </a:rPr>
              <a:t>u</a:t>
            </a:r>
            <a:r>
              <a:rPr sz="2400" spc="-10">
                <a:latin typeface="Calibri"/>
                <a:cs typeface="Calibri"/>
              </a:rPr>
              <a:t>c</a:t>
            </a:r>
            <a:r>
              <a:rPr sz="2400" spc="-5">
                <a:latin typeface="Calibri"/>
                <a:cs typeface="Calibri"/>
              </a:rPr>
              <a:t>tu</a:t>
            </a:r>
            <a:r>
              <a:rPr sz="2400" spc="-50">
                <a:latin typeface="Calibri"/>
                <a:cs typeface="Calibri"/>
              </a:rPr>
              <a:t>r</a:t>
            </a:r>
            <a:r>
              <a:rPr sz="2400" spc="-15">
                <a:latin typeface="Calibri"/>
                <a:cs typeface="Calibri"/>
              </a:rPr>
              <a:t>e</a:t>
            </a:r>
            <a:r>
              <a:rPr sz="2400" spc="-75">
                <a:latin typeface="Times New Roman"/>
                <a:cs typeface="Times New Roman"/>
              </a:rPr>
              <a:t> </a:t>
            </a:r>
            <a:r>
              <a:rPr sz="2400" spc="5">
                <a:latin typeface="Calibri"/>
                <a:cs typeface="Calibri"/>
              </a:rPr>
              <a:t>l</a:t>
            </a:r>
            <a:r>
              <a:rPr sz="2400" spc="-10">
                <a:latin typeface="Calibri"/>
                <a:cs typeface="Calibri"/>
              </a:rPr>
              <a:t>oo</a:t>
            </a:r>
            <a:r>
              <a:rPr sz="2400" spc="-15">
                <a:latin typeface="Calibri"/>
                <a:cs typeface="Calibri"/>
              </a:rPr>
              <a:t>k</a:t>
            </a:r>
            <a:r>
              <a:rPr sz="2400">
                <a:latin typeface="Calibri"/>
                <a:cs typeface="Calibri"/>
              </a:rPr>
              <a:t>s</a:t>
            </a:r>
            <a:r>
              <a:rPr sz="2400" spc="-80">
                <a:latin typeface="Times New Roman"/>
                <a:cs typeface="Times New Roman"/>
              </a:rPr>
              <a:t> </a:t>
            </a:r>
            <a:r>
              <a:rPr sz="2400">
                <a:latin typeface="Calibri"/>
                <a:cs typeface="Calibri"/>
              </a:rPr>
              <a:t>s</a:t>
            </a:r>
            <a:r>
              <a:rPr sz="2400" spc="5">
                <a:latin typeface="Calibri"/>
                <a:cs typeface="Calibri"/>
              </a:rPr>
              <a:t>i</a:t>
            </a:r>
            <a:r>
              <a:rPr sz="2400" spc="-20">
                <a:latin typeface="Calibri"/>
                <a:cs typeface="Calibri"/>
              </a:rPr>
              <a:t>m</a:t>
            </a:r>
            <a:r>
              <a:rPr sz="2400" spc="5">
                <a:latin typeface="Calibri"/>
                <a:cs typeface="Calibri"/>
              </a:rPr>
              <a:t>il</a:t>
            </a:r>
            <a:r>
              <a:rPr sz="2400" spc="-10">
                <a:latin typeface="Calibri"/>
                <a:cs typeface="Calibri"/>
              </a:rPr>
              <a:t>ar</a:t>
            </a:r>
            <a:r>
              <a:rPr sz="2400" spc="-100">
                <a:latin typeface="Times New Roman"/>
                <a:cs typeface="Times New Roman"/>
              </a:rPr>
              <a:t> </a:t>
            </a:r>
            <a:r>
              <a:rPr sz="2400" spc="-35">
                <a:latin typeface="Calibri"/>
                <a:cs typeface="Calibri"/>
              </a:rPr>
              <a:t>t</a:t>
            </a:r>
            <a:r>
              <a:rPr sz="2400">
                <a:latin typeface="Calibri"/>
                <a:cs typeface="Calibri"/>
              </a:rPr>
              <a:t>o</a:t>
            </a:r>
            <a:r>
              <a:rPr sz="2400" spc="-70">
                <a:latin typeface="Times New Roman"/>
                <a:cs typeface="Times New Roman"/>
              </a:rPr>
              <a:t> </a:t>
            </a:r>
            <a:r>
              <a:rPr sz="2400" spc="-15">
                <a:latin typeface="Calibri"/>
                <a:cs typeface="Calibri"/>
              </a:rPr>
              <a:t>P</a:t>
            </a:r>
            <a:r>
              <a:rPr sz="2400" spc="-5">
                <a:latin typeface="Calibri"/>
                <a:cs typeface="Calibri"/>
              </a:rPr>
              <a:t>I</a:t>
            </a:r>
            <a:r>
              <a:rPr sz="2400" spc="-10">
                <a:latin typeface="Calibri"/>
                <a:cs typeface="Calibri"/>
              </a:rPr>
              <a:t>/</a:t>
            </a:r>
            <a:r>
              <a:rPr sz="2400" spc="-15">
                <a:latin typeface="Calibri"/>
                <a:cs typeface="Calibri"/>
              </a:rPr>
              <a:t>P</a:t>
            </a:r>
            <a:r>
              <a:rPr sz="2400" spc="-5">
                <a:latin typeface="Calibri"/>
                <a:cs typeface="Calibri"/>
              </a:rPr>
              <a:t>ID</a:t>
            </a:r>
            <a:endParaRPr sz="2400">
              <a:latin typeface="Calibri"/>
              <a:cs typeface="Calibri"/>
            </a:endParaRPr>
          </a:p>
          <a:p>
            <a:pPr marL="698500" marR="5080" lvl="1" indent="-228600">
              <a:lnSpc>
                <a:spcPts val="2600"/>
              </a:lnSpc>
              <a:spcBef>
                <a:spcPts val="1019"/>
              </a:spcBef>
              <a:buClr>
                <a:srgbClr val="ADB3B8"/>
              </a:buClr>
              <a:buFont typeface="Arial"/>
              <a:buChar char="•"/>
              <a:tabLst>
                <a:tab pos="698500" algn="l"/>
              </a:tabLst>
            </a:pPr>
            <a:r>
              <a:rPr sz="2400" spc="-20">
                <a:latin typeface="Calibri"/>
                <a:cs typeface="Calibri"/>
              </a:rPr>
              <a:t>s</a:t>
            </a:r>
            <a:r>
              <a:rPr sz="2400" spc="-35">
                <a:latin typeface="Calibri"/>
                <a:cs typeface="Calibri"/>
              </a:rPr>
              <a:t>t</a:t>
            </a:r>
            <a:r>
              <a:rPr sz="2400" spc="-30">
                <a:latin typeface="Calibri"/>
                <a:cs typeface="Calibri"/>
              </a:rPr>
              <a:t>a</a:t>
            </a:r>
            <a:r>
              <a:rPr sz="2400" spc="-35">
                <a:latin typeface="Calibri"/>
                <a:cs typeface="Calibri"/>
              </a:rPr>
              <a:t>t</a:t>
            </a:r>
            <a:r>
              <a:rPr sz="2400" spc="-15">
                <a:latin typeface="Calibri"/>
                <a:cs typeface="Calibri"/>
              </a:rPr>
              <a:t>e</a:t>
            </a:r>
            <a:r>
              <a:rPr sz="2400" spc="-75">
                <a:latin typeface="Times New Roman"/>
                <a:cs typeface="Times New Roman"/>
              </a:rPr>
              <a:t> </a:t>
            </a:r>
            <a:r>
              <a:rPr sz="2400" spc="-60">
                <a:latin typeface="Calibri"/>
                <a:cs typeface="Calibri"/>
              </a:rPr>
              <a:t>v</a:t>
            </a:r>
            <a:r>
              <a:rPr sz="2400" spc="-10">
                <a:latin typeface="Calibri"/>
                <a:cs typeface="Calibri"/>
              </a:rPr>
              <a:t>ar</a:t>
            </a:r>
            <a:r>
              <a:rPr sz="2400" spc="5">
                <a:latin typeface="Calibri"/>
                <a:cs typeface="Calibri"/>
              </a:rPr>
              <a:t>i</a:t>
            </a:r>
            <a:r>
              <a:rPr sz="2400" spc="-10">
                <a:latin typeface="Calibri"/>
                <a:cs typeface="Calibri"/>
              </a:rPr>
              <a:t>a</a:t>
            </a:r>
            <a:r>
              <a:rPr sz="2400" spc="-5">
                <a:latin typeface="Calibri"/>
                <a:cs typeface="Calibri"/>
              </a:rPr>
              <a:t>b</a:t>
            </a:r>
            <a:r>
              <a:rPr sz="2400" spc="5">
                <a:latin typeface="Calibri"/>
                <a:cs typeface="Calibri"/>
              </a:rPr>
              <a:t>l</a:t>
            </a:r>
            <a:r>
              <a:rPr sz="2400" spc="-15">
                <a:latin typeface="Calibri"/>
                <a:cs typeface="Calibri"/>
              </a:rPr>
              <a:t>e</a:t>
            </a:r>
            <a:r>
              <a:rPr sz="2400" spc="-35">
                <a:latin typeface="Times New Roman"/>
                <a:cs typeface="Times New Roman"/>
              </a:rPr>
              <a:t> </a:t>
            </a:r>
            <a:r>
              <a:rPr sz="2400" spc="-55">
                <a:latin typeface="Calibri"/>
                <a:cs typeface="Calibri"/>
              </a:rPr>
              <a:t>f</a:t>
            </a:r>
            <a:r>
              <a:rPr sz="2400" spc="-10">
                <a:latin typeface="Calibri"/>
                <a:cs typeface="Calibri"/>
              </a:rPr>
              <a:t>ee</a:t>
            </a:r>
            <a:r>
              <a:rPr sz="2400" spc="-5">
                <a:latin typeface="Calibri"/>
                <a:cs typeface="Calibri"/>
              </a:rPr>
              <a:t>db</a:t>
            </a:r>
            <a:r>
              <a:rPr sz="2400" spc="-10">
                <a:latin typeface="Calibri"/>
                <a:cs typeface="Calibri"/>
              </a:rPr>
              <a:t>ac</a:t>
            </a:r>
            <a:r>
              <a:rPr sz="2400" spc="-15">
                <a:latin typeface="Calibri"/>
                <a:cs typeface="Calibri"/>
              </a:rPr>
              <a:t>k</a:t>
            </a:r>
            <a:r>
              <a:rPr sz="2400" spc="-75">
                <a:latin typeface="Times New Roman"/>
                <a:cs typeface="Times New Roman"/>
              </a:rPr>
              <a:t> </a:t>
            </a:r>
            <a:r>
              <a:rPr sz="2400" spc="-20">
                <a:latin typeface="Calibri"/>
                <a:cs typeface="Calibri"/>
              </a:rPr>
              <a:t>d</a:t>
            </a:r>
            <a:r>
              <a:rPr sz="2400" spc="-10">
                <a:latin typeface="Calibri"/>
                <a:cs typeface="Calibri"/>
              </a:rPr>
              <a:t>e</a:t>
            </a:r>
            <a:r>
              <a:rPr sz="2400">
                <a:latin typeface="Calibri"/>
                <a:cs typeface="Calibri"/>
              </a:rPr>
              <a:t>s</a:t>
            </a:r>
            <a:r>
              <a:rPr sz="2400" spc="5">
                <a:latin typeface="Calibri"/>
                <a:cs typeface="Calibri"/>
              </a:rPr>
              <a:t>i</a:t>
            </a:r>
            <a:r>
              <a:rPr sz="2400" spc="-25">
                <a:latin typeface="Calibri"/>
                <a:cs typeface="Calibri"/>
              </a:rPr>
              <a:t>g</a:t>
            </a:r>
            <a:r>
              <a:rPr sz="2400">
                <a:latin typeface="Calibri"/>
                <a:cs typeface="Calibri"/>
              </a:rPr>
              <a:t>n</a:t>
            </a:r>
            <a:r>
              <a:rPr sz="2400" spc="-65">
                <a:latin typeface="Times New Roman"/>
                <a:cs typeface="Times New Roman"/>
              </a:rPr>
              <a:t> </a:t>
            </a:r>
            <a:r>
              <a:rPr sz="2400" spc="-5">
                <a:latin typeface="Calibri"/>
                <a:cs typeface="Calibri"/>
              </a:rPr>
              <a:t>bu</a:t>
            </a:r>
            <a:r>
              <a:rPr sz="2400">
                <a:latin typeface="Calibri"/>
                <a:cs typeface="Calibri"/>
              </a:rPr>
              <a:t>t</a:t>
            </a:r>
            <a:r>
              <a:rPr sz="2400" spc="-65">
                <a:latin typeface="Times New Roman"/>
                <a:cs typeface="Times New Roman"/>
              </a:rPr>
              <a:t> </a:t>
            </a:r>
            <a:r>
              <a:rPr sz="2400" spc="-5">
                <a:latin typeface="Calibri"/>
                <a:cs typeface="Calibri"/>
              </a:rPr>
              <a:t>d</a:t>
            </a:r>
            <a:r>
              <a:rPr sz="2400" spc="-10">
                <a:latin typeface="Calibri"/>
                <a:cs typeface="Calibri"/>
              </a:rPr>
              <a:t>oe</a:t>
            </a:r>
            <a:r>
              <a:rPr sz="2400">
                <a:latin typeface="Calibri"/>
                <a:cs typeface="Calibri"/>
              </a:rPr>
              <a:t>s</a:t>
            </a:r>
            <a:r>
              <a:rPr sz="2400" spc="-60">
                <a:latin typeface="Times New Roman"/>
                <a:cs typeface="Times New Roman"/>
              </a:rPr>
              <a:t> </a:t>
            </a:r>
            <a:r>
              <a:rPr sz="2400" spc="-5">
                <a:latin typeface="Calibri"/>
                <a:cs typeface="Calibri"/>
              </a:rPr>
              <a:t>n</a:t>
            </a:r>
            <a:r>
              <a:rPr sz="2400" spc="-10">
                <a:latin typeface="Calibri"/>
                <a:cs typeface="Calibri"/>
              </a:rPr>
              <a:t>ot</a:t>
            </a:r>
            <a:r>
              <a:rPr sz="2400" spc="-65">
                <a:latin typeface="Times New Roman"/>
                <a:cs typeface="Times New Roman"/>
              </a:rPr>
              <a:t> </a:t>
            </a:r>
            <a:r>
              <a:rPr sz="2400" spc="-50">
                <a:latin typeface="Calibri"/>
                <a:cs typeface="Calibri"/>
              </a:rPr>
              <a:t>r</a:t>
            </a:r>
            <a:r>
              <a:rPr sz="2400" spc="-10">
                <a:latin typeface="Calibri"/>
                <a:cs typeface="Calibri"/>
              </a:rPr>
              <a:t>e</a:t>
            </a:r>
            <a:r>
              <a:rPr sz="2400" spc="-5">
                <a:latin typeface="Calibri"/>
                <a:cs typeface="Calibri"/>
              </a:rPr>
              <a:t>qu</a:t>
            </a:r>
            <a:r>
              <a:rPr sz="2400" spc="5">
                <a:latin typeface="Calibri"/>
                <a:cs typeface="Calibri"/>
              </a:rPr>
              <a:t>i</a:t>
            </a:r>
            <a:r>
              <a:rPr sz="2400" spc="-50">
                <a:latin typeface="Calibri"/>
                <a:cs typeface="Calibri"/>
              </a:rPr>
              <a:t>r</a:t>
            </a:r>
            <a:r>
              <a:rPr sz="2400" spc="-15">
                <a:latin typeface="Calibri"/>
                <a:cs typeface="Calibri"/>
              </a:rPr>
              <a:t>e</a:t>
            </a:r>
            <a:r>
              <a:rPr sz="2400" spc="-55">
                <a:latin typeface="Times New Roman"/>
                <a:cs typeface="Times New Roman"/>
              </a:rPr>
              <a:t> </a:t>
            </a:r>
            <a:r>
              <a:rPr sz="2400" spc="-20">
                <a:latin typeface="Calibri"/>
                <a:cs typeface="Calibri"/>
              </a:rPr>
              <a:t>the</a:t>
            </a:r>
            <a:r>
              <a:rPr sz="2400" spc="-15">
                <a:latin typeface="Times New Roman"/>
                <a:cs typeface="Times New Roman"/>
              </a:rPr>
              <a:t> </a:t>
            </a:r>
            <a:r>
              <a:rPr sz="2400" spc="-65">
                <a:latin typeface="Calibri"/>
                <a:cs typeface="Calibri"/>
              </a:rPr>
              <a:t>K</a:t>
            </a:r>
            <a:r>
              <a:rPr sz="2400" spc="-10">
                <a:latin typeface="Calibri"/>
                <a:cs typeface="Calibri"/>
              </a:rPr>
              <a:t>a</a:t>
            </a:r>
            <a:r>
              <a:rPr sz="2400" spc="5">
                <a:latin typeface="Calibri"/>
                <a:cs typeface="Calibri"/>
              </a:rPr>
              <a:t>l</a:t>
            </a:r>
            <a:r>
              <a:rPr sz="2400">
                <a:latin typeface="Calibri"/>
                <a:cs typeface="Calibri"/>
              </a:rPr>
              <a:t>m</a:t>
            </a:r>
            <a:r>
              <a:rPr sz="2400" spc="-10">
                <a:latin typeface="Calibri"/>
                <a:cs typeface="Calibri"/>
              </a:rPr>
              <a:t>a</a:t>
            </a:r>
            <a:r>
              <a:rPr sz="2400">
                <a:latin typeface="Calibri"/>
                <a:cs typeface="Calibri"/>
              </a:rPr>
              <a:t>n</a:t>
            </a:r>
            <a:r>
              <a:rPr sz="2400" spc="-45">
                <a:latin typeface="Times New Roman"/>
                <a:cs typeface="Times New Roman"/>
              </a:rPr>
              <a:t> </a:t>
            </a:r>
            <a:r>
              <a:rPr sz="2400" spc="-5">
                <a:latin typeface="Calibri"/>
                <a:cs typeface="Calibri"/>
              </a:rPr>
              <a:t>F</a:t>
            </a:r>
            <a:r>
              <a:rPr sz="2400" spc="5">
                <a:latin typeface="Calibri"/>
                <a:cs typeface="Calibri"/>
              </a:rPr>
              <a:t>il</a:t>
            </a:r>
            <a:r>
              <a:rPr sz="2400" spc="-25">
                <a:latin typeface="Calibri"/>
                <a:cs typeface="Calibri"/>
              </a:rPr>
              <a:t>t</a:t>
            </a:r>
            <a:r>
              <a:rPr sz="2400" spc="-10">
                <a:latin typeface="Calibri"/>
                <a:cs typeface="Calibri"/>
              </a:rPr>
              <a:t>e</a:t>
            </a:r>
            <a:r>
              <a:rPr sz="2400" spc="-210">
                <a:latin typeface="Calibri"/>
                <a:cs typeface="Calibri"/>
              </a:rPr>
              <a:t>r</a:t>
            </a:r>
            <a:r>
              <a:rPr sz="2400" spc="-10">
                <a:latin typeface="Calibri"/>
                <a:cs typeface="Calibri"/>
              </a:rPr>
              <a:t>,</a:t>
            </a:r>
            <a:r>
              <a:rPr sz="2400" spc="-100">
                <a:latin typeface="Times New Roman"/>
                <a:cs typeface="Times New Roman"/>
              </a:rPr>
              <a:t> </a:t>
            </a:r>
            <a:r>
              <a:rPr sz="2400" spc="-5">
                <a:latin typeface="Calibri"/>
                <a:cs typeface="Calibri"/>
              </a:rPr>
              <a:t>h</a:t>
            </a:r>
            <a:r>
              <a:rPr sz="2400" spc="-10">
                <a:latin typeface="Calibri"/>
                <a:cs typeface="Calibri"/>
              </a:rPr>
              <a:t>e</a:t>
            </a:r>
            <a:r>
              <a:rPr sz="2400" spc="-5">
                <a:latin typeface="Calibri"/>
                <a:cs typeface="Calibri"/>
              </a:rPr>
              <a:t>n</a:t>
            </a:r>
            <a:r>
              <a:rPr sz="2400" spc="-10">
                <a:latin typeface="Calibri"/>
                <a:cs typeface="Calibri"/>
              </a:rPr>
              <a:t>c</a:t>
            </a:r>
            <a:r>
              <a:rPr sz="2400" spc="-15">
                <a:latin typeface="Calibri"/>
                <a:cs typeface="Calibri"/>
              </a:rPr>
              <a:t>e</a:t>
            </a:r>
            <a:r>
              <a:rPr sz="2400" spc="-55">
                <a:latin typeface="Times New Roman"/>
                <a:cs typeface="Times New Roman"/>
              </a:rPr>
              <a:t> </a:t>
            </a:r>
            <a:r>
              <a:rPr sz="2400" spc="5">
                <a:latin typeface="Calibri"/>
                <a:cs typeface="Calibri"/>
              </a:rPr>
              <a:t>i</a:t>
            </a:r>
            <a:r>
              <a:rPr sz="2400">
                <a:latin typeface="Calibri"/>
                <a:cs typeface="Calibri"/>
              </a:rPr>
              <a:t>s</a:t>
            </a:r>
            <a:r>
              <a:rPr sz="2400" spc="-80">
                <a:latin typeface="Times New Roman"/>
                <a:cs typeface="Times New Roman"/>
              </a:rPr>
              <a:t> </a:t>
            </a:r>
            <a:r>
              <a:rPr sz="2400" spc="-50">
                <a:latin typeface="Calibri"/>
                <a:cs typeface="Calibri"/>
              </a:rPr>
              <a:t>r</a:t>
            </a:r>
            <a:r>
              <a:rPr sz="2400" spc="-10">
                <a:latin typeface="Calibri"/>
                <a:cs typeface="Calibri"/>
              </a:rPr>
              <a:t>e</a:t>
            </a:r>
            <a:r>
              <a:rPr sz="2400" spc="5">
                <a:latin typeface="Calibri"/>
                <a:cs typeface="Calibri"/>
              </a:rPr>
              <a:t>l</a:t>
            </a:r>
            <a:r>
              <a:rPr sz="2400" spc="-30">
                <a:latin typeface="Calibri"/>
                <a:cs typeface="Calibri"/>
              </a:rPr>
              <a:t>a</a:t>
            </a:r>
            <a:r>
              <a:rPr sz="2400" spc="-15">
                <a:latin typeface="Calibri"/>
                <a:cs typeface="Calibri"/>
              </a:rPr>
              <a:t>t</a:t>
            </a:r>
            <a:r>
              <a:rPr sz="2400" spc="5">
                <a:latin typeface="Calibri"/>
                <a:cs typeface="Calibri"/>
              </a:rPr>
              <a:t>i</a:t>
            </a:r>
            <a:r>
              <a:rPr sz="2400" spc="-25">
                <a:latin typeface="Calibri"/>
                <a:cs typeface="Calibri"/>
              </a:rPr>
              <a:t>v</a:t>
            </a:r>
            <a:r>
              <a:rPr sz="2400" spc="-10">
                <a:latin typeface="Calibri"/>
                <a:cs typeface="Calibri"/>
              </a:rPr>
              <a:t>e</a:t>
            </a:r>
            <a:r>
              <a:rPr sz="2400" spc="5">
                <a:latin typeface="Calibri"/>
                <a:cs typeface="Calibri"/>
              </a:rPr>
              <a:t>l</a:t>
            </a:r>
            <a:r>
              <a:rPr sz="2400">
                <a:latin typeface="Calibri"/>
                <a:cs typeface="Calibri"/>
              </a:rPr>
              <a:t>y</a:t>
            </a:r>
            <a:r>
              <a:rPr sz="2400" spc="-90">
                <a:latin typeface="Times New Roman"/>
                <a:cs typeface="Times New Roman"/>
              </a:rPr>
              <a:t> </a:t>
            </a:r>
            <a:r>
              <a:rPr sz="2400" spc="-20">
                <a:latin typeface="Calibri"/>
                <a:cs typeface="Calibri"/>
              </a:rPr>
              <a:t>s</a:t>
            </a:r>
            <a:r>
              <a:rPr sz="2400" spc="-15">
                <a:latin typeface="Calibri"/>
                <a:cs typeface="Calibri"/>
              </a:rPr>
              <a:t>t</a:t>
            </a:r>
            <a:r>
              <a:rPr sz="2400" spc="-50">
                <a:latin typeface="Calibri"/>
                <a:cs typeface="Calibri"/>
              </a:rPr>
              <a:t>r</a:t>
            </a:r>
            <a:r>
              <a:rPr sz="2400" spc="-10">
                <a:latin typeface="Calibri"/>
                <a:cs typeface="Calibri"/>
              </a:rPr>
              <a:t>a</a:t>
            </a:r>
            <a:r>
              <a:rPr sz="2400" spc="5">
                <a:latin typeface="Calibri"/>
                <a:cs typeface="Calibri"/>
              </a:rPr>
              <a:t>i</a:t>
            </a:r>
            <a:r>
              <a:rPr sz="2400" spc="-10">
                <a:latin typeface="Calibri"/>
                <a:cs typeface="Calibri"/>
              </a:rPr>
              <a:t>g</a:t>
            </a:r>
            <a:r>
              <a:rPr sz="2400" spc="-25">
                <a:latin typeface="Calibri"/>
                <a:cs typeface="Calibri"/>
              </a:rPr>
              <a:t>h</a:t>
            </a:r>
            <a:r>
              <a:rPr sz="2400" spc="-15">
                <a:latin typeface="Calibri"/>
                <a:cs typeface="Calibri"/>
              </a:rPr>
              <a:t>t</a:t>
            </a:r>
            <a:r>
              <a:rPr sz="2400" spc="-55">
                <a:latin typeface="Calibri"/>
                <a:cs typeface="Calibri"/>
              </a:rPr>
              <a:t>f</a:t>
            </a:r>
            <a:r>
              <a:rPr sz="2400" spc="-10">
                <a:latin typeface="Calibri"/>
                <a:cs typeface="Calibri"/>
              </a:rPr>
              <a:t>o</a:t>
            </a:r>
            <a:r>
              <a:rPr sz="2400" spc="5">
                <a:latin typeface="Calibri"/>
                <a:cs typeface="Calibri"/>
              </a:rPr>
              <a:t>r</a:t>
            </a:r>
            <a:r>
              <a:rPr sz="2400" spc="-40">
                <a:latin typeface="Calibri"/>
                <a:cs typeface="Calibri"/>
              </a:rPr>
              <a:t>w</a:t>
            </a:r>
            <a:r>
              <a:rPr sz="2400" spc="-10">
                <a:latin typeface="Calibri"/>
                <a:cs typeface="Calibri"/>
              </a:rPr>
              <a:t>a</a:t>
            </a:r>
            <a:r>
              <a:rPr sz="2400" spc="-50">
                <a:latin typeface="Calibri"/>
                <a:cs typeface="Calibri"/>
              </a:rPr>
              <a:t>r</a:t>
            </a:r>
            <a:r>
              <a:rPr sz="2400">
                <a:latin typeface="Calibri"/>
                <a:cs typeface="Calibri"/>
              </a:rPr>
              <a:t>d</a:t>
            </a:r>
            <a:r>
              <a:rPr sz="2400" spc="-65">
                <a:latin typeface="Times New Roman"/>
                <a:cs typeface="Times New Roman"/>
              </a:rPr>
              <a:t> </a:t>
            </a:r>
            <a:r>
              <a:rPr sz="2400" spc="-35">
                <a:latin typeface="Calibri"/>
                <a:cs typeface="Calibri"/>
              </a:rPr>
              <a:t>t</a:t>
            </a:r>
            <a:r>
              <a:rPr sz="2400">
                <a:latin typeface="Calibri"/>
                <a:cs typeface="Calibri"/>
              </a:rPr>
              <a:t>o</a:t>
            </a:r>
            <a:r>
              <a:rPr sz="2400" spc="-85">
                <a:latin typeface="Times New Roman"/>
                <a:cs typeface="Times New Roman"/>
              </a:rPr>
              <a:t> </a:t>
            </a:r>
            <a:r>
              <a:rPr sz="2400" spc="5">
                <a:latin typeface="Calibri"/>
                <a:cs typeface="Calibri"/>
              </a:rPr>
              <a:t>le</a:t>
            </a:r>
            <a:r>
              <a:rPr sz="2400" spc="-10">
                <a:latin typeface="Calibri"/>
                <a:cs typeface="Calibri"/>
              </a:rPr>
              <a:t>ar</a:t>
            </a:r>
            <a:r>
              <a:rPr sz="2400">
                <a:latin typeface="Calibri"/>
                <a:cs typeface="Calibri"/>
              </a:rPr>
              <a:t>n</a:t>
            </a:r>
          </a:p>
          <a:p>
            <a:pPr marL="241300" marR="20320" indent="-228600">
              <a:lnSpc>
                <a:spcPts val="2800"/>
              </a:lnSpc>
              <a:spcBef>
                <a:spcPts val="100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>
                <a:latin typeface="Calibri"/>
                <a:cs typeface="Calibri"/>
              </a:rPr>
              <a:t>L</a:t>
            </a:r>
            <a:r>
              <a:rPr sz="2600" spc="-30">
                <a:latin typeface="Calibri"/>
                <a:cs typeface="Calibri"/>
              </a:rPr>
              <a:t>a</a:t>
            </a:r>
            <a:r>
              <a:rPr sz="2600" spc="-25">
                <a:latin typeface="Calibri"/>
                <a:cs typeface="Calibri"/>
              </a:rPr>
              <a:t>t</a:t>
            </a:r>
            <a:r>
              <a:rPr sz="2600" spc="-10">
                <a:latin typeface="Calibri"/>
                <a:cs typeface="Calibri"/>
              </a:rPr>
              <a:t>e</a:t>
            </a:r>
            <a:r>
              <a:rPr sz="2600" spc="-240">
                <a:latin typeface="Calibri"/>
                <a:cs typeface="Calibri"/>
              </a:rPr>
              <a:t>r</a:t>
            </a:r>
            <a:r>
              <a:rPr sz="2600" spc="-10">
                <a:latin typeface="Calibri"/>
                <a:cs typeface="Calibri"/>
              </a:rPr>
              <a:t>,</a:t>
            </a:r>
            <a:r>
              <a:rPr sz="2600" spc="-80">
                <a:latin typeface="Times New Roman"/>
                <a:cs typeface="Times New Roman"/>
              </a:rPr>
              <a:t> </a:t>
            </a:r>
            <a:r>
              <a:rPr sz="2600" spc="-40">
                <a:latin typeface="Calibri"/>
                <a:cs typeface="Calibri"/>
              </a:rPr>
              <a:t>w</a:t>
            </a:r>
            <a:r>
              <a:rPr sz="2600" spc="-15">
                <a:latin typeface="Calibri"/>
                <a:cs typeface="Calibri"/>
              </a:rPr>
              <a:t>e</a:t>
            </a:r>
            <a:r>
              <a:rPr sz="2600" spc="-85">
                <a:latin typeface="Times New Roman"/>
                <a:cs typeface="Times New Roman"/>
              </a:rPr>
              <a:t> </a:t>
            </a:r>
            <a:r>
              <a:rPr sz="2600" spc="-20">
                <a:latin typeface="Calibri"/>
                <a:cs typeface="Calibri"/>
              </a:rPr>
              <a:t>w</a:t>
            </a:r>
            <a:r>
              <a:rPr sz="2600">
                <a:latin typeface="Calibri"/>
                <a:cs typeface="Calibri"/>
              </a:rPr>
              <a:t>ill</a:t>
            </a:r>
            <a:r>
              <a:rPr sz="2600" spc="-50">
                <a:latin typeface="Times New Roman"/>
                <a:cs typeface="Times New Roman"/>
              </a:rPr>
              <a:t> </a:t>
            </a:r>
            <a:r>
              <a:rPr sz="2600" spc="-10">
                <a:latin typeface="Calibri"/>
                <a:cs typeface="Calibri"/>
              </a:rPr>
              <a:t>u</a:t>
            </a:r>
            <a:r>
              <a:rPr sz="2600" spc="-15">
                <a:latin typeface="Calibri"/>
                <a:cs typeface="Calibri"/>
              </a:rPr>
              <a:t>se</a:t>
            </a:r>
            <a:r>
              <a:rPr sz="2600" spc="-85">
                <a:latin typeface="Times New Roman"/>
                <a:cs typeface="Times New Roman"/>
              </a:rPr>
              <a:t> </a:t>
            </a:r>
            <a:r>
              <a:rPr sz="2600" spc="-20">
                <a:latin typeface="Calibri"/>
                <a:cs typeface="Calibri"/>
              </a:rPr>
              <a:t>P</a:t>
            </a:r>
            <a:r>
              <a:rPr sz="2600" spc="-10">
                <a:latin typeface="Calibri"/>
                <a:cs typeface="Calibri"/>
              </a:rPr>
              <a:t>IP</a:t>
            </a:r>
            <a:r>
              <a:rPr sz="2600" spc="-75">
                <a:latin typeface="Times New Roman"/>
                <a:cs typeface="Times New Roman"/>
              </a:rPr>
              <a:t> </a:t>
            </a:r>
            <a:r>
              <a:rPr sz="2600" spc="-25">
                <a:latin typeface="Calibri"/>
                <a:cs typeface="Calibri"/>
              </a:rPr>
              <a:t>m</a:t>
            </a:r>
            <a:r>
              <a:rPr sz="2600" spc="-30">
                <a:latin typeface="Calibri"/>
                <a:cs typeface="Calibri"/>
              </a:rPr>
              <a:t>e</a:t>
            </a:r>
            <a:r>
              <a:rPr sz="2600" spc="-5">
                <a:latin typeface="Calibri"/>
                <a:cs typeface="Calibri"/>
              </a:rPr>
              <a:t>t</a:t>
            </a:r>
            <a:r>
              <a:rPr sz="2600" spc="-10">
                <a:latin typeface="Calibri"/>
                <a:cs typeface="Calibri"/>
              </a:rPr>
              <a:t>h</a:t>
            </a:r>
            <a:r>
              <a:rPr sz="2600" spc="5">
                <a:latin typeface="Calibri"/>
                <a:cs typeface="Calibri"/>
              </a:rPr>
              <a:t>o</a:t>
            </a:r>
            <a:r>
              <a:rPr sz="2600" spc="-10">
                <a:latin typeface="Calibri"/>
                <a:cs typeface="Calibri"/>
              </a:rPr>
              <a:t>d</a:t>
            </a:r>
            <a:r>
              <a:rPr sz="2600">
                <a:latin typeface="Calibri"/>
                <a:cs typeface="Calibri"/>
              </a:rPr>
              <a:t>s</a:t>
            </a:r>
            <a:r>
              <a:rPr sz="2600" spc="-90">
                <a:latin typeface="Times New Roman"/>
                <a:cs typeface="Times New Roman"/>
              </a:rPr>
              <a:t> </a:t>
            </a:r>
            <a:r>
              <a:rPr sz="2600" spc="-25">
                <a:latin typeface="Calibri"/>
                <a:cs typeface="Calibri"/>
              </a:rPr>
              <a:t>t</a:t>
            </a:r>
            <a:r>
              <a:rPr sz="2600">
                <a:latin typeface="Calibri"/>
                <a:cs typeface="Calibri"/>
              </a:rPr>
              <a:t>o</a:t>
            </a:r>
            <a:r>
              <a:rPr sz="2600" spc="-65">
                <a:latin typeface="Times New Roman"/>
                <a:cs typeface="Times New Roman"/>
              </a:rPr>
              <a:t> </a:t>
            </a:r>
            <a:r>
              <a:rPr sz="2600">
                <a:latin typeface="Calibri"/>
                <a:cs typeface="Calibri"/>
              </a:rPr>
              <a:t>i</a:t>
            </a:r>
            <a:r>
              <a:rPr sz="2600" spc="-30">
                <a:latin typeface="Calibri"/>
                <a:cs typeface="Calibri"/>
              </a:rPr>
              <a:t>n</a:t>
            </a:r>
            <a:r>
              <a:rPr sz="2600" spc="-5">
                <a:latin typeface="Calibri"/>
                <a:cs typeface="Calibri"/>
              </a:rPr>
              <a:t>t</a:t>
            </a:r>
            <a:r>
              <a:rPr sz="2600" spc="-60">
                <a:latin typeface="Calibri"/>
                <a:cs typeface="Calibri"/>
              </a:rPr>
              <a:t>r</a:t>
            </a:r>
            <a:r>
              <a:rPr sz="2600" spc="5">
                <a:latin typeface="Calibri"/>
                <a:cs typeface="Calibri"/>
              </a:rPr>
              <a:t>o</a:t>
            </a:r>
            <a:r>
              <a:rPr sz="2600" spc="-10">
                <a:latin typeface="Calibri"/>
                <a:cs typeface="Calibri"/>
              </a:rPr>
              <a:t>du</a:t>
            </a:r>
            <a:r>
              <a:rPr sz="2600" spc="-15">
                <a:latin typeface="Calibri"/>
                <a:cs typeface="Calibri"/>
              </a:rPr>
              <a:t>ce</a:t>
            </a:r>
            <a:r>
              <a:rPr sz="2600" spc="-65">
                <a:latin typeface="Times New Roman"/>
                <a:cs typeface="Times New Roman"/>
              </a:rPr>
              <a:t> </a:t>
            </a:r>
            <a:r>
              <a:rPr sz="2600">
                <a:latin typeface="Calibri"/>
                <a:cs typeface="Calibri"/>
              </a:rPr>
              <a:t>a</a:t>
            </a:r>
            <a:r>
              <a:rPr sz="2600" spc="-60">
                <a:latin typeface="Times New Roman"/>
                <a:cs typeface="Times New Roman"/>
              </a:rPr>
              <a:t> </a:t>
            </a:r>
            <a:r>
              <a:rPr sz="2600" spc="-55">
                <a:latin typeface="Calibri"/>
                <a:cs typeface="Calibri"/>
              </a:rPr>
              <a:t>f</a:t>
            </a:r>
            <a:r>
              <a:rPr sz="2600" spc="-30">
                <a:latin typeface="Calibri"/>
                <a:cs typeface="Calibri"/>
              </a:rPr>
              <a:t>e</a:t>
            </a:r>
            <a:r>
              <a:rPr sz="2600" spc="-20">
                <a:latin typeface="Calibri"/>
                <a:cs typeface="Calibri"/>
              </a:rPr>
              <a:t>w</a:t>
            </a:r>
            <a:r>
              <a:rPr sz="2600" spc="-90">
                <a:latin typeface="Times New Roman"/>
                <a:cs typeface="Times New Roman"/>
              </a:rPr>
              <a:t> </a:t>
            </a:r>
            <a:r>
              <a:rPr sz="2600" spc="5">
                <a:latin typeface="Calibri"/>
                <a:cs typeface="Calibri"/>
              </a:rPr>
              <a:t>o</a:t>
            </a:r>
            <a:r>
              <a:rPr sz="2600" spc="-5">
                <a:latin typeface="Calibri"/>
                <a:cs typeface="Calibri"/>
              </a:rPr>
              <a:t>t</a:t>
            </a:r>
            <a:r>
              <a:rPr sz="2600" spc="-10">
                <a:latin typeface="Calibri"/>
                <a:cs typeface="Calibri"/>
              </a:rPr>
              <a:t>her</a:t>
            </a:r>
            <a:r>
              <a:rPr sz="2600" spc="-10">
                <a:latin typeface="Times New Roman"/>
                <a:cs typeface="Times New Roman"/>
              </a:rPr>
              <a:t> </a:t>
            </a:r>
            <a:r>
              <a:rPr sz="2600" spc="-40">
                <a:latin typeface="Calibri"/>
                <a:cs typeface="Calibri"/>
              </a:rPr>
              <a:t>g</a:t>
            </a:r>
            <a:r>
              <a:rPr sz="2600" spc="-10">
                <a:latin typeface="Calibri"/>
                <a:cs typeface="Calibri"/>
              </a:rPr>
              <a:t>e</a:t>
            </a:r>
            <a:r>
              <a:rPr sz="2600" spc="-25">
                <a:latin typeface="Calibri"/>
                <a:cs typeface="Calibri"/>
              </a:rPr>
              <a:t>n</a:t>
            </a:r>
            <a:r>
              <a:rPr sz="2600" spc="-10">
                <a:latin typeface="Calibri"/>
                <a:cs typeface="Calibri"/>
              </a:rPr>
              <a:t>e</a:t>
            </a:r>
            <a:r>
              <a:rPr sz="2600" spc="-20">
                <a:latin typeface="Calibri"/>
                <a:cs typeface="Calibri"/>
              </a:rPr>
              <a:t>r</a:t>
            </a:r>
            <a:r>
              <a:rPr sz="2600">
                <a:latin typeface="Calibri"/>
                <a:cs typeface="Calibri"/>
              </a:rPr>
              <a:t>i</a:t>
            </a:r>
            <a:r>
              <a:rPr sz="2600" spc="-15">
                <a:latin typeface="Calibri"/>
                <a:cs typeface="Calibri"/>
              </a:rPr>
              <a:t>c</a:t>
            </a:r>
            <a:r>
              <a:rPr sz="2600" spc="-70">
                <a:latin typeface="Times New Roman"/>
                <a:cs typeface="Times New Roman"/>
              </a:rPr>
              <a:t> </a:t>
            </a:r>
            <a:r>
              <a:rPr sz="2600" spc="-35">
                <a:latin typeface="Calibri"/>
                <a:cs typeface="Calibri"/>
              </a:rPr>
              <a:t>c</a:t>
            </a:r>
            <a:r>
              <a:rPr sz="2600" spc="5">
                <a:latin typeface="Calibri"/>
                <a:cs typeface="Calibri"/>
              </a:rPr>
              <a:t>o</a:t>
            </a:r>
            <a:r>
              <a:rPr sz="2600" spc="-10">
                <a:latin typeface="Calibri"/>
                <a:cs typeface="Calibri"/>
              </a:rPr>
              <a:t>n</a:t>
            </a:r>
            <a:r>
              <a:rPr sz="2600">
                <a:latin typeface="Calibri"/>
                <a:cs typeface="Calibri"/>
              </a:rPr>
              <a:t>c</a:t>
            </a:r>
            <a:r>
              <a:rPr sz="2600" spc="-10">
                <a:latin typeface="Calibri"/>
                <a:cs typeface="Calibri"/>
              </a:rPr>
              <a:t>e</a:t>
            </a:r>
            <a:r>
              <a:rPr sz="2600" spc="-30">
                <a:latin typeface="Calibri"/>
                <a:cs typeface="Calibri"/>
              </a:rPr>
              <a:t>p</a:t>
            </a:r>
            <a:r>
              <a:rPr sz="2600" spc="-5">
                <a:latin typeface="Calibri"/>
                <a:cs typeface="Calibri"/>
              </a:rPr>
              <a:t>t</a:t>
            </a:r>
            <a:r>
              <a:rPr sz="2600">
                <a:latin typeface="Calibri"/>
                <a:cs typeface="Calibri"/>
              </a:rPr>
              <a:t>s</a:t>
            </a:r>
            <a:r>
              <a:rPr sz="2600" spc="-10">
                <a:latin typeface="Calibri"/>
                <a:cs typeface="Calibri"/>
              </a:rPr>
              <a:t>,</a:t>
            </a:r>
            <a:r>
              <a:rPr sz="2600" spc="-80">
                <a:latin typeface="Times New Roman"/>
                <a:cs typeface="Times New Roman"/>
              </a:rPr>
              <a:t> </a:t>
            </a:r>
            <a:r>
              <a:rPr sz="2600">
                <a:latin typeface="Calibri"/>
                <a:cs typeface="Calibri"/>
              </a:rPr>
              <a:t>s</a:t>
            </a:r>
            <a:r>
              <a:rPr sz="2600" spc="-10">
                <a:latin typeface="Calibri"/>
                <a:cs typeface="Calibri"/>
              </a:rPr>
              <a:t>u</a:t>
            </a:r>
            <a:r>
              <a:rPr sz="2600">
                <a:latin typeface="Calibri"/>
                <a:cs typeface="Calibri"/>
              </a:rPr>
              <a:t>ch</a:t>
            </a:r>
            <a:r>
              <a:rPr sz="2600" spc="-80">
                <a:latin typeface="Times New Roman"/>
                <a:cs typeface="Times New Roman"/>
              </a:rPr>
              <a:t> </a:t>
            </a:r>
            <a:r>
              <a:rPr sz="2600" spc="-10">
                <a:latin typeface="Calibri"/>
                <a:cs typeface="Calibri"/>
              </a:rPr>
              <a:t>a</a:t>
            </a:r>
            <a:r>
              <a:rPr sz="2600">
                <a:latin typeface="Calibri"/>
                <a:cs typeface="Calibri"/>
              </a:rPr>
              <a:t>s</a:t>
            </a:r>
            <a:r>
              <a:rPr sz="2600" spc="-50">
                <a:latin typeface="Times New Roman"/>
                <a:cs typeface="Times New Roman"/>
              </a:rPr>
              <a:t> </a:t>
            </a:r>
            <a:r>
              <a:rPr sz="2600" b="1" spc="-15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2600" b="1" spc="-35">
                <a:solidFill>
                  <a:srgbClr val="C00000"/>
                </a:solidFill>
                <a:latin typeface="Calibri"/>
                <a:cs typeface="Calibri"/>
              </a:rPr>
              <a:t>p</a:t>
            </a:r>
            <a:r>
              <a:rPr sz="2600" b="1" spc="-15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600" b="1" spc="-1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sz="2600" b="1" spc="5">
                <a:solidFill>
                  <a:srgbClr val="C00000"/>
                </a:solidFill>
                <a:latin typeface="Calibri"/>
                <a:cs typeface="Calibri"/>
              </a:rPr>
              <a:t>m</a:t>
            </a:r>
            <a:r>
              <a:rPr sz="2600" b="1" spc="-2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10">
                <a:solidFill>
                  <a:srgbClr val="C00000"/>
                </a:solidFill>
                <a:latin typeface="Calibri"/>
                <a:cs typeface="Calibri"/>
              </a:rPr>
              <a:t>l</a:t>
            </a:r>
            <a:r>
              <a:rPr sz="2600" b="1" spc="-7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spc="-10">
                <a:latin typeface="Calibri"/>
                <a:cs typeface="Calibri"/>
              </a:rPr>
              <a:t>an</a:t>
            </a:r>
            <a:r>
              <a:rPr sz="2600">
                <a:latin typeface="Calibri"/>
                <a:cs typeface="Calibri"/>
              </a:rPr>
              <a:t>d</a:t>
            </a:r>
            <a:r>
              <a:rPr sz="2600" spc="-40">
                <a:latin typeface="Times New Roman"/>
                <a:cs typeface="Times New Roman"/>
              </a:rPr>
              <a:t> </a:t>
            </a:r>
            <a:r>
              <a:rPr sz="2600" b="1" spc="-2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15">
                <a:solidFill>
                  <a:srgbClr val="C00000"/>
                </a:solidFill>
                <a:latin typeface="Calibri"/>
                <a:cs typeface="Calibri"/>
              </a:rPr>
              <a:t>d</a:t>
            </a:r>
            <a:r>
              <a:rPr sz="2600" b="1" spc="-2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35">
                <a:solidFill>
                  <a:srgbClr val="C00000"/>
                </a:solidFill>
                <a:latin typeface="Calibri"/>
                <a:cs typeface="Calibri"/>
              </a:rPr>
              <a:t>p</a:t>
            </a:r>
            <a:r>
              <a:rPr sz="2600" b="1" spc="-15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600" b="1" spc="-1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sz="2600" b="1" spc="-15">
                <a:solidFill>
                  <a:srgbClr val="C00000"/>
                </a:solidFill>
                <a:latin typeface="Calibri"/>
                <a:cs typeface="Calibri"/>
              </a:rPr>
              <a:t>v</a:t>
            </a:r>
            <a:r>
              <a:rPr sz="2600" b="1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600" b="1" spc="-6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spc="-35">
                <a:latin typeface="Calibri"/>
                <a:cs typeface="Calibri"/>
              </a:rPr>
              <a:t>c</a:t>
            </a:r>
            <a:r>
              <a:rPr sz="2600" spc="5">
                <a:latin typeface="Calibri"/>
                <a:cs typeface="Calibri"/>
              </a:rPr>
              <a:t>o</a:t>
            </a:r>
            <a:r>
              <a:rPr sz="2600" spc="-30">
                <a:latin typeface="Calibri"/>
                <a:cs typeface="Calibri"/>
              </a:rPr>
              <a:t>n</a:t>
            </a:r>
            <a:r>
              <a:rPr sz="2600" spc="-5">
                <a:latin typeface="Calibri"/>
                <a:cs typeface="Calibri"/>
              </a:rPr>
              <a:t>t</a:t>
            </a:r>
            <a:r>
              <a:rPr sz="2600" spc="-60">
                <a:latin typeface="Calibri"/>
                <a:cs typeface="Calibri"/>
              </a:rPr>
              <a:t>r</a:t>
            </a:r>
            <a:r>
              <a:rPr sz="2600" spc="5">
                <a:latin typeface="Calibri"/>
                <a:cs typeface="Calibri"/>
              </a:rPr>
              <a:t>o</a:t>
            </a:r>
            <a:r>
              <a:rPr sz="2600">
                <a:latin typeface="Calibri"/>
                <a:cs typeface="Calibri"/>
              </a:rPr>
              <a:t>l</a:t>
            </a:r>
          </a:p>
        </p:txBody>
      </p:sp>
    </p:spTree>
    <p:extLst>
      <p:ext uri="{BB962C8B-B14F-4D97-AF65-F5344CB8AC3E}">
        <p14:creationId xmlns:p14="http://schemas.microsoft.com/office/powerpoint/2010/main" val="16248449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02093-F211-0241-7E0F-2F7200BF0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43000"/>
            <a:ext cx="3939540" cy="543560"/>
          </a:xfrm>
        </p:spPr>
        <p:txBody>
          <a:bodyPr/>
          <a:lstStyle/>
          <a:p>
            <a:r>
              <a:rPr lang="en-US" spc="5">
                <a:latin typeface="Calibri"/>
                <a:cs typeface="Calibri"/>
              </a:rPr>
              <a:t>Co</a:t>
            </a:r>
            <a:r>
              <a:rPr lang="en-US" spc="-10">
                <a:latin typeface="Calibri"/>
                <a:cs typeface="Calibri"/>
              </a:rPr>
              <a:t>n</a:t>
            </a:r>
            <a:r>
              <a:rPr lang="en-US">
                <a:latin typeface="Calibri"/>
                <a:cs typeface="Calibri"/>
              </a:rPr>
              <a:t>c</a:t>
            </a:r>
            <a:r>
              <a:rPr lang="en-US" spc="-5">
                <a:latin typeface="Calibri"/>
                <a:cs typeface="Calibri"/>
              </a:rPr>
              <a:t>l</a:t>
            </a:r>
            <a:r>
              <a:rPr lang="en-US" spc="-10">
                <a:latin typeface="Calibri"/>
                <a:cs typeface="Calibri"/>
              </a:rPr>
              <a:t>us</a:t>
            </a:r>
            <a:r>
              <a:rPr lang="en-US" spc="-5">
                <a:latin typeface="Calibri"/>
                <a:cs typeface="Calibri"/>
              </a:rPr>
              <a:t>i</a:t>
            </a:r>
            <a:r>
              <a:rPr lang="en-US" spc="5">
                <a:latin typeface="Calibri"/>
                <a:cs typeface="Calibri"/>
              </a:rPr>
              <a:t>o</a:t>
            </a:r>
            <a:r>
              <a:rPr lang="en-US" spc="-10">
                <a:latin typeface="Calibri"/>
                <a:cs typeface="Calibri"/>
              </a:rPr>
              <a:t>ns</a:t>
            </a:r>
            <a:endParaRPr lang="en-US"/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1E6EDE02-1F2A-76D0-CFCB-3D132EB796F9}"/>
              </a:ext>
            </a:extLst>
          </p:cNvPr>
          <p:cNvSpPr txBox="1"/>
          <p:nvPr/>
        </p:nvSpPr>
        <p:spPr>
          <a:xfrm>
            <a:off x="578778" y="2095544"/>
            <a:ext cx="7566025" cy="718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marR="1196975" indent="-228600">
              <a:lnSpc>
                <a:spcPts val="2820"/>
              </a:lnSpc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10">
                <a:latin typeface="Calibri"/>
                <a:cs typeface="Calibri"/>
              </a:rPr>
              <a:t>Th</a:t>
            </a:r>
            <a:r>
              <a:rPr sz="2600">
                <a:latin typeface="Calibri"/>
                <a:cs typeface="Calibri"/>
              </a:rPr>
              <a:t>is</a:t>
            </a:r>
            <a:r>
              <a:rPr sz="2600" spc="-70">
                <a:latin typeface="Times New Roman"/>
                <a:cs typeface="Times New Roman"/>
              </a:rPr>
              <a:t> </a:t>
            </a:r>
            <a:r>
              <a:rPr sz="2600">
                <a:latin typeface="Calibri"/>
                <a:cs typeface="Calibri"/>
              </a:rPr>
              <a:t>s</a:t>
            </a:r>
            <a:r>
              <a:rPr sz="2600" spc="-10">
                <a:latin typeface="Calibri"/>
                <a:cs typeface="Calibri"/>
              </a:rPr>
              <a:t>e</a:t>
            </a:r>
            <a:r>
              <a:rPr sz="2600" spc="-15">
                <a:latin typeface="Calibri"/>
                <a:cs typeface="Calibri"/>
              </a:rPr>
              <a:t>c</a:t>
            </a:r>
            <a:r>
              <a:rPr sz="2600" spc="-5">
                <a:latin typeface="Calibri"/>
                <a:cs typeface="Calibri"/>
              </a:rPr>
              <a:t>t</a:t>
            </a:r>
            <a:r>
              <a:rPr sz="2600">
                <a:latin typeface="Calibri"/>
                <a:cs typeface="Calibri"/>
              </a:rPr>
              <a:t>i</a:t>
            </a:r>
            <a:r>
              <a:rPr sz="2600" spc="5">
                <a:latin typeface="Calibri"/>
                <a:cs typeface="Calibri"/>
              </a:rPr>
              <a:t>o</a:t>
            </a:r>
            <a:r>
              <a:rPr sz="2600">
                <a:latin typeface="Calibri"/>
                <a:cs typeface="Calibri"/>
              </a:rPr>
              <a:t>n</a:t>
            </a:r>
            <a:r>
              <a:rPr sz="2600" spc="-100">
                <a:latin typeface="Times New Roman"/>
                <a:cs typeface="Times New Roman"/>
              </a:rPr>
              <a:t> </a:t>
            </a:r>
            <a:r>
              <a:rPr sz="2600" spc="-10">
                <a:latin typeface="Calibri"/>
                <a:cs typeface="Calibri"/>
              </a:rPr>
              <a:t>ha</a:t>
            </a:r>
            <a:r>
              <a:rPr sz="2600">
                <a:latin typeface="Calibri"/>
                <a:cs typeface="Calibri"/>
              </a:rPr>
              <a:t>s</a:t>
            </a:r>
            <a:r>
              <a:rPr sz="2600" spc="-50">
                <a:latin typeface="Times New Roman"/>
                <a:cs typeface="Times New Roman"/>
              </a:rPr>
              <a:t> </a:t>
            </a:r>
            <a:r>
              <a:rPr sz="2600">
                <a:latin typeface="Calibri"/>
                <a:cs typeface="Calibri"/>
              </a:rPr>
              <a:t>i</a:t>
            </a:r>
            <a:r>
              <a:rPr sz="2600" spc="-30">
                <a:latin typeface="Calibri"/>
                <a:cs typeface="Calibri"/>
              </a:rPr>
              <a:t>n</a:t>
            </a:r>
            <a:r>
              <a:rPr sz="2600" spc="-5">
                <a:latin typeface="Calibri"/>
                <a:cs typeface="Calibri"/>
              </a:rPr>
              <a:t>t</a:t>
            </a:r>
            <a:r>
              <a:rPr sz="2600" spc="-60">
                <a:latin typeface="Calibri"/>
                <a:cs typeface="Calibri"/>
              </a:rPr>
              <a:t>r</a:t>
            </a:r>
            <a:r>
              <a:rPr sz="2600" spc="5">
                <a:latin typeface="Calibri"/>
                <a:cs typeface="Calibri"/>
              </a:rPr>
              <a:t>o</a:t>
            </a:r>
            <a:r>
              <a:rPr sz="2600" spc="-10">
                <a:latin typeface="Calibri"/>
                <a:cs typeface="Calibri"/>
              </a:rPr>
              <a:t>du</a:t>
            </a:r>
            <a:r>
              <a:rPr sz="2600">
                <a:latin typeface="Calibri"/>
                <a:cs typeface="Calibri"/>
              </a:rPr>
              <a:t>c</a:t>
            </a:r>
            <a:r>
              <a:rPr sz="2600" spc="-10">
                <a:latin typeface="Calibri"/>
                <a:cs typeface="Calibri"/>
              </a:rPr>
              <a:t>e</a:t>
            </a:r>
            <a:r>
              <a:rPr sz="2600">
                <a:latin typeface="Calibri"/>
                <a:cs typeface="Calibri"/>
              </a:rPr>
              <a:t>d</a:t>
            </a:r>
            <a:r>
              <a:rPr sz="2600" spc="-80">
                <a:latin typeface="Times New Roman"/>
                <a:cs typeface="Times New Roman"/>
              </a:rPr>
              <a:t> </a:t>
            </a:r>
            <a:r>
              <a:rPr sz="2600" spc="-5">
                <a:latin typeface="Calibri"/>
                <a:cs typeface="Calibri"/>
              </a:rPr>
              <a:t>t</a:t>
            </a:r>
            <a:r>
              <a:rPr sz="2600" spc="-25">
                <a:latin typeface="Calibri"/>
                <a:cs typeface="Calibri"/>
              </a:rPr>
              <a:t>h</a:t>
            </a:r>
            <a:r>
              <a:rPr sz="2600" spc="-15">
                <a:latin typeface="Calibri"/>
                <a:cs typeface="Calibri"/>
              </a:rPr>
              <a:t>e</a:t>
            </a:r>
            <a:r>
              <a:rPr sz="2600" spc="-65">
                <a:latin typeface="Times New Roman"/>
                <a:cs typeface="Times New Roman"/>
              </a:rPr>
              <a:t> </a:t>
            </a:r>
            <a:r>
              <a:rPr sz="2600" spc="-5">
                <a:latin typeface="Calibri"/>
                <a:cs typeface="Calibri"/>
              </a:rPr>
              <a:t>t</a:t>
            </a:r>
            <a:r>
              <a:rPr sz="2600">
                <a:latin typeface="Calibri"/>
                <a:cs typeface="Calibri"/>
              </a:rPr>
              <a:t>i</a:t>
            </a:r>
            <a:r>
              <a:rPr sz="2600" spc="-25">
                <a:latin typeface="Calibri"/>
                <a:cs typeface="Calibri"/>
              </a:rPr>
              <a:t>m</a:t>
            </a:r>
            <a:r>
              <a:rPr sz="2600" spc="-30">
                <a:latin typeface="Calibri"/>
                <a:cs typeface="Calibri"/>
              </a:rPr>
              <a:t>e</a:t>
            </a:r>
            <a:r>
              <a:rPr sz="2600" spc="-45">
                <a:latin typeface="Calibri"/>
                <a:cs typeface="Calibri"/>
              </a:rPr>
              <a:t>t</a:t>
            </a:r>
            <a:r>
              <a:rPr sz="2600" spc="-10">
                <a:latin typeface="Calibri"/>
                <a:cs typeface="Calibri"/>
              </a:rPr>
              <a:t>ab</a:t>
            </a:r>
            <a:r>
              <a:rPr sz="2600">
                <a:latin typeface="Calibri"/>
                <a:cs typeface="Calibri"/>
              </a:rPr>
              <a:t>l</a:t>
            </a:r>
            <a:r>
              <a:rPr sz="2600" spc="-15">
                <a:latin typeface="Calibri"/>
                <a:cs typeface="Calibri"/>
              </a:rPr>
              <a:t>e</a:t>
            </a:r>
            <a:r>
              <a:rPr sz="2600" spc="-85">
                <a:latin typeface="Times New Roman"/>
                <a:cs typeface="Times New Roman"/>
              </a:rPr>
              <a:t> </a:t>
            </a:r>
            <a:r>
              <a:rPr sz="2600" spc="-10">
                <a:latin typeface="Calibri"/>
                <a:cs typeface="Calibri"/>
              </a:rPr>
              <a:t>and</a:t>
            </a:r>
            <a:r>
              <a:rPr sz="2600" spc="-10">
                <a:latin typeface="Times New Roman"/>
                <a:cs typeface="Times New Roman"/>
              </a:rPr>
              <a:t> </a:t>
            </a:r>
            <a:r>
              <a:rPr sz="2600" spc="5">
                <a:latin typeface="Calibri"/>
                <a:cs typeface="Calibri"/>
              </a:rPr>
              <a:t>o</a:t>
            </a:r>
            <a:r>
              <a:rPr sz="2600" spc="-60">
                <a:latin typeface="Calibri"/>
                <a:cs typeface="Calibri"/>
              </a:rPr>
              <a:t>rg</a:t>
            </a:r>
            <a:r>
              <a:rPr sz="2600" spc="-10">
                <a:latin typeface="Calibri"/>
                <a:cs typeface="Calibri"/>
              </a:rPr>
              <a:t>an</a:t>
            </a:r>
            <a:r>
              <a:rPr sz="2600">
                <a:latin typeface="Calibri"/>
                <a:cs typeface="Calibri"/>
              </a:rPr>
              <a:t>is</a:t>
            </a:r>
            <a:r>
              <a:rPr sz="2600" spc="-30">
                <a:latin typeface="Calibri"/>
                <a:cs typeface="Calibri"/>
              </a:rPr>
              <a:t>a</a:t>
            </a:r>
            <a:r>
              <a:rPr sz="2600" spc="-5">
                <a:latin typeface="Calibri"/>
                <a:cs typeface="Calibri"/>
              </a:rPr>
              <a:t>t</a:t>
            </a:r>
            <a:r>
              <a:rPr sz="2600">
                <a:latin typeface="Calibri"/>
                <a:cs typeface="Calibri"/>
              </a:rPr>
              <a:t>i</a:t>
            </a:r>
            <a:r>
              <a:rPr sz="2600" spc="5">
                <a:latin typeface="Calibri"/>
                <a:cs typeface="Calibri"/>
              </a:rPr>
              <a:t>o</a:t>
            </a:r>
            <a:r>
              <a:rPr sz="2600">
                <a:latin typeface="Calibri"/>
                <a:cs typeface="Calibri"/>
              </a:rPr>
              <a:t>n</a:t>
            </a:r>
            <a:r>
              <a:rPr sz="2600" spc="-60">
                <a:latin typeface="Times New Roman"/>
                <a:cs typeface="Times New Roman"/>
              </a:rPr>
              <a:t> </a:t>
            </a:r>
            <a:r>
              <a:rPr sz="2600" spc="5">
                <a:latin typeface="Calibri"/>
                <a:cs typeface="Calibri"/>
              </a:rPr>
              <a:t>o</a:t>
            </a:r>
            <a:r>
              <a:rPr sz="2600">
                <a:latin typeface="Calibri"/>
                <a:cs typeface="Calibri"/>
              </a:rPr>
              <a:t>f</a:t>
            </a:r>
            <a:r>
              <a:rPr sz="2600" spc="-65">
                <a:latin typeface="Times New Roman"/>
                <a:cs typeface="Times New Roman"/>
              </a:rPr>
              <a:t> </a:t>
            </a:r>
            <a:r>
              <a:rPr sz="2600" spc="-5">
                <a:latin typeface="Calibri"/>
                <a:cs typeface="Calibri"/>
              </a:rPr>
              <a:t>t</a:t>
            </a:r>
            <a:r>
              <a:rPr sz="2600" spc="-25">
                <a:latin typeface="Calibri"/>
                <a:cs typeface="Calibri"/>
              </a:rPr>
              <a:t>h</a:t>
            </a:r>
            <a:r>
              <a:rPr sz="2600" spc="-15">
                <a:latin typeface="Calibri"/>
                <a:cs typeface="Calibri"/>
              </a:rPr>
              <a:t>e</a:t>
            </a:r>
            <a:r>
              <a:rPr sz="2600" spc="-85">
                <a:latin typeface="Times New Roman"/>
                <a:cs typeface="Times New Roman"/>
              </a:rPr>
              <a:t> </a:t>
            </a:r>
            <a:r>
              <a:rPr sz="2600" spc="-25">
                <a:latin typeface="Calibri"/>
                <a:cs typeface="Calibri"/>
              </a:rPr>
              <a:t>m</a:t>
            </a:r>
            <a:r>
              <a:rPr sz="2600" spc="5">
                <a:latin typeface="Calibri"/>
                <a:cs typeface="Calibri"/>
              </a:rPr>
              <a:t>o</a:t>
            </a:r>
            <a:r>
              <a:rPr sz="2600" spc="-10">
                <a:latin typeface="Calibri"/>
                <a:cs typeface="Calibri"/>
              </a:rPr>
              <a:t>du</a:t>
            </a:r>
            <a:r>
              <a:rPr sz="2600">
                <a:latin typeface="Calibri"/>
                <a:cs typeface="Calibri"/>
              </a:rPr>
              <a:t>l</a:t>
            </a:r>
            <a:r>
              <a:rPr sz="2600" spc="-10">
                <a:latin typeface="Calibri"/>
                <a:cs typeface="Calibri"/>
              </a:rPr>
              <a:t>e</a:t>
            </a:r>
            <a:r>
              <a:rPr sz="2600">
                <a:latin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469295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reguntas - Thank You And Question Slide Transparent PNG - 387x444 - Free  Download on NicePNG">
            <a:extLst>
              <a:ext uri="{FF2B5EF4-FFF2-40B4-BE49-F238E27FC236}">
                <a16:creationId xmlns:a16="http://schemas.microsoft.com/office/drawing/2014/main" id="{1AA8E976-908B-00F7-1E3F-BC5BE36CE7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567" y="2505011"/>
            <a:ext cx="6625998" cy="4080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BBDB467A-5398-6633-D5DB-CD381ED2F6C2}"/>
              </a:ext>
            </a:extLst>
          </p:cNvPr>
          <p:cNvSpPr txBox="1">
            <a:spLocks/>
          </p:cNvSpPr>
          <p:nvPr/>
        </p:nvSpPr>
        <p:spPr>
          <a:xfrm>
            <a:off x="1102859" y="2002971"/>
            <a:ext cx="6625998" cy="13081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>
            <a:lvl1pPr>
              <a:defRPr sz="3400" b="0" i="0">
                <a:solidFill>
                  <a:srgbClr val="B5121B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ctr">
              <a:spcAft>
                <a:spcPts val="600"/>
              </a:spcAft>
            </a:pPr>
            <a:r>
              <a:rPr lang="en-GB" b="1" dirty="0"/>
              <a:t>Thank you, any questions?</a:t>
            </a:r>
            <a:endParaRPr lang="en-GB" sz="3200" b="1" dirty="0"/>
          </a:p>
        </p:txBody>
      </p:sp>
    </p:spTree>
    <p:extLst>
      <p:ext uri="{BB962C8B-B14F-4D97-AF65-F5344CB8AC3E}">
        <p14:creationId xmlns:p14="http://schemas.microsoft.com/office/powerpoint/2010/main" val="2750384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232</TotalTime>
  <Words>596</Words>
  <Application>Microsoft Office PowerPoint</Application>
  <PresentationFormat>On-screen Show (4:3)</PresentationFormat>
  <Paragraphs>87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CNENGR506 Intelligent Systems Control</vt:lpstr>
      <vt:lpstr>Module Convenor @ BJTU </vt:lpstr>
      <vt:lpstr>Educational Aims</vt:lpstr>
      <vt:lpstr>Prerequisites</vt:lpstr>
      <vt:lpstr>Recommended Book</vt:lpstr>
      <vt:lpstr>Module Structure</vt:lpstr>
      <vt:lpstr>Assessments</vt:lpstr>
      <vt:lpstr>Coursework #1 </vt:lpstr>
      <vt:lpstr>Coursework #2 </vt:lpstr>
      <vt:lpstr>Coursework #3 </vt:lpstr>
      <vt:lpstr>Lab work</vt:lpstr>
      <vt:lpstr>Course Syllabus Motivation</vt:lpstr>
      <vt:lpstr>Conclusions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Engr506 (Engr406) Intelligent Systems Control</dc:title>
  <dc:creator>Administrator</dc:creator>
  <cp:lastModifiedBy>Abrar, Muhammad</cp:lastModifiedBy>
  <cp:revision>8</cp:revision>
  <dcterms:created xsi:type="dcterms:W3CDTF">2022-09-23T12:11:08Z</dcterms:created>
  <dcterms:modified xsi:type="dcterms:W3CDTF">2025-09-15T14:14:18Z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2021-10-05T00:00:00Z</vt:filetime>
  </property>
  <property fmtid="{D5CDD505-2E9C-101B-9397-08002B2CF9AE}" pid="3" name="Creator">
    <vt:lpwstr>Acrobat PDFMaker 21 for PowerPoint</vt:lpwstr>
  </property>
  <property fmtid="{D5CDD505-2E9C-101B-9397-08002B2CF9AE}" pid="4" name="LastSaved">
    <vt:filetime>2022-09-23T00:00:00Z</vt:filetime>
  </property>
  <property fmtid="{D5CDD505-2E9C-101B-9397-08002B2CF9AE}" pid="5" name="Producer">
    <vt:lpwstr>Adobe PDF Library 21.7.127</vt:lpwstr>
  </property>
</Properties>
</file>