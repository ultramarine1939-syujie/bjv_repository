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2" r:id="rId16"/>
    <p:sldId id="275" r:id="rId17"/>
    <p:sldId id="276" r:id="rId18"/>
    <p:sldId id="277" r:id="rId19"/>
    <p:sldId id="278" r:id="rId20"/>
    <p:sldId id="279" r:id="rId21"/>
    <p:sldId id="281" r:id="rId22"/>
    <p:sldId id="282" r:id="rId23"/>
    <p:sldId id="283" r:id="rId24"/>
    <p:sldId id="284" r:id="rId25"/>
    <p:sldId id="288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8" r:id="rId67"/>
    <p:sldId id="339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351" r:id="rId80"/>
    <p:sldId id="352" r:id="rId81"/>
    <p:sldId id="353" r:id="rId82"/>
    <p:sldId id="354" r:id="rId83"/>
    <p:sldId id="355" r:id="rId84"/>
    <p:sldId id="356" r:id="rId85"/>
    <p:sldId id="357" r:id="rId86"/>
    <p:sldId id="358" r:id="rId87"/>
    <p:sldId id="359" r:id="rId88"/>
    <p:sldId id="360" r:id="rId89"/>
    <p:sldId id="364" r:id="rId90"/>
    <p:sldId id="365" r:id="rId91"/>
    <p:sldId id="366" r:id="rId92"/>
    <p:sldId id="367" r:id="rId93"/>
    <p:sldId id="368" r:id="rId94"/>
    <p:sldId id="369" r:id="rId95"/>
    <p:sldId id="370" r:id="rId96"/>
    <p:sldId id="371" r:id="rId97"/>
    <p:sldId id="372" r:id="rId98"/>
    <p:sldId id="373" r:id="rId99"/>
    <p:sldId id="374" r:id="rId100"/>
    <p:sldId id="375" r:id="rId101"/>
    <p:sldId id="376" r:id="rId102"/>
    <p:sldId id="377" r:id="rId103"/>
    <p:sldId id="378" r:id="rId104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12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168" y="734804"/>
            <a:ext cx="7859663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390" y="2127256"/>
            <a:ext cx="7729218" cy="3126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001" y="6190289"/>
            <a:ext cx="2851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377588"/>
            <a:ext cx="4479925" cy="124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sz="45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45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4500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406</a:t>
            </a:r>
            <a:r>
              <a:rPr sz="4500" spc="-13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4500" spc="-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506)</a:t>
            </a:r>
            <a:endParaRPr sz="4500" dirty="0">
              <a:latin typeface="Calibri"/>
              <a:cs typeface="Calibri"/>
            </a:endParaRPr>
          </a:p>
          <a:p>
            <a:pPr marL="12700">
              <a:lnSpc>
                <a:spcPts val="4270"/>
              </a:lnSpc>
            </a:pP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.</a:t>
            </a:r>
            <a:r>
              <a:rPr sz="3600" spc="-6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6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4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Sp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ace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45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5" dirty="0">
                <a:latin typeface="Calibri"/>
                <a:cs typeface="Calibri"/>
              </a:rPr>
              <a:t>ll</a:t>
            </a:r>
            <a:r>
              <a:rPr spc="-10" dirty="0">
                <a:latin typeface="Calibri"/>
                <a:cs typeface="Calibri"/>
              </a:rPr>
              <a:t>abus</a:t>
            </a:r>
          </a:p>
        </p:txBody>
      </p:sp>
      <p:sp>
        <p:nvSpPr>
          <p:cNvPr id="5" name="object 5"/>
          <p:cNvSpPr/>
          <p:nvPr/>
        </p:nvSpPr>
        <p:spPr>
          <a:xfrm>
            <a:off x="3602979" y="3935729"/>
            <a:ext cx="2049780" cy="1254760"/>
          </a:xfrm>
          <a:custGeom>
            <a:avLst/>
            <a:gdLst/>
            <a:ahLst/>
            <a:cxnLst/>
            <a:rect l="l" t="t" r="r" b="b"/>
            <a:pathLst>
              <a:path w="2049779" h="1254760">
                <a:moveTo>
                  <a:pt x="0" y="209132"/>
                </a:moveTo>
                <a:lnTo>
                  <a:pt x="6078" y="158875"/>
                </a:lnTo>
                <a:lnTo>
                  <a:pt x="23344" y="113023"/>
                </a:lnTo>
                <a:lnTo>
                  <a:pt x="50344" y="73031"/>
                </a:lnTo>
                <a:lnTo>
                  <a:pt x="85627" y="40350"/>
                </a:lnTo>
                <a:lnTo>
                  <a:pt x="127738" y="16434"/>
                </a:lnTo>
                <a:lnTo>
                  <a:pt x="175226" y="2737"/>
                </a:lnTo>
                <a:lnTo>
                  <a:pt x="209153" y="0"/>
                </a:lnTo>
                <a:lnTo>
                  <a:pt x="1840656" y="0"/>
                </a:lnTo>
                <a:lnTo>
                  <a:pt x="1890909" y="6077"/>
                </a:lnTo>
                <a:lnTo>
                  <a:pt x="1936757" y="23342"/>
                </a:lnTo>
                <a:lnTo>
                  <a:pt x="1976749" y="50341"/>
                </a:lnTo>
                <a:lnTo>
                  <a:pt x="2009429" y="85621"/>
                </a:lnTo>
                <a:lnTo>
                  <a:pt x="2033345" y="127728"/>
                </a:lnTo>
                <a:lnTo>
                  <a:pt x="2047042" y="175209"/>
                </a:lnTo>
                <a:lnTo>
                  <a:pt x="2049779" y="209132"/>
                </a:lnTo>
                <a:lnTo>
                  <a:pt x="2049779" y="1045631"/>
                </a:lnTo>
                <a:lnTo>
                  <a:pt x="2043701" y="1095884"/>
                </a:lnTo>
                <a:lnTo>
                  <a:pt x="2026436" y="1141734"/>
                </a:lnTo>
                <a:lnTo>
                  <a:pt x="1999437" y="1181727"/>
                </a:lnTo>
                <a:lnTo>
                  <a:pt x="1964159" y="1214410"/>
                </a:lnTo>
                <a:lnTo>
                  <a:pt x="1922053" y="1238327"/>
                </a:lnTo>
                <a:lnTo>
                  <a:pt x="1874575" y="1252026"/>
                </a:lnTo>
                <a:lnTo>
                  <a:pt x="1840656" y="1254764"/>
                </a:lnTo>
                <a:lnTo>
                  <a:pt x="209153" y="1254764"/>
                </a:lnTo>
                <a:lnTo>
                  <a:pt x="158889" y="1248685"/>
                </a:lnTo>
                <a:lnTo>
                  <a:pt x="113032" y="1231418"/>
                </a:lnTo>
                <a:lnTo>
                  <a:pt x="73035" y="1204418"/>
                </a:lnTo>
                <a:lnTo>
                  <a:pt x="40352" y="1169137"/>
                </a:lnTo>
                <a:lnTo>
                  <a:pt x="16435" y="1127030"/>
                </a:lnTo>
                <a:lnTo>
                  <a:pt x="2737" y="1079551"/>
                </a:lnTo>
                <a:lnTo>
                  <a:pt x="0" y="1045631"/>
                </a:lnTo>
                <a:lnTo>
                  <a:pt x="0" y="209132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81999" y="2708910"/>
            <a:ext cx="2484120" cy="2700020"/>
          </a:xfrm>
          <a:custGeom>
            <a:avLst/>
            <a:gdLst/>
            <a:ahLst/>
            <a:cxnLst/>
            <a:rect l="l" t="t" r="r" b="b"/>
            <a:pathLst>
              <a:path w="2484120" h="2700020">
                <a:moveTo>
                  <a:pt x="0" y="414040"/>
                </a:moveTo>
                <a:lnTo>
                  <a:pt x="5419" y="346882"/>
                </a:lnTo>
                <a:lnTo>
                  <a:pt x="21108" y="283174"/>
                </a:lnTo>
                <a:lnTo>
                  <a:pt x="46215" y="223768"/>
                </a:lnTo>
                <a:lnTo>
                  <a:pt x="79887" y="169516"/>
                </a:lnTo>
                <a:lnTo>
                  <a:pt x="121272" y="121272"/>
                </a:lnTo>
                <a:lnTo>
                  <a:pt x="169516" y="79887"/>
                </a:lnTo>
                <a:lnTo>
                  <a:pt x="223768" y="46215"/>
                </a:lnTo>
                <a:lnTo>
                  <a:pt x="283174" y="21108"/>
                </a:lnTo>
                <a:lnTo>
                  <a:pt x="346882" y="5419"/>
                </a:lnTo>
                <a:lnTo>
                  <a:pt x="414040" y="0"/>
                </a:lnTo>
                <a:lnTo>
                  <a:pt x="2070110" y="0"/>
                </a:lnTo>
                <a:lnTo>
                  <a:pt x="2137267" y="5419"/>
                </a:lnTo>
                <a:lnTo>
                  <a:pt x="2200972" y="21108"/>
                </a:lnTo>
                <a:lnTo>
                  <a:pt x="2260375" y="46215"/>
                </a:lnTo>
                <a:lnTo>
                  <a:pt x="2314623" y="79887"/>
                </a:lnTo>
                <a:lnTo>
                  <a:pt x="2362862" y="121272"/>
                </a:lnTo>
                <a:lnTo>
                  <a:pt x="2404242" y="169516"/>
                </a:lnTo>
                <a:lnTo>
                  <a:pt x="2437910" y="223768"/>
                </a:lnTo>
                <a:lnTo>
                  <a:pt x="2463014" y="283174"/>
                </a:lnTo>
                <a:lnTo>
                  <a:pt x="2478701" y="346882"/>
                </a:lnTo>
                <a:lnTo>
                  <a:pt x="2484119" y="414040"/>
                </a:lnTo>
                <a:lnTo>
                  <a:pt x="2484119" y="2285987"/>
                </a:lnTo>
                <a:lnTo>
                  <a:pt x="2478701" y="2353148"/>
                </a:lnTo>
                <a:lnTo>
                  <a:pt x="2463014" y="2416857"/>
                </a:lnTo>
                <a:lnTo>
                  <a:pt x="2437910" y="2476262"/>
                </a:lnTo>
                <a:lnTo>
                  <a:pt x="2404242" y="2530512"/>
                </a:lnTo>
                <a:lnTo>
                  <a:pt x="2362862" y="2578754"/>
                </a:lnTo>
                <a:lnTo>
                  <a:pt x="2314623" y="2620135"/>
                </a:lnTo>
                <a:lnTo>
                  <a:pt x="2260375" y="2653805"/>
                </a:lnTo>
                <a:lnTo>
                  <a:pt x="2200972" y="2678909"/>
                </a:lnTo>
                <a:lnTo>
                  <a:pt x="2137267" y="2694597"/>
                </a:lnTo>
                <a:lnTo>
                  <a:pt x="2070110" y="2700015"/>
                </a:lnTo>
                <a:lnTo>
                  <a:pt x="414040" y="2700015"/>
                </a:lnTo>
                <a:lnTo>
                  <a:pt x="346882" y="2694597"/>
                </a:lnTo>
                <a:lnTo>
                  <a:pt x="283174" y="2678909"/>
                </a:lnTo>
                <a:lnTo>
                  <a:pt x="223768" y="2653805"/>
                </a:lnTo>
                <a:lnTo>
                  <a:pt x="169516" y="2620135"/>
                </a:lnTo>
                <a:lnTo>
                  <a:pt x="121272" y="2578754"/>
                </a:lnTo>
                <a:lnTo>
                  <a:pt x="79887" y="2530512"/>
                </a:lnTo>
                <a:lnTo>
                  <a:pt x="46215" y="2476262"/>
                </a:lnTo>
                <a:lnTo>
                  <a:pt x="21108" y="2416857"/>
                </a:lnTo>
                <a:lnTo>
                  <a:pt x="5419" y="2353148"/>
                </a:lnTo>
                <a:lnTo>
                  <a:pt x="0" y="2285987"/>
                </a:lnTo>
                <a:lnTo>
                  <a:pt x="0" y="41404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5844" y="1826258"/>
            <a:ext cx="1236975" cy="15062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52983" y="2969264"/>
            <a:ext cx="1236975" cy="15062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75079" y="2167086"/>
            <a:ext cx="395605" cy="185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735" y="2169930"/>
            <a:ext cx="2050414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ept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717" y="3489881"/>
            <a:ext cx="2091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Fun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ep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717" y="4038521"/>
            <a:ext cx="2318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if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ra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77740" y="1211589"/>
            <a:ext cx="1236975" cy="15062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98177" y="155378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7145" y="1753713"/>
            <a:ext cx="704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4988" y="2028033"/>
            <a:ext cx="12865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10" dirty="0">
                <a:latin typeface="Calibri"/>
                <a:cs typeface="Calibri"/>
              </a:rPr>
              <a:t>fi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11399" y="4625340"/>
            <a:ext cx="1236978" cy="15062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1717" y="4965876"/>
            <a:ext cx="263461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  <a:tabLst>
                <a:tab pos="2273935" algn="l"/>
              </a:tabLst>
            </a:pPr>
            <a:r>
              <a:rPr sz="1800" b="1" spc="-20" dirty="0">
                <a:latin typeface="Calibri"/>
                <a:cs typeface="Calibri"/>
              </a:rPr>
              <a:t>po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ts val="1035"/>
              </a:lnSpc>
            </a:pP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lo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ana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0" dirty="0">
                <a:latin typeface="Calibri"/>
                <a:cs typeface="Calibri"/>
              </a:rPr>
              <a:t>sis,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et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im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39349" y="3002280"/>
            <a:ext cx="1236978" cy="15062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61232" y="334339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32088" y="3010798"/>
            <a:ext cx="14560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89903" y="3285118"/>
            <a:ext cx="17379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“</a:t>
            </a:r>
            <a:r>
              <a:rPr sz="1800" b="1" spc="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39637" y="3559438"/>
            <a:ext cx="1437005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7592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eo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  <a:p>
            <a:pPr marL="12700" marR="5080" indent="58419">
              <a:lnSpc>
                <a:spcPct val="100000"/>
              </a:lnSpc>
              <a:spcBef>
                <a:spcPts val="1355"/>
              </a:spcBef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ab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2139" y="4554751"/>
            <a:ext cx="175387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26695">
              <a:lnSpc>
                <a:spcPct val="100000"/>
              </a:lnSpc>
            </a:pP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minim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pa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98966" y="5566543"/>
            <a:ext cx="1157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12089" y="2984504"/>
            <a:ext cx="1231903" cy="15062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333175" y="3324958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8369" y="2349928"/>
            <a:ext cx="151701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54285" y="5662353"/>
            <a:ext cx="25679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lti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20058" y="3142040"/>
            <a:ext cx="1410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obu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21069" y="4879643"/>
            <a:ext cx="2027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2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20" dirty="0">
                <a:latin typeface="Calibri"/>
                <a:cs typeface="Calibri"/>
              </a:rPr>
              <a:t>ar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17213" y="3952895"/>
            <a:ext cx="17075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29300" y="2666146"/>
            <a:ext cx="401320" cy="209550"/>
          </a:xfrm>
          <a:custGeom>
            <a:avLst/>
            <a:gdLst/>
            <a:ahLst/>
            <a:cxnLst/>
            <a:rect l="l" t="t" r="r" b="b"/>
            <a:pathLst>
              <a:path w="401320" h="209550">
                <a:moveTo>
                  <a:pt x="0" y="209184"/>
                </a:moveTo>
                <a:lnTo>
                  <a:pt x="40075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41933" y="2662001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821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82639" y="3309183"/>
            <a:ext cx="441325" cy="104775"/>
          </a:xfrm>
          <a:custGeom>
            <a:avLst/>
            <a:gdLst/>
            <a:ahLst/>
            <a:cxnLst/>
            <a:rect l="l" t="t" r="r" b="b"/>
            <a:pathLst>
              <a:path w="441325" h="104775">
                <a:moveTo>
                  <a:pt x="0" y="104607"/>
                </a:moveTo>
                <a:lnTo>
                  <a:pt x="440984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39225" y="3283518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43" y="8650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69929" y="4096405"/>
            <a:ext cx="551180" cy="52705"/>
          </a:xfrm>
          <a:custGeom>
            <a:avLst/>
            <a:gdLst/>
            <a:ahLst/>
            <a:cxnLst/>
            <a:rect l="l" t="t" r="r" b="b"/>
            <a:pathLst>
              <a:path w="551179" h="52704">
                <a:moveTo>
                  <a:pt x="0" y="52696"/>
                </a:moveTo>
                <a:lnTo>
                  <a:pt x="55062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40449" y="4059411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070" y="36993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77549" y="4597396"/>
            <a:ext cx="445770" cy="177800"/>
          </a:xfrm>
          <a:custGeom>
            <a:avLst/>
            <a:gdLst/>
            <a:ahLst/>
            <a:cxnLst/>
            <a:rect l="l" t="t" r="r" b="b"/>
            <a:pathLst>
              <a:path w="445770" h="177800">
                <a:moveTo>
                  <a:pt x="0" y="0"/>
                </a:moveTo>
                <a:lnTo>
                  <a:pt x="445526" y="17723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35842" y="4705158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57" y="0"/>
                </a:moveTo>
                <a:lnTo>
                  <a:pt x="87233" y="69463"/>
                </a:lnTo>
                <a:lnTo>
                  <a:pt x="0" y="82594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56569" y="5372100"/>
            <a:ext cx="408940" cy="365125"/>
          </a:xfrm>
          <a:custGeom>
            <a:avLst/>
            <a:gdLst/>
            <a:ahLst/>
            <a:cxnLst/>
            <a:rect l="l" t="t" r="r" b="b"/>
            <a:pathLst>
              <a:path w="408939" h="365125">
                <a:moveTo>
                  <a:pt x="0" y="0"/>
                </a:moveTo>
                <a:lnTo>
                  <a:pt x="408919" y="36473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9017" y="5652933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890"/>
                </a:lnTo>
                <a:lnTo>
                  <a:pt x="0" y="66339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03504" y="3022610"/>
            <a:ext cx="760095" cy="274955"/>
          </a:xfrm>
          <a:custGeom>
            <a:avLst/>
            <a:gdLst/>
            <a:ahLst/>
            <a:cxnLst/>
            <a:rect l="l" t="t" r="r" b="b"/>
            <a:pathLst>
              <a:path w="760095" h="274954">
                <a:moveTo>
                  <a:pt x="0" y="0"/>
                </a:moveTo>
                <a:lnTo>
                  <a:pt x="759720" y="27471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76447" y="322963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696"/>
                </a:lnTo>
                <a:lnTo>
                  <a:pt x="0" y="8360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603504" y="3952244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50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85804" y="3907798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891"/>
                </a:moveTo>
                <a:lnTo>
                  <a:pt x="76199" y="444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87323" y="4747354"/>
            <a:ext cx="648335" cy="172720"/>
          </a:xfrm>
          <a:custGeom>
            <a:avLst/>
            <a:gdLst/>
            <a:ahLst/>
            <a:cxnLst/>
            <a:rect l="l" t="t" r="r" b="b"/>
            <a:pathLst>
              <a:path w="648335" h="172720">
                <a:moveTo>
                  <a:pt x="0" y="172474"/>
                </a:moveTo>
                <a:lnTo>
                  <a:pt x="648285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50539" y="4723982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7"/>
                </a:moveTo>
                <a:lnTo>
                  <a:pt x="85069" y="23372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24059" y="2322819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743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12960" y="2683062"/>
            <a:ext cx="222250" cy="190500"/>
          </a:xfrm>
          <a:custGeom>
            <a:avLst/>
            <a:gdLst/>
            <a:ahLst/>
            <a:cxnLst/>
            <a:rect l="l" t="t" r="r" b="b"/>
            <a:pathLst>
              <a:path w="222250" h="190500">
                <a:moveTo>
                  <a:pt x="222260" y="0"/>
                </a:moveTo>
                <a:lnTo>
                  <a:pt x="111099" y="190499"/>
                </a:lnTo>
                <a:lnTo>
                  <a:pt x="0" y="0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30" dirty="0">
                <a:latin typeface="Calibri"/>
                <a:cs typeface="Calibri"/>
              </a:rPr>
              <a:t>GR</a:t>
            </a:r>
            <a:r>
              <a:rPr spc="-25" dirty="0">
                <a:latin typeface="Calibri"/>
                <a:cs typeface="Calibri"/>
              </a:rPr>
              <a:t>40</a:t>
            </a:r>
            <a:r>
              <a:rPr spc="-20" dirty="0">
                <a:latin typeface="Calibri"/>
                <a:cs typeface="Calibri"/>
              </a:rPr>
              <a:t>6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506)</a:t>
            </a:r>
          </a:p>
          <a:p>
            <a:pPr marL="57785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5" dirty="0">
                <a:latin typeface="Calibri"/>
                <a:cs typeface="Calibri"/>
              </a:rPr>
              <a:t>li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Calibri"/>
                <a:cs typeface="Calibri"/>
              </a:rPr>
              <a:t>S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6938009" cy="328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Sy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 </a:t>
            </a:r>
            <a:r>
              <a:rPr sz="2600" u="heavy" spc="-140" dirty="0">
                <a:latin typeface="Calibri"/>
                <a:cs typeface="Calibri"/>
              </a:rPr>
              <a:t>V</a:t>
            </a:r>
            <a:r>
              <a:rPr sz="2600" u="heavy" spc="-25" dirty="0">
                <a:latin typeface="Calibri"/>
                <a:cs typeface="Calibri"/>
              </a:rPr>
              <a:t>ar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10" dirty="0">
                <a:latin typeface="Calibri"/>
                <a:cs typeface="Calibri"/>
              </a:rPr>
              <a:t>ab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15" dirty="0">
                <a:latin typeface="Calibri"/>
                <a:cs typeface="Calibri"/>
              </a:rPr>
              <a:t> </a:t>
            </a:r>
            <a:r>
              <a:rPr sz="2600" u="heavy" spc="-35" dirty="0">
                <a:latin typeface="Calibri"/>
                <a:cs typeface="Calibri"/>
              </a:rPr>
              <a:t>F</a:t>
            </a:r>
            <a:r>
              <a:rPr sz="2600" u="heavy" spc="-10" dirty="0">
                <a:latin typeface="Calibri"/>
                <a:cs typeface="Calibri"/>
              </a:rPr>
              <a:t>eedba</a:t>
            </a:r>
            <a:r>
              <a:rPr sz="2600" u="heavy" dirty="0">
                <a:latin typeface="Calibri"/>
                <a:cs typeface="Calibri"/>
              </a:rPr>
              <a:t>c</a:t>
            </a:r>
            <a:r>
              <a:rPr sz="2600" u="heavy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Addit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8779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7146925" cy="399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10" dirty="0">
                <a:latin typeface="Calibri"/>
                <a:cs typeface="Calibri"/>
              </a:rPr>
              <a:t>n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25" dirty="0">
                <a:latin typeface="Calibri"/>
                <a:cs typeface="Calibri"/>
              </a:rPr>
              <a:t>m</a:t>
            </a:r>
            <a:r>
              <a:rPr sz="2600" u="heavy" spc="-10" dirty="0">
                <a:latin typeface="Calibri"/>
                <a:cs typeface="Calibri"/>
              </a:rPr>
              <a:t>al</a:t>
            </a:r>
            <a:r>
              <a:rPr sz="2600" u="heavy" spc="20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pa</a:t>
            </a:r>
            <a:r>
              <a:rPr sz="2600" u="heavy" dirty="0">
                <a:latin typeface="Calibri"/>
                <a:cs typeface="Calibri"/>
              </a:rPr>
              <a:t>c</a:t>
            </a:r>
            <a:r>
              <a:rPr sz="2600" u="heavy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00">
              <a:latin typeface="Times New Roman"/>
              <a:cs typeface="Times New Roman"/>
            </a:endParaRPr>
          </a:p>
          <a:p>
            <a:pPr marL="2578735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ect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s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5</a:t>
            </a:r>
            <a:r>
              <a:rPr dirty="0">
                <a:latin typeface="Calibri"/>
                <a:cs typeface="Calibri"/>
              </a:rPr>
              <a:t>.</a:t>
            </a:r>
            <a:r>
              <a:rPr spc="-5" dirty="0">
                <a:latin typeface="Calibri"/>
                <a:cs typeface="Calibri"/>
              </a:rPr>
              <a:t>1</a:t>
            </a:r>
            <a:r>
              <a:rPr spc="5" dirty="0">
                <a:latin typeface="Calibri"/>
                <a:cs typeface="Calibri"/>
              </a:rPr>
              <a:t>/</a:t>
            </a:r>
            <a:r>
              <a:rPr spc="-5" dirty="0">
                <a:latin typeface="Calibri"/>
                <a:cs typeface="Calibri"/>
              </a:rPr>
              <a:t>5</a:t>
            </a:r>
            <a:r>
              <a:rPr dirty="0">
                <a:latin typeface="Calibri"/>
                <a:cs typeface="Calibri"/>
              </a:rPr>
              <a:t>.</a:t>
            </a:r>
            <a:r>
              <a:rPr spc="-20" dirty="0">
                <a:latin typeface="Calibri"/>
                <a:cs typeface="Calibri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633" y="2530357"/>
            <a:ext cx="6659245" cy="2087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10" dirty="0">
                <a:latin typeface="Calibri"/>
                <a:cs typeface="Calibri"/>
              </a:rPr>
              <a:t>es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li</a:t>
            </a:r>
            <a:r>
              <a:rPr sz="2800" spc="5" dirty="0">
                <a:latin typeface="Calibri"/>
                <a:cs typeface="Calibri"/>
              </a:rPr>
              <a:t>d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b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u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alibri"/>
                <a:cs typeface="Calibri"/>
              </a:rPr>
              <a:t>m</a:t>
            </a:r>
            <a:r>
              <a:rPr sz="2800" b="1" spc="-20" dirty="0">
                <a:latin typeface="Calibri"/>
                <a:cs typeface="Calibri"/>
              </a:rPr>
              <a:t>in</a:t>
            </a:r>
            <a:r>
              <a:rPr sz="2800" b="1" spc="-10" dirty="0">
                <a:latin typeface="Calibri"/>
                <a:cs typeface="Calibri"/>
              </a:rPr>
              <a:t>i</a:t>
            </a:r>
            <a:r>
              <a:rPr sz="2800" b="1" dirty="0">
                <a:latin typeface="Calibri"/>
                <a:cs typeface="Calibri"/>
              </a:rPr>
              <a:t>m</a:t>
            </a:r>
            <a:r>
              <a:rPr sz="2800" b="1" spc="-20" dirty="0">
                <a:latin typeface="Calibri"/>
                <a:cs typeface="Calibri"/>
              </a:rPr>
              <a:t>a</a:t>
            </a:r>
            <a:r>
              <a:rPr sz="2800" b="1" spc="-10" dirty="0">
                <a:latin typeface="Calibri"/>
                <a:cs typeface="Calibri"/>
              </a:rPr>
              <a:t>l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Calibri"/>
                <a:cs typeface="Calibri"/>
              </a:rPr>
              <a:t>s</a:t>
            </a:r>
            <a:r>
              <a:rPr sz="2800" spc="-50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Calibri"/>
                <a:cs typeface="Calibri"/>
              </a:rPr>
              <a:t>f</a:t>
            </a:r>
            <a:r>
              <a:rPr sz="2800" spc="-10" dirty="0">
                <a:latin typeface="Calibri"/>
                <a:cs typeface="Calibri"/>
              </a:rPr>
              <a:t>ee</a:t>
            </a:r>
            <a:r>
              <a:rPr sz="2800" spc="5" dirty="0">
                <a:latin typeface="Calibri"/>
                <a:cs typeface="Calibri"/>
              </a:rPr>
              <a:t>db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k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alibri"/>
                <a:cs typeface="Calibri"/>
              </a:rPr>
              <a:t>ma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25" dirty="0">
                <a:latin typeface="Calibri"/>
                <a:cs typeface="Calibri"/>
              </a:rPr>
              <a:t>ma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4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l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5" dirty="0">
                <a:latin typeface="Calibri"/>
                <a:cs typeface="Calibri"/>
              </a:rPr>
              <a:t>qu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u="heavy" spc="-20" dirty="0">
                <a:latin typeface="Calibri"/>
                <a:cs typeface="Calibri"/>
              </a:rPr>
              <a:t>not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45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Calibri"/>
                <a:cs typeface="Calibri"/>
              </a:rPr>
              <a:t>b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ud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Calibri"/>
                <a:cs typeface="Calibri"/>
              </a:rPr>
              <a:t>d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p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h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Calibri"/>
                <a:cs typeface="Calibri"/>
              </a:rPr>
              <a:t>f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alibri"/>
                <a:cs typeface="Calibri"/>
              </a:rPr>
              <a:t>m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du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spc="-10" dirty="0">
                <a:latin typeface="Calibri"/>
                <a:cs typeface="Calibri"/>
              </a:rPr>
              <a:t>e!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Calibri"/>
                <a:cs typeface="Calibri"/>
              </a:rPr>
              <a:t>f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c</a:t>
            </a:r>
            <a:r>
              <a:rPr sz="2800" spc="5" dirty="0">
                <a:latin typeface="Calibri"/>
                <a:cs typeface="Calibri"/>
              </a:rPr>
              <a:t>u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h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mo</a:t>
            </a:r>
            <a:r>
              <a:rPr sz="2800" spc="5" dirty="0">
                <a:latin typeface="Calibri"/>
                <a:cs typeface="Calibri"/>
              </a:rPr>
              <a:t>du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non</a:t>
            </a:r>
            <a:r>
              <a:rPr sz="2800" b="1" dirty="0">
                <a:latin typeface="Calibri"/>
                <a:cs typeface="Calibri"/>
              </a:rPr>
              <a:t>-m</a:t>
            </a:r>
            <a:r>
              <a:rPr sz="2800" b="1" spc="-20" dirty="0">
                <a:latin typeface="Calibri"/>
                <a:cs typeface="Calibri"/>
              </a:rPr>
              <a:t>in</a:t>
            </a:r>
            <a:r>
              <a:rPr sz="2800" b="1" spc="-10" dirty="0">
                <a:latin typeface="Calibri"/>
                <a:cs typeface="Calibri"/>
              </a:rPr>
              <a:t>i</a:t>
            </a:r>
            <a:r>
              <a:rPr sz="2800" b="1" dirty="0">
                <a:latin typeface="Calibri"/>
                <a:cs typeface="Calibri"/>
              </a:rPr>
              <a:t>m</a:t>
            </a:r>
            <a:r>
              <a:rPr sz="2800" b="1" spc="-20" dirty="0">
                <a:latin typeface="Calibri"/>
                <a:cs typeface="Calibri"/>
              </a:rPr>
              <a:t>a</a:t>
            </a:r>
            <a:r>
              <a:rPr sz="2800" b="1" spc="-10" dirty="0">
                <a:latin typeface="Calibri"/>
                <a:cs typeface="Calibri"/>
              </a:rPr>
              <a:t>l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35" dirty="0">
                <a:latin typeface="Calibri"/>
                <a:cs typeface="Calibri"/>
              </a:rPr>
              <a:t>s</a:t>
            </a:r>
            <a:r>
              <a:rPr sz="2800" spc="-50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Calibri"/>
                <a:cs typeface="Calibri"/>
              </a:rPr>
              <a:t>f</a:t>
            </a:r>
            <a:r>
              <a:rPr sz="2800" spc="-10" dirty="0">
                <a:latin typeface="Calibri"/>
                <a:cs typeface="Calibri"/>
              </a:rPr>
              <a:t>eed</a:t>
            </a:r>
            <a:r>
              <a:rPr sz="2800" spc="5" dirty="0">
                <a:latin typeface="Calibri"/>
                <a:cs typeface="Calibri"/>
              </a:rPr>
              <a:t>b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k,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ns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5" dirty="0">
                <a:latin typeface="Calibri"/>
                <a:cs typeface="Calibri"/>
              </a:rPr>
              <a:t>d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20" dirty="0">
                <a:latin typeface="Calibri"/>
                <a:cs typeface="Calibri"/>
              </a:rPr>
              <a:t>A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pa</a:t>
            </a:r>
            <a:r>
              <a:rPr spc="-20" dirty="0">
                <a:latin typeface="Calibri"/>
                <a:cs typeface="Calibri"/>
              </a:rPr>
              <a:t>ce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p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1395" y="2109255"/>
            <a:ext cx="543179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0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3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)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</a:t>
            </a:r>
            <a:r>
              <a:rPr sz="2050" dirty="0">
                <a:latin typeface="Times New Roman"/>
                <a:cs typeface="Times New Roman"/>
              </a:rPr>
              <a:t> </a:t>
            </a:r>
            <a:r>
              <a:rPr sz="2050" spc="45" dirty="0">
                <a:latin typeface="Symbol"/>
                <a:cs typeface="Symbol"/>
              </a:rPr>
              <a:t></a:t>
            </a:r>
            <a:r>
              <a:rPr sz="2050" i="1" spc="-185" dirty="0">
                <a:latin typeface="Times New Roman"/>
                <a:cs typeface="Times New Roman"/>
              </a:rPr>
              <a:t>a</a:t>
            </a:r>
            <a:r>
              <a:rPr sz="2100" spc="15" baseline="-21825" dirty="0">
                <a:latin typeface="Times New Roman"/>
                <a:cs typeface="Times New Roman"/>
              </a:rPr>
              <a:t>1</a:t>
            </a:r>
            <a:r>
              <a:rPr sz="2100" spc="-209" baseline="-21825" dirty="0">
                <a:latin typeface="Times New Roman"/>
                <a:cs typeface="Times New Roman"/>
              </a:rPr>
              <a:t> </a:t>
            </a: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Symbol"/>
                <a:cs typeface="Symbol"/>
              </a:rPr>
              <a:t></a:t>
            </a:r>
            <a:r>
              <a:rPr sz="2050" spc="-175" dirty="0">
                <a:latin typeface="Times New Roman"/>
                <a:cs typeface="Times New Roman"/>
              </a:rPr>
              <a:t>1</a:t>
            </a:r>
            <a:r>
              <a:rPr sz="2050" spc="-10" dirty="0">
                <a:latin typeface="Times New Roman"/>
                <a:cs typeface="Times New Roman"/>
              </a:rPr>
              <a:t>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i="1" spc="-25" dirty="0">
                <a:latin typeface="Times New Roman"/>
                <a:cs typeface="Times New Roman"/>
              </a:rPr>
              <a:t>a</a:t>
            </a:r>
            <a:r>
              <a:rPr sz="2100" spc="15" baseline="-21825" dirty="0">
                <a:latin typeface="Times New Roman"/>
                <a:cs typeface="Times New Roman"/>
              </a:rPr>
              <a:t>2</a:t>
            </a:r>
            <a:r>
              <a:rPr sz="2100" spc="-44" baseline="-21825" dirty="0">
                <a:latin typeface="Times New Roman"/>
                <a:cs typeface="Times New Roman"/>
              </a:rPr>
              <a:t> </a:t>
            </a: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2)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i="1" spc="-70" dirty="0">
                <a:latin typeface="Times New Roman"/>
                <a:cs typeface="Times New Roman"/>
              </a:rPr>
              <a:t>a</a:t>
            </a:r>
            <a:r>
              <a:rPr sz="2100" spc="15" baseline="-21825" dirty="0">
                <a:latin typeface="Times New Roman"/>
                <a:cs typeface="Times New Roman"/>
              </a:rPr>
              <a:t>3</a:t>
            </a:r>
            <a:r>
              <a:rPr sz="2100" spc="-112" baseline="-21825" dirty="0">
                <a:latin typeface="Times New Roman"/>
                <a:cs typeface="Times New Roman"/>
              </a:rPr>
              <a:t> </a:t>
            </a: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220" dirty="0">
                <a:latin typeface="Times New Roman"/>
                <a:cs typeface="Times New Roman"/>
              </a:rPr>
              <a:t> </a:t>
            </a:r>
            <a:r>
              <a:rPr sz="2050" spc="-80" dirty="0">
                <a:latin typeface="Times New Roman"/>
                <a:cs typeface="Times New Roman"/>
              </a:rPr>
              <a:t>3</a:t>
            </a:r>
            <a:r>
              <a:rPr sz="2050" spc="-10" dirty="0">
                <a:latin typeface="Times New Roman"/>
                <a:cs typeface="Times New Roman"/>
              </a:rPr>
              <a:t>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</a:t>
            </a:r>
            <a:r>
              <a:rPr sz="2050" spc="-185" dirty="0">
                <a:latin typeface="Times New Roman"/>
                <a:cs typeface="Times New Roman"/>
              </a:rPr>
              <a:t> </a:t>
            </a:r>
            <a:r>
              <a:rPr sz="2050" i="1" spc="75" dirty="0">
                <a:latin typeface="Times New Roman"/>
                <a:cs typeface="Times New Roman"/>
              </a:rPr>
              <a:t>u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Symbol"/>
                <a:cs typeface="Symbol"/>
              </a:rPr>
              <a:t></a:t>
            </a:r>
            <a:r>
              <a:rPr sz="2050" spc="-170" dirty="0">
                <a:latin typeface="Times New Roman"/>
                <a:cs typeface="Times New Roman"/>
              </a:rPr>
              <a:t>1)</a:t>
            </a:r>
            <a:endParaRPr sz="2050" dirty="0">
              <a:latin typeface="Times New Roman"/>
              <a:cs typeface="Times New Roman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E5E289-0AE0-2B14-B15B-44921C13A334}"/>
              </a:ext>
            </a:extLst>
          </p:cNvPr>
          <p:cNvGrpSpPr/>
          <p:nvPr/>
        </p:nvGrpSpPr>
        <p:grpSpPr>
          <a:xfrm>
            <a:off x="1113949" y="2592551"/>
            <a:ext cx="4033190" cy="829611"/>
            <a:chOff x="1113949" y="2592551"/>
            <a:chExt cx="4033190" cy="829611"/>
          </a:xfrm>
        </p:grpSpPr>
        <p:sp>
          <p:nvSpPr>
            <p:cNvPr id="6" name="object 6"/>
            <p:cNvSpPr/>
            <p:nvPr/>
          </p:nvSpPr>
          <p:spPr>
            <a:xfrm>
              <a:off x="1870186" y="2989887"/>
              <a:ext cx="2756535" cy="0"/>
            </a:xfrm>
            <a:custGeom>
              <a:avLst/>
              <a:gdLst/>
              <a:ahLst/>
              <a:cxnLst/>
              <a:rect l="l" t="t" r="r" b="b"/>
              <a:pathLst>
                <a:path w="2756535">
                  <a:moveTo>
                    <a:pt x="0" y="0"/>
                  </a:moveTo>
                  <a:lnTo>
                    <a:pt x="2756295" y="0"/>
                  </a:lnTo>
                </a:path>
              </a:pathLst>
            </a:custGeom>
            <a:ln w="11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651205" y="2829382"/>
              <a:ext cx="495934" cy="2921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i="1" spc="75" dirty="0">
                  <a:latin typeface="Times New Roman"/>
                  <a:cs typeface="Times New Roman"/>
                </a:rPr>
                <a:t>u</a:t>
              </a:r>
              <a:r>
                <a:rPr sz="2100" spc="45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345" dirty="0">
                  <a:latin typeface="Times New Roman"/>
                  <a:cs typeface="Times New Roman"/>
                </a:rPr>
                <a:t> </a:t>
              </a:r>
              <a:r>
                <a:rPr sz="2100" spc="-10" dirty="0">
                  <a:latin typeface="Times New Roman"/>
                  <a:cs typeface="Times New Roman"/>
                </a:rPr>
                <a:t>)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846409" y="3007507"/>
              <a:ext cx="2753360" cy="4146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-15" dirty="0">
                  <a:latin typeface="Times New Roman"/>
                  <a:cs typeface="Times New Roman"/>
                </a:rPr>
                <a:t>1</a:t>
              </a:r>
              <a:r>
                <a:rPr sz="2100" spc="-300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</a:t>
              </a:r>
              <a:r>
                <a:rPr sz="2100" spc="-75" dirty="0">
                  <a:latin typeface="Times New Roman"/>
                  <a:cs typeface="Times New Roman"/>
                </a:rPr>
                <a:t> </a:t>
              </a:r>
              <a:r>
                <a:rPr sz="2100" i="1" spc="-105" dirty="0">
                  <a:latin typeface="Times New Roman"/>
                  <a:cs typeface="Times New Roman"/>
                </a:rPr>
                <a:t>a</a:t>
              </a:r>
              <a:r>
                <a:rPr sz="2325" spc="202" baseline="-19713" dirty="0">
                  <a:latin typeface="Times New Roman"/>
                  <a:cs typeface="Times New Roman"/>
                </a:rPr>
                <a:t>1</a:t>
              </a:r>
              <a:r>
                <a:rPr sz="2100" i="1" spc="-10" dirty="0">
                  <a:latin typeface="Times New Roman"/>
                  <a:cs typeface="Times New Roman"/>
                </a:rPr>
                <a:t>z</a:t>
              </a:r>
              <a:r>
                <a:rPr sz="2100" i="1" spc="-285" dirty="0">
                  <a:latin typeface="Times New Roman"/>
                  <a:cs typeface="Times New Roman"/>
                </a:rPr>
                <a:t> </a:t>
              </a:r>
              <a:r>
                <a:rPr sz="2325" spc="-172" baseline="34050" dirty="0">
                  <a:latin typeface="Symbol"/>
                  <a:cs typeface="Symbol"/>
                </a:rPr>
                <a:t></a:t>
              </a:r>
              <a:r>
                <a:rPr sz="2325" spc="7" baseline="34050" dirty="0">
                  <a:latin typeface="Times New Roman"/>
                  <a:cs typeface="Times New Roman"/>
                </a:rPr>
                <a:t>1</a:t>
              </a:r>
              <a:r>
                <a:rPr sz="2325" spc="247" baseline="34050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</a:t>
              </a:r>
              <a:r>
                <a:rPr sz="2100" spc="-70" dirty="0">
                  <a:latin typeface="Times New Roman"/>
                  <a:cs typeface="Times New Roman"/>
                </a:rPr>
                <a:t> </a:t>
              </a:r>
              <a:r>
                <a:rPr sz="2100" i="1" spc="70" dirty="0">
                  <a:latin typeface="Times New Roman"/>
                  <a:cs typeface="Times New Roman"/>
                </a:rPr>
                <a:t>a</a:t>
              </a:r>
              <a:r>
                <a:rPr sz="2325" spc="7" baseline="-19713" dirty="0">
                  <a:latin typeface="Times New Roman"/>
                  <a:cs typeface="Times New Roman"/>
                </a:rPr>
                <a:t>2</a:t>
              </a:r>
              <a:r>
                <a:rPr sz="2325" spc="-209" baseline="-19713" dirty="0">
                  <a:latin typeface="Times New Roman"/>
                  <a:cs typeface="Times New Roman"/>
                </a:rPr>
                <a:t> </a:t>
              </a:r>
              <a:r>
                <a:rPr sz="2100" i="1" spc="-10" dirty="0">
                  <a:latin typeface="Times New Roman"/>
                  <a:cs typeface="Times New Roman"/>
                </a:rPr>
                <a:t>z</a:t>
              </a:r>
              <a:r>
                <a:rPr sz="2100" i="1" spc="-285" dirty="0">
                  <a:latin typeface="Times New Roman"/>
                  <a:cs typeface="Times New Roman"/>
                </a:rPr>
                <a:t> </a:t>
              </a:r>
              <a:r>
                <a:rPr sz="2325" spc="89" baseline="34050" dirty="0">
                  <a:latin typeface="Symbol"/>
                  <a:cs typeface="Symbol"/>
                </a:rPr>
                <a:t></a:t>
              </a:r>
              <a:r>
                <a:rPr sz="2325" spc="7" baseline="34050" dirty="0">
                  <a:latin typeface="Times New Roman"/>
                  <a:cs typeface="Times New Roman"/>
                </a:rPr>
                <a:t>2</a:t>
              </a:r>
              <a:r>
                <a:rPr sz="2325" baseline="34050" dirty="0">
                  <a:latin typeface="Times New Roman"/>
                  <a:cs typeface="Times New Roman"/>
                </a:rPr>
                <a:t> </a:t>
              </a:r>
              <a:r>
                <a:rPr sz="2325" spc="-157" baseline="34050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</a:t>
              </a:r>
              <a:r>
                <a:rPr sz="2100" spc="-75" dirty="0">
                  <a:latin typeface="Times New Roman"/>
                  <a:cs typeface="Times New Roman"/>
                </a:rPr>
                <a:t> </a:t>
              </a:r>
              <a:r>
                <a:rPr sz="2100" i="1" spc="20" dirty="0">
                  <a:latin typeface="Times New Roman"/>
                  <a:cs typeface="Times New Roman"/>
                </a:rPr>
                <a:t>a</a:t>
              </a:r>
              <a:r>
                <a:rPr sz="2325" spc="7" baseline="-19713" dirty="0">
                  <a:latin typeface="Times New Roman"/>
                  <a:cs typeface="Times New Roman"/>
                </a:rPr>
                <a:t>3</a:t>
              </a:r>
              <a:r>
                <a:rPr sz="2325" spc="-277" baseline="-19713" dirty="0">
                  <a:latin typeface="Times New Roman"/>
                  <a:cs typeface="Times New Roman"/>
                </a:rPr>
                <a:t> </a:t>
              </a:r>
              <a:r>
                <a:rPr sz="2100" i="1" spc="-10" dirty="0">
                  <a:latin typeface="Times New Roman"/>
                  <a:cs typeface="Times New Roman"/>
                </a:rPr>
                <a:t>z</a:t>
              </a:r>
              <a:r>
                <a:rPr sz="2100" i="1" spc="-285" dirty="0">
                  <a:latin typeface="Times New Roman"/>
                  <a:cs typeface="Times New Roman"/>
                </a:rPr>
                <a:t> </a:t>
              </a:r>
              <a:r>
                <a:rPr sz="2325" spc="7" baseline="34050" dirty="0">
                  <a:latin typeface="Symbol"/>
                  <a:cs typeface="Symbol"/>
                </a:rPr>
                <a:t></a:t>
              </a:r>
              <a:r>
                <a:rPr sz="2325" spc="7" baseline="34050" dirty="0">
                  <a:latin typeface="Times New Roman"/>
                  <a:cs typeface="Times New Roman"/>
                </a:rPr>
                <a:t>3</a:t>
              </a:r>
              <a:endParaRPr sz="2325" baseline="3405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113949" y="2825149"/>
              <a:ext cx="695325" cy="2965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0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345" dirty="0">
                  <a:latin typeface="Times New Roman"/>
                  <a:cs typeface="Times New Roman"/>
                </a:rPr>
                <a:t> </a:t>
              </a:r>
              <a:r>
                <a:rPr sz="2100" spc="-10" dirty="0">
                  <a:latin typeface="Times New Roman"/>
                  <a:cs typeface="Times New Roman"/>
                </a:rPr>
                <a:t>)</a:t>
              </a:r>
              <a:r>
                <a:rPr sz="2100" spc="20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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064648" y="2592551"/>
              <a:ext cx="368300" cy="3613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150" i="1" spc="-15" baseline="-25132" dirty="0">
                  <a:latin typeface="Times New Roman"/>
                  <a:cs typeface="Times New Roman"/>
                </a:rPr>
                <a:t>z</a:t>
              </a:r>
              <a:r>
                <a:rPr sz="3150" i="1" spc="-427" baseline="-25132" dirty="0">
                  <a:latin typeface="Times New Roman"/>
                  <a:cs typeface="Times New Roman"/>
                </a:rPr>
                <a:t> </a:t>
              </a:r>
              <a:r>
                <a:rPr sz="1550" dirty="0">
                  <a:latin typeface="Symbol"/>
                  <a:cs typeface="Symbol"/>
                </a:rPr>
                <a:t></a:t>
              </a:r>
              <a:r>
                <a:rPr sz="1550" spc="5" dirty="0">
                  <a:latin typeface="Times New Roman"/>
                  <a:cs typeface="Times New Roman"/>
                </a:rPr>
                <a:t>1</a:t>
              </a:r>
              <a:endParaRPr sz="1550">
                <a:latin typeface="Times New Roman"/>
                <a:cs typeface="Times New Roman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606CD34-DB3F-E91E-EE24-4CCB94854C6B}"/>
              </a:ext>
            </a:extLst>
          </p:cNvPr>
          <p:cNvGrpSpPr/>
          <p:nvPr/>
        </p:nvGrpSpPr>
        <p:grpSpPr>
          <a:xfrm>
            <a:off x="1107216" y="3823778"/>
            <a:ext cx="6108559" cy="1166804"/>
            <a:chOff x="1107216" y="3823778"/>
            <a:chExt cx="6108559" cy="1166804"/>
          </a:xfrm>
        </p:grpSpPr>
        <p:sp>
          <p:nvSpPr>
            <p:cNvPr id="11" name="object 11"/>
            <p:cNvSpPr txBox="1"/>
            <p:nvPr/>
          </p:nvSpPr>
          <p:spPr>
            <a:xfrm>
              <a:off x="2477370" y="3823778"/>
              <a:ext cx="499109" cy="3511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150" spc="112" baseline="-3968" dirty="0">
                  <a:latin typeface="Symbol"/>
                  <a:cs typeface="Symbol"/>
                </a:rPr>
                <a:t></a:t>
              </a:r>
              <a:r>
                <a:rPr sz="2100" spc="45" dirty="0">
                  <a:latin typeface="Symbol"/>
                  <a:cs typeface="Symbol"/>
                </a:rPr>
                <a:t></a:t>
              </a:r>
              <a:r>
                <a:rPr sz="2100" i="1" spc="-190" dirty="0">
                  <a:latin typeface="Times New Roman"/>
                  <a:cs typeface="Times New Roman"/>
                </a:rPr>
                <a:t>a</a:t>
              </a:r>
              <a:r>
                <a:rPr sz="2175" spc="7" baseline="-21072" dirty="0">
                  <a:latin typeface="Times New Roman"/>
                  <a:cs typeface="Times New Roman"/>
                </a:rPr>
                <a:t>1</a:t>
              </a:r>
              <a:endParaRPr sz="2175" baseline="-21072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219514" y="3823778"/>
              <a:ext cx="2549525" cy="10998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75640" algn="l"/>
                  <a:tab pos="1456690" algn="l"/>
                </a:tabLst>
              </a:pPr>
              <a:r>
                <a:rPr sz="2100" spc="45" dirty="0">
                  <a:latin typeface="Symbol"/>
                  <a:cs typeface="Symbol"/>
                </a:rPr>
                <a:t></a:t>
              </a:r>
              <a:r>
                <a:rPr sz="2100" i="1" spc="-25" dirty="0">
                  <a:latin typeface="Times New Roman"/>
                  <a:cs typeface="Times New Roman"/>
                </a:rPr>
                <a:t>a</a:t>
              </a:r>
              <a:r>
                <a:rPr sz="2175" spc="7" baseline="-21072" dirty="0">
                  <a:latin typeface="Times New Roman"/>
                  <a:cs typeface="Times New Roman"/>
                </a:rPr>
                <a:t>2</a:t>
              </a:r>
              <a:r>
                <a:rPr sz="2175" baseline="-21072" dirty="0">
                  <a:latin typeface="Times New Roman"/>
                  <a:cs typeface="Times New Roman"/>
                </a:rPr>
                <a:t>	</a:t>
              </a:r>
              <a:r>
                <a:rPr sz="2100" spc="45" dirty="0">
                  <a:latin typeface="Symbol"/>
                  <a:cs typeface="Symbol"/>
                </a:rPr>
                <a:t></a:t>
              </a:r>
              <a:r>
                <a:rPr sz="2100" i="1" spc="-70" dirty="0">
                  <a:latin typeface="Times New Roman"/>
                  <a:cs typeface="Times New Roman"/>
                </a:rPr>
                <a:t>a</a:t>
              </a:r>
              <a:r>
                <a:rPr sz="2175" spc="7" baseline="-21072" dirty="0">
                  <a:latin typeface="Times New Roman"/>
                  <a:cs typeface="Times New Roman"/>
                </a:rPr>
                <a:t>3</a:t>
              </a:r>
              <a:r>
                <a:rPr sz="2175" spc="-104" baseline="-21072" dirty="0">
                  <a:latin typeface="Times New Roman"/>
                  <a:cs typeface="Times New Roman"/>
                </a:rPr>
                <a:t> </a:t>
              </a:r>
              <a:r>
                <a:rPr sz="3150" spc="-15" baseline="-3968" dirty="0">
                  <a:latin typeface="Symbol"/>
                  <a:cs typeface="Symbol"/>
                </a:rPr>
                <a:t></a:t>
              </a:r>
              <a:r>
                <a:rPr sz="3150" baseline="-3968" dirty="0">
                  <a:latin typeface="Times New Roman"/>
                  <a:cs typeface="Times New Roman"/>
                </a:rPr>
                <a:t>	</a:t>
              </a:r>
              <a:r>
                <a:rPr sz="3150" spc="-15" baseline="-3968" dirty="0">
                  <a:latin typeface="Symbol"/>
                  <a:cs typeface="Symbol"/>
                </a:rPr>
                <a:t></a:t>
              </a:r>
              <a:r>
                <a:rPr sz="3150" spc="-60" baseline="-3968" dirty="0">
                  <a:latin typeface="Times New Roman"/>
                  <a:cs typeface="Times New Roman"/>
                </a:rPr>
                <a:t> </a:t>
              </a: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5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5" dirty="0">
                  <a:latin typeface="Times New Roman"/>
                  <a:cs typeface="Times New Roman"/>
                </a:rPr>
                <a:t> </a:t>
              </a:r>
              <a:r>
                <a:rPr sz="2100" spc="125" dirty="0">
                  <a:latin typeface="Symbol"/>
                  <a:cs typeface="Symbol"/>
                </a:rPr>
                <a:t></a:t>
              </a:r>
              <a:r>
                <a:rPr sz="2100" spc="-180" dirty="0">
                  <a:latin typeface="Times New Roman"/>
                  <a:cs typeface="Times New Roman"/>
                </a:rPr>
                <a:t>1</a:t>
              </a:r>
              <a:r>
                <a:rPr sz="2100" spc="-10" dirty="0">
                  <a:latin typeface="Times New Roman"/>
                  <a:cs typeface="Times New Roman"/>
                </a:rPr>
                <a:t>)</a:t>
              </a:r>
              <a:r>
                <a:rPr sz="2100" spc="-229" dirty="0">
                  <a:latin typeface="Times New Roman"/>
                  <a:cs typeface="Times New Roman"/>
                </a:rPr>
                <a:t> </a:t>
              </a:r>
              <a:r>
                <a:rPr sz="3150" spc="-15" baseline="-3968" dirty="0">
                  <a:latin typeface="Symbol"/>
                  <a:cs typeface="Symbol"/>
                </a:rPr>
                <a:t></a:t>
              </a:r>
              <a:endParaRPr sz="3150" baseline="-3968">
                <a:latin typeface="Symbol"/>
                <a:cs typeface="Symbol"/>
              </a:endParaRPr>
            </a:p>
            <a:p>
              <a:pPr marL="151130">
                <a:lnSpc>
                  <a:spcPct val="100000"/>
                </a:lnSpc>
                <a:spcBef>
                  <a:spcPts val="640"/>
                </a:spcBef>
              </a:pPr>
              <a:r>
                <a:rPr sz="2100" spc="-15" dirty="0">
                  <a:latin typeface="Times New Roman"/>
                  <a:cs typeface="Times New Roman"/>
                </a:rPr>
                <a:t>0</a:t>
              </a:r>
              <a:endParaRPr sz="2100">
                <a:latin typeface="Times New Roman"/>
                <a:cs typeface="Times New Roman"/>
              </a:endParaRPr>
            </a:p>
            <a:p>
              <a:pPr marL="148590">
                <a:lnSpc>
                  <a:spcPct val="100000"/>
                </a:lnSpc>
                <a:spcBef>
                  <a:spcPts val="640"/>
                </a:spcBef>
              </a:pPr>
              <a:r>
                <a:rPr sz="2100" spc="-15" dirty="0">
                  <a:latin typeface="Times New Roman"/>
                  <a:cs typeface="Times New Roman"/>
                </a:rPr>
                <a:t>1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431319" y="3828050"/>
              <a:ext cx="48133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5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345" dirty="0">
                  <a:latin typeface="Times New Roman"/>
                  <a:cs typeface="Times New Roman"/>
                </a:rPr>
                <a:t> </a:t>
              </a:r>
              <a:r>
                <a:rPr sz="2100" spc="-10" dirty="0">
                  <a:latin typeface="Times New Roman"/>
                  <a:cs typeface="Times New Roman"/>
                </a:rPr>
                <a:t>)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998039" y="3828050"/>
              <a:ext cx="381000" cy="3098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25" dirty="0">
                  <a:latin typeface="Symbol"/>
                  <a:cs typeface="Symbol"/>
                </a:rPr>
                <a:t></a:t>
              </a:r>
              <a:r>
                <a:rPr sz="3150" spc="112" baseline="3968" dirty="0">
                  <a:latin typeface="Times New Roman"/>
                  <a:cs typeface="Times New Roman"/>
                </a:rPr>
                <a:t>1</a:t>
              </a:r>
              <a:r>
                <a:rPr sz="2100" spc="-10" dirty="0">
                  <a:latin typeface="Symbol"/>
                  <a:cs typeface="Symbol"/>
                </a:rPr>
                <a:t>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1107216" y="4098776"/>
              <a:ext cx="1761489" cy="4235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614805" algn="l"/>
                </a:tabLst>
              </a:pPr>
              <a:r>
                <a:rPr sz="3150" spc="-15" baseline="26455" dirty="0">
                  <a:latin typeface="Symbol"/>
                  <a:cs typeface="Symbol"/>
                </a:rPr>
                <a:t></a:t>
              </a:r>
              <a:r>
                <a:rPr sz="3150" spc="-60" baseline="26455" dirty="0">
                  <a:latin typeface="Times New Roman"/>
                  <a:cs typeface="Times New Roman"/>
                </a:rPr>
                <a:t> </a:t>
              </a: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5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5" dirty="0">
                  <a:latin typeface="Times New Roman"/>
                  <a:cs typeface="Times New Roman"/>
                </a:rPr>
                <a:t> </a:t>
              </a:r>
              <a:r>
                <a:rPr sz="2100" spc="125" dirty="0">
                  <a:latin typeface="Symbol"/>
                  <a:cs typeface="Symbol"/>
                </a:rPr>
                <a:t></a:t>
              </a:r>
              <a:r>
                <a:rPr sz="2100" spc="-180" dirty="0">
                  <a:latin typeface="Times New Roman"/>
                  <a:cs typeface="Times New Roman"/>
                </a:rPr>
                <a:t>1</a:t>
              </a:r>
              <a:r>
                <a:rPr sz="2100" spc="-10" dirty="0">
                  <a:latin typeface="Times New Roman"/>
                  <a:cs typeface="Times New Roman"/>
                </a:rPr>
                <a:t>)</a:t>
              </a:r>
              <a:r>
                <a:rPr sz="2100" spc="-229" dirty="0">
                  <a:latin typeface="Times New Roman"/>
                  <a:cs typeface="Times New Roman"/>
                </a:rPr>
                <a:t> </a:t>
              </a:r>
              <a:r>
                <a:rPr sz="3150" spc="-15" baseline="26455" dirty="0">
                  <a:latin typeface="Symbol"/>
                  <a:cs typeface="Symbol"/>
                </a:rPr>
                <a:t></a:t>
              </a:r>
              <a:r>
                <a:rPr sz="3150" spc="75" baseline="2645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</a:t>
              </a:r>
              <a:r>
                <a:rPr sz="2100" spc="30" dirty="0">
                  <a:latin typeface="Times New Roman"/>
                  <a:cs typeface="Times New Roman"/>
                </a:rPr>
                <a:t> </a:t>
              </a:r>
              <a:r>
                <a:rPr sz="3150" spc="-15" baseline="26455" dirty="0">
                  <a:latin typeface="Symbol"/>
                  <a:cs typeface="Symbol"/>
                </a:rPr>
                <a:t></a:t>
              </a:r>
              <a:r>
                <a:rPr sz="3150" baseline="26455" dirty="0">
                  <a:latin typeface="Times New Roman"/>
                  <a:cs typeface="Times New Roman"/>
                </a:rPr>
                <a:t>	</a:t>
              </a:r>
              <a:r>
                <a:rPr sz="2100" spc="-15" dirty="0">
                  <a:latin typeface="Times New Roman"/>
                  <a:cs typeface="Times New Roman"/>
                </a:rPr>
                <a:t>1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015201" y="4098776"/>
              <a:ext cx="407034" cy="4235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90830" algn="l"/>
                </a:tabLst>
              </a:pPr>
              <a:r>
                <a:rPr sz="3150" spc="-22" baseline="-26455" dirty="0">
                  <a:latin typeface="Times New Roman"/>
                  <a:cs typeface="Times New Roman"/>
                </a:rPr>
                <a:t>0	</a:t>
              </a:r>
              <a:r>
                <a:rPr sz="2100" spc="-10" dirty="0">
                  <a:latin typeface="Symbol"/>
                  <a:cs typeface="Symbol"/>
                </a:rPr>
                <a:t>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663710" y="4098776"/>
              <a:ext cx="2552065" cy="4235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150" spc="-15" baseline="26455" dirty="0">
                  <a:latin typeface="Symbol"/>
                  <a:cs typeface="Symbol"/>
                </a:rPr>
                <a:t></a:t>
              </a:r>
              <a:r>
                <a:rPr sz="3150" spc="-352" baseline="26455" dirty="0">
                  <a:latin typeface="Times New Roman"/>
                  <a:cs typeface="Times New Roman"/>
                </a:rPr>
                <a:t> </a:t>
              </a: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0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</a:t>
              </a:r>
              <a:r>
                <a:rPr sz="2100" spc="-15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Times New Roman"/>
                  <a:cs typeface="Times New Roman"/>
                </a:rPr>
                <a:t>2</a:t>
              </a:r>
              <a:r>
                <a:rPr sz="2100" spc="80" dirty="0">
                  <a:latin typeface="Times New Roman"/>
                  <a:cs typeface="Times New Roman"/>
                </a:rPr>
                <a:t>)</a:t>
              </a:r>
              <a:r>
                <a:rPr sz="3150" spc="-15" baseline="26455" dirty="0">
                  <a:latin typeface="Symbol"/>
                  <a:cs typeface="Symbol"/>
                </a:rPr>
                <a:t></a:t>
              </a:r>
              <a:r>
                <a:rPr sz="3150" spc="-157" baseline="2645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</a:t>
              </a:r>
              <a:r>
                <a:rPr sz="2100" spc="-95" dirty="0">
                  <a:latin typeface="Times New Roman"/>
                  <a:cs typeface="Times New Roman"/>
                </a:rPr>
                <a:t> </a:t>
              </a:r>
              <a:r>
                <a:rPr sz="3150" spc="75" baseline="26455" dirty="0">
                  <a:latin typeface="Symbol"/>
                  <a:cs typeface="Symbol"/>
                </a:rPr>
                <a:t></a:t>
              </a:r>
              <a:r>
                <a:rPr sz="2100" spc="60" dirty="0">
                  <a:latin typeface="Times New Roman"/>
                  <a:cs typeface="Times New Roman"/>
                </a:rPr>
                <a:t>0</a:t>
              </a:r>
              <a:r>
                <a:rPr sz="3150" spc="-15" baseline="26455" dirty="0">
                  <a:latin typeface="Symbol"/>
                  <a:cs typeface="Symbol"/>
                </a:rPr>
                <a:t></a:t>
              </a:r>
              <a:r>
                <a:rPr sz="3150" spc="-15" baseline="26455" dirty="0">
                  <a:latin typeface="Times New Roman"/>
                  <a:cs typeface="Times New Roman"/>
                </a:rPr>
                <a:t> </a:t>
              </a:r>
              <a:r>
                <a:rPr sz="2100" i="1" spc="75" dirty="0">
                  <a:latin typeface="Times New Roman"/>
                  <a:cs typeface="Times New Roman"/>
                </a:rPr>
                <a:t>u</a:t>
              </a:r>
              <a:r>
                <a:rPr sz="2100" spc="40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5" dirty="0">
                  <a:latin typeface="Times New Roman"/>
                  <a:cs typeface="Times New Roman"/>
                </a:rPr>
                <a:t> </a:t>
              </a:r>
              <a:r>
                <a:rPr sz="2100" spc="125" dirty="0">
                  <a:latin typeface="Symbol"/>
                  <a:cs typeface="Symbol"/>
                </a:rPr>
                <a:t></a:t>
              </a:r>
              <a:r>
                <a:rPr sz="2100" spc="-175" dirty="0">
                  <a:latin typeface="Times New Roman"/>
                  <a:cs typeface="Times New Roman"/>
                </a:rPr>
                <a:t>1)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1107216" y="4607042"/>
              <a:ext cx="1104900" cy="383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150" spc="-1230" baseline="3968" dirty="0">
                  <a:latin typeface="Symbol"/>
                  <a:cs typeface="Symbol"/>
                </a:rPr>
                <a:t></a:t>
              </a:r>
              <a:r>
                <a:rPr sz="3150" spc="-15" baseline="-14550" dirty="0">
                  <a:latin typeface="Symbol"/>
                  <a:cs typeface="Symbol"/>
                </a:rPr>
                <a:t></a:t>
              </a:r>
              <a:r>
                <a:rPr sz="3150" spc="-352" baseline="-14550" dirty="0">
                  <a:latin typeface="Times New Roman"/>
                  <a:cs typeface="Times New Roman"/>
                </a:rPr>
                <a:t> </a:t>
              </a: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0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</a:t>
              </a:r>
              <a:r>
                <a:rPr sz="2100" spc="-15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Times New Roman"/>
                  <a:cs typeface="Times New Roman"/>
                </a:rPr>
                <a:t>2</a:t>
              </a:r>
              <a:r>
                <a:rPr sz="2100" spc="90" dirty="0">
                  <a:latin typeface="Times New Roman"/>
                  <a:cs typeface="Times New Roman"/>
                </a:rPr>
                <a:t>)</a:t>
              </a:r>
              <a:r>
                <a:rPr sz="3150" spc="-1230" baseline="3968" dirty="0">
                  <a:latin typeface="Symbol"/>
                  <a:cs typeface="Symbol"/>
                </a:rPr>
                <a:t></a:t>
              </a:r>
              <a:r>
                <a:rPr sz="3150" spc="-15" baseline="-14550" dirty="0">
                  <a:latin typeface="Symbol"/>
                  <a:cs typeface="Symbol"/>
                </a:rPr>
                <a:t></a:t>
              </a:r>
              <a:endParaRPr sz="3150" baseline="-14550">
                <a:latin typeface="Symbol"/>
                <a:cs typeface="Symbo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2477370" y="4607042"/>
              <a:ext cx="394335" cy="383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47650" algn="l"/>
                </a:tabLst>
              </a:pPr>
              <a:r>
                <a:rPr sz="2100" spc="-819" dirty="0">
                  <a:latin typeface="Symbol"/>
                  <a:cs typeface="Symbol"/>
                </a:rPr>
                <a:t></a:t>
              </a:r>
              <a:r>
                <a:rPr sz="3150" spc="-15" baseline="-18518" dirty="0">
                  <a:latin typeface="Symbol"/>
                  <a:cs typeface="Symbol"/>
                </a:rPr>
                <a:t></a:t>
              </a:r>
              <a:r>
                <a:rPr sz="3150" baseline="-18518" dirty="0">
                  <a:latin typeface="Times New Roman"/>
                  <a:cs typeface="Times New Roman"/>
                </a:rPr>
                <a:t>	</a:t>
              </a:r>
              <a:r>
                <a:rPr sz="3150" spc="-22" baseline="-3968" dirty="0">
                  <a:latin typeface="Times New Roman"/>
                  <a:cs typeface="Times New Roman"/>
                </a:rPr>
                <a:t>0</a:t>
              </a:r>
              <a:endParaRPr sz="3150" baseline="-3968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015146" y="4352903"/>
              <a:ext cx="776605" cy="637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91465">
                <a:lnSpc>
                  <a:spcPts val="2260"/>
                </a:lnSpc>
                <a:tabLst>
                  <a:tab pos="661035" algn="l"/>
                </a:tabLst>
              </a:pPr>
              <a:r>
                <a:rPr sz="2100" spc="-10" dirty="0">
                  <a:latin typeface="Symbol"/>
                  <a:cs typeface="Symbol"/>
                </a:rPr>
                <a:t></a:t>
              </a:r>
              <a:r>
                <a:rPr sz="2100" spc="-10" dirty="0">
                  <a:latin typeface="Times New Roman"/>
                  <a:cs typeface="Times New Roman"/>
                </a:rPr>
                <a:t>	</a:t>
              </a:r>
              <a:r>
                <a:rPr sz="2100" spc="-10" dirty="0">
                  <a:latin typeface="Symbol"/>
                  <a:cs typeface="Symbol"/>
                </a:rPr>
                <a:t></a:t>
              </a:r>
              <a:endParaRPr sz="2100">
                <a:latin typeface="Symbol"/>
                <a:cs typeface="Symbol"/>
              </a:endParaRPr>
            </a:p>
            <a:p>
              <a:pPr marL="12700">
                <a:lnSpc>
                  <a:spcPts val="2260"/>
                </a:lnSpc>
                <a:tabLst>
                  <a:tab pos="290830" algn="l"/>
                </a:tabLst>
              </a:pPr>
              <a:r>
                <a:rPr sz="3150" spc="-22" baseline="-3968" dirty="0">
                  <a:latin typeface="Times New Roman"/>
                  <a:cs typeface="Times New Roman"/>
                </a:rPr>
                <a:t>0	</a:t>
              </a:r>
              <a:r>
                <a:rPr sz="2100" spc="-819" dirty="0">
                  <a:latin typeface="Symbol"/>
                  <a:cs typeface="Symbol"/>
                </a:rPr>
                <a:t></a:t>
              </a:r>
              <a:r>
                <a:rPr sz="3150" spc="-15" baseline="-18518" dirty="0">
                  <a:latin typeface="Symbol"/>
                  <a:cs typeface="Symbol"/>
                </a:rPr>
                <a:t></a:t>
              </a:r>
              <a:endParaRPr sz="3150" baseline="-18518">
                <a:latin typeface="Symbol"/>
                <a:cs typeface="Symbo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663710" y="4607042"/>
              <a:ext cx="1104900" cy="383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150" spc="-1230" baseline="3968" dirty="0">
                  <a:latin typeface="Symbol"/>
                  <a:cs typeface="Symbol"/>
                </a:rPr>
                <a:t></a:t>
              </a:r>
              <a:r>
                <a:rPr sz="3150" spc="-15" baseline="-14550" dirty="0">
                  <a:latin typeface="Symbol"/>
                  <a:cs typeface="Symbol"/>
                </a:rPr>
                <a:t></a:t>
              </a:r>
              <a:r>
                <a:rPr sz="3150" spc="-254" baseline="-14550" dirty="0">
                  <a:latin typeface="Times New Roman"/>
                  <a:cs typeface="Times New Roman"/>
                </a:rPr>
                <a:t> </a:t>
              </a:r>
              <a:r>
                <a:rPr sz="2100" i="1" spc="75" dirty="0">
                  <a:latin typeface="Times New Roman"/>
                  <a:cs typeface="Times New Roman"/>
                </a:rPr>
                <a:t>y</a:t>
              </a:r>
              <a:r>
                <a:rPr sz="2100" spc="40" dirty="0">
                  <a:latin typeface="Times New Roman"/>
                  <a:cs typeface="Times New Roman"/>
                </a:rPr>
                <a:t>(</a:t>
              </a:r>
              <a:r>
                <a:rPr sz="2100" i="1" spc="-10" dirty="0">
                  <a:latin typeface="Times New Roman"/>
                  <a:cs typeface="Times New Roman"/>
                </a:rPr>
                <a:t>k</a:t>
              </a:r>
              <a:r>
                <a:rPr sz="2100" i="1" spc="-5" dirty="0">
                  <a:latin typeface="Times New Roman"/>
                  <a:cs typeface="Times New Roman"/>
                </a:rPr>
                <a:t> </a:t>
              </a:r>
              <a:r>
                <a:rPr sz="2100" spc="-15" dirty="0">
                  <a:latin typeface="Symbol"/>
                  <a:cs typeface="Symbol"/>
                </a:rPr>
                <a:t></a:t>
              </a:r>
              <a:r>
                <a:rPr sz="2100" spc="-220" dirty="0">
                  <a:latin typeface="Times New Roman"/>
                  <a:cs typeface="Times New Roman"/>
                </a:rPr>
                <a:t> </a:t>
              </a:r>
              <a:r>
                <a:rPr sz="2100" spc="-80" dirty="0">
                  <a:latin typeface="Times New Roman"/>
                  <a:cs typeface="Times New Roman"/>
                </a:rPr>
                <a:t>3</a:t>
              </a:r>
              <a:r>
                <a:rPr sz="2100" spc="150" dirty="0">
                  <a:latin typeface="Times New Roman"/>
                  <a:cs typeface="Times New Roman"/>
                </a:rPr>
                <a:t>)</a:t>
              </a:r>
              <a:r>
                <a:rPr sz="3150" spc="-1230" baseline="3968" dirty="0">
                  <a:latin typeface="Symbol"/>
                  <a:cs typeface="Symbol"/>
                </a:rPr>
                <a:t></a:t>
              </a:r>
              <a:r>
                <a:rPr sz="3150" spc="-15" baseline="-14550" dirty="0">
                  <a:latin typeface="Symbol"/>
                  <a:cs typeface="Symbol"/>
                </a:rPr>
                <a:t></a:t>
              </a:r>
              <a:endParaRPr sz="3150" baseline="-14550">
                <a:latin typeface="Symbol"/>
                <a:cs typeface="Symbo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998039" y="4607042"/>
              <a:ext cx="381000" cy="383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-819" dirty="0">
                  <a:latin typeface="Symbol"/>
                  <a:cs typeface="Symbol"/>
                </a:rPr>
                <a:t></a:t>
              </a:r>
              <a:r>
                <a:rPr sz="3150" spc="75" baseline="-18518" dirty="0">
                  <a:latin typeface="Symbol"/>
                  <a:cs typeface="Symbol"/>
                </a:rPr>
                <a:t></a:t>
              </a:r>
              <a:r>
                <a:rPr sz="3150" spc="89" baseline="-3968" dirty="0">
                  <a:latin typeface="Times New Roman"/>
                  <a:cs typeface="Times New Roman"/>
                </a:rPr>
                <a:t>0</a:t>
              </a:r>
              <a:r>
                <a:rPr sz="2100" spc="-819" dirty="0">
                  <a:latin typeface="Symbol"/>
                  <a:cs typeface="Symbol"/>
                </a:rPr>
                <a:t></a:t>
              </a:r>
              <a:r>
                <a:rPr sz="3150" spc="-15" baseline="-18518" dirty="0">
                  <a:latin typeface="Symbol"/>
                  <a:cs typeface="Symbol"/>
                </a:rPr>
                <a:t></a:t>
              </a:r>
              <a:endParaRPr sz="3150" baseline="-18518">
                <a:latin typeface="Symbol"/>
                <a:cs typeface="Symbo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107216" y="3844637"/>
              <a:ext cx="12827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-10" dirty="0">
                  <a:latin typeface="Symbol"/>
                  <a:cs typeface="Symbol"/>
                </a:rPr>
                <a:t>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2084282" y="3844637"/>
              <a:ext cx="12827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-10" dirty="0">
                  <a:latin typeface="Symbol"/>
                  <a:cs typeface="Symbol"/>
                </a:rPr>
                <a:t>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1107216" y="4352903"/>
              <a:ext cx="128270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-10" dirty="0">
                  <a:latin typeface="Symbol"/>
                  <a:cs typeface="Symbol"/>
                </a:rPr>
                <a:t>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2084282" y="4352903"/>
              <a:ext cx="521334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405130" algn="l"/>
                </a:tabLst>
              </a:pPr>
              <a:r>
                <a:rPr sz="2100" spc="-10" dirty="0">
                  <a:latin typeface="Symbol"/>
                  <a:cs typeface="Symbol"/>
                </a:rPr>
                <a:t></a:t>
              </a:r>
              <a:r>
                <a:rPr sz="2100" spc="-10" dirty="0">
                  <a:latin typeface="Times New Roman"/>
                  <a:cs typeface="Times New Roman"/>
                </a:rPr>
                <a:t>	</a:t>
              </a:r>
              <a:r>
                <a:rPr sz="2100" spc="-10" dirty="0">
                  <a:latin typeface="Symbol"/>
                  <a:cs typeface="Symbol"/>
                </a:rPr>
                <a:t></a:t>
              </a:r>
              <a:endParaRPr sz="2100">
                <a:latin typeface="Symbol"/>
                <a:cs typeface="Symbo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640777" y="4352903"/>
              <a:ext cx="738505" cy="293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69570" algn="l"/>
                  <a:tab pos="622935" algn="l"/>
                </a:tabLst>
              </a:pPr>
              <a:r>
                <a:rPr sz="2100" spc="-10" dirty="0">
                  <a:latin typeface="Symbol"/>
                  <a:cs typeface="Symbol"/>
                </a:rPr>
                <a:t></a:t>
              </a:r>
              <a:r>
                <a:rPr sz="2100" spc="-10" dirty="0">
                  <a:latin typeface="Times New Roman"/>
                  <a:cs typeface="Times New Roman"/>
                </a:rPr>
                <a:t>	</a:t>
              </a:r>
              <a:r>
                <a:rPr sz="2100" spc="-10" dirty="0">
                  <a:latin typeface="Symbol"/>
                  <a:cs typeface="Symbol"/>
                </a:rPr>
                <a:t></a:t>
              </a:r>
              <a:r>
                <a:rPr sz="2100" spc="-10" dirty="0">
                  <a:latin typeface="Times New Roman"/>
                  <a:cs typeface="Times New Roman"/>
                </a:rPr>
                <a:t>	</a:t>
              </a:r>
              <a:r>
                <a:rPr sz="2100" spc="-10" dirty="0">
                  <a:latin typeface="Symbol"/>
                  <a:cs typeface="Symbol"/>
                </a:rPr>
                <a:t></a:t>
              </a:r>
              <a:endParaRPr sz="2100">
                <a:latin typeface="Symbol"/>
                <a:cs typeface="Symbol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6D634B9-15D9-4966-FA82-C1B23B80928E}"/>
              </a:ext>
            </a:extLst>
          </p:cNvPr>
          <p:cNvGrpSpPr/>
          <p:nvPr/>
        </p:nvGrpSpPr>
        <p:grpSpPr>
          <a:xfrm>
            <a:off x="2799848" y="5170244"/>
            <a:ext cx="2866888" cy="1093185"/>
            <a:chOff x="2799848" y="5170244"/>
            <a:chExt cx="2866888" cy="1093185"/>
          </a:xfrm>
        </p:grpSpPr>
        <p:sp>
          <p:nvSpPr>
            <p:cNvPr id="28" name="object 28"/>
            <p:cNvSpPr txBox="1"/>
            <p:nvPr/>
          </p:nvSpPr>
          <p:spPr>
            <a:xfrm>
              <a:off x="2799848" y="5489215"/>
              <a:ext cx="1032511" cy="4154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</a:pPr>
              <a:r>
                <a:rPr sz="1950" i="1" spc="75" dirty="0">
                  <a:latin typeface="Times New Roman"/>
                  <a:cs typeface="Times New Roman"/>
                </a:rPr>
                <a:t>y</a:t>
              </a:r>
              <a:r>
                <a:rPr sz="1950" spc="50" dirty="0">
                  <a:latin typeface="Times New Roman"/>
                  <a:cs typeface="Times New Roman"/>
                </a:rPr>
                <a:t>(</a:t>
              </a:r>
              <a:r>
                <a:rPr sz="1950" i="1" dirty="0">
                  <a:latin typeface="Times New Roman"/>
                  <a:cs typeface="Times New Roman"/>
                </a:rPr>
                <a:t>k</a:t>
              </a:r>
              <a:r>
                <a:rPr sz="1950" i="1" spc="-320" dirty="0">
                  <a:latin typeface="Times New Roman"/>
                  <a:cs typeface="Times New Roman"/>
                </a:rPr>
                <a:t> </a:t>
              </a:r>
              <a:r>
                <a:rPr sz="1950" dirty="0">
                  <a:latin typeface="Times New Roman"/>
                  <a:cs typeface="Times New Roman"/>
                </a:rPr>
                <a:t>)</a:t>
              </a:r>
              <a:r>
                <a:rPr sz="1950" spc="-40" dirty="0">
                  <a:latin typeface="Times New Roman"/>
                  <a:cs typeface="Times New Roman"/>
                </a:rPr>
                <a:t> </a:t>
              </a:r>
              <a:r>
                <a:rPr sz="1950" dirty="0">
                  <a:latin typeface="Symbol"/>
                  <a:cs typeface="Symbol"/>
                </a:rPr>
                <a:t></a:t>
              </a:r>
              <a:r>
                <a:rPr sz="1950" spc="-155" dirty="0">
                  <a:latin typeface="Times New Roman"/>
                  <a:cs typeface="Times New Roman"/>
                </a:rPr>
                <a:t> </a:t>
              </a:r>
              <a:r>
                <a:rPr sz="4050" spc="-569" baseline="-3086" dirty="0">
                  <a:latin typeface="Symbol"/>
                  <a:cs typeface="Symbol"/>
                </a:rPr>
                <a:t></a:t>
              </a:r>
              <a:r>
                <a:rPr sz="1950" dirty="0"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4017143" y="5424923"/>
              <a:ext cx="1649095" cy="4330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67030" algn="l"/>
                </a:tabLst>
              </a:pPr>
              <a:r>
                <a:rPr sz="1950" dirty="0">
                  <a:latin typeface="Times New Roman"/>
                  <a:cs typeface="Times New Roman"/>
                </a:rPr>
                <a:t>0	</a:t>
              </a:r>
              <a:r>
                <a:rPr sz="1950" spc="40" dirty="0">
                  <a:latin typeface="Times New Roman"/>
                  <a:cs typeface="Times New Roman"/>
                </a:rPr>
                <a:t>0</a:t>
              </a:r>
              <a:r>
                <a:rPr sz="4050" spc="-397" baseline="-3086" dirty="0">
                  <a:latin typeface="Symbol"/>
                  <a:cs typeface="Symbol"/>
                </a:rPr>
                <a:t></a:t>
              </a:r>
              <a:r>
                <a:rPr sz="4050" spc="-419" baseline="-3086" dirty="0">
                  <a:latin typeface="Times New Roman"/>
                  <a:cs typeface="Times New Roman"/>
                </a:rPr>
                <a:t> </a:t>
              </a:r>
              <a:r>
                <a:rPr sz="2925" baseline="27065" dirty="0">
                  <a:latin typeface="Symbol"/>
                  <a:cs typeface="Symbol"/>
                </a:rPr>
                <a:t></a:t>
              </a:r>
              <a:r>
                <a:rPr sz="2925" spc="-52" baseline="27065" dirty="0">
                  <a:latin typeface="Times New Roman"/>
                  <a:cs typeface="Times New Roman"/>
                </a:rPr>
                <a:t> </a:t>
              </a:r>
              <a:r>
                <a:rPr sz="1950" i="1" spc="75" dirty="0">
                  <a:latin typeface="Times New Roman"/>
                  <a:cs typeface="Times New Roman"/>
                </a:rPr>
                <a:t>y</a:t>
              </a:r>
              <a:r>
                <a:rPr sz="1950" spc="50" dirty="0">
                  <a:latin typeface="Times New Roman"/>
                  <a:cs typeface="Times New Roman"/>
                </a:rPr>
                <a:t>(</a:t>
              </a:r>
              <a:r>
                <a:rPr sz="1950" i="1" dirty="0">
                  <a:latin typeface="Times New Roman"/>
                  <a:cs typeface="Times New Roman"/>
                </a:rPr>
                <a:t>k</a:t>
              </a:r>
              <a:r>
                <a:rPr sz="1950" i="1" spc="-10" dirty="0">
                  <a:latin typeface="Times New Roman"/>
                  <a:cs typeface="Times New Roman"/>
                </a:rPr>
                <a:t> </a:t>
              </a:r>
              <a:r>
                <a:rPr sz="1950" spc="114" dirty="0">
                  <a:latin typeface="Symbol"/>
                  <a:cs typeface="Symbol"/>
                </a:rPr>
                <a:t></a:t>
              </a:r>
              <a:r>
                <a:rPr sz="1950" spc="-155" dirty="0">
                  <a:latin typeface="Times New Roman"/>
                  <a:cs typeface="Times New Roman"/>
                </a:rPr>
                <a:t>1</a:t>
              </a:r>
              <a:r>
                <a:rPr sz="1950" dirty="0">
                  <a:latin typeface="Times New Roman"/>
                  <a:cs typeface="Times New Roman"/>
                </a:rPr>
                <a:t>)</a:t>
              </a:r>
              <a:r>
                <a:rPr sz="1950" spc="-215" dirty="0">
                  <a:latin typeface="Times New Roman"/>
                  <a:cs typeface="Times New Roman"/>
                </a:rPr>
                <a:t> </a:t>
              </a:r>
              <a:r>
                <a:rPr sz="2925" baseline="27065" dirty="0">
                  <a:latin typeface="Symbol"/>
                  <a:cs typeface="Symbol"/>
                </a:rPr>
                <a:t></a:t>
              </a: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4935865" y="5170244"/>
              <a:ext cx="452120" cy="2768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i="1" spc="75" dirty="0">
                  <a:latin typeface="Times New Roman"/>
                  <a:cs typeface="Times New Roman"/>
                </a:rPr>
                <a:t>y</a:t>
              </a:r>
              <a:r>
                <a:rPr sz="1950" spc="50" dirty="0">
                  <a:latin typeface="Times New Roman"/>
                  <a:cs typeface="Times New Roman"/>
                </a:rPr>
                <a:t>(</a:t>
              </a:r>
              <a:r>
                <a:rPr sz="1950" i="1" dirty="0">
                  <a:latin typeface="Times New Roman"/>
                  <a:cs typeface="Times New Roman"/>
                </a:rPr>
                <a:t>k</a:t>
              </a:r>
              <a:r>
                <a:rPr sz="1950" i="1" spc="-320" dirty="0">
                  <a:latin typeface="Times New Roman"/>
                  <a:cs typeface="Times New Roman"/>
                </a:rPr>
                <a:t> </a:t>
              </a:r>
              <a:r>
                <a:rPr sz="1950" dirty="0">
                  <a:latin typeface="Times New Roman"/>
                  <a:cs typeface="Times New Roman"/>
                </a:rPr>
                <a:t>)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4634226" y="5905924"/>
              <a:ext cx="1032510" cy="3575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925" spc="-1132" baseline="-15669" dirty="0">
                  <a:latin typeface="Symbol"/>
                  <a:cs typeface="Symbol"/>
                </a:rPr>
                <a:t></a:t>
              </a:r>
              <a:r>
                <a:rPr sz="2925" baseline="2849" dirty="0">
                  <a:latin typeface="Symbol"/>
                  <a:cs typeface="Symbol"/>
                </a:rPr>
                <a:t></a:t>
              </a:r>
              <a:r>
                <a:rPr sz="2925" spc="-330" baseline="2849" dirty="0">
                  <a:latin typeface="Times New Roman"/>
                  <a:cs typeface="Times New Roman"/>
                </a:rPr>
                <a:t> </a:t>
              </a:r>
              <a:r>
                <a:rPr sz="1950" i="1" spc="80" dirty="0">
                  <a:latin typeface="Times New Roman"/>
                  <a:cs typeface="Times New Roman"/>
                </a:rPr>
                <a:t>y</a:t>
              </a:r>
              <a:r>
                <a:rPr sz="1950" spc="50" dirty="0">
                  <a:latin typeface="Times New Roman"/>
                  <a:cs typeface="Times New Roman"/>
                </a:rPr>
                <a:t>(</a:t>
              </a:r>
              <a:r>
                <a:rPr sz="1950" i="1" dirty="0">
                  <a:latin typeface="Times New Roman"/>
                  <a:cs typeface="Times New Roman"/>
                </a:rPr>
                <a:t>k</a:t>
              </a:r>
              <a:r>
                <a:rPr sz="1950" i="1" spc="-10" dirty="0">
                  <a:latin typeface="Times New Roman"/>
                  <a:cs typeface="Times New Roman"/>
                </a:rPr>
                <a:t> </a:t>
              </a: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-155" dirty="0">
                  <a:latin typeface="Times New Roman"/>
                  <a:cs typeface="Times New Roman"/>
                </a:rPr>
                <a:t> </a:t>
              </a:r>
              <a:r>
                <a:rPr sz="1950" dirty="0">
                  <a:latin typeface="Times New Roman"/>
                  <a:cs typeface="Times New Roman"/>
                </a:rPr>
                <a:t>2</a:t>
              </a:r>
              <a:r>
                <a:rPr sz="1950" spc="90" dirty="0">
                  <a:latin typeface="Times New Roman"/>
                  <a:cs typeface="Times New Roman"/>
                </a:rPr>
                <a:t>)</a:t>
              </a:r>
              <a:r>
                <a:rPr sz="2925" spc="-1132" baseline="-15669" dirty="0">
                  <a:latin typeface="Symbol"/>
                  <a:cs typeface="Symbol"/>
                </a:rPr>
                <a:t></a:t>
              </a:r>
              <a:r>
                <a:rPr sz="2925" baseline="2849" dirty="0">
                  <a:latin typeface="Symbol"/>
                  <a:cs typeface="Symbol"/>
                </a:rPr>
                <a:t></a:t>
              </a:r>
              <a:endParaRPr sz="2925" baseline="2849">
                <a:latin typeface="Symbol"/>
                <a:cs typeface="Symbo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4634226" y="5184547"/>
              <a:ext cx="1032510" cy="2768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923290" algn="l"/>
                </a:tabLst>
              </a:pPr>
              <a:r>
                <a:rPr sz="1950" dirty="0">
                  <a:latin typeface="Symbol"/>
                  <a:cs typeface="Symbol"/>
                </a:rPr>
                <a:t></a:t>
              </a:r>
              <a:r>
                <a:rPr sz="1950" dirty="0">
                  <a:latin typeface="Times New Roman"/>
                  <a:cs typeface="Times New Roman"/>
                </a:rPr>
                <a:t>	</a:t>
              </a:r>
              <a:r>
                <a:rPr sz="1950" dirty="0">
                  <a:latin typeface="Symbol"/>
                  <a:cs typeface="Symbol"/>
                </a:rPr>
                <a:t></a:t>
              </a:r>
              <a:endParaRPr sz="1950">
                <a:latin typeface="Symbol"/>
                <a:cs typeface="Symbo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634226" y="5665549"/>
              <a:ext cx="121285" cy="2768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</a:t>
              </a:r>
              <a:endParaRPr sz="1950">
                <a:latin typeface="Symbol"/>
                <a:cs typeface="Symbol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545039" y="5665549"/>
            <a:ext cx="22821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aseline="-5698" dirty="0">
                <a:latin typeface="Symbol"/>
                <a:cs typeface="Symbol"/>
              </a:rPr>
              <a:t></a:t>
            </a:r>
            <a:r>
              <a:rPr sz="2925" baseline="-5698" dirty="0">
                <a:latin typeface="Times New Roman"/>
                <a:cs typeface="Times New Roman"/>
              </a:rPr>
              <a:t> </a:t>
            </a:r>
            <a:r>
              <a:rPr sz="2925" spc="-157" baseline="-5698" dirty="0"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1800" b="1" spc="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88879" y="5026061"/>
            <a:ext cx="14052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27054" y="3620780"/>
            <a:ext cx="7813040" cy="2778760"/>
          </a:xfrm>
          <a:custGeom>
            <a:avLst/>
            <a:gdLst/>
            <a:ahLst/>
            <a:cxnLst/>
            <a:rect l="l" t="t" r="r" b="b"/>
            <a:pathLst>
              <a:path w="7813040" h="2778760">
                <a:moveTo>
                  <a:pt x="0" y="463122"/>
                </a:moveTo>
                <a:lnTo>
                  <a:pt x="6061" y="388002"/>
                </a:lnTo>
                <a:lnTo>
                  <a:pt x="23610" y="316741"/>
                </a:lnTo>
                <a:lnTo>
                  <a:pt x="51692" y="250293"/>
                </a:lnTo>
                <a:lnTo>
                  <a:pt x="89355" y="189610"/>
                </a:lnTo>
                <a:lnTo>
                  <a:pt x="135645" y="135647"/>
                </a:lnTo>
                <a:lnTo>
                  <a:pt x="189609" y="89357"/>
                </a:lnTo>
                <a:lnTo>
                  <a:pt x="250292" y="51693"/>
                </a:lnTo>
                <a:lnTo>
                  <a:pt x="316742" y="23610"/>
                </a:lnTo>
                <a:lnTo>
                  <a:pt x="388005" y="6061"/>
                </a:lnTo>
                <a:lnTo>
                  <a:pt x="463128" y="0"/>
                </a:lnTo>
                <a:lnTo>
                  <a:pt x="7349892" y="0"/>
                </a:lnTo>
                <a:lnTo>
                  <a:pt x="7425016" y="6061"/>
                </a:lnTo>
                <a:lnTo>
                  <a:pt x="7496281" y="23610"/>
                </a:lnTo>
                <a:lnTo>
                  <a:pt x="7562733" y="51693"/>
                </a:lnTo>
                <a:lnTo>
                  <a:pt x="7623419" y="89357"/>
                </a:lnTo>
                <a:lnTo>
                  <a:pt x="7677384" y="135647"/>
                </a:lnTo>
                <a:lnTo>
                  <a:pt x="7723676" y="189610"/>
                </a:lnTo>
                <a:lnTo>
                  <a:pt x="7761340" y="250293"/>
                </a:lnTo>
                <a:lnTo>
                  <a:pt x="7789424" y="316741"/>
                </a:lnTo>
                <a:lnTo>
                  <a:pt x="7806974" y="388002"/>
                </a:lnTo>
                <a:lnTo>
                  <a:pt x="7813035" y="463122"/>
                </a:lnTo>
                <a:lnTo>
                  <a:pt x="7813035" y="2315617"/>
                </a:lnTo>
                <a:lnTo>
                  <a:pt x="7806974" y="2390740"/>
                </a:lnTo>
                <a:lnTo>
                  <a:pt x="7789424" y="2462004"/>
                </a:lnTo>
                <a:lnTo>
                  <a:pt x="7761340" y="2528455"/>
                </a:lnTo>
                <a:lnTo>
                  <a:pt x="7723676" y="2589140"/>
                </a:lnTo>
                <a:lnTo>
                  <a:pt x="7677384" y="2643105"/>
                </a:lnTo>
                <a:lnTo>
                  <a:pt x="7623419" y="2689397"/>
                </a:lnTo>
                <a:lnTo>
                  <a:pt x="7562733" y="2727062"/>
                </a:lnTo>
                <a:lnTo>
                  <a:pt x="7496281" y="2755146"/>
                </a:lnTo>
                <a:lnTo>
                  <a:pt x="7425016" y="2772696"/>
                </a:lnTo>
                <a:lnTo>
                  <a:pt x="7349892" y="2778757"/>
                </a:lnTo>
                <a:lnTo>
                  <a:pt x="463128" y="2778757"/>
                </a:lnTo>
                <a:lnTo>
                  <a:pt x="388005" y="2772696"/>
                </a:lnTo>
                <a:lnTo>
                  <a:pt x="316742" y="2755146"/>
                </a:lnTo>
                <a:lnTo>
                  <a:pt x="250292" y="2727062"/>
                </a:lnTo>
                <a:lnTo>
                  <a:pt x="189609" y="2689397"/>
                </a:lnTo>
                <a:lnTo>
                  <a:pt x="135645" y="2643105"/>
                </a:lnTo>
                <a:lnTo>
                  <a:pt x="89355" y="2589140"/>
                </a:lnTo>
                <a:lnTo>
                  <a:pt x="51692" y="2528455"/>
                </a:lnTo>
                <a:lnTo>
                  <a:pt x="23610" y="2462004"/>
                </a:lnTo>
                <a:lnTo>
                  <a:pt x="6061" y="2390740"/>
                </a:lnTo>
                <a:lnTo>
                  <a:pt x="0" y="2315617"/>
                </a:lnTo>
                <a:lnTo>
                  <a:pt x="0" y="46312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70119" y="2832086"/>
            <a:ext cx="215392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b="1" i="1" spc="90" dirty="0">
                <a:latin typeface="Times New Roman"/>
                <a:cs typeface="Times New Roman"/>
              </a:rPr>
              <a:t>x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37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)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 </a:t>
            </a:r>
            <a:r>
              <a:rPr sz="2250" spc="-145" dirty="0">
                <a:latin typeface="Times New Roman"/>
                <a:cs typeface="Times New Roman"/>
              </a:rPr>
              <a:t> </a:t>
            </a:r>
            <a:r>
              <a:rPr sz="2250" i="1" spc="-10" dirty="0">
                <a:latin typeface="Times New Roman"/>
                <a:cs typeface="Times New Roman"/>
              </a:rPr>
              <a:t>f</a:t>
            </a:r>
            <a:r>
              <a:rPr sz="2250" i="1" spc="180" dirty="0">
                <a:latin typeface="Times New Roman"/>
                <a:cs typeface="Times New Roman"/>
              </a:rPr>
              <a:t> </a:t>
            </a:r>
            <a:r>
              <a:rPr sz="4425" spc="-375" baseline="-2824" dirty="0">
                <a:latin typeface="Symbol"/>
                <a:cs typeface="Symbol"/>
              </a:rPr>
              <a:t></a:t>
            </a:r>
            <a:r>
              <a:rPr sz="4425" spc="-569" baseline="-2824" dirty="0">
                <a:latin typeface="Times New Roman"/>
                <a:cs typeface="Times New Roman"/>
              </a:rPr>
              <a:t> </a:t>
            </a:r>
            <a:r>
              <a:rPr sz="2250" b="1" i="1" spc="90" dirty="0">
                <a:latin typeface="Times New Roman"/>
                <a:cs typeface="Times New Roman"/>
              </a:rPr>
              <a:t>x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5" dirty="0">
                <a:latin typeface="Times New Roman"/>
                <a:cs typeface="Times New Roman"/>
              </a:rPr>
              <a:t> </a:t>
            </a:r>
            <a:r>
              <a:rPr sz="2250" spc="125" dirty="0">
                <a:latin typeface="Symbol"/>
                <a:cs typeface="Symbol"/>
              </a:rPr>
              <a:t></a:t>
            </a:r>
            <a:r>
              <a:rPr sz="2250" spc="-190" dirty="0">
                <a:latin typeface="Times New Roman"/>
                <a:cs typeface="Times New Roman"/>
              </a:rPr>
              <a:t>1</a:t>
            </a:r>
            <a:r>
              <a:rPr sz="2250" spc="125" dirty="0">
                <a:latin typeface="Times New Roman"/>
                <a:cs typeface="Times New Roman"/>
              </a:rPr>
              <a:t>)</a:t>
            </a:r>
            <a:r>
              <a:rPr sz="4425" spc="-375" baseline="-2824" dirty="0">
                <a:latin typeface="Symbol"/>
                <a:cs typeface="Symbol"/>
              </a:rPr>
              <a:t></a:t>
            </a:r>
            <a:endParaRPr sz="4425" baseline="-2824" dirty="0">
              <a:latin typeface="Symbol"/>
              <a:cs typeface="Symbo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05159" y="2726710"/>
            <a:ext cx="2354580" cy="662940"/>
          </a:xfrm>
          <a:custGeom>
            <a:avLst/>
            <a:gdLst/>
            <a:ahLst/>
            <a:cxnLst/>
            <a:rect l="l" t="t" r="r" b="b"/>
            <a:pathLst>
              <a:path w="2354579" h="662939">
                <a:moveTo>
                  <a:pt x="0" y="110489"/>
                </a:moveTo>
                <a:lnTo>
                  <a:pt x="8273" y="68451"/>
                </a:lnTo>
                <a:lnTo>
                  <a:pt x="30895" y="33844"/>
                </a:lnTo>
                <a:lnTo>
                  <a:pt x="64568" y="9960"/>
                </a:lnTo>
                <a:lnTo>
                  <a:pt x="105993" y="89"/>
                </a:lnTo>
                <a:lnTo>
                  <a:pt x="2244089" y="0"/>
                </a:lnTo>
                <a:lnTo>
                  <a:pt x="2258725" y="959"/>
                </a:lnTo>
                <a:lnTo>
                  <a:pt x="2298652" y="14376"/>
                </a:lnTo>
                <a:lnTo>
                  <a:pt x="2330050" y="41042"/>
                </a:lnTo>
                <a:lnTo>
                  <a:pt x="2349628" y="77666"/>
                </a:lnTo>
                <a:lnTo>
                  <a:pt x="2354579" y="552419"/>
                </a:lnTo>
                <a:lnTo>
                  <a:pt x="2353620" y="567047"/>
                </a:lnTo>
                <a:lnTo>
                  <a:pt x="2340207" y="606969"/>
                </a:lnTo>
                <a:lnTo>
                  <a:pt x="2313548" y="638380"/>
                </a:lnTo>
                <a:lnTo>
                  <a:pt x="2276931" y="657977"/>
                </a:lnTo>
                <a:lnTo>
                  <a:pt x="110489" y="662939"/>
                </a:lnTo>
                <a:lnTo>
                  <a:pt x="95862" y="661979"/>
                </a:lnTo>
                <a:lnTo>
                  <a:pt x="55947" y="648553"/>
                </a:lnTo>
                <a:lnTo>
                  <a:pt x="24547" y="621877"/>
                </a:lnTo>
                <a:lnTo>
                  <a:pt x="4959" y="585252"/>
                </a:lnTo>
                <a:lnTo>
                  <a:pt x="0" y="110489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E5A53E-0D96-E985-CF00-0A453BC79232}"/>
              </a:ext>
            </a:extLst>
          </p:cNvPr>
          <p:cNvSpPr txBox="1"/>
          <p:nvPr/>
        </p:nvSpPr>
        <p:spPr>
          <a:xfrm>
            <a:off x="657047" y="5965297"/>
            <a:ext cx="3000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US"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lang="en-US"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lang="en-US" sz="1800" b="1" spc="-10" dirty="0">
                <a:solidFill>
                  <a:srgbClr val="C00000"/>
                </a:solidFill>
                <a:latin typeface="Calibri"/>
                <a:cs typeface="Calibri"/>
              </a:rPr>
              <a:t>ll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lang="en-US"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lang="en-US"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anon</a:t>
            </a:r>
            <a:r>
              <a:rPr lang="en-US"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lang="en-US"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lang="en-US"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1800" b="1" dirty="0">
                <a:solidFill>
                  <a:srgbClr val="C00000"/>
                </a:solidFill>
                <a:latin typeface="Calibri"/>
                <a:cs typeface="Calibri"/>
              </a:rPr>
              <a:t>rm</a:t>
            </a:r>
            <a:endParaRPr lang="en-US"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/>
      <p:bldP spid="35" grpId="0"/>
      <p:bldP spid="36" grpId="0" animBg="1"/>
      <p:bldP spid="37" grpId="0"/>
      <p:bldP spid="38" grpId="0" animBg="1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50819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m,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678" y="2203223"/>
            <a:ext cx="543433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165" dirty="0">
                <a:latin typeface="Times New Roman"/>
                <a:cs typeface="Times New Roman"/>
              </a:rPr>
              <a:t>k</a:t>
            </a:r>
            <a:r>
              <a:rPr sz="2050" spc="-10" dirty="0">
                <a:latin typeface="Times New Roman"/>
                <a:cs typeface="Times New Roman"/>
              </a:rPr>
              <a:t>)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</a:t>
            </a:r>
            <a:r>
              <a:rPr sz="2050" dirty="0">
                <a:latin typeface="Times New Roman"/>
                <a:cs typeface="Times New Roman"/>
              </a:rPr>
              <a:t> </a:t>
            </a:r>
            <a:r>
              <a:rPr sz="2050" spc="45" dirty="0">
                <a:latin typeface="Symbol"/>
                <a:cs typeface="Symbol"/>
              </a:rPr>
              <a:t></a:t>
            </a:r>
            <a:r>
              <a:rPr sz="2050" i="1" spc="-185" dirty="0">
                <a:latin typeface="Times New Roman"/>
                <a:cs typeface="Times New Roman"/>
              </a:rPr>
              <a:t>a</a:t>
            </a:r>
            <a:r>
              <a:rPr sz="2100" spc="15" baseline="-21825" dirty="0">
                <a:latin typeface="Times New Roman"/>
                <a:cs typeface="Times New Roman"/>
              </a:rPr>
              <a:t>1</a:t>
            </a:r>
            <a:r>
              <a:rPr sz="2100" spc="-209" baseline="-21825" dirty="0">
                <a:latin typeface="Times New Roman"/>
                <a:cs typeface="Times New Roman"/>
              </a:rPr>
              <a:t> </a:t>
            </a: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Symbol"/>
                <a:cs typeface="Symbol"/>
              </a:rPr>
              <a:t></a:t>
            </a:r>
            <a:r>
              <a:rPr sz="2050" spc="-175" dirty="0">
                <a:latin typeface="Times New Roman"/>
                <a:cs typeface="Times New Roman"/>
              </a:rPr>
              <a:t>1</a:t>
            </a:r>
            <a:r>
              <a:rPr sz="2050" spc="-10" dirty="0">
                <a:latin typeface="Times New Roman"/>
                <a:cs typeface="Times New Roman"/>
              </a:rPr>
              <a:t>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i="1" spc="-25" dirty="0">
                <a:latin typeface="Times New Roman"/>
                <a:cs typeface="Times New Roman"/>
              </a:rPr>
              <a:t>a</a:t>
            </a:r>
            <a:r>
              <a:rPr sz="2100" spc="15" baseline="-21825" dirty="0">
                <a:latin typeface="Times New Roman"/>
                <a:cs typeface="Times New Roman"/>
              </a:rPr>
              <a:t>2</a:t>
            </a:r>
            <a:r>
              <a:rPr sz="2100" spc="-44" baseline="-21825" dirty="0">
                <a:latin typeface="Times New Roman"/>
                <a:cs typeface="Times New Roman"/>
              </a:rPr>
              <a:t> </a:t>
            </a: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2)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i="1" spc="-70" dirty="0">
                <a:latin typeface="Times New Roman"/>
                <a:cs typeface="Times New Roman"/>
              </a:rPr>
              <a:t>a</a:t>
            </a:r>
            <a:r>
              <a:rPr sz="2100" spc="15" baseline="-21825" dirty="0">
                <a:latin typeface="Times New Roman"/>
                <a:cs typeface="Times New Roman"/>
              </a:rPr>
              <a:t>3</a:t>
            </a:r>
            <a:r>
              <a:rPr sz="2100" spc="-112" baseline="-21825" dirty="0">
                <a:latin typeface="Times New Roman"/>
                <a:cs typeface="Times New Roman"/>
              </a:rPr>
              <a:t> </a:t>
            </a:r>
            <a:r>
              <a:rPr sz="2050" i="1" spc="70" dirty="0">
                <a:latin typeface="Times New Roman"/>
                <a:cs typeface="Times New Roman"/>
              </a:rPr>
              <a:t>y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</a:t>
            </a:r>
            <a:r>
              <a:rPr sz="2050" spc="-220" dirty="0">
                <a:latin typeface="Times New Roman"/>
                <a:cs typeface="Times New Roman"/>
              </a:rPr>
              <a:t> </a:t>
            </a:r>
            <a:r>
              <a:rPr sz="2050" spc="-80" dirty="0">
                <a:latin typeface="Times New Roman"/>
                <a:cs typeface="Times New Roman"/>
              </a:rPr>
              <a:t>3</a:t>
            </a:r>
            <a:r>
              <a:rPr sz="2050" spc="-10" dirty="0">
                <a:latin typeface="Times New Roman"/>
                <a:cs typeface="Times New Roman"/>
              </a:rPr>
              <a:t>)</a:t>
            </a:r>
            <a:r>
              <a:rPr sz="2050" spc="-160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Symbol"/>
                <a:cs typeface="Symbol"/>
              </a:rPr>
              <a:t></a:t>
            </a:r>
            <a:r>
              <a:rPr sz="2050" spc="-185" dirty="0">
                <a:latin typeface="Times New Roman"/>
                <a:cs typeface="Times New Roman"/>
              </a:rPr>
              <a:t> </a:t>
            </a:r>
            <a:r>
              <a:rPr sz="2050" i="1" spc="75" dirty="0">
                <a:latin typeface="Times New Roman"/>
                <a:cs typeface="Times New Roman"/>
              </a:rPr>
              <a:t>u</a:t>
            </a:r>
            <a:r>
              <a:rPr sz="2050" spc="45" dirty="0">
                <a:latin typeface="Times New Roman"/>
                <a:cs typeface="Times New Roman"/>
              </a:rPr>
              <a:t>(</a:t>
            </a:r>
            <a:r>
              <a:rPr sz="2050" i="1" spc="-10" dirty="0">
                <a:latin typeface="Times New Roman"/>
                <a:cs typeface="Times New Roman"/>
              </a:rPr>
              <a:t>k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Symbol"/>
                <a:cs typeface="Symbol"/>
              </a:rPr>
              <a:t></a:t>
            </a:r>
            <a:r>
              <a:rPr sz="2050" spc="-170" dirty="0">
                <a:latin typeface="Times New Roman"/>
                <a:cs typeface="Times New Roman"/>
              </a:rPr>
              <a:t>1)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55881" y="3166451"/>
            <a:ext cx="2756535" cy="0"/>
          </a:xfrm>
          <a:custGeom>
            <a:avLst/>
            <a:gdLst/>
            <a:ahLst/>
            <a:cxnLst/>
            <a:rect l="l" t="t" r="r" b="b"/>
            <a:pathLst>
              <a:path w="2756535">
                <a:moveTo>
                  <a:pt x="0" y="0"/>
                </a:moveTo>
                <a:lnTo>
                  <a:pt x="2756277" y="0"/>
                </a:lnTo>
              </a:path>
            </a:pathLst>
          </a:custGeom>
          <a:ln w="110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36915" y="3006375"/>
            <a:ext cx="495934" cy="291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75" dirty="0">
                <a:latin typeface="Times New Roman"/>
                <a:cs typeface="Times New Roman"/>
              </a:rPr>
              <a:t>u</a:t>
            </a:r>
            <a:r>
              <a:rPr sz="2100" spc="45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2011" y="3183978"/>
            <a:ext cx="2753995" cy="41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5" dirty="0">
                <a:latin typeface="Times New Roman"/>
                <a:cs typeface="Times New Roman"/>
              </a:rPr>
              <a:t>1</a:t>
            </a:r>
            <a:r>
              <a:rPr sz="2100" spc="-295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i="1" spc="-105" dirty="0">
                <a:latin typeface="Times New Roman"/>
                <a:cs typeface="Times New Roman"/>
              </a:rPr>
              <a:t>a</a:t>
            </a:r>
            <a:r>
              <a:rPr sz="2325" spc="202" baseline="-17921" dirty="0">
                <a:latin typeface="Times New Roman"/>
                <a:cs typeface="Times New Roman"/>
              </a:rPr>
              <a:t>1</a:t>
            </a:r>
            <a:r>
              <a:rPr sz="2100" i="1" spc="-10" dirty="0">
                <a:latin typeface="Times New Roman"/>
                <a:cs typeface="Times New Roman"/>
              </a:rPr>
              <a:t>z</a:t>
            </a:r>
            <a:r>
              <a:rPr sz="2100" i="1" spc="-285" dirty="0">
                <a:latin typeface="Times New Roman"/>
                <a:cs typeface="Times New Roman"/>
              </a:rPr>
              <a:t> </a:t>
            </a:r>
            <a:r>
              <a:rPr sz="2325" spc="-172" baseline="34050" dirty="0">
                <a:latin typeface="Symbol"/>
                <a:cs typeface="Symbol"/>
              </a:rPr>
              <a:t></a:t>
            </a:r>
            <a:r>
              <a:rPr sz="2325" spc="7" baseline="34050" dirty="0">
                <a:latin typeface="Times New Roman"/>
                <a:cs typeface="Times New Roman"/>
              </a:rPr>
              <a:t>1</a:t>
            </a:r>
            <a:r>
              <a:rPr sz="2325" spc="247" baseline="34050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i="1" spc="70" dirty="0">
                <a:latin typeface="Times New Roman"/>
                <a:cs typeface="Times New Roman"/>
              </a:rPr>
              <a:t>a</a:t>
            </a:r>
            <a:r>
              <a:rPr sz="2325" spc="7" baseline="-17921" dirty="0">
                <a:latin typeface="Times New Roman"/>
                <a:cs typeface="Times New Roman"/>
              </a:rPr>
              <a:t>2</a:t>
            </a:r>
            <a:r>
              <a:rPr sz="2325" spc="-209" baseline="-17921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z</a:t>
            </a:r>
            <a:r>
              <a:rPr sz="2100" i="1" spc="-285" dirty="0">
                <a:latin typeface="Times New Roman"/>
                <a:cs typeface="Times New Roman"/>
              </a:rPr>
              <a:t> </a:t>
            </a:r>
            <a:r>
              <a:rPr sz="2325" spc="89" baseline="34050" dirty="0">
                <a:latin typeface="Symbol"/>
                <a:cs typeface="Symbol"/>
              </a:rPr>
              <a:t></a:t>
            </a:r>
            <a:r>
              <a:rPr sz="2325" spc="7" baseline="34050" dirty="0">
                <a:latin typeface="Times New Roman"/>
                <a:cs typeface="Times New Roman"/>
              </a:rPr>
              <a:t>2</a:t>
            </a:r>
            <a:r>
              <a:rPr sz="2325" baseline="34050" dirty="0">
                <a:latin typeface="Times New Roman"/>
                <a:cs typeface="Times New Roman"/>
              </a:rPr>
              <a:t> </a:t>
            </a:r>
            <a:r>
              <a:rPr sz="2325" spc="-150" baseline="34050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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i="1" spc="20" dirty="0">
                <a:latin typeface="Times New Roman"/>
                <a:cs typeface="Times New Roman"/>
              </a:rPr>
              <a:t>a</a:t>
            </a:r>
            <a:r>
              <a:rPr sz="2325" spc="7" baseline="-17921" dirty="0">
                <a:latin typeface="Times New Roman"/>
                <a:cs typeface="Times New Roman"/>
              </a:rPr>
              <a:t>3</a:t>
            </a:r>
            <a:r>
              <a:rPr sz="2325" spc="-277" baseline="-17921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z</a:t>
            </a:r>
            <a:r>
              <a:rPr sz="2100" i="1" spc="-285" dirty="0">
                <a:latin typeface="Times New Roman"/>
                <a:cs typeface="Times New Roman"/>
              </a:rPr>
              <a:t> </a:t>
            </a:r>
            <a:r>
              <a:rPr sz="2325" spc="7" baseline="34050" dirty="0">
                <a:latin typeface="Symbol"/>
                <a:cs typeface="Symbol"/>
              </a:rPr>
              <a:t></a:t>
            </a:r>
            <a:r>
              <a:rPr sz="2325" spc="7" baseline="34050" dirty="0">
                <a:latin typeface="Times New Roman"/>
                <a:cs typeface="Times New Roman"/>
              </a:rPr>
              <a:t>3</a:t>
            </a:r>
            <a:endParaRPr sz="2325" baseline="34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9675" y="3002145"/>
            <a:ext cx="69532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70" dirty="0">
                <a:latin typeface="Times New Roman"/>
                <a:cs typeface="Times New Roman"/>
              </a:rPr>
              <a:t>y</a:t>
            </a:r>
            <a:r>
              <a:rPr sz="2100" spc="45" dirty="0">
                <a:latin typeface="Times New Roman"/>
                <a:cs typeface="Times New Roman"/>
              </a:rPr>
              <a:t>(</a:t>
            </a:r>
            <a:r>
              <a:rPr sz="2100" i="1" spc="-10" dirty="0">
                <a:latin typeface="Times New Roman"/>
                <a:cs typeface="Times New Roman"/>
              </a:rPr>
              <a:t>k</a:t>
            </a:r>
            <a:r>
              <a:rPr sz="2100" i="1" spc="-3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0362" y="2770247"/>
            <a:ext cx="368300" cy="360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i="1" spc="-15" baseline="-25132" dirty="0">
                <a:latin typeface="Times New Roman"/>
                <a:cs typeface="Times New Roman"/>
              </a:rPr>
              <a:t>z</a:t>
            </a:r>
            <a:r>
              <a:rPr sz="3150" i="1" spc="-427" baseline="-25132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</a:t>
            </a:r>
            <a:r>
              <a:rPr sz="1550" spc="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1050" y="3862078"/>
            <a:ext cx="7152640" cy="2557780"/>
          </a:xfrm>
          <a:custGeom>
            <a:avLst/>
            <a:gdLst/>
            <a:ahLst/>
            <a:cxnLst/>
            <a:rect l="l" t="t" r="r" b="b"/>
            <a:pathLst>
              <a:path w="7152640" h="2557779">
                <a:moveTo>
                  <a:pt x="0" y="426290"/>
                </a:moveTo>
                <a:lnTo>
                  <a:pt x="5579" y="357143"/>
                </a:lnTo>
                <a:lnTo>
                  <a:pt x="21733" y="291549"/>
                </a:lnTo>
                <a:lnTo>
                  <a:pt x="47584" y="230385"/>
                </a:lnTo>
                <a:lnTo>
                  <a:pt x="82253" y="174528"/>
                </a:lnTo>
                <a:lnTo>
                  <a:pt x="124863" y="124857"/>
                </a:lnTo>
                <a:lnTo>
                  <a:pt x="174536" y="82249"/>
                </a:lnTo>
                <a:lnTo>
                  <a:pt x="230394" y="47581"/>
                </a:lnTo>
                <a:lnTo>
                  <a:pt x="291560" y="21732"/>
                </a:lnTo>
                <a:lnTo>
                  <a:pt x="357155" y="5579"/>
                </a:lnTo>
                <a:lnTo>
                  <a:pt x="426302" y="0"/>
                </a:lnTo>
                <a:lnTo>
                  <a:pt x="6726326" y="0"/>
                </a:lnTo>
                <a:lnTo>
                  <a:pt x="6795479" y="5579"/>
                </a:lnTo>
                <a:lnTo>
                  <a:pt x="6861079" y="21732"/>
                </a:lnTo>
                <a:lnTo>
                  <a:pt x="6922249" y="47581"/>
                </a:lnTo>
                <a:lnTo>
                  <a:pt x="6978110" y="82249"/>
                </a:lnTo>
                <a:lnTo>
                  <a:pt x="7027784" y="124857"/>
                </a:lnTo>
                <a:lnTo>
                  <a:pt x="7070395" y="174528"/>
                </a:lnTo>
                <a:lnTo>
                  <a:pt x="7105065" y="230385"/>
                </a:lnTo>
                <a:lnTo>
                  <a:pt x="7130916" y="291549"/>
                </a:lnTo>
                <a:lnTo>
                  <a:pt x="7147070" y="357143"/>
                </a:lnTo>
                <a:lnTo>
                  <a:pt x="7152650" y="426290"/>
                </a:lnTo>
                <a:lnTo>
                  <a:pt x="7152650" y="2131457"/>
                </a:lnTo>
                <a:lnTo>
                  <a:pt x="7147070" y="2200607"/>
                </a:lnTo>
                <a:lnTo>
                  <a:pt x="7130916" y="2266205"/>
                </a:lnTo>
                <a:lnTo>
                  <a:pt x="7105065" y="2327372"/>
                </a:lnTo>
                <a:lnTo>
                  <a:pt x="7070395" y="2383232"/>
                </a:lnTo>
                <a:lnTo>
                  <a:pt x="7027784" y="2432906"/>
                </a:lnTo>
                <a:lnTo>
                  <a:pt x="6978110" y="2475517"/>
                </a:lnTo>
                <a:lnTo>
                  <a:pt x="6922249" y="2510187"/>
                </a:lnTo>
                <a:lnTo>
                  <a:pt x="6861079" y="2536037"/>
                </a:lnTo>
                <a:lnTo>
                  <a:pt x="6795479" y="2552192"/>
                </a:lnTo>
                <a:lnTo>
                  <a:pt x="6726326" y="2557771"/>
                </a:lnTo>
                <a:lnTo>
                  <a:pt x="426302" y="2557771"/>
                </a:lnTo>
                <a:lnTo>
                  <a:pt x="357155" y="2552192"/>
                </a:lnTo>
                <a:lnTo>
                  <a:pt x="291560" y="2536037"/>
                </a:lnTo>
                <a:lnTo>
                  <a:pt x="230394" y="2510187"/>
                </a:lnTo>
                <a:lnTo>
                  <a:pt x="174536" y="2475517"/>
                </a:lnTo>
                <a:lnTo>
                  <a:pt x="124863" y="2432906"/>
                </a:lnTo>
                <a:lnTo>
                  <a:pt x="82253" y="2383232"/>
                </a:lnTo>
                <a:lnTo>
                  <a:pt x="47584" y="2327372"/>
                </a:lnTo>
                <a:lnTo>
                  <a:pt x="21733" y="2266205"/>
                </a:lnTo>
                <a:lnTo>
                  <a:pt x="5579" y="2200607"/>
                </a:lnTo>
                <a:lnTo>
                  <a:pt x="0" y="2131457"/>
                </a:lnTo>
                <a:lnTo>
                  <a:pt x="0" y="42629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7E09B7-884A-3C05-1D83-366849D3DDA9}"/>
              </a:ext>
            </a:extLst>
          </p:cNvPr>
          <p:cNvGrpSpPr/>
          <p:nvPr/>
        </p:nvGrpSpPr>
        <p:grpSpPr>
          <a:xfrm>
            <a:off x="3174628" y="4755341"/>
            <a:ext cx="2620897" cy="1362117"/>
            <a:chOff x="3174628" y="4755341"/>
            <a:chExt cx="2620897" cy="1362117"/>
          </a:xfrm>
        </p:grpSpPr>
        <p:sp>
          <p:nvSpPr>
            <p:cNvPr id="11" name="object 11"/>
            <p:cNvSpPr txBox="1"/>
            <p:nvPr/>
          </p:nvSpPr>
          <p:spPr>
            <a:xfrm>
              <a:off x="3174628" y="5597649"/>
              <a:ext cx="842010" cy="3524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i="1" spc="80" dirty="0">
                  <a:latin typeface="Times New Roman"/>
                  <a:cs typeface="Times New Roman"/>
                </a:rPr>
                <a:t>y</a:t>
              </a:r>
              <a:r>
                <a:rPr sz="1850" spc="50" dirty="0">
                  <a:latin typeface="Times New Roman"/>
                  <a:cs typeface="Times New Roman"/>
                </a:rPr>
                <a:t>(</a:t>
              </a:r>
              <a:r>
                <a:rPr sz="1850" i="1" spc="5" dirty="0">
                  <a:latin typeface="Times New Roman"/>
                  <a:cs typeface="Times New Roman"/>
                </a:rPr>
                <a:t>k</a:t>
              </a:r>
              <a:r>
                <a:rPr sz="1850" i="1" spc="-300" dirty="0">
                  <a:latin typeface="Times New Roman"/>
                  <a:cs typeface="Times New Roman"/>
                </a:rPr>
                <a:t> </a:t>
              </a:r>
              <a:r>
                <a:rPr sz="1850" spc="5" dirty="0">
                  <a:latin typeface="Times New Roman"/>
                  <a:cs typeface="Times New Roman"/>
                </a:rPr>
                <a:t>)</a:t>
              </a:r>
              <a:r>
                <a:rPr sz="1850" spc="-35" dirty="0">
                  <a:latin typeface="Times New Roman"/>
                  <a:cs typeface="Times New Roman"/>
                </a:rPr>
                <a:t> </a:t>
              </a:r>
              <a:r>
                <a:rPr sz="1850" spc="10" dirty="0">
                  <a:latin typeface="Symbol"/>
                  <a:cs typeface="Symbol"/>
                </a:rPr>
                <a:t></a:t>
              </a:r>
              <a:r>
                <a:rPr sz="1850" spc="-145" dirty="0">
                  <a:latin typeface="Times New Roman"/>
                  <a:cs typeface="Times New Roman"/>
                </a:rPr>
                <a:t> </a:t>
              </a:r>
              <a:r>
                <a:rPr sz="3825" spc="-525" baseline="-3267" dirty="0">
                  <a:latin typeface="Symbol"/>
                  <a:cs typeface="Symbol"/>
                </a:rPr>
                <a:t></a:t>
              </a:r>
              <a:r>
                <a:rPr sz="1850" spc="5" dirty="0">
                  <a:latin typeface="Times New Roman"/>
                  <a:cs typeface="Times New Roman"/>
                </a:rPr>
                <a:t>1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191933" y="5535247"/>
              <a:ext cx="1338580" cy="58221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51155" algn="l"/>
                </a:tabLst>
              </a:pPr>
              <a:r>
                <a:rPr sz="1850" spc="5" dirty="0">
                  <a:latin typeface="Times New Roman"/>
                  <a:cs typeface="Times New Roman"/>
                </a:rPr>
                <a:t>0	</a:t>
              </a:r>
              <a:r>
                <a:rPr sz="1850" spc="45" dirty="0">
                  <a:latin typeface="Times New Roman"/>
                  <a:cs typeface="Times New Roman"/>
                </a:rPr>
                <a:t>0</a:t>
              </a:r>
              <a:r>
                <a:rPr sz="3825" spc="-359" baseline="-3267" dirty="0">
                  <a:latin typeface="Symbol"/>
                  <a:cs typeface="Symbol"/>
                </a:rPr>
                <a:t></a:t>
              </a:r>
              <a:r>
                <a:rPr sz="3825" spc="-397" baseline="-3267" dirty="0">
                  <a:latin typeface="Times New Roman"/>
                  <a:cs typeface="Times New Roman"/>
                </a:rPr>
                <a:t> </a:t>
              </a:r>
              <a:r>
                <a:rPr sz="2775" spc="7" baseline="27027" dirty="0">
                  <a:latin typeface="Symbol"/>
                  <a:cs typeface="Symbol"/>
                </a:rPr>
                <a:t></a:t>
              </a:r>
              <a:r>
                <a:rPr sz="2775" spc="-442" baseline="27027" dirty="0">
                  <a:latin typeface="Times New Roman"/>
                  <a:cs typeface="Times New Roman"/>
                </a:rPr>
                <a:t> </a:t>
              </a:r>
              <a:r>
                <a:rPr sz="1850" i="1" spc="-20" dirty="0">
                  <a:latin typeface="Times New Roman"/>
                  <a:cs typeface="Times New Roman"/>
                </a:rPr>
                <a:t>x</a:t>
              </a:r>
              <a:r>
                <a:rPr sz="2100" baseline="-19841" dirty="0">
                  <a:latin typeface="Times New Roman"/>
                  <a:cs typeface="Times New Roman"/>
                </a:rPr>
                <a:t>2</a:t>
              </a:r>
              <a:r>
                <a:rPr sz="2100" spc="-232" baseline="-19841" dirty="0">
                  <a:latin typeface="Times New Roman"/>
                  <a:cs typeface="Times New Roman"/>
                </a:rPr>
                <a:t> </a:t>
              </a:r>
              <a:r>
                <a:rPr sz="1850" spc="50" dirty="0">
                  <a:latin typeface="Times New Roman"/>
                  <a:cs typeface="Times New Roman"/>
                </a:rPr>
                <a:t>(</a:t>
              </a:r>
              <a:r>
                <a:rPr sz="1850" i="1" spc="5" dirty="0">
                  <a:latin typeface="Times New Roman"/>
                  <a:cs typeface="Times New Roman"/>
                </a:rPr>
                <a:t>k</a:t>
              </a:r>
              <a:r>
                <a:rPr sz="1850" i="1" spc="-300" dirty="0">
                  <a:latin typeface="Times New Roman"/>
                  <a:cs typeface="Times New Roman"/>
                </a:rPr>
                <a:t> </a:t>
              </a:r>
              <a:r>
                <a:rPr sz="1850" spc="90" dirty="0">
                  <a:latin typeface="Times New Roman"/>
                  <a:cs typeface="Times New Roman"/>
                </a:rPr>
                <a:t>)</a:t>
              </a:r>
              <a:endParaRPr lang="en-NZ" sz="1850" spc="90" dirty="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  <a:tabLst>
                  <a:tab pos="351155" algn="l"/>
                </a:tabLst>
              </a:pPr>
              <a:r>
                <a:rPr lang="en-NZ" sz="1850" spc="90" baseline="27027" dirty="0">
                  <a:latin typeface="Times New Roman"/>
                  <a:cs typeface="Times New Roman"/>
                </a:rPr>
                <a:t>		</a:t>
              </a:r>
              <a:endParaRPr sz="2775" baseline="27027" dirty="0">
                <a:latin typeface="Symbol"/>
                <a:cs typeface="Symbo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674115" y="4755341"/>
              <a:ext cx="1121410" cy="8540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000" spc="-1170" baseline="-15277" dirty="0">
                  <a:latin typeface="Symbol"/>
                  <a:cs typeface="Symbol"/>
                </a:rPr>
                <a:t></a:t>
              </a:r>
              <a:r>
                <a:rPr sz="3000" spc="-15" baseline="2777" dirty="0">
                  <a:latin typeface="Symbol"/>
                  <a:cs typeface="Symbol"/>
                </a:rPr>
                <a:t></a:t>
              </a:r>
              <a:r>
                <a:rPr sz="3000" spc="-480" baseline="2777" dirty="0">
                  <a:latin typeface="Times New Roman"/>
                  <a:cs typeface="Times New Roman"/>
                </a:rPr>
                <a:t> </a:t>
              </a:r>
              <a:r>
                <a:rPr sz="2000" i="1" spc="5" dirty="0">
                  <a:latin typeface="Times New Roman"/>
                  <a:cs typeface="Times New Roman"/>
                </a:rPr>
                <a:t>x</a:t>
              </a:r>
              <a:r>
                <a:rPr sz="2250" spc="-15" baseline="-18518" dirty="0">
                  <a:latin typeface="Times New Roman"/>
                  <a:cs typeface="Times New Roman"/>
                </a:rPr>
                <a:t>3</a:t>
              </a:r>
              <a:r>
                <a:rPr sz="2250" spc="-232" baseline="-18518" dirty="0">
                  <a:latin typeface="Times New Roman"/>
                  <a:cs typeface="Times New Roman"/>
                </a:rPr>
                <a:t> </a:t>
              </a:r>
              <a:r>
                <a:rPr sz="2000" spc="40" dirty="0">
                  <a:latin typeface="Times New Roman"/>
                  <a:cs typeface="Times New Roman"/>
                </a:rPr>
                <a:t>(</a:t>
              </a:r>
              <a:r>
                <a:rPr sz="2000" i="1" spc="-10" dirty="0">
                  <a:latin typeface="Times New Roman"/>
                  <a:cs typeface="Times New Roman"/>
                </a:rPr>
                <a:t>k</a:t>
              </a:r>
              <a:r>
                <a:rPr sz="2000" i="1" spc="45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325" dirty="0">
                  <a:latin typeface="Times New Roman"/>
                  <a:cs typeface="Times New Roman"/>
                </a:rPr>
                <a:t> </a:t>
              </a:r>
              <a:r>
                <a:rPr sz="2000" spc="-170" dirty="0">
                  <a:latin typeface="Times New Roman"/>
                  <a:cs typeface="Times New Roman"/>
                </a:rPr>
                <a:t>1</a:t>
              </a:r>
              <a:r>
                <a:rPr sz="2000" spc="80" dirty="0">
                  <a:latin typeface="Times New Roman"/>
                  <a:cs typeface="Times New Roman"/>
                </a:rPr>
                <a:t>)</a:t>
              </a:r>
              <a:r>
                <a:rPr sz="3000" spc="-1170" baseline="-15277" dirty="0">
                  <a:latin typeface="Symbol"/>
                  <a:cs typeface="Symbol"/>
                </a:rPr>
                <a:t></a:t>
              </a:r>
              <a:r>
                <a:rPr sz="3000" spc="-15" baseline="2777" dirty="0">
                  <a:latin typeface="Symbol"/>
                  <a:cs typeface="Symbol"/>
                </a:rPr>
                <a:t></a:t>
              </a:r>
              <a:endParaRPr sz="3000" baseline="2777" dirty="0">
                <a:latin typeface="Symbol"/>
                <a:cs typeface="Symbol"/>
              </a:endParaRPr>
            </a:p>
            <a:p>
              <a:pPr marL="119380">
                <a:lnSpc>
                  <a:spcPct val="100000"/>
                </a:lnSpc>
                <a:spcBef>
                  <a:spcPts val="1739"/>
                </a:spcBef>
              </a:pPr>
              <a:r>
                <a:rPr sz="2775" spc="7" baseline="-4504" dirty="0">
                  <a:latin typeface="Symbol"/>
                  <a:cs typeface="Symbol"/>
                </a:rPr>
                <a:t></a:t>
              </a:r>
              <a:r>
                <a:rPr sz="2775" spc="-247" baseline="-4504" dirty="0">
                  <a:latin typeface="Times New Roman"/>
                  <a:cs typeface="Times New Roman"/>
                </a:rPr>
                <a:t> </a:t>
              </a:r>
              <a:r>
                <a:rPr sz="1850" i="1" spc="-175" dirty="0">
                  <a:latin typeface="Times New Roman"/>
                  <a:cs typeface="Times New Roman"/>
                </a:rPr>
                <a:t>x</a:t>
              </a:r>
              <a:r>
                <a:rPr sz="2100" spc="127" baseline="-19841" dirty="0">
                  <a:latin typeface="Times New Roman"/>
                  <a:cs typeface="Times New Roman"/>
                </a:rPr>
                <a:t>1</a:t>
              </a:r>
              <a:r>
                <a:rPr sz="1850" spc="50" dirty="0">
                  <a:latin typeface="Times New Roman"/>
                  <a:cs typeface="Times New Roman"/>
                </a:rPr>
                <a:t>(</a:t>
              </a:r>
              <a:r>
                <a:rPr sz="1850" i="1" spc="5" dirty="0">
                  <a:latin typeface="Times New Roman"/>
                  <a:cs typeface="Times New Roman"/>
                </a:rPr>
                <a:t>k</a:t>
              </a:r>
              <a:r>
                <a:rPr sz="1850" i="1" spc="-300" dirty="0">
                  <a:latin typeface="Times New Roman"/>
                  <a:cs typeface="Times New Roman"/>
                </a:rPr>
                <a:t> </a:t>
              </a:r>
              <a:r>
                <a:rPr sz="1850" spc="5" dirty="0">
                  <a:latin typeface="Times New Roman"/>
                  <a:cs typeface="Times New Roman"/>
                </a:rPr>
                <a:t>)</a:t>
              </a:r>
              <a:r>
                <a:rPr sz="1850" spc="-245" dirty="0">
                  <a:latin typeface="Times New Roman"/>
                  <a:cs typeface="Times New Roman"/>
                </a:rPr>
                <a:t> </a:t>
              </a:r>
              <a:r>
                <a:rPr sz="2775" spc="7" baseline="-4504" dirty="0">
                  <a:latin typeface="Symbol"/>
                  <a:cs typeface="Symbol"/>
                </a:rPr>
                <a:t></a:t>
              </a:r>
              <a:endParaRPr sz="2775" baseline="-4504" dirty="0">
                <a:latin typeface="Symbol"/>
                <a:cs typeface="Symbol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73252" y="6111544"/>
            <a:ext cx="26117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1800" b="1" spc="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anon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rm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5083" y="4754829"/>
            <a:ext cx="1614805" cy="654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170" baseline="-18055" dirty="0">
                <a:latin typeface="Symbol"/>
                <a:cs typeface="Symbol"/>
              </a:rPr>
              <a:t></a:t>
            </a:r>
            <a:r>
              <a:rPr sz="2000" dirty="0">
                <a:latin typeface="Symbol"/>
                <a:cs typeface="Symbol"/>
              </a:rPr>
              <a:t></a:t>
            </a:r>
            <a:r>
              <a:rPr sz="3000" spc="22" baseline="-2777" dirty="0">
                <a:latin typeface="Times New Roman"/>
                <a:cs typeface="Times New Roman"/>
              </a:rPr>
              <a:t>0</a:t>
            </a:r>
            <a:r>
              <a:rPr sz="3000" spc="-1170" baseline="-18055" dirty="0">
                <a:latin typeface="Symbol"/>
                <a:cs typeface="Symbol"/>
              </a:rPr>
              <a:t></a:t>
            </a:r>
            <a:r>
              <a:rPr sz="2000" spc="-10" dirty="0">
                <a:latin typeface="Symbol"/>
                <a:cs typeface="Symbol"/>
              </a:rPr>
              <a:t></a:t>
            </a:r>
            <a:endParaRPr sz="2000" dirty="0">
              <a:latin typeface="Symbol"/>
              <a:cs typeface="Symbol"/>
            </a:endParaRPr>
          </a:p>
          <a:p>
            <a:pPr marL="221615">
              <a:lnSpc>
                <a:spcPct val="100000"/>
              </a:lnSpc>
              <a:spcBef>
                <a:spcPts val="650"/>
              </a:spcBef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6962" y="5828544"/>
            <a:ext cx="20758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1800" b="1" spc="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438BF-3BC2-AD87-EE54-A2891E68DE21}"/>
              </a:ext>
            </a:extLst>
          </p:cNvPr>
          <p:cNvGrpSpPr/>
          <p:nvPr/>
        </p:nvGrpSpPr>
        <p:grpSpPr>
          <a:xfrm>
            <a:off x="1257652" y="4004925"/>
            <a:ext cx="5949478" cy="1114936"/>
            <a:chOff x="1257652" y="4004925"/>
            <a:chExt cx="5949478" cy="1114936"/>
          </a:xfrm>
        </p:grpSpPr>
        <p:sp>
          <p:nvSpPr>
            <p:cNvPr id="18" name="object 18"/>
            <p:cNvSpPr txBox="1"/>
            <p:nvPr/>
          </p:nvSpPr>
          <p:spPr>
            <a:xfrm>
              <a:off x="4674115" y="4385996"/>
              <a:ext cx="2533015" cy="4057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000" spc="187" baseline="-26388" dirty="0">
                  <a:latin typeface="Symbol"/>
                  <a:cs typeface="Symbol"/>
                </a:rPr>
                <a:t></a:t>
              </a:r>
              <a:r>
                <a:rPr sz="2000" i="1" spc="55" dirty="0">
                  <a:latin typeface="Times New Roman"/>
                  <a:cs typeface="Times New Roman"/>
                </a:rPr>
                <a:t>x</a:t>
              </a:r>
              <a:r>
                <a:rPr sz="2250" spc="-15" baseline="-18518" dirty="0">
                  <a:latin typeface="Times New Roman"/>
                  <a:cs typeface="Times New Roman"/>
                </a:rPr>
                <a:t>2</a:t>
              </a:r>
              <a:r>
                <a:rPr sz="2250" spc="-165" baseline="-18518" dirty="0">
                  <a:latin typeface="Times New Roman"/>
                  <a:cs typeface="Times New Roman"/>
                </a:rPr>
                <a:t> </a:t>
              </a:r>
              <a:r>
                <a:rPr sz="2000" spc="40" dirty="0">
                  <a:latin typeface="Times New Roman"/>
                  <a:cs typeface="Times New Roman"/>
                </a:rPr>
                <a:t>(</a:t>
              </a:r>
              <a:r>
                <a:rPr sz="2000" i="1" spc="-10" dirty="0">
                  <a:latin typeface="Times New Roman"/>
                  <a:cs typeface="Times New Roman"/>
                </a:rPr>
                <a:t>k</a:t>
              </a:r>
              <a:r>
                <a:rPr sz="2000" i="1" spc="45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325" dirty="0">
                  <a:latin typeface="Times New Roman"/>
                  <a:cs typeface="Times New Roman"/>
                </a:rPr>
                <a:t> </a:t>
              </a:r>
              <a:r>
                <a:rPr sz="2000" spc="-170" dirty="0">
                  <a:latin typeface="Times New Roman"/>
                  <a:cs typeface="Times New Roman"/>
                </a:rPr>
                <a:t>1</a:t>
              </a:r>
              <a:r>
                <a:rPr sz="2000" spc="40" dirty="0">
                  <a:latin typeface="Times New Roman"/>
                  <a:cs typeface="Times New Roman"/>
                </a:rPr>
                <a:t>)</a:t>
              </a:r>
              <a:r>
                <a:rPr sz="3000" spc="-15" baseline="-26388" dirty="0">
                  <a:latin typeface="Symbol"/>
                  <a:cs typeface="Symbol"/>
                </a:rPr>
                <a:t></a:t>
              </a:r>
              <a:r>
                <a:rPr sz="3000" spc="-82" baseline="-26388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</a:t>
              </a:r>
              <a:r>
                <a:rPr sz="2000" spc="-40" dirty="0">
                  <a:latin typeface="Times New Roman"/>
                  <a:cs typeface="Times New Roman"/>
                </a:rPr>
                <a:t> </a:t>
              </a:r>
              <a:r>
                <a:rPr sz="3000" baseline="-26388" dirty="0">
                  <a:latin typeface="Symbol"/>
                  <a:cs typeface="Symbol"/>
                </a:rPr>
                <a:t></a:t>
              </a:r>
              <a:r>
                <a:rPr sz="2000" spc="15" dirty="0">
                  <a:latin typeface="Times New Roman"/>
                  <a:cs typeface="Times New Roman"/>
                </a:rPr>
                <a:t>0</a:t>
              </a:r>
              <a:r>
                <a:rPr sz="3000" spc="-15" baseline="-26388" dirty="0">
                  <a:latin typeface="Symbol"/>
                  <a:cs typeface="Symbol"/>
                </a:rPr>
                <a:t></a:t>
              </a:r>
              <a:r>
                <a:rPr sz="3000" spc="15" baseline="-26388" dirty="0">
                  <a:latin typeface="Times New Roman"/>
                  <a:cs typeface="Times New Roman"/>
                </a:rPr>
                <a:t> </a:t>
              </a:r>
              <a:r>
                <a:rPr sz="2000" i="1" spc="80" dirty="0">
                  <a:latin typeface="Times New Roman"/>
                  <a:cs typeface="Times New Roman"/>
                </a:rPr>
                <a:t>u</a:t>
              </a:r>
              <a:r>
                <a:rPr sz="2000" spc="40" dirty="0">
                  <a:latin typeface="Times New Roman"/>
                  <a:cs typeface="Times New Roman"/>
                </a:rPr>
                <a:t>(</a:t>
              </a:r>
              <a:r>
                <a:rPr sz="2000" i="1" spc="-10" dirty="0">
                  <a:latin typeface="Times New Roman"/>
                  <a:cs typeface="Times New Roman"/>
                </a:rPr>
                <a:t>k</a:t>
              </a:r>
              <a:r>
                <a:rPr sz="2000" i="1" spc="50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325" dirty="0">
                  <a:latin typeface="Times New Roman"/>
                  <a:cs typeface="Times New Roman"/>
                </a:rPr>
                <a:t> </a:t>
              </a:r>
              <a:r>
                <a:rPr sz="2000" spc="-170" dirty="0">
                  <a:latin typeface="Times New Roman"/>
                  <a:cs typeface="Times New Roman"/>
                </a:rPr>
                <a:t>1</a:t>
              </a:r>
              <a:r>
                <a:rPr sz="2000" spc="-10" dirty="0">
                  <a:latin typeface="Times New Roman"/>
                  <a:cs typeface="Times New Roman"/>
                </a:rPr>
                <a:t>)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6025083" y="4007981"/>
              <a:ext cx="352425" cy="295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-20" dirty="0">
                  <a:latin typeface="Symbol"/>
                  <a:cs typeface="Symbol"/>
                </a:rPr>
                <a:t></a:t>
              </a:r>
              <a:r>
                <a:rPr sz="3000" spc="44" baseline="4166" dirty="0">
                  <a:latin typeface="Times New Roman"/>
                  <a:cs typeface="Times New Roman"/>
                </a:rPr>
                <a:t>1</a:t>
              </a:r>
              <a:r>
                <a:rPr sz="2000" spc="-10" dirty="0">
                  <a:latin typeface="Symbol"/>
                  <a:cs typeface="Symbol"/>
                </a:rPr>
                <a:t></a:t>
              </a:r>
              <a:endParaRPr sz="2000">
                <a:latin typeface="Symbol"/>
                <a:cs typeface="Symbo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833114" y="4004925"/>
              <a:ext cx="1962785" cy="1113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74650" algn="l"/>
                  <a:tab pos="853440" algn="l"/>
                </a:tabLst>
              </a:pPr>
              <a:r>
                <a:rPr sz="2000" spc="-10" dirty="0">
                  <a:latin typeface="Times New Roman"/>
                  <a:cs typeface="Times New Roman"/>
                </a:rPr>
                <a:t>1	</a:t>
              </a:r>
              <a:r>
                <a:rPr sz="2000" spc="5" dirty="0">
                  <a:latin typeface="Times New Roman"/>
                  <a:cs typeface="Times New Roman"/>
                </a:rPr>
                <a:t>0</a:t>
              </a:r>
              <a:r>
                <a:rPr sz="3000" spc="-15" baseline="-4166" dirty="0">
                  <a:latin typeface="Symbol"/>
                  <a:cs typeface="Symbol"/>
                </a:rPr>
                <a:t></a:t>
              </a:r>
              <a:r>
                <a:rPr sz="3000" baseline="-4166" dirty="0">
                  <a:latin typeface="Times New Roman"/>
                  <a:cs typeface="Times New Roman"/>
                </a:rPr>
                <a:t>	</a:t>
              </a:r>
              <a:r>
                <a:rPr sz="3000" spc="-15" baseline="-4166" dirty="0">
                  <a:latin typeface="Symbol"/>
                  <a:cs typeface="Symbol"/>
                </a:rPr>
                <a:t></a:t>
              </a:r>
              <a:r>
                <a:rPr sz="3000" spc="-337" baseline="-4166" dirty="0">
                  <a:latin typeface="Times New Roman"/>
                  <a:cs typeface="Times New Roman"/>
                </a:rPr>
                <a:t> </a:t>
              </a:r>
              <a:r>
                <a:rPr sz="2000" i="1" spc="-110" dirty="0">
                  <a:latin typeface="Times New Roman"/>
                  <a:cs typeface="Times New Roman"/>
                </a:rPr>
                <a:t>x</a:t>
              </a:r>
              <a:r>
                <a:rPr sz="2250" spc="-15" baseline="-18518" dirty="0">
                  <a:latin typeface="Times New Roman"/>
                  <a:cs typeface="Times New Roman"/>
                </a:rPr>
                <a:t>1</a:t>
              </a:r>
              <a:r>
                <a:rPr sz="2250" spc="-337" baseline="-18518" dirty="0">
                  <a:latin typeface="Times New Roman"/>
                  <a:cs typeface="Times New Roman"/>
                </a:rPr>
                <a:t> </a:t>
              </a:r>
              <a:r>
                <a:rPr sz="2000" spc="40" dirty="0">
                  <a:latin typeface="Times New Roman"/>
                  <a:cs typeface="Times New Roman"/>
                </a:rPr>
                <a:t>(</a:t>
              </a:r>
              <a:r>
                <a:rPr sz="2000" i="1" spc="-10" dirty="0">
                  <a:latin typeface="Times New Roman"/>
                  <a:cs typeface="Times New Roman"/>
                </a:rPr>
                <a:t>k</a:t>
              </a:r>
              <a:r>
                <a:rPr sz="2000" i="1" spc="45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325" dirty="0">
                  <a:latin typeface="Times New Roman"/>
                  <a:cs typeface="Times New Roman"/>
                </a:rPr>
                <a:t> </a:t>
              </a:r>
              <a:r>
                <a:rPr sz="2000" spc="-170" dirty="0">
                  <a:latin typeface="Times New Roman"/>
                  <a:cs typeface="Times New Roman"/>
                </a:rPr>
                <a:t>1</a:t>
              </a:r>
              <a:r>
                <a:rPr sz="2000" spc="-10" dirty="0">
                  <a:latin typeface="Times New Roman"/>
                  <a:cs typeface="Times New Roman"/>
                </a:rPr>
                <a:t>)</a:t>
              </a:r>
              <a:r>
                <a:rPr sz="2000" spc="-310" dirty="0">
                  <a:latin typeface="Times New Roman"/>
                  <a:cs typeface="Times New Roman"/>
                </a:rPr>
                <a:t> </a:t>
              </a:r>
              <a:r>
                <a:rPr sz="3000" spc="-15" baseline="-4166" dirty="0">
                  <a:latin typeface="Symbol"/>
                  <a:cs typeface="Symbol"/>
                </a:rPr>
                <a:t></a:t>
              </a:r>
              <a:endParaRPr sz="3000" baseline="-4166" dirty="0">
                <a:latin typeface="Symbol"/>
                <a:cs typeface="Symbol"/>
              </a:endParaRPr>
            </a:p>
            <a:p>
              <a:pPr marL="15240">
                <a:lnSpc>
                  <a:spcPct val="100000"/>
                </a:lnSpc>
                <a:spcBef>
                  <a:spcPts val="590"/>
                </a:spcBef>
                <a:tabLst>
                  <a:tab pos="372110" algn="l"/>
                </a:tabLst>
              </a:pPr>
              <a:r>
                <a:rPr sz="2000" spc="-10" dirty="0">
                  <a:latin typeface="Times New Roman"/>
                  <a:cs typeface="Times New Roman"/>
                </a:rPr>
                <a:t>0	</a:t>
              </a:r>
              <a:r>
                <a:rPr sz="2000" spc="25" dirty="0">
                  <a:latin typeface="Times New Roman"/>
                  <a:cs typeface="Times New Roman"/>
                </a:rPr>
                <a:t>1</a:t>
              </a:r>
              <a:r>
                <a:rPr sz="3000" spc="-15" baseline="-27777" dirty="0">
                  <a:latin typeface="Symbol"/>
                  <a:cs typeface="Symbol"/>
                </a:rPr>
                <a:t></a:t>
              </a:r>
              <a:endParaRPr sz="3000" baseline="-27777" dirty="0">
                <a:latin typeface="Symbol"/>
                <a:cs typeface="Symbol"/>
              </a:endParaRPr>
            </a:p>
            <a:p>
              <a:pPr marL="15240">
                <a:lnSpc>
                  <a:spcPct val="100000"/>
                </a:lnSpc>
                <a:spcBef>
                  <a:spcPts val="605"/>
                </a:spcBef>
                <a:tabLst>
                  <a:tab pos="374650" algn="l"/>
                </a:tabLst>
              </a:pPr>
              <a:r>
                <a:rPr sz="2000" spc="-10" dirty="0">
                  <a:latin typeface="Times New Roman"/>
                  <a:cs typeface="Times New Roman"/>
                </a:rPr>
                <a:t>0	</a:t>
              </a:r>
              <a:r>
                <a:rPr sz="2000" spc="5" dirty="0">
                  <a:latin typeface="Times New Roman"/>
                  <a:cs typeface="Times New Roman"/>
                </a:rPr>
                <a:t>0</a:t>
              </a:r>
              <a:r>
                <a:rPr sz="3000" spc="-1170" baseline="-15277" dirty="0">
                  <a:latin typeface="Symbol"/>
                  <a:cs typeface="Symbol"/>
                </a:rPr>
                <a:t></a:t>
              </a:r>
              <a:r>
                <a:rPr sz="3000" spc="-15" baseline="2777" dirty="0">
                  <a:latin typeface="Symbol"/>
                  <a:cs typeface="Symbol"/>
                </a:rPr>
                <a:t></a:t>
              </a:r>
              <a:endParaRPr sz="3000" baseline="2777" dirty="0">
                <a:latin typeface="Symbol"/>
                <a:cs typeface="Symbo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257652" y="4005436"/>
              <a:ext cx="2336165" cy="11144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735330">
                <a:lnSpc>
                  <a:spcPts val="2235"/>
                </a:lnSpc>
                <a:tabLst>
                  <a:tab pos="1797685" algn="l"/>
                </a:tabLst>
              </a:pPr>
              <a:r>
                <a:rPr sz="3000" spc="-15" baseline="-4166" dirty="0">
                  <a:latin typeface="Symbol"/>
                  <a:cs typeface="Symbol"/>
                </a:rPr>
                <a:t></a:t>
              </a:r>
              <a:r>
                <a:rPr sz="3000" spc="-322" baseline="-4166" dirty="0">
                  <a:latin typeface="Times New Roman"/>
                  <a:cs typeface="Times New Roman"/>
                </a:rPr>
                <a:t> </a:t>
              </a:r>
              <a:r>
                <a:rPr sz="2000" i="1" spc="-110" dirty="0">
                  <a:latin typeface="Times New Roman"/>
                  <a:cs typeface="Times New Roman"/>
                </a:rPr>
                <a:t>x</a:t>
              </a:r>
              <a:r>
                <a:rPr sz="2250" spc="-15" baseline="-18518" dirty="0">
                  <a:latin typeface="Times New Roman"/>
                  <a:cs typeface="Times New Roman"/>
                </a:rPr>
                <a:t>1</a:t>
              </a:r>
              <a:r>
                <a:rPr sz="2250" spc="-337" baseline="-18518" dirty="0">
                  <a:latin typeface="Times New Roman"/>
                  <a:cs typeface="Times New Roman"/>
                </a:rPr>
                <a:t> </a:t>
              </a:r>
              <a:r>
                <a:rPr sz="2000" spc="45" dirty="0">
                  <a:latin typeface="Times New Roman"/>
                  <a:cs typeface="Times New Roman"/>
                </a:rPr>
                <a:t>(</a:t>
              </a:r>
              <a:r>
                <a:rPr sz="2000" i="1" spc="150" dirty="0">
                  <a:latin typeface="Times New Roman"/>
                  <a:cs typeface="Times New Roman"/>
                </a:rPr>
                <a:t>k</a:t>
              </a:r>
              <a:r>
                <a:rPr sz="2000" spc="-10" dirty="0">
                  <a:latin typeface="Times New Roman"/>
                  <a:cs typeface="Times New Roman"/>
                </a:rPr>
                <a:t>)</a:t>
              </a:r>
              <a:r>
                <a:rPr sz="2000" spc="-310" dirty="0">
                  <a:latin typeface="Times New Roman"/>
                  <a:cs typeface="Times New Roman"/>
                </a:rPr>
                <a:t> </a:t>
              </a:r>
              <a:r>
                <a:rPr sz="3000" spc="-15" baseline="-4166" dirty="0">
                  <a:latin typeface="Symbol"/>
                  <a:cs typeface="Symbol"/>
                </a:rPr>
                <a:t></a:t>
              </a:r>
              <a:r>
                <a:rPr sz="3000" baseline="-4166" dirty="0">
                  <a:latin typeface="Times New Roman"/>
                  <a:cs typeface="Times New Roman"/>
                </a:rPr>
                <a:t>	</a:t>
              </a:r>
              <a:r>
                <a:rPr sz="3000" spc="262" baseline="-4166" dirty="0">
                  <a:latin typeface="Symbol"/>
                  <a:cs typeface="Symbol"/>
                </a:rPr>
                <a:t>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105" dirty="0">
                  <a:latin typeface="Times New Roman"/>
                  <a:cs typeface="Times New Roman"/>
                </a:rPr>
                <a:t> </a:t>
              </a:r>
              <a:r>
                <a:rPr sz="2000" i="1" spc="-95" dirty="0">
                  <a:latin typeface="Times New Roman"/>
                  <a:cs typeface="Times New Roman"/>
                </a:rPr>
                <a:t>a</a:t>
              </a:r>
              <a:r>
                <a:rPr sz="2250" spc="-15" baseline="-18518" dirty="0">
                  <a:latin typeface="Times New Roman"/>
                  <a:cs typeface="Times New Roman"/>
                </a:rPr>
                <a:t>1</a:t>
              </a:r>
              <a:endParaRPr sz="2250" baseline="-18518" dirty="0">
                <a:latin typeface="Times New Roman"/>
                <a:cs typeface="Times New Roman"/>
              </a:endParaRPr>
            </a:p>
            <a:p>
              <a:pPr marL="735330">
                <a:lnSpc>
                  <a:spcPts val="1505"/>
                </a:lnSpc>
                <a:tabLst>
                  <a:tab pos="1417955" algn="l"/>
                  <a:tab pos="1797685" algn="l"/>
                </a:tabLst>
              </a:pPr>
              <a:r>
                <a:rPr sz="2000" spc="-10" dirty="0">
                  <a:latin typeface="Symbol"/>
                  <a:cs typeface="Symbol"/>
                </a:rPr>
                <a:t></a:t>
              </a:r>
              <a:r>
                <a:rPr sz="2000" spc="-10" dirty="0">
                  <a:latin typeface="Times New Roman"/>
                  <a:cs typeface="Times New Roman"/>
                </a:rPr>
                <a:t>	</a:t>
              </a:r>
              <a:r>
                <a:rPr sz="2000" spc="-10" dirty="0">
                  <a:latin typeface="Symbol"/>
                  <a:cs typeface="Symbol"/>
                </a:rPr>
                <a:t></a:t>
              </a:r>
              <a:r>
                <a:rPr sz="2000" spc="-10" dirty="0">
                  <a:latin typeface="Times New Roman"/>
                  <a:cs typeface="Times New Roman"/>
                </a:rPr>
                <a:t>	</a:t>
              </a:r>
              <a:r>
                <a:rPr sz="2000" spc="-10" dirty="0">
                  <a:latin typeface="Symbol"/>
                  <a:cs typeface="Symbol"/>
                </a:rPr>
                <a:t></a:t>
              </a:r>
              <a:endParaRPr sz="2000" dirty="0">
                <a:latin typeface="Symbol"/>
                <a:cs typeface="Symbol"/>
              </a:endParaRPr>
            </a:p>
            <a:p>
              <a:pPr marL="12700">
                <a:lnSpc>
                  <a:spcPts val="1670"/>
                </a:lnSpc>
              </a:pPr>
              <a:r>
                <a:rPr sz="2000" b="1" i="1" spc="70" dirty="0">
                  <a:latin typeface="Times New Roman"/>
                  <a:cs typeface="Times New Roman"/>
                </a:rPr>
                <a:t>x</a:t>
              </a:r>
              <a:r>
                <a:rPr sz="2000" spc="50" dirty="0">
                  <a:latin typeface="Times New Roman"/>
                  <a:cs typeface="Times New Roman"/>
                </a:rPr>
                <a:t>(</a:t>
              </a:r>
              <a:r>
                <a:rPr sz="2000" i="1" spc="150" dirty="0">
                  <a:latin typeface="Times New Roman"/>
                  <a:cs typeface="Times New Roman"/>
                </a:rPr>
                <a:t>k</a:t>
              </a:r>
              <a:r>
                <a:rPr sz="2000" spc="-10" dirty="0">
                  <a:latin typeface="Times New Roman"/>
                  <a:cs typeface="Times New Roman"/>
                </a:rPr>
                <a:t>)</a:t>
              </a:r>
              <a:r>
                <a:rPr sz="2000" spc="20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</a:t>
              </a:r>
              <a:r>
                <a:rPr sz="2000" spc="50" dirty="0">
                  <a:latin typeface="Times New Roman"/>
                  <a:cs typeface="Times New Roman"/>
                </a:rPr>
                <a:t> </a:t>
              </a:r>
              <a:r>
                <a:rPr sz="3000" spc="187" baseline="-27777" dirty="0">
                  <a:latin typeface="Symbol"/>
                  <a:cs typeface="Symbol"/>
                </a:rPr>
                <a:t></a:t>
              </a:r>
              <a:r>
                <a:rPr sz="2000" i="1" spc="50" dirty="0">
                  <a:latin typeface="Times New Roman"/>
                  <a:cs typeface="Times New Roman"/>
                </a:rPr>
                <a:t>x</a:t>
              </a:r>
              <a:r>
                <a:rPr sz="2250" spc="-15" baseline="-18518" dirty="0">
                  <a:latin typeface="Times New Roman"/>
                  <a:cs typeface="Times New Roman"/>
                </a:rPr>
                <a:t>2</a:t>
              </a:r>
              <a:r>
                <a:rPr sz="2250" spc="-165" baseline="-18518" dirty="0">
                  <a:latin typeface="Times New Roman"/>
                  <a:cs typeface="Times New Roman"/>
                </a:rPr>
                <a:t> </a:t>
              </a:r>
              <a:r>
                <a:rPr sz="2000" spc="45" dirty="0">
                  <a:latin typeface="Times New Roman"/>
                  <a:cs typeface="Times New Roman"/>
                </a:rPr>
                <a:t>(</a:t>
              </a:r>
              <a:r>
                <a:rPr sz="2000" i="1" spc="150" dirty="0">
                  <a:latin typeface="Times New Roman"/>
                  <a:cs typeface="Times New Roman"/>
                </a:rPr>
                <a:t>k</a:t>
              </a:r>
              <a:r>
                <a:rPr sz="2000" spc="40" dirty="0">
                  <a:latin typeface="Times New Roman"/>
                  <a:cs typeface="Times New Roman"/>
                </a:rPr>
                <a:t>)</a:t>
              </a:r>
              <a:r>
                <a:rPr sz="3000" spc="-15" baseline="-27777" dirty="0">
                  <a:latin typeface="Symbol"/>
                  <a:cs typeface="Symbol"/>
                </a:rPr>
                <a:t></a:t>
              </a:r>
              <a:r>
                <a:rPr sz="3000" spc="112" baseline="-27777" dirty="0">
                  <a:latin typeface="Times New Roman"/>
                  <a:cs typeface="Times New Roman"/>
                </a:rPr>
                <a:t> </a:t>
              </a:r>
              <a:r>
                <a:rPr sz="2000" spc="-15" dirty="0">
                  <a:latin typeface="Symbol"/>
                  <a:cs typeface="Symbol"/>
                </a:rPr>
                <a:t></a:t>
              </a:r>
              <a:r>
                <a:rPr sz="2000" spc="50" dirty="0">
                  <a:latin typeface="Times New Roman"/>
                  <a:cs typeface="Times New Roman"/>
                </a:rPr>
                <a:t> </a:t>
              </a:r>
              <a:r>
                <a:rPr sz="3000" spc="44" baseline="-27777" dirty="0">
                  <a:latin typeface="Symbol"/>
                  <a:cs typeface="Symbol"/>
                </a:rPr>
                <a:t>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105" dirty="0">
                  <a:latin typeface="Times New Roman"/>
                  <a:cs typeface="Times New Roman"/>
                </a:rPr>
                <a:t> </a:t>
              </a:r>
              <a:r>
                <a:rPr sz="2000" i="1" spc="70" dirty="0">
                  <a:latin typeface="Times New Roman"/>
                  <a:cs typeface="Times New Roman"/>
                </a:rPr>
                <a:t>a</a:t>
              </a:r>
              <a:r>
                <a:rPr sz="2250" spc="-15" baseline="-18518" dirty="0">
                  <a:latin typeface="Times New Roman"/>
                  <a:cs typeface="Times New Roman"/>
                </a:rPr>
                <a:t>2</a:t>
              </a:r>
              <a:endParaRPr sz="2250" baseline="-18518" dirty="0">
                <a:latin typeface="Times New Roman"/>
                <a:cs typeface="Times New Roman"/>
              </a:endParaRPr>
            </a:p>
            <a:p>
              <a:pPr marL="735330">
                <a:lnSpc>
                  <a:spcPct val="100000"/>
                </a:lnSpc>
                <a:spcBef>
                  <a:spcPts val="605"/>
                </a:spcBef>
                <a:tabLst>
                  <a:tab pos="1797685" algn="l"/>
                </a:tabLst>
              </a:pPr>
              <a:r>
                <a:rPr sz="3000" spc="-1170" baseline="-15277" dirty="0">
                  <a:latin typeface="Symbol"/>
                  <a:cs typeface="Symbol"/>
                </a:rPr>
                <a:t></a:t>
              </a:r>
              <a:r>
                <a:rPr sz="3000" spc="-15" baseline="2777" dirty="0">
                  <a:latin typeface="Symbol"/>
                  <a:cs typeface="Symbol"/>
                </a:rPr>
                <a:t></a:t>
              </a:r>
              <a:r>
                <a:rPr sz="3000" spc="-465" baseline="2777" dirty="0">
                  <a:latin typeface="Times New Roman"/>
                  <a:cs typeface="Times New Roman"/>
                </a:rPr>
                <a:t> </a:t>
              </a:r>
              <a:r>
                <a:rPr sz="2000" i="1" spc="5" dirty="0">
                  <a:latin typeface="Times New Roman"/>
                  <a:cs typeface="Times New Roman"/>
                </a:rPr>
                <a:t>x</a:t>
              </a:r>
              <a:r>
                <a:rPr sz="2250" spc="-15" baseline="-18518" dirty="0">
                  <a:latin typeface="Times New Roman"/>
                  <a:cs typeface="Times New Roman"/>
                </a:rPr>
                <a:t>3</a:t>
              </a:r>
              <a:r>
                <a:rPr sz="2250" spc="-232" baseline="-18518" dirty="0">
                  <a:latin typeface="Times New Roman"/>
                  <a:cs typeface="Times New Roman"/>
                </a:rPr>
                <a:t> </a:t>
              </a:r>
              <a:r>
                <a:rPr sz="2000" spc="45" dirty="0">
                  <a:latin typeface="Times New Roman"/>
                  <a:cs typeface="Times New Roman"/>
                </a:rPr>
                <a:t>(</a:t>
              </a:r>
              <a:r>
                <a:rPr sz="2000" i="1" spc="155" dirty="0">
                  <a:latin typeface="Times New Roman"/>
                  <a:cs typeface="Times New Roman"/>
                </a:rPr>
                <a:t>k</a:t>
              </a:r>
              <a:r>
                <a:rPr sz="2000" spc="80" dirty="0">
                  <a:latin typeface="Times New Roman"/>
                  <a:cs typeface="Times New Roman"/>
                </a:rPr>
                <a:t>)</a:t>
              </a:r>
              <a:r>
                <a:rPr sz="3000" spc="-1170" baseline="-15277" dirty="0">
                  <a:latin typeface="Symbol"/>
                  <a:cs typeface="Symbol"/>
                </a:rPr>
                <a:t></a:t>
              </a:r>
              <a:r>
                <a:rPr sz="3000" spc="-15" baseline="2777" dirty="0">
                  <a:latin typeface="Symbol"/>
                  <a:cs typeface="Symbol"/>
                </a:rPr>
                <a:t></a:t>
              </a:r>
              <a:r>
                <a:rPr sz="3000" baseline="2777" dirty="0">
                  <a:latin typeface="Times New Roman"/>
                  <a:cs typeface="Times New Roman"/>
                </a:rPr>
                <a:t>	</a:t>
              </a:r>
              <a:r>
                <a:rPr sz="3000" spc="-1170" baseline="-15277" dirty="0">
                  <a:latin typeface="Symbol"/>
                  <a:cs typeface="Symbol"/>
                </a:rPr>
                <a:t></a:t>
              </a:r>
              <a:r>
                <a:rPr sz="3000" spc="112" baseline="2777" dirty="0">
                  <a:latin typeface="Symbol"/>
                  <a:cs typeface="Symbol"/>
                </a:rPr>
                <a:t></a:t>
              </a:r>
              <a:r>
                <a:rPr sz="2000" spc="-15" dirty="0">
                  <a:latin typeface="Symbol"/>
                  <a:cs typeface="Symbol"/>
                </a:rPr>
                <a:t></a:t>
              </a:r>
              <a:r>
                <a:rPr sz="2000" spc="-105" dirty="0">
                  <a:latin typeface="Times New Roman"/>
                  <a:cs typeface="Times New Roman"/>
                </a:rPr>
                <a:t> </a:t>
              </a:r>
              <a:r>
                <a:rPr sz="2000" i="1" spc="25" dirty="0">
                  <a:latin typeface="Times New Roman"/>
                  <a:cs typeface="Times New Roman"/>
                </a:rPr>
                <a:t>a</a:t>
              </a:r>
              <a:r>
                <a:rPr sz="2250" spc="-15" baseline="-18518" dirty="0">
                  <a:latin typeface="Times New Roman"/>
                  <a:cs typeface="Times New Roman"/>
                </a:rPr>
                <a:t>3</a:t>
              </a:r>
              <a:endParaRPr sz="2250" baseline="-18518" dirty="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672764" y="4266779"/>
              <a:ext cx="704215" cy="2806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64490" algn="l"/>
                  <a:tab pos="593725" algn="l"/>
                </a:tabLst>
              </a:pPr>
              <a:r>
                <a:rPr sz="2000" spc="-10" dirty="0">
                  <a:latin typeface="Symbol"/>
                  <a:cs typeface="Symbol"/>
                </a:rPr>
                <a:t></a:t>
              </a:r>
              <a:r>
                <a:rPr sz="2000" spc="-10" dirty="0">
                  <a:latin typeface="Times New Roman"/>
                  <a:cs typeface="Times New Roman"/>
                </a:rPr>
                <a:t>	</a:t>
              </a:r>
              <a:r>
                <a:rPr sz="2000" spc="-10" dirty="0">
                  <a:latin typeface="Symbol"/>
                  <a:cs typeface="Symbol"/>
                </a:rPr>
                <a:t></a:t>
              </a:r>
              <a:r>
                <a:rPr sz="2000" spc="-10" dirty="0">
                  <a:latin typeface="Times New Roman"/>
                  <a:cs typeface="Times New Roman"/>
                </a:rPr>
                <a:t>	</a:t>
              </a:r>
              <a:r>
                <a:rPr sz="2000" spc="-10" dirty="0">
                  <a:latin typeface="Symbol"/>
                  <a:cs typeface="Symbol"/>
                </a:rPr>
                <a:t></a:t>
              </a:r>
              <a:endParaRPr sz="2000">
                <a:latin typeface="Symbol"/>
                <a:cs typeface="Symbo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325345" y="4267541"/>
              <a:ext cx="471805" cy="2806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61315" algn="l"/>
                </a:tabLst>
              </a:pPr>
              <a:r>
                <a:rPr sz="2000" spc="-10" dirty="0">
                  <a:latin typeface="Symbol"/>
                  <a:cs typeface="Symbol"/>
                </a:rPr>
                <a:t></a:t>
              </a:r>
              <a:r>
                <a:rPr sz="2000" spc="-10" dirty="0">
                  <a:latin typeface="Times New Roman"/>
                  <a:cs typeface="Times New Roman"/>
                </a:rPr>
                <a:t>	</a:t>
              </a:r>
              <a:r>
                <a:rPr sz="2000" spc="-10" dirty="0">
                  <a:latin typeface="Symbol"/>
                  <a:cs typeface="Symbol"/>
                </a:rPr>
                <a:t></a:t>
              </a:r>
              <a:endParaRPr sz="2000" dirty="0">
                <a:latin typeface="Symbol"/>
                <a:cs typeface="Symbol"/>
              </a:endParaRPr>
            </a:p>
          </p:txBody>
        </p:sp>
      </p:grpSp>
      <p:sp>
        <p:nvSpPr>
          <p:cNvPr id="27" name="object 11">
            <a:extLst>
              <a:ext uri="{FF2B5EF4-FFF2-40B4-BE49-F238E27FC236}">
                <a16:creationId xmlns:a16="http://schemas.microsoft.com/office/drawing/2014/main" id="{CF7FB020-542E-C51E-1BE5-49B396AD6A91}"/>
              </a:ext>
            </a:extLst>
          </p:cNvPr>
          <p:cNvSpPr txBox="1"/>
          <p:nvPr/>
        </p:nvSpPr>
        <p:spPr>
          <a:xfrm>
            <a:off x="4784882" y="5844655"/>
            <a:ext cx="79311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170" baseline="2777" dirty="0">
                <a:latin typeface="Symbol"/>
                <a:cs typeface="Symbol"/>
              </a:rPr>
              <a:t></a:t>
            </a:r>
            <a:r>
              <a:rPr sz="3000" spc="-15" baseline="-15277" dirty="0">
                <a:latin typeface="Symbol"/>
                <a:cs typeface="Symbol"/>
              </a:rPr>
              <a:t></a:t>
            </a:r>
            <a:r>
              <a:rPr sz="3000" spc="-472" baseline="-15277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x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50" spc="-307" baseline="-18518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3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)</a:t>
            </a:r>
            <a:r>
              <a:rPr sz="3000" spc="-1170" baseline="2777" dirty="0">
                <a:latin typeface="Symbol"/>
                <a:cs typeface="Symbol"/>
              </a:rPr>
              <a:t></a:t>
            </a:r>
            <a:r>
              <a:rPr sz="3000" spc="-15" baseline="-15277" dirty="0">
                <a:latin typeface="Symbol"/>
                <a:cs typeface="Symbol"/>
              </a:rPr>
              <a:t></a:t>
            </a:r>
            <a:endParaRPr sz="3000" baseline="-15277" dirty="0">
              <a:latin typeface="Symbol"/>
              <a:cs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5" grpId="0"/>
      <p:bldP spid="16" grpId="0"/>
      <p:bldP spid="17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728657"/>
            <a:ext cx="41910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he</a:t>
            </a:r>
            <a:r>
              <a:rPr sz="3400" spc="-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2425" y="2775620"/>
            <a:ext cx="123189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0"/>
              </a:lnSpc>
            </a:pPr>
            <a:r>
              <a:rPr sz="2000" spc="-10" dirty="0">
                <a:latin typeface="Symbol"/>
                <a:cs typeface="Symbol"/>
              </a:rPr>
              <a:t>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ts val="1920"/>
              </a:lnSpc>
            </a:pPr>
            <a:r>
              <a:rPr sz="2000" spc="-10" dirty="0">
                <a:latin typeface="Symbol"/>
                <a:cs typeface="Symbol"/>
              </a:rPr>
              <a:t>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ts val="2160"/>
              </a:lnSpc>
            </a:pPr>
            <a:r>
              <a:rPr sz="2000" spc="-780" dirty="0">
                <a:latin typeface="Symbol"/>
                <a:cs typeface="Symbol"/>
              </a:rPr>
              <a:t></a:t>
            </a:r>
            <a:r>
              <a:rPr sz="3000" spc="-15" baseline="-18055" dirty="0">
                <a:latin typeface="Symbol"/>
                <a:cs typeface="Symbol"/>
              </a:rPr>
              <a:t></a:t>
            </a:r>
            <a:endParaRPr sz="3000" baseline="-18055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9741" y="2512920"/>
            <a:ext cx="3585845" cy="33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44" baseline="-4166" dirty="0">
                <a:latin typeface="Symbol"/>
                <a:cs typeface="Symbol"/>
              </a:rPr>
              <a:t>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i="1" spc="-150" dirty="0">
                <a:latin typeface="Times New Roman"/>
                <a:cs typeface="Times New Roman"/>
              </a:rPr>
              <a:t>a</a:t>
            </a:r>
            <a:r>
              <a:rPr sz="2250" spc="82" baseline="-18518" dirty="0">
                <a:latin typeface="Times New Roman"/>
                <a:cs typeface="Times New Roman"/>
              </a:rPr>
              <a:t>1</a:t>
            </a:r>
            <a:r>
              <a:rPr sz="2000" i="1" spc="-160" dirty="0">
                <a:latin typeface="Times New Roman"/>
                <a:cs typeface="Times New Roman"/>
              </a:rPr>
              <a:t>x</a:t>
            </a:r>
            <a:r>
              <a:rPr sz="2250" spc="135" baseline="-18518" dirty="0">
                <a:latin typeface="Times New Roman"/>
                <a:cs typeface="Times New Roman"/>
              </a:rPr>
              <a:t>1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3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i="1" spc="0" dirty="0">
                <a:latin typeface="Times New Roman"/>
                <a:cs typeface="Times New Roman"/>
              </a:rPr>
              <a:t>x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50" spc="-240" baseline="-18518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3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i="1" spc="75" dirty="0">
                <a:latin typeface="Times New Roman"/>
                <a:cs typeface="Times New Roman"/>
              </a:rPr>
              <a:t>u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3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1</a:t>
            </a:r>
            <a:r>
              <a:rPr sz="2000" spc="40" dirty="0">
                <a:latin typeface="Times New Roman"/>
                <a:cs typeface="Times New Roman"/>
              </a:rPr>
              <a:t>)</a:t>
            </a:r>
            <a:r>
              <a:rPr sz="3000" spc="-15" baseline="-4166" dirty="0">
                <a:latin typeface="Symbol"/>
                <a:cs typeface="Symbol"/>
              </a:rPr>
              <a:t></a:t>
            </a:r>
            <a:endParaRPr sz="3000" baseline="-4166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9741" y="3263837"/>
            <a:ext cx="123189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780" dirty="0">
                <a:latin typeface="Symbol"/>
                <a:cs typeface="Symbol"/>
              </a:rPr>
              <a:t></a:t>
            </a:r>
            <a:r>
              <a:rPr sz="3000" spc="-15" baseline="-18055" dirty="0">
                <a:latin typeface="Symbol"/>
                <a:cs typeface="Symbol"/>
              </a:rPr>
              <a:t></a:t>
            </a:r>
            <a:endParaRPr sz="3000" baseline="-18055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6984" y="3019722"/>
            <a:ext cx="495934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4810" algn="l"/>
              </a:tabLst>
            </a:pPr>
            <a:r>
              <a:rPr sz="2000" spc="-10" dirty="0">
                <a:latin typeface="Symbol"/>
                <a:cs typeface="Symbol"/>
              </a:rPr>
              <a:t></a:t>
            </a:r>
            <a:r>
              <a:rPr sz="2000" spc="-1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Symbol"/>
                <a:cs typeface="Symbol"/>
              </a:rPr>
              <a:t>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9019" y="2775607"/>
            <a:ext cx="1884045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75" dirty="0">
                <a:latin typeface="Times New Roman"/>
                <a:cs typeface="Times New Roman"/>
              </a:rPr>
              <a:t>x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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3000" spc="187" baseline="26388" dirty="0">
                <a:latin typeface="Symbol"/>
                <a:cs typeface="Symbol"/>
              </a:rPr>
              <a:t></a:t>
            </a:r>
            <a:r>
              <a:rPr sz="2000" i="1" spc="-10" dirty="0">
                <a:latin typeface="Times New Roman"/>
                <a:cs typeface="Times New Roman"/>
              </a:rPr>
              <a:t>x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3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)</a:t>
            </a:r>
            <a:r>
              <a:rPr sz="3000" spc="-15" baseline="26388" dirty="0">
                <a:latin typeface="Symbol"/>
                <a:cs typeface="Symbol"/>
              </a:rPr>
              <a:t></a:t>
            </a:r>
            <a:r>
              <a:rPr sz="3000" spc="60" baseline="26388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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3000" spc="-15" baseline="26388" dirty="0">
                <a:latin typeface="Symbol"/>
                <a:cs typeface="Symbol"/>
              </a:rPr>
              <a:t></a:t>
            </a:r>
            <a:endParaRPr sz="3000" baseline="26388" dirty="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1290" y="2895016"/>
            <a:ext cx="2401570" cy="717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i="1" spc="20" dirty="0">
                <a:latin typeface="Times New Roman"/>
                <a:cs typeface="Times New Roman"/>
              </a:rPr>
              <a:t>a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50" spc="-284" baseline="-18518" dirty="0">
                <a:latin typeface="Times New Roman"/>
                <a:cs typeface="Times New Roman"/>
              </a:rPr>
              <a:t> </a:t>
            </a:r>
            <a:r>
              <a:rPr sz="2000" i="1" spc="-160" dirty="0">
                <a:latin typeface="Times New Roman"/>
                <a:cs typeface="Times New Roman"/>
              </a:rPr>
              <a:t>x</a:t>
            </a:r>
            <a:r>
              <a:rPr sz="2250" spc="135" baseline="-18518" dirty="0">
                <a:latin typeface="Times New Roman"/>
                <a:cs typeface="Times New Roman"/>
              </a:rPr>
              <a:t>1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3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x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50" spc="-307" baseline="-18518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3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a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50" spc="-352" baseline="-18518" dirty="0">
                <a:latin typeface="Times New Roman"/>
                <a:cs typeface="Times New Roman"/>
              </a:rPr>
              <a:t> </a:t>
            </a:r>
            <a:r>
              <a:rPr sz="2000" i="1" spc="-160" dirty="0">
                <a:latin typeface="Times New Roman"/>
                <a:cs typeface="Times New Roman"/>
              </a:rPr>
              <a:t>x</a:t>
            </a:r>
            <a:r>
              <a:rPr sz="2250" spc="135" baseline="-18518" dirty="0">
                <a:latin typeface="Times New Roman"/>
                <a:cs typeface="Times New Roman"/>
              </a:rPr>
              <a:t>1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</a:t>
            </a:r>
            <a:r>
              <a:rPr sz="2000" spc="-3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6780" y="3263836"/>
            <a:ext cx="79311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170" baseline="2777" dirty="0">
                <a:latin typeface="Symbol"/>
                <a:cs typeface="Symbol"/>
              </a:rPr>
              <a:t></a:t>
            </a:r>
            <a:r>
              <a:rPr sz="3000" spc="-15" baseline="-15277" dirty="0">
                <a:latin typeface="Symbol"/>
                <a:cs typeface="Symbol"/>
              </a:rPr>
              <a:t></a:t>
            </a:r>
            <a:r>
              <a:rPr sz="3000" spc="-472" baseline="-15277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x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50" spc="-307" baseline="-18518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3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)</a:t>
            </a:r>
            <a:r>
              <a:rPr sz="3000" spc="-1170" baseline="2777" dirty="0">
                <a:latin typeface="Symbol"/>
                <a:cs typeface="Symbol"/>
              </a:rPr>
              <a:t></a:t>
            </a:r>
            <a:r>
              <a:rPr sz="3000" spc="-15" baseline="-15277" dirty="0">
                <a:latin typeface="Symbol"/>
                <a:cs typeface="Symbol"/>
              </a:rPr>
              <a:t></a:t>
            </a:r>
            <a:endParaRPr sz="3000" baseline="-15277" dirty="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6780" y="2516983"/>
            <a:ext cx="79311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5" baseline="-4166" dirty="0">
                <a:latin typeface="Symbol"/>
                <a:cs typeface="Symbol"/>
              </a:rPr>
              <a:t></a:t>
            </a:r>
            <a:r>
              <a:rPr sz="3000" spc="-337" baseline="-4166" dirty="0">
                <a:latin typeface="Times New Roman"/>
                <a:cs typeface="Times New Roman"/>
              </a:rPr>
              <a:t> </a:t>
            </a:r>
            <a:r>
              <a:rPr sz="2000" i="1" spc="-160" dirty="0">
                <a:latin typeface="Times New Roman"/>
                <a:cs typeface="Times New Roman"/>
              </a:rPr>
              <a:t>x</a:t>
            </a:r>
            <a:r>
              <a:rPr sz="2250" spc="135" baseline="-18518" dirty="0">
                <a:latin typeface="Times New Roman"/>
                <a:cs typeface="Times New Roman"/>
              </a:rPr>
              <a:t>1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310" dirty="0">
                <a:latin typeface="Times New Roman"/>
                <a:cs typeface="Times New Roman"/>
              </a:rPr>
              <a:t> </a:t>
            </a:r>
            <a:r>
              <a:rPr sz="3000" spc="-15" baseline="-4166" dirty="0">
                <a:latin typeface="Symbol"/>
                <a:cs typeface="Symbol"/>
              </a:rPr>
              <a:t></a:t>
            </a:r>
            <a:endParaRPr sz="3000" baseline="-4166" dirty="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56780" y="3019722"/>
            <a:ext cx="123189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Symbol"/>
                <a:cs typeface="Symbol"/>
              </a:rPr>
              <a:t>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6790" y="3013999"/>
            <a:ext cx="12065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pa</a:t>
            </a:r>
            <a:r>
              <a:rPr spc="-20" dirty="0">
                <a:latin typeface="Calibri"/>
                <a:cs typeface="Calibri"/>
              </a:rPr>
              <a:t>ce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p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1970170"/>
            <a:ext cx="6583045" cy="108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m,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uniqu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ely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dirty="0">
                <a:latin typeface="Calibri"/>
                <a:cs typeface="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940" y="3651651"/>
            <a:ext cx="8013065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ini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383BA8-8E47-0D7F-5AD2-8D73D81B3D42}"/>
              </a:ext>
            </a:extLst>
          </p:cNvPr>
          <p:cNvGrpSpPr/>
          <p:nvPr/>
        </p:nvGrpSpPr>
        <p:grpSpPr>
          <a:xfrm>
            <a:off x="4446068" y="2836692"/>
            <a:ext cx="3534084" cy="728449"/>
            <a:chOff x="4446068" y="2836692"/>
            <a:chExt cx="3534084" cy="728449"/>
          </a:xfrm>
        </p:grpSpPr>
        <p:sp>
          <p:nvSpPr>
            <p:cNvPr id="7" name="object 7"/>
            <p:cNvSpPr/>
            <p:nvPr/>
          </p:nvSpPr>
          <p:spPr>
            <a:xfrm>
              <a:off x="5109617" y="3185623"/>
              <a:ext cx="2413000" cy="0"/>
            </a:xfrm>
            <a:custGeom>
              <a:avLst/>
              <a:gdLst/>
              <a:ahLst/>
              <a:cxnLst/>
              <a:rect l="l" t="t" r="r" b="b"/>
              <a:pathLst>
                <a:path w="2413000">
                  <a:moveTo>
                    <a:pt x="0" y="0"/>
                  </a:moveTo>
                  <a:lnTo>
                    <a:pt x="2413001" y="0"/>
                  </a:lnTo>
                </a:path>
              </a:pathLst>
            </a:custGeom>
            <a:ln w="9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542637" y="3043735"/>
              <a:ext cx="437515" cy="2584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i="1" spc="90" dirty="0">
                  <a:latin typeface="Times New Roman"/>
                  <a:cs typeface="Times New Roman"/>
                </a:rPr>
                <a:t>u</a:t>
              </a:r>
              <a:r>
                <a:rPr sz="1800" spc="50" dirty="0">
                  <a:latin typeface="Times New Roman"/>
                  <a:cs typeface="Times New Roman"/>
                </a:rPr>
                <a:t>(</a:t>
              </a:r>
              <a:r>
                <a:rPr sz="1800" i="1" spc="5" dirty="0">
                  <a:latin typeface="Times New Roman"/>
                  <a:cs typeface="Times New Roman"/>
                </a:rPr>
                <a:t>k</a:t>
              </a:r>
              <a:r>
                <a:rPr sz="1800" i="1" spc="-290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Times New Roman"/>
                  <a:cs typeface="Times New Roman"/>
                </a:rPr>
                <a:t>)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087213" y="3199381"/>
              <a:ext cx="2413635" cy="3657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5" dirty="0">
                  <a:latin typeface="Times New Roman"/>
                  <a:cs typeface="Times New Roman"/>
                </a:rPr>
                <a:t>1</a:t>
              </a:r>
              <a:r>
                <a:rPr sz="1800" spc="-250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</a:t>
              </a:r>
              <a:r>
                <a:rPr sz="1800" spc="-55" dirty="0">
                  <a:latin typeface="Times New Roman"/>
                  <a:cs typeface="Times New Roman"/>
                </a:rPr>
                <a:t> </a:t>
              </a:r>
              <a:r>
                <a:rPr sz="1800" i="1" spc="-75" dirty="0">
                  <a:latin typeface="Times New Roman"/>
                  <a:cs typeface="Times New Roman"/>
                </a:rPr>
                <a:t>a</a:t>
              </a:r>
              <a:r>
                <a:rPr sz="2025" spc="172" baseline="-18518" dirty="0">
                  <a:latin typeface="Times New Roman"/>
                  <a:cs typeface="Times New Roman"/>
                </a:rPr>
                <a:t>1</a:t>
              </a:r>
              <a:r>
                <a:rPr sz="1800" i="1" spc="5" dirty="0">
                  <a:latin typeface="Times New Roman"/>
                  <a:cs typeface="Times New Roman"/>
                </a:rPr>
                <a:t>z</a:t>
              </a:r>
              <a:r>
                <a:rPr sz="1800" i="1" spc="-240" dirty="0">
                  <a:latin typeface="Times New Roman"/>
                  <a:cs typeface="Times New Roman"/>
                </a:rPr>
                <a:t> </a:t>
              </a:r>
              <a:r>
                <a:rPr sz="2025" spc="-157" baseline="32921" dirty="0">
                  <a:latin typeface="Symbol"/>
                  <a:cs typeface="Symbol"/>
                </a:rPr>
                <a:t></a:t>
              </a:r>
              <a:r>
                <a:rPr sz="2025" spc="7" baseline="32921" dirty="0">
                  <a:latin typeface="Times New Roman"/>
                  <a:cs typeface="Times New Roman"/>
                </a:rPr>
                <a:t>1</a:t>
              </a:r>
              <a:r>
                <a:rPr sz="2025" spc="217" baseline="32921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</a:t>
              </a:r>
              <a:r>
                <a:rPr sz="1800" spc="-55" dirty="0">
                  <a:latin typeface="Times New Roman"/>
                  <a:cs typeface="Times New Roman"/>
                </a:rPr>
                <a:t> </a:t>
              </a:r>
              <a:r>
                <a:rPr sz="1800" i="1" spc="80" dirty="0">
                  <a:latin typeface="Times New Roman"/>
                  <a:cs typeface="Times New Roman"/>
                </a:rPr>
                <a:t>a</a:t>
              </a:r>
              <a:r>
                <a:rPr sz="2025" spc="7" baseline="-18518" dirty="0">
                  <a:latin typeface="Times New Roman"/>
                  <a:cs typeface="Times New Roman"/>
                </a:rPr>
                <a:t>2</a:t>
              </a:r>
              <a:r>
                <a:rPr sz="2025" spc="-179" baseline="-18518" dirty="0">
                  <a:latin typeface="Times New Roman"/>
                  <a:cs typeface="Times New Roman"/>
                </a:rPr>
                <a:t> </a:t>
              </a:r>
              <a:r>
                <a:rPr sz="1800" i="1" spc="5" dirty="0">
                  <a:latin typeface="Times New Roman"/>
                  <a:cs typeface="Times New Roman"/>
                </a:rPr>
                <a:t>z</a:t>
              </a:r>
              <a:r>
                <a:rPr sz="1800" i="1" spc="-240" dirty="0">
                  <a:latin typeface="Times New Roman"/>
                  <a:cs typeface="Times New Roman"/>
                </a:rPr>
                <a:t> </a:t>
              </a:r>
              <a:r>
                <a:rPr sz="2025" spc="75" baseline="32921" dirty="0">
                  <a:latin typeface="Symbol"/>
                  <a:cs typeface="Symbol"/>
                </a:rPr>
                <a:t></a:t>
              </a:r>
              <a:r>
                <a:rPr sz="2025" spc="7" baseline="32921" dirty="0">
                  <a:latin typeface="Times New Roman"/>
                  <a:cs typeface="Times New Roman"/>
                </a:rPr>
                <a:t>2</a:t>
              </a:r>
              <a:r>
                <a:rPr sz="2025" baseline="32921" dirty="0">
                  <a:latin typeface="Times New Roman"/>
                  <a:cs typeface="Times New Roman"/>
                </a:rPr>
                <a:t> </a:t>
              </a:r>
              <a:r>
                <a:rPr sz="2025" spc="-127" baseline="32921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</a:t>
              </a:r>
              <a:r>
                <a:rPr sz="1800" spc="-55" dirty="0">
                  <a:latin typeface="Times New Roman"/>
                  <a:cs typeface="Times New Roman"/>
                </a:rPr>
                <a:t> </a:t>
              </a:r>
              <a:r>
                <a:rPr sz="1800" i="1" spc="35" dirty="0">
                  <a:latin typeface="Times New Roman"/>
                  <a:cs typeface="Times New Roman"/>
                </a:rPr>
                <a:t>a</a:t>
              </a:r>
              <a:r>
                <a:rPr sz="2025" spc="7" baseline="-18518" dirty="0">
                  <a:latin typeface="Times New Roman"/>
                  <a:cs typeface="Times New Roman"/>
                </a:rPr>
                <a:t>3</a:t>
              </a:r>
              <a:r>
                <a:rPr sz="2025" spc="-247" baseline="-18518" dirty="0">
                  <a:latin typeface="Times New Roman"/>
                  <a:cs typeface="Times New Roman"/>
                </a:rPr>
                <a:t> </a:t>
              </a:r>
              <a:r>
                <a:rPr sz="1800" i="1" spc="5" dirty="0">
                  <a:latin typeface="Times New Roman"/>
                  <a:cs typeface="Times New Roman"/>
                </a:rPr>
                <a:t>z</a:t>
              </a:r>
              <a:r>
                <a:rPr sz="1800" i="1" spc="-240" dirty="0">
                  <a:latin typeface="Times New Roman"/>
                  <a:cs typeface="Times New Roman"/>
                </a:rPr>
                <a:t> </a:t>
              </a:r>
              <a:r>
                <a:rPr sz="2025" spc="7" baseline="32921" dirty="0">
                  <a:latin typeface="Symbol"/>
                  <a:cs typeface="Symbol"/>
                </a:rPr>
                <a:t></a:t>
              </a:r>
              <a:r>
                <a:rPr sz="2025" spc="7" baseline="32921" dirty="0">
                  <a:latin typeface="Times New Roman"/>
                  <a:cs typeface="Times New Roman"/>
                </a:rPr>
                <a:t>3</a:t>
              </a:r>
              <a:endParaRPr sz="2025" baseline="32921" dirty="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446068" y="3040028"/>
              <a:ext cx="611505" cy="2622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i="1" spc="75" dirty="0">
                  <a:latin typeface="Times New Roman"/>
                  <a:cs typeface="Times New Roman"/>
                </a:rPr>
                <a:t>y</a:t>
              </a:r>
              <a:r>
                <a:rPr sz="1800" spc="50" dirty="0">
                  <a:latin typeface="Times New Roman"/>
                  <a:cs typeface="Times New Roman"/>
                </a:rPr>
                <a:t>(</a:t>
              </a:r>
              <a:r>
                <a:rPr sz="1800" i="1" spc="5" dirty="0">
                  <a:latin typeface="Times New Roman"/>
                  <a:cs typeface="Times New Roman"/>
                </a:rPr>
                <a:t>k</a:t>
              </a:r>
              <a:r>
                <a:rPr sz="1800" i="1" spc="-290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Times New Roman"/>
                  <a:cs typeface="Times New Roman"/>
                </a:rPr>
                <a:t>)</a:t>
              </a:r>
              <a:r>
                <a:rPr sz="1800" spc="25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</a:t>
              </a:r>
              <a:endParaRPr sz="1800">
                <a:latin typeface="Symbol"/>
                <a:cs typeface="Symbo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6153725" y="2836692"/>
              <a:ext cx="325755" cy="318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00" i="1" spc="7" baseline="-24691" dirty="0">
                  <a:latin typeface="Times New Roman"/>
                  <a:cs typeface="Times New Roman"/>
                </a:rPr>
                <a:t>z</a:t>
              </a:r>
              <a:r>
                <a:rPr sz="2700" i="1" spc="-359" baseline="-24691" dirty="0">
                  <a:latin typeface="Times New Roman"/>
                  <a:cs typeface="Times New Roman"/>
                </a:rPr>
                <a:t> </a:t>
              </a:r>
              <a:r>
                <a:rPr sz="1350" spc="-5" dirty="0">
                  <a:latin typeface="Symbol"/>
                  <a:cs typeface="Symbol"/>
                </a:rPr>
                <a:t></a:t>
              </a:r>
              <a:r>
                <a:rPr sz="1350" spc="5" dirty="0">
                  <a:latin typeface="Times New Roman"/>
                  <a:cs typeface="Times New Roman"/>
                </a:rPr>
                <a:t>1</a:t>
              </a:r>
              <a:endParaRPr sz="1350">
                <a:latin typeface="Times New Roman"/>
                <a:cs typeface="Times New Roman"/>
              </a:endParaRPr>
            </a:p>
          </p:txBody>
        </p:sp>
      </p:grpSp>
      <p:sp>
        <p:nvSpPr>
          <p:cNvPr id="12" name="object 12"/>
          <p:cNvSpPr/>
          <p:nvPr/>
        </p:nvSpPr>
        <p:spPr>
          <a:xfrm>
            <a:off x="1037867" y="4681371"/>
            <a:ext cx="4640922" cy="7439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35223" y="5278753"/>
            <a:ext cx="191262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-M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05004" y="5721108"/>
            <a:ext cx="327025" cy="153035"/>
          </a:xfrm>
          <a:custGeom>
            <a:avLst/>
            <a:gdLst/>
            <a:ahLst/>
            <a:cxnLst/>
            <a:rect l="l" t="t" r="r" b="b"/>
            <a:pathLst>
              <a:path w="327025" h="153035">
                <a:moveTo>
                  <a:pt x="80101" y="0"/>
                </a:moveTo>
                <a:lnTo>
                  <a:pt x="5455" y="9406"/>
                </a:lnTo>
                <a:lnTo>
                  <a:pt x="0" y="16120"/>
                </a:lnTo>
                <a:lnTo>
                  <a:pt x="396" y="19370"/>
                </a:lnTo>
                <a:lnTo>
                  <a:pt x="16123" y="144292"/>
                </a:lnTo>
                <a:lnTo>
                  <a:pt x="23500" y="152707"/>
                </a:lnTo>
                <a:lnTo>
                  <a:pt x="97932" y="143338"/>
                </a:lnTo>
                <a:lnTo>
                  <a:pt x="101224" y="135325"/>
                </a:lnTo>
                <a:lnTo>
                  <a:pt x="101071" y="133526"/>
                </a:lnTo>
                <a:lnTo>
                  <a:pt x="100795" y="131371"/>
                </a:lnTo>
                <a:lnTo>
                  <a:pt x="100553" y="129241"/>
                </a:lnTo>
                <a:lnTo>
                  <a:pt x="100218" y="127455"/>
                </a:lnTo>
                <a:lnTo>
                  <a:pt x="100104" y="127016"/>
                </a:lnTo>
                <a:lnTo>
                  <a:pt x="43433" y="127016"/>
                </a:lnTo>
                <a:lnTo>
                  <a:pt x="38343" y="86593"/>
                </a:lnTo>
                <a:lnTo>
                  <a:pt x="82326" y="81058"/>
                </a:lnTo>
                <a:lnTo>
                  <a:pt x="84551" y="78367"/>
                </a:lnTo>
                <a:lnTo>
                  <a:pt x="84825" y="77461"/>
                </a:lnTo>
                <a:lnTo>
                  <a:pt x="84978" y="76306"/>
                </a:lnTo>
                <a:lnTo>
                  <a:pt x="84978" y="73450"/>
                </a:lnTo>
                <a:lnTo>
                  <a:pt x="83642" y="64328"/>
                </a:lnTo>
                <a:lnTo>
                  <a:pt x="35539" y="64328"/>
                </a:lnTo>
                <a:lnTo>
                  <a:pt x="31150" y="29336"/>
                </a:lnTo>
                <a:lnTo>
                  <a:pt x="82966" y="22811"/>
                </a:lnTo>
                <a:lnTo>
                  <a:pt x="83545" y="22536"/>
                </a:lnTo>
                <a:lnTo>
                  <a:pt x="84002" y="22061"/>
                </a:lnTo>
                <a:lnTo>
                  <a:pt x="84460" y="21598"/>
                </a:lnTo>
                <a:lnTo>
                  <a:pt x="85496" y="16370"/>
                </a:lnTo>
                <a:lnTo>
                  <a:pt x="85496" y="14895"/>
                </a:lnTo>
                <a:lnTo>
                  <a:pt x="85374" y="13130"/>
                </a:lnTo>
                <a:lnTo>
                  <a:pt x="85100" y="11073"/>
                </a:lnTo>
                <a:lnTo>
                  <a:pt x="84825" y="8857"/>
                </a:lnTo>
                <a:lnTo>
                  <a:pt x="80711" y="106"/>
                </a:lnTo>
                <a:lnTo>
                  <a:pt x="80101" y="0"/>
                </a:lnTo>
                <a:close/>
              </a:path>
              <a:path w="327025" h="153035">
                <a:moveTo>
                  <a:pt x="146441" y="55732"/>
                </a:moveTo>
                <a:lnTo>
                  <a:pt x="118231" y="55732"/>
                </a:lnTo>
                <a:lnTo>
                  <a:pt x="125364" y="112394"/>
                </a:lnTo>
                <a:lnTo>
                  <a:pt x="155722" y="138302"/>
                </a:lnTo>
                <a:lnTo>
                  <a:pt x="163342" y="137348"/>
                </a:lnTo>
                <a:lnTo>
                  <a:pt x="181295" y="124943"/>
                </a:lnTo>
                <a:lnTo>
                  <a:pt x="181173" y="122432"/>
                </a:lnTo>
                <a:lnTo>
                  <a:pt x="161178" y="113882"/>
                </a:lnTo>
                <a:lnTo>
                  <a:pt x="157977" y="112919"/>
                </a:lnTo>
                <a:lnTo>
                  <a:pt x="153893" y="107954"/>
                </a:lnTo>
                <a:lnTo>
                  <a:pt x="152552" y="104012"/>
                </a:lnTo>
                <a:lnTo>
                  <a:pt x="151851" y="98630"/>
                </a:lnTo>
                <a:lnTo>
                  <a:pt x="146441" y="55732"/>
                </a:lnTo>
                <a:close/>
              </a:path>
              <a:path w="327025" h="153035">
                <a:moveTo>
                  <a:pt x="95707" y="120432"/>
                </a:moveTo>
                <a:lnTo>
                  <a:pt x="95067" y="120527"/>
                </a:lnTo>
                <a:lnTo>
                  <a:pt x="43433" y="127016"/>
                </a:lnTo>
                <a:lnTo>
                  <a:pt x="100104" y="127016"/>
                </a:lnTo>
                <a:lnTo>
                  <a:pt x="99486" y="124623"/>
                </a:lnTo>
                <a:lnTo>
                  <a:pt x="99059" y="123501"/>
                </a:lnTo>
                <a:lnTo>
                  <a:pt x="98572" y="122657"/>
                </a:lnTo>
                <a:lnTo>
                  <a:pt x="98115" y="121825"/>
                </a:lnTo>
                <a:lnTo>
                  <a:pt x="97566" y="121240"/>
                </a:lnTo>
                <a:lnTo>
                  <a:pt x="96956" y="120895"/>
                </a:lnTo>
                <a:lnTo>
                  <a:pt x="96347" y="120563"/>
                </a:lnTo>
                <a:lnTo>
                  <a:pt x="95707" y="120432"/>
                </a:lnTo>
                <a:close/>
              </a:path>
              <a:path w="327025" h="153035">
                <a:moveTo>
                  <a:pt x="176844" y="109322"/>
                </a:moveTo>
                <a:lnTo>
                  <a:pt x="175869" y="109453"/>
                </a:lnTo>
                <a:lnTo>
                  <a:pt x="175320" y="109654"/>
                </a:lnTo>
                <a:lnTo>
                  <a:pt x="174711" y="109990"/>
                </a:lnTo>
                <a:lnTo>
                  <a:pt x="174132" y="110322"/>
                </a:lnTo>
                <a:lnTo>
                  <a:pt x="173370" y="110715"/>
                </a:lnTo>
                <a:lnTo>
                  <a:pt x="161178" y="113882"/>
                </a:lnTo>
                <a:lnTo>
                  <a:pt x="179795" y="113882"/>
                </a:lnTo>
                <a:lnTo>
                  <a:pt x="177271" y="109404"/>
                </a:lnTo>
                <a:lnTo>
                  <a:pt x="176844" y="109322"/>
                </a:lnTo>
                <a:close/>
              </a:path>
              <a:path w="327025" h="153035">
                <a:moveTo>
                  <a:pt x="79522" y="58805"/>
                </a:moveTo>
                <a:lnTo>
                  <a:pt x="78851" y="58875"/>
                </a:lnTo>
                <a:lnTo>
                  <a:pt x="35539" y="64328"/>
                </a:lnTo>
                <a:lnTo>
                  <a:pt x="83642" y="64328"/>
                </a:lnTo>
                <a:lnTo>
                  <a:pt x="79522" y="58805"/>
                </a:lnTo>
                <a:close/>
              </a:path>
              <a:path w="327025" h="153035">
                <a:moveTo>
                  <a:pt x="134538" y="4084"/>
                </a:moveTo>
                <a:lnTo>
                  <a:pt x="112934" y="9083"/>
                </a:lnTo>
                <a:lnTo>
                  <a:pt x="112623" y="9668"/>
                </a:lnTo>
                <a:lnTo>
                  <a:pt x="112501" y="10357"/>
                </a:lnTo>
                <a:lnTo>
                  <a:pt x="115366" y="33134"/>
                </a:lnTo>
                <a:lnTo>
                  <a:pt x="102900" y="34707"/>
                </a:lnTo>
                <a:lnTo>
                  <a:pt x="100218" y="39505"/>
                </a:lnTo>
                <a:lnTo>
                  <a:pt x="100218" y="42504"/>
                </a:lnTo>
                <a:lnTo>
                  <a:pt x="104973" y="57399"/>
                </a:lnTo>
                <a:lnTo>
                  <a:pt x="118231" y="55732"/>
                </a:lnTo>
                <a:lnTo>
                  <a:pt x="146441" y="55732"/>
                </a:lnTo>
                <a:lnTo>
                  <a:pt x="145999" y="52221"/>
                </a:lnTo>
                <a:lnTo>
                  <a:pt x="169011" y="49325"/>
                </a:lnTo>
                <a:lnTo>
                  <a:pt x="169986" y="48326"/>
                </a:lnTo>
                <a:lnTo>
                  <a:pt x="171023" y="44683"/>
                </a:lnTo>
                <a:lnTo>
                  <a:pt x="171023" y="41730"/>
                </a:lnTo>
                <a:lnTo>
                  <a:pt x="168732" y="29635"/>
                </a:lnTo>
                <a:lnTo>
                  <a:pt x="143164" y="29635"/>
                </a:lnTo>
                <a:lnTo>
                  <a:pt x="140299" y="6857"/>
                </a:lnTo>
                <a:lnTo>
                  <a:pt x="140025" y="6227"/>
                </a:lnTo>
                <a:lnTo>
                  <a:pt x="139476" y="5690"/>
                </a:lnTo>
                <a:lnTo>
                  <a:pt x="138958" y="5154"/>
                </a:lnTo>
                <a:lnTo>
                  <a:pt x="138165" y="4748"/>
                </a:lnTo>
                <a:lnTo>
                  <a:pt x="137068" y="4477"/>
                </a:lnTo>
                <a:lnTo>
                  <a:pt x="136001" y="4190"/>
                </a:lnTo>
                <a:lnTo>
                  <a:pt x="134538" y="4084"/>
                </a:lnTo>
                <a:close/>
              </a:path>
              <a:path w="327025" h="153035">
                <a:moveTo>
                  <a:pt x="165384" y="26837"/>
                </a:moveTo>
                <a:lnTo>
                  <a:pt x="143164" y="29635"/>
                </a:lnTo>
                <a:lnTo>
                  <a:pt x="168732" y="29635"/>
                </a:lnTo>
                <a:lnTo>
                  <a:pt x="168280" y="28895"/>
                </a:lnTo>
                <a:lnTo>
                  <a:pt x="167822" y="28099"/>
                </a:lnTo>
                <a:lnTo>
                  <a:pt x="167274" y="27538"/>
                </a:lnTo>
                <a:lnTo>
                  <a:pt x="166664" y="27239"/>
                </a:lnTo>
                <a:lnTo>
                  <a:pt x="166085" y="26944"/>
                </a:lnTo>
                <a:lnTo>
                  <a:pt x="165384" y="26837"/>
                </a:lnTo>
                <a:close/>
              </a:path>
              <a:path w="327025" h="153035">
                <a:moveTo>
                  <a:pt x="235549" y="15797"/>
                </a:moveTo>
                <a:lnTo>
                  <a:pt x="199613" y="29443"/>
                </a:lnTo>
                <a:lnTo>
                  <a:pt x="186347" y="66498"/>
                </a:lnTo>
                <a:lnTo>
                  <a:pt x="187147" y="80009"/>
                </a:lnTo>
                <a:lnTo>
                  <a:pt x="208818" y="122300"/>
                </a:lnTo>
                <a:lnTo>
                  <a:pt x="233385" y="128753"/>
                </a:lnTo>
                <a:lnTo>
                  <a:pt x="244388" y="127372"/>
                </a:lnTo>
                <a:lnTo>
                  <a:pt x="271912" y="112038"/>
                </a:lnTo>
                <a:lnTo>
                  <a:pt x="272125" y="111453"/>
                </a:lnTo>
                <a:lnTo>
                  <a:pt x="272247" y="110703"/>
                </a:lnTo>
                <a:lnTo>
                  <a:pt x="272308" y="109798"/>
                </a:lnTo>
                <a:lnTo>
                  <a:pt x="272399" y="108892"/>
                </a:lnTo>
                <a:lnTo>
                  <a:pt x="272399" y="107774"/>
                </a:lnTo>
                <a:lnTo>
                  <a:pt x="272277" y="105168"/>
                </a:lnTo>
                <a:lnTo>
                  <a:pt x="272226" y="104488"/>
                </a:lnTo>
                <a:lnTo>
                  <a:pt x="238505" y="104488"/>
                </a:lnTo>
                <a:lnTo>
                  <a:pt x="235122" y="104214"/>
                </a:lnTo>
                <a:lnTo>
                  <a:pt x="229087" y="102202"/>
                </a:lnTo>
                <a:lnTo>
                  <a:pt x="226466" y="100465"/>
                </a:lnTo>
                <a:lnTo>
                  <a:pt x="224241" y="97953"/>
                </a:lnTo>
                <a:lnTo>
                  <a:pt x="222016" y="95463"/>
                </a:lnTo>
                <a:lnTo>
                  <a:pt x="215177" y="59811"/>
                </a:lnTo>
                <a:lnTo>
                  <a:pt x="218175" y="49161"/>
                </a:lnTo>
                <a:lnTo>
                  <a:pt x="221284" y="43110"/>
                </a:lnTo>
                <a:lnTo>
                  <a:pt x="226496" y="39623"/>
                </a:lnTo>
                <a:lnTo>
                  <a:pt x="237408" y="38255"/>
                </a:lnTo>
                <a:lnTo>
                  <a:pt x="263408" y="38255"/>
                </a:lnTo>
                <a:lnTo>
                  <a:pt x="263408" y="37645"/>
                </a:lnTo>
                <a:lnTo>
                  <a:pt x="261244" y="25466"/>
                </a:lnTo>
                <a:lnTo>
                  <a:pt x="260969" y="24597"/>
                </a:lnTo>
                <a:lnTo>
                  <a:pt x="241371" y="16120"/>
                </a:lnTo>
                <a:lnTo>
                  <a:pt x="235549" y="15797"/>
                </a:lnTo>
                <a:close/>
              </a:path>
              <a:path w="327025" h="153035">
                <a:moveTo>
                  <a:pt x="267461" y="89592"/>
                </a:moveTo>
                <a:lnTo>
                  <a:pt x="266791" y="89678"/>
                </a:lnTo>
                <a:lnTo>
                  <a:pt x="265846" y="89809"/>
                </a:lnTo>
                <a:lnTo>
                  <a:pt x="264718" y="90510"/>
                </a:lnTo>
                <a:lnTo>
                  <a:pt x="262219" y="93152"/>
                </a:lnTo>
                <a:lnTo>
                  <a:pt x="260634" y="94655"/>
                </a:lnTo>
                <a:lnTo>
                  <a:pt x="238505" y="104488"/>
                </a:lnTo>
                <a:lnTo>
                  <a:pt x="272226" y="104488"/>
                </a:lnTo>
                <a:lnTo>
                  <a:pt x="268528" y="90022"/>
                </a:lnTo>
                <a:lnTo>
                  <a:pt x="268041" y="89702"/>
                </a:lnTo>
                <a:lnTo>
                  <a:pt x="267461" y="89592"/>
                </a:lnTo>
                <a:close/>
              </a:path>
              <a:path w="327025" h="153035">
                <a:moveTo>
                  <a:pt x="263408" y="38255"/>
                </a:moveTo>
                <a:lnTo>
                  <a:pt x="237408" y="38255"/>
                </a:lnTo>
                <a:lnTo>
                  <a:pt x="240670" y="38374"/>
                </a:lnTo>
                <a:lnTo>
                  <a:pt x="246217" y="39767"/>
                </a:lnTo>
                <a:lnTo>
                  <a:pt x="248655" y="40611"/>
                </a:lnTo>
                <a:lnTo>
                  <a:pt x="250728" y="41635"/>
                </a:lnTo>
                <a:lnTo>
                  <a:pt x="252831" y="42647"/>
                </a:lnTo>
                <a:lnTo>
                  <a:pt x="254629" y="43589"/>
                </a:lnTo>
                <a:lnTo>
                  <a:pt x="257677" y="45302"/>
                </a:lnTo>
                <a:lnTo>
                  <a:pt x="259079" y="45646"/>
                </a:lnTo>
                <a:lnTo>
                  <a:pt x="261518" y="45338"/>
                </a:lnTo>
                <a:lnTo>
                  <a:pt x="262371" y="44351"/>
                </a:lnTo>
                <a:lnTo>
                  <a:pt x="263408" y="40693"/>
                </a:lnTo>
                <a:lnTo>
                  <a:pt x="263408" y="38255"/>
                </a:lnTo>
                <a:close/>
              </a:path>
              <a:path w="327025" h="153035">
                <a:moveTo>
                  <a:pt x="313852" y="82853"/>
                </a:moveTo>
                <a:lnTo>
                  <a:pt x="301447" y="84414"/>
                </a:lnTo>
                <a:lnTo>
                  <a:pt x="297271" y="86142"/>
                </a:lnTo>
                <a:lnTo>
                  <a:pt x="293065" y="91464"/>
                </a:lnTo>
                <a:lnTo>
                  <a:pt x="292455" y="96274"/>
                </a:lnTo>
                <a:lnTo>
                  <a:pt x="294162" y="109703"/>
                </a:lnTo>
                <a:lnTo>
                  <a:pt x="295899" y="113976"/>
                </a:lnTo>
                <a:lnTo>
                  <a:pt x="301203" y="118027"/>
                </a:lnTo>
                <a:lnTo>
                  <a:pt x="305622" y="118658"/>
                </a:lnTo>
                <a:lnTo>
                  <a:pt x="318028" y="117098"/>
                </a:lnTo>
                <a:lnTo>
                  <a:pt x="322173" y="115369"/>
                </a:lnTo>
                <a:lnTo>
                  <a:pt x="326379" y="110035"/>
                </a:lnTo>
                <a:lnTo>
                  <a:pt x="326989" y="105274"/>
                </a:lnTo>
                <a:lnTo>
                  <a:pt x="325313" y="91833"/>
                </a:lnTo>
                <a:lnTo>
                  <a:pt x="323575" y="87547"/>
                </a:lnTo>
                <a:lnTo>
                  <a:pt x="318272" y="83475"/>
                </a:lnTo>
                <a:lnTo>
                  <a:pt x="313852" y="8285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0448" y="728606"/>
            <a:ext cx="434467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BF9D66C-9D80-1B36-C9EE-61F91A31D03C}"/>
              </a:ext>
            </a:extLst>
          </p:cNvPr>
          <p:cNvGrpSpPr/>
          <p:nvPr/>
        </p:nvGrpSpPr>
        <p:grpSpPr>
          <a:xfrm>
            <a:off x="908565" y="2180232"/>
            <a:ext cx="5003573" cy="696566"/>
            <a:chOff x="908565" y="2180232"/>
            <a:chExt cx="5003573" cy="696566"/>
          </a:xfrm>
        </p:grpSpPr>
        <p:sp>
          <p:nvSpPr>
            <p:cNvPr id="3" name="object 3"/>
            <p:cNvSpPr/>
            <p:nvPr/>
          </p:nvSpPr>
          <p:spPr>
            <a:xfrm>
              <a:off x="2850052" y="2518397"/>
              <a:ext cx="2616835" cy="0"/>
            </a:xfrm>
            <a:custGeom>
              <a:avLst/>
              <a:gdLst/>
              <a:ahLst/>
              <a:cxnLst/>
              <a:rect l="l" t="t" r="r" b="b"/>
              <a:pathLst>
                <a:path w="2616835">
                  <a:moveTo>
                    <a:pt x="0" y="0"/>
                  </a:moveTo>
                  <a:lnTo>
                    <a:pt x="2616478" y="0"/>
                  </a:lnTo>
                </a:path>
              </a:pathLst>
            </a:custGeom>
            <a:ln w="11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288388" y="2180232"/>
              <a:ext cx="191135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-20" dirty="0">
                  <a:latin typeface="Symbol"/>
                  <a:cs typeface="Symbol"/>
                </a:rPr>
                <a:t></a:t>
              </a:r>
              <a:r>
                <a:rPr sz="1250" spc="-10" dirty="0">
                  <a:latin typeface="Times New Roman"/>
                  <a:cs typeface="Times New Roman"/>
                </a:rPr>
                <a:t>1</a:t>
              </a:r>
              <a:endParaRPr sz="1250"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976940" y="2180232"/>
              <a:ext cx="191135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-20" dirty="0">
                  <a:latin typeface="Symbol"/>
                  <a:cs typeface="Symbol"/>
                </a:rPr>
                <a:t></a:t>
              </a:r>
              <a:r>
                <a:rPr sz="1250" spc="-10" dirty="0">
                  <a:latin typeface="Times New Roman"/>
                  <a:cs typeface="Times New Roman"/>
                </a:rPr>
                <a:t>2</a:t>
              </a:r>
              <a:endParaRPr sz="1250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897816" y="2187340"/>
              <a:ext cx="191135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-20" dirty="0">
                  <a:latin typeface="Symbol"/>
                  <a:cs typeface="Symbol"/>
                </a:rPr>
                <a:t></a:t>
              </a:r>
              <a:r>
                <a:rPr sz="1250" spc="-10" dirty="0">
                  <a:latin typeface="Times New Roman"/>
                  <a:cs typeface="Times New Roman"/>
                </a:rPr>
                <a:t>1</a:t>
              </a:r>
              <a:endParaRPr sz="1250"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008429" y="2226208"/>
              <a:ext cx="2077085" cy="3003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10540" algn="l"/>
                  <a:tab pos="1211580" algn="l"/>
                </a:tabLst>
              </a:pPr>
              <a:r>
                <a:rPr sz="1750" i="1" spc="-225" dirty="0">
                  <a:latin typeface="Times New Roman"/>
                  <a:cs typeface="Times New Roman"/>
                </a:rPr>
                <a:t>b</a:t>
              </a:r>
              <a:r>
                <a:rPr sz="1875" spc="135" baseline="-20000" dirty="0">
                  <a:latin typeface="Times New Roman"/>
                  <a:cs typeface="Times New Roman"/>
                </a:rPr>
                <a:t>1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5" dirty="0">
                  <a:latin typeface="Symbol"/>
                  <a:cs typeface="Symbol"/>
                </a:rPr>
                <a:t></a:t>
              </a:r>
              <a:r>
                <a:rPr sz="1750" spc="-155" dirty="0">
                  <a:latin typeface="Times New Roman"/>
                  <a:cs typeface="Times New Roman"/>
                </a:rPr>
                <a:t> </a:t>
              </a:r>
              <a:r>
                <a:rPr sz="1750" i="1" spc="-85" dirty="0">
                  <a:latin typeface="Times New Roman"/>
                  <a:cs typeface="Times New Roman"/>
                </a:rPr>
                <a:t>b</a:t>
              </a:r>
              <a:r>
                <a:rPr sz="1875" spc="-15" baseline="-20000" dirty="0">
                  <a:latin typeface="Times New Roman"/>
                  <a:cs typeface="Times New Roman"/>
                </a:rPr>
                <a:t>2</a:t>
              </a:r>
              <a:r>
                <a:rPr sz="1875" spc="-179" baseline="-20000" dirty="0">
                  <a:latin typeface="Times New Roman"/>
                  <a:cs typeface="Times New Roman"/>
                </a:rPr>
                <a:t> 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150" dirty="0">
                  <a:latin typeface="Symbol"/>
                  <a:cs typeface="Symbol"/>
                </a:rPr>
                <a:t></a:t>
              </a:r>
              <a:r>
                <a:rPr sz="1750" spc="220" dirty="0">
                  <a:latin typeface="MT Extra"/>
                  <a:cs typeface="MT Extra"/>
                </a:rPr>
                <a:t></a:t>
              </a:r>
              <a:r>
                <a:rPr sz="1750" spc="5" dirty="0">
                  <a:latin typeface="Symbol"/>
                  <a:cs typeface="Symbol"/>
                </a:rPr>
                <a:t></a:t>
              </a:r>
              <a:r>
                <a:rPr sz="1750" spc="-155" dirty="0">
                  <a:latin typeface="Times New Roman"/>
                  <a:cs typeface="Times New Roman"/>
                </a:rPr>
                <a:t> </a:t>
              </a:r>
              <a:r>
                <a:rPr sz="1750" i="1" spc="-85" dirty="0">
                  <a:latin typeface="Times New Roman"/>
                  <a:cs typeface="Times New Roman"/>
                </a:rPr>
                <a:t>b</a:t>
              </a:r>
              <a:r>
                <a:rPr sz="1875" i="1" spc="-15" baseline="-20000" dirty="0">
                  <a:latin typeface="Times New Roman"/>
                  <a:cs typeface="Times New Roman"/>
                </a:rPr>
                <a:t>n</a:t>
              </a:r>
              <a:r>
                <a:rPr sz="1875" i="1" spc="-150" baseline="-20000" dirty="0">
                  <a:latin typeface="Times New Roman"/>
                  <a:cs typeface="Times New Roman"/>
                </a:rPr>
                <a:t> 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897816" y="2530537"/>
              <a:ext cx="191135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-20" dirty="0">
                  <a:latin typeface="Symbol"/>
                  <a:cs typeface="Symbol"/>
                </a:rPr>
                <a:t></a:t>
              </a:r>
              <a:r>
                <a:rPr sz="1250" spc="-10" dirty="0">
                  <a:latin typeface="Times New Roman"/>
                  <a:cs typeface="Times New Roman"/>
                </a:rPr>
                <a:t>1</a:t>
              </a:r>
              <a:endParaRPr sz="125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417130" y="2530537"/>
              <a:ext cx="897255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718820" algn="l"/>
                </a:tabLst>
              </a:pPr>
              <a:r>
                <a:rPr sz="1250" spc="-20" dirty="0">
                  <a:latin typeface="Symbol"/>
                  <a:cs typeface="Symbol"/>
                </a:rPr>
                <a:t></a:t>
              </a:r>
              <a:r>
                <a:rPr sz="1250" spc="-10" dirty="0">
                  <a:latin typeface="Times New Roman"/>
                  <a:cs typeface="Times New Roman"/>
                </a:rPr>
                <a:t>1</a:t>
              </a:r>
              <a:r>
                <a:rPr sz="1250" dirty="0">
                  <a:latin typeface="Times New Roman"/>
                  <a:cs typeface="Times New Roman"/>
                </a:rPr>
                <a:t>	</a:t>
              </a:r>
              <a:r>
                <a:rPr sz="1250" spc="-20" dirty="0">
                  <a:latin typeface="Symbol"/>
                  <a:cs typeface="Symbol"/>
                </a:rPr>
                <a:t></a:t>
              </a:r>
              <a:r>
                <a:rPr sz="1250" spc="-10" dirty="0">
                  <a:latin typeface="Times New Roman"/>
                  <a:cs typeface="Times New Roman"/>
                </a:rPr>
                <a:t>2</a:t>
              </a:r>
              <a:endParaRPr sz="125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826815" y="2576443"/>
              <a:ext cx="2422525" cy="3003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21055" algn="l"/>
                  <a:tab pos="1539240" algn="l"/>
                </a:tabLst>
              </a:pPr>
              <a:r>
                <a:rPr sz="1750" spc="150" dirty="0">
                  <a:latin typeface="Times New Roman"/>
                  <a:cs typeface="Times New Roman"/>
                </a:rPr>
                <a:t>1</a:t>
              </a:r>
              <a:r>
                <a:rPr sz="1750" spc="5" dirty="0">
                  <a:latin typeface="Symbol"/>
                  <a:cs typeface="Symbol"/>
                </a:rPr>
                <a:t></a:t>
              </a:r>
              <a:r>
                <a:rPr sz="1750" spc="-100" dirty="0">
                  <a:latin typeface="Times New Roman"/>
                  <a:cs typeface="Times New Roman"/>
                </a:rPr>
                <a:t> </a:t>
              </a:r>
              <a:r>
                <a:rPr sz="1750" i="1" spc="-140" dirty="0">
                  <a:latin typeface="Times New Roman"/>
                  <a:cs typeface="Times New Roman"/>
                </a:rPr>
                <a:t>a</a:t>
              </a:r>
              <a:r>
                <a:rPr sz="1875" spc="120" baseline="-20000" dirty="0">
                  <a:latin typeface="Times New Roman"/>
                  <a:cs typeface="Times New Roman"/>
                </a:rPr>
                <a:t>1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5" dirty="0">
                  <a:latin typeface="Symbol"/>
                  <a:cs typeface="Symbol"/>
                </a:rPr>
                <a:t></a:t>
              </a:r>
              <a:r>
                <a:rPr sz="1750" spc="-100" dirty="0">
                  <a:latin typeface="Times New Roman"/>
                  <a:cs typeface="Times New Roman"/>
                </a:rPr>
                <a:t> </a:t>
              </a:r>
              <a:r>
                <a:rPr sz="1750" i="1" dirty="0">
                  <a:latin typeface="Times New Roman"/>
                  <a:cs typeface="Times New Roman"/>
                </a:rPr>
                <a:t>a</a:t>
              </a:r>
              <a:r>
                <a:rPr sz="1875" spc="-15" baseline="-20000" dirty="0">
                  <a:latin typeface="Times New Roman"/>
                  <a:cs typeface="Times New Roman"/>
                </a:rPr>
                <a:t>2</a:t>
              </a:r>
              <a:r>
                <a:rPr sz="1875" spc="-179" baseline="-20000" dirty="0">
                  <a:latin typeface="Times New Roman"/>
                  <a:cs typeface="Times New Roman"/>
                </a:rPr>
                <a:t> 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150" dirty="0">
                  <a:latin typeface="Symbol"/>
                  <a:cs typeface="Symbol"/>
                </a:rPr>
                <a:t></a:t>
              </a:r>
              <a:r>
                <a:rPr sz="1750" spc="220" dirty="0">
                  <a:latin typeface="MT Extra"/>
                  <a:cs typeface="MT Extra"/>
                </a:rPr>
                <a:t></a:t>
              </a:r>
              <a:r>
                <a:rPr sz="1750" spc="5" dirty="0">
                  <a:latin typeface="Symbol"/>
                  <a:cs typeface="Symbol"/>
                </a:rPr>
                <a:t></a:t>
              </a:r>
              <a:r>
                <a:rPr sz="1750" spc="-100" dirty="0">
                  <a:latin typeface="Times New Roman"/>
                  <a:cs typeface="Times New Roman"/>
                </a:rPr>
                <a:t> </a:t>
              </a:r>
              <a:r>
                <a:rPr sz="1750" i="1" dirty="0">
                  <a:latin typeface="Times New Roman"/>
                  <a:cs typeface="Times New Roman"/>
                </a:rPr>
                <a:t>a</a:t>
              </a:r>
              <a:r>
                <a:rPr sz="1875" i="1" spc="-15" baseline="-20000" dirty="0">
                  <a:latin typeface="Times New Roman"/>
                  <a:cs typeface="Times New Roman"/>
                </a:rPr>
                <a:t>n</a:t>
              </a:r>
              <a:r>
                <a:rPr sz="1875" i="1" spc="-150" baseline="-20000" dirty="0">
                  <a:latin typeface="Times New Roman"/>
                  <a:cs typeface="Times New Roman"/>
                </a:rPr>
                <a:t> 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908565" y="2236799"/>
              <a:ext cx="1894205" cy="3949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183005" algn="l"/>
                </a:tabLst>
              </a:pPr>
              <a:r>
                <a:rPr sz="1750" i="1" spc="75" dirty="0">
                  <a:latin typeface="Times New Roman"/>
                  <a:cs typeface="Times New Roman"/>
                </a:rPr>
                <a:t>y</a:t>
              </a:r>
              <a:r>
                <a:rPr sz="1750" spc="50" dirty="0">
                  <a:latin typeface="Times New Roman"/>
                  <a:cs typeface="Times New Roman"/>
                </a:rPr>
                <a:t>(</a:t>
              </a:r>
              <a:r>
                <a:rPr sz="1750" i="1" spc="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5" dirty="0">
                  <a:latin typeface="Times New Roman"/>
                  <a:cs typeface="Times New Roman"/>
                </a:rPr>
                <a:t>)</a:t>
              </a:r>
              <a:r>
                <a:rPr sz="1750" dirty="0">
                  <a:latin typeface="Times New Roman"/>
                  <a:cs typeface="Times New Roman"/>
                </a:rPr>
                <a:t> </a:t>
              </a:r>
              <a:r>
                <a:rPr sz="1750" spc="5" dirty="0">
                  <a:latin typeface="Symbol"/>
                  <a:cs typeface="Symbol"/>
                </a:rPr>
                <a:t></a:t>
              </a:r>
              <a:r>
                <a:rPr sz="1750" spc="200" dirty="0">
                  <a:latin typeface="Times New Roman"/>
                  <a:cs typeface="Times New Roman"/>
                </a:rPr>
                <a:t> </a:t>
              </a:r>
              <a:r>
                <a:rPr sz="2625" i="1" u="sng" spc="89" baseline="36507" dirty="0">
                  <a:latin typeface="Times New Roman"/>
                  <a:cs typeface="Times New Roman"/>
                </a:rPr>
                <a:t>B</a:t>
              </a:r>
              <a:r>
                <a:rPr sz="2625" u="sng" spc="202" baseline="36507" dirty="0">
                  <a:latin typeface="Times New Roman"/>
                  <a:cs typeface="Times New Roman"/>
                </a:rPr>
                <a:t>(</a:t>
              </a:r>
              <a:r>
                <a:rPr sz="2625" i="1" u="sng" spc="7" baseline="36507" dirty="0">
                  <a:latin typeface="Times New Roman"/>
                  <a:cs typeface="Times New Roman"/>
                </a:rPr>
                <a:t>z</a:t>
              </a:r>
              <a:r>
                <a:rPr sz="2625" u="sng" baseline="36507" dirty="0">
                  <a:latin typeface="Times New Roman"/>
                  <a:cs typeface="Times New Roman"/>
                </a:rPr>
                <a:t> 	</a:t>
              </a:r>
              <a:r>
                <a:rPr sz="2625" u="sng" spc="7" baseline="36507" dirty="0">
                  <a:latin typeface="Times New Roman"/>
                  <a:cs typeface="Times New Roman"/>
                </a:rPr>
                <a:t>)</a:t>
              </a:r>
              <a:r>
                <a:rPr sz="2625" spc="-172" baseline="36507" dirty="0">
                  <a:latin typeface="Times New Roman"/>
                  <a:cs typeface="Times New Roman"/>
                </a:rPr>
                <a:t> </a:t>
              </a:r>
              <a:r>
                <a:rPr sz="1750" i="1" spc="90" dirty="0">
                  <a:latin typeface="Times New Roman"/>
                  <a:cs typeface="Times New Roman"/>
                </a:rPr>
                <a:t>u</a:t>
              </a:r>
              <a:r>
                <a:rPr sz="1750" spc="45" dirty="0">
                  <a:latin typeface="Times New Roman"/>
                  <a:cs typeface="Times New Roman"/>
                </a:rPr>
                <a:t>(</a:t>
              </a:r>
              <a:r>
                <a:rPr sz="1750" i="1" spc="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5" dirty="0">
                  <a:latin typeface="Times New Roman"/>
                  <a:cs typeface="Times New Roman"/>
                </a:rPr>
                <a:t>)</a:t>
              </a:r>
              <a:r>
                <a:rPr sz="1750" dirty="0">
                  <a:latin typeface="Times New Roman"/>
                  <a:cs typeface="Times New Roman"/>
                </a:rPr>
                <a:t> </a:t>
              </a:r>
              <a:r>
                <a:rPr sz="1750" spc="5" dirty="0">
                  <a:latin typeface="Symbol"/>
                  <a:cs typeface="Symbol"/>
                </a:rPr>
                <a:t></a:t>
              </a:r>
              <a:endParaRPr sz="1750">
                <a:latin typeface="Symbol"/>
                <a:cs typeface="Symbo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485418" y="2380448"/>
              <a:ext cx="426720" cy="2514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50" i="1" spc="90" dirty="0">
                  <a:latin typeface="Times New Roman"/>
                  <a:cs typeface="Times New Roman"/>
                </a:rPr>
                <a:t>u</a:t>
              </a:r>
              <a:r>
                <a:rPr sz="1750" spc="45" dirty="0">
                  <a:latin typeface="Times New Roman"/>
                  <a:cs typeface="Times New Roman"/>
                </a:rPr>
                <a:t>(</a:t>
              </a:r>
              <a:r>
                <a:rPr sz="1750" i="1" spc="5" dirty="0">
                  <a:latin typeface="Times New Roman"/>
                  <a:cs typeface="Times New Roman"/>
                </a:rPr>
                <a:t>k</a:t>
              </a:r>
              <a:r>
                <a:rPr sz="1750" i="1" spc="-280" dirty="0">
                  <a:latin typeface="Times New Roman"/>
                  <a:cs typeface="Times New Roman"/>
                </a:rPr>
                <a:t> </a:t>
              </a:r>
              <a:r>
                <a:rPr sz="1750" spc="5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567341" y="2579817"/>
              <a:ext cx="613410" cy="2514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24510" algn="l"/>
                </a:tabLst>
              </a:pPr>
              <a:r>
                <a:rPr sz="1750" i="1" spc="-20" dirty="0">
                  <a:latin typeface="Times New Roman"/>
                  <a:cs typeface="Times New Roman"/>
                </a:rPr>
                <a:t>A</a:t>
              </a:r>
              <a:r>
                <a:rPr sz="1750" spc="130" dirty="0">
                  <a:latin typeface="Times New Roman"/>
                  <a:cs typeface="Times New Roman"/>
                </a:rPr>
                <a:t>(</a:t>
              </a:r>
              <a:r>
                <a:rPr sz="1750" i="1" spc="5" dirty="0">
                  <a:latin typeface="Times New Roman"/>
                  <a:cs typeface="Times New Roman"/>
                </a:rPr>
                <a:t>z</a:t>
              </a:r>
              <a:r>
                <a:rPr sz="1750" i="1" dirty="0">
                  <a:latin typeface="Times New Roman"/>
                  <a:cs typeface="Times New Roman"/>
                </a:rPr>
                <a:t>	</a:t>
              </a:r>
              <a:r>
                <a:rPr sz="1750" spc="5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075568" y="2180232"/>
              <a:ext cx="201930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65" dirty="0">
                  <a:latin typeface="Symbol"/>
                  <a:cs typeface="Symbol"/>
                </a:rPr>
                <a:t></a:t>
              </a:r>
              <a:r>
                <a:rPr sz="1250" i="1" spc="-10" dirty="0">
                  <a:latin typeface="Times New Roman"/>
                  <a:cs typeface="Times New Roman"/>
                </a:rPr>
                <a:t>n</a:t>
              </a:r>
              <a:endParaRPr sz="125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239716" y="2530537"/>
              <a:ext cx="201930" cy="186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65" dirty="0">
                  <a:latin typeface="Symbol"/>
                  <a:cs typeface="Symbol"/>
                </a:rPr>
                <a:t></a:t>
              </a:r>
              <a:r>
                <a:rPr sz="1250" i="1" spc="-10" dirty="0">
                  <a:latin typeface="Times New Roman"/>
                  <a:cs typeface="Times New Roman"/>
                </a:rPr>
                <a:t>n</a:t>
              </a:r>
              <a:endParaRPr sz="1250">
                <a:latin typeface="Times New Roman"/>
                <a:cs typeface="Times New Roman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F21771-E1C3-E65A-54C2-481CBC81D2DD}"/>
              </a:ext>
            </a:extLst>
          </p:cNvPr>
          <p:cNvGrpSpPr/>
          <p:nvPr/>
        </p:nvGrpSpPr>
        <p:grpSpPr>
          <a:xfrm>
            <a:off x="1258738" y="3141149"/>
            <a:ext cx="4059554" cy="918058"/>
            <a:chOff x="1258738" y="3141149"/>
            <a:chExt cx="4059554" cy="918058"/>
          </a:xfrm>
        </p:grpSpPr>
        <p:sp>
          <p:nvSpPr>
            <p:cNvPr id="16" name="object 16"/>
            <p:cNvSpPr/>
            <p:nvPr/>
          </p:nvSpPr>
          <p:spPr>
            <a:xfrm>
              <a:off x="1939815" y="3664475"/>
              <a:ext cx="2898775" cy="0"/>
            </a:xfrm>
            <a:custGeom>
              <a:avLst/>
              <a:gdLst/>
              <a:ahLst/>
              <a:cxnLst/>
              <a:rect l="l" t="t" r="r" b="b"/>
              <a:pathLst>
                <a:path w="2898775">
                  <a:moveTo>
                    <a:pt x="0" y="0"/>
                  </a:moveTo>
                  <a:lnTo>
                    <a:pt x="2898289" y="0"/>
                  </a:lnTo>
                </a:path>
              </a:pathLst>
            </a:custGeom>
            <a:ln w="10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936014" y="3141149"/>
              <a:ext cx="2894965" cy="4889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5475" spc="-735" baseline="-6088" dirty="0">
                  <a:latin typeface="Symbol"/>
                  <a:cs typeface="Symbol"/>
                </a:rPr>
                <a:t></a:t>
              </a:r>
              <a:r>
                <a:rPr sz="1900" i="1" spc="-260" dirty="0">
                  <a:latin typeface="Times New Roman"/>
                  <a:cs typeface="Times New Roman"/>
                </a:rPr>
                <a:t>b</a:t>
              </a:r>
              <a:r>
                <a:rPr sz="2175" spc="-15" baseline="-19157" dirty="0">
                  <a:latin typeface="Times New Roman"/>
                  <a:cs typeface="Times New Roman"/>
                </a:rPr>
                <a:t>1</a:t>
              </a:r>
              <a:r>
                <a:rPr sz="2175" spc="37" baseline="-19157" dirty="0">
                  <a:latin typeface="Times New Roman"/>
                  <a:cs typeface="Times New Roman"/>
                </a:rPr>
                <a:t> </a:t>
              </a:r>
              <a:r>
                <a:rPr sz="1900" spc="10" dirty="0">
                  <a:latin typeface="Symbol"/>
                  <a:cs typeface="Symbol"/>
                </a:rPr>
                <a:t></a:t>
              </a:r>
              <a:r>
                <a:rPr sz="1900" spc="-180" dirty="0">
                  <a:latin typeface="Times New Roman"/>
                  <a:cs typeface="Times New Roman"/>
                </a:rPr>
                <a:t> </a:t>
              </a:r>
              <a:r>
                <a:rPr sz="1900" i="1" spc="-95" dirty="0">
                  <a:latin typeface="Times New Roman"/>
                  <a:cs typeface="Times New Roman"/>
                </a:rPr>
                <a:t>b</a:t>
              </a:r>
              <a:r>
                <a:rPr sz="2175" spc="-15" baseline="-19157" dirty="0">
                  <a:latin typeface="Times New Roman"/>
                  <a:cs typeface="Times New Roman"/>
                </a:rPr>
                <a:t>2</a:t>
              </a:r>
              <a:r>
                <a:rPr sz="2175" spc="-292" baseline="-19157" dirty="0">
                  <a:latin typeface="Times New Roman"/>
                  <a:cs typeface="Times New Roman"/>
                </a:rPr>
                <a:t> </a:t>
              </a:r>
              <a:r>
                <a:rPr sz="1900" i="1" spc="135" dirty="0">
                  <a:latin typeface="Times New Roman"/>
                  <a:cs typeface="Times New Roman"/>
                </a:rPr>
                <a:t>z</a:t>
              </a:r>
              <a:r>
                <a:rPr sz="2175" spc="-30" baseline="32567" dirty="0">
                  <a:latin typeface="Symbol"/>
                  <a:cs typeface="Symbol"/>
                </a:rPr>
                <a:t></a:t>
              </a:r>
              <a:r>
                <a:rPr sz="2175" spc="-15" baseline="32567" dirty="0">
                  <a:latin typeface="Times New Roman"/>
                  <a:cs typeface="Times New Roman"/>
                </a:rPr>
                <a:t>1</a:t>
              </a:r>
              <a:r>
                <a:rPr sz="2175" spc="37" baseline="32567" dirty="0">
                  <a:latin typeface="Times New Roman"/>
                  <a:cs typeface="Times New Roman"/>
                </a:rPr>
                <a:t> </a:t>
              </a:r>
              <a:r>
                <a:rPr sz="1900" spc="150" dirty="0">
                  <a:latin typeface="Symbol"/>
                  <a:cs typeface="Symbol"/>
                </a:rPr>
                <a:t></a:t>
              </a:r>
              <a:r>
                <a:rPr sz="1900" spc="225" dirty="0">
                  <a:latin typeface="MT Extra"/>
                  <a:cs typeface="MT Extra"/>
                </a:rPr>
                <a:t></a:t>
              </a:r>
              <a:r>
                <a:rPr sz="1900" spc="10" dirty="0">
                  <a:latin typeface="Symbol"/>
                  <a:cs typeface="Symbol"/>
                </a:rPr>
                <a:t></a:t>
              </a:r>
              <a:r>
                <a:rPr sz="1900" spc="-180" dirty="0">
                  <a:latin typeface="Times New Roman"/>
                  <a:cs typeface="Times New Roman"/>
                </a:rPr>
                <a:t> </a:t>
              </a:r>
              <a:r>
                <a:rPr sz="1900" i="1" spc="-100" dirty="0">
                  <a:latin typeface="Times New Roman"/>
                  <a:cs typeface="Times New Roman"/>
                </a:rPr>
                <a:t>b</a:t>
              </a:r>
              <a:r>
                <a:rPr sz="2175" i="1" spc="-15" baseline="-19157" dirty="0">
                  <a:latin typeface="Times New Roman"/>
                  <a:cs typeface="Times New Roman"/>
                </a:rPr>
                <a:t>n</a:t>
              </a:r>
              <a:r>
                <a:rPr sz="2175" i="1" spc="-254" baseline="-19157" dirty="0">
                  <a:latin typeface="Times New Roman"/>
                  <a:cs typeface="Times New Roman"/>
                </a:rPr>
                <a:t> </a:t>
              </a:r>
              <a:r>
                <a:rPr sz="1900" i="1" spc="135" dirty="0">
                  <a:latin typeface="Times New Roman"/>
                  <a:cs typeface="Times New Roman"/>
                </a:rPr>
                <a:t>z</a:t>
              </a:r>
              <a:r>
                <a:rPr sz="2175" spc="97" baseline="32567" dirty="0">
                  <a:latin typeface="Symbol"/>
                  <a:cs typeface="Symbol"/>
                </a:rPr>
                <a:t></a:t>
              </a:r>
              <a:r>
                <a:rPr sz="2175" i="1" spc="67" baseline="32567" dirty="0">
                  <a:latin typeface="Times New Roman"/>
                  <a:cs typeface="Times New Roman"/>
                </a:rPr>
                <a:t>n</a:t>
              </a:r>
              <a:r>
                <a:rPr sz="2175" spc="-150" baseline="32567" dirty="0">
                  <a:latin typeface="Symbol"/>
                  <a:cs typeface="Symbol"/>
                </a:rPr>
                <a:t></a:t>
              </a:r>
              <a:r>
                <a:rPr sz="2175" spc="-15" baseline="32567" dirty="0">
                  <a:latin typeface="Times New Roman"/>
                  <a:cs typeface="Times New Roman"/>
                </a:rPr>
                <a:t>1</a:t>
              </a:r>
              <a:r>
                <a:rPr sz="2175" spc="-262" baseline="32567" dirty="0">
                  <a:latin typeface="Times New Roman"/>
                  <a:cs typeface="Times New Roman"/>
                </a:rPr>
                <a:t> </a:t>
              </a:r>
              <a:r>
                <a:rPr sz="5475" spc="-877" baseline="-6088" dirty="0">
                  <a:latin typeface="Symbol"/>
                  <a:cs typeface="Symbol"/>
                </a:rPr>
                <a:t></a:t>
              </a:r>
              <a:r>
                <a:rPr sz="5475" spc="-607" baseline="-6088" dirty="0">
                  <a:latin typeface="Times New Roman"/>
                  <a:cs typeface="Times New Roman"/>
                </a:rPr>
                <a:t> </a:t>
              </a:r>
              <a:r>
                <a:rPr sz="1900" i="1" spc="135" dirty="0">
                  <a:latin typeface="Times New Roman"/>
                  <a:cs typeface="Times New Roman"/>
                </a:rPr>
                <a:t>z</a:t>
              </a:r>
              <a:r>
                <a:rPr sz="2175" spc="-30" baseline="32567" dirty="0">
                  <a:latin typeface="Symbol"/>
                  <a:cs typeface="Symbol"/>
                </a:rPr>
                <a:t></a:t>
              </a:r>
              <a:r>
                <a:rPr sz="2175" spc="-15" baseline="32567" dirty="0">
                  <a:latin typeface="Times New Roman"/>
                  <a:cs typeface="Times New Roman"/>
                </a:rPr>
                <a:t>1</a:t>
              </a:r>
              <a:endParaRPr sz="2175" baseline="32567" dirty="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1258738" y="3511436"/>
              <a:ext cx="4059554" cy="4959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005"/>
                </a:lnSpc>
                <a:tabLst>
                  <a:tab pos="3613150" algn="l"/>
                </a:tabLst>
              </a:pPr>
              <a:r>
                <a:rPr sz="1900" i="1" spc="80" dirty="0">
                  <a:latin typeface="Times New Roman"/>
                  <a:cs typeface="Times New Roman"/>
                </a:rPr>
                <a:t>y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spc="5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spc="-35" dirty="0">
                  <a:latin typeface="Times New Roman"/>
                  <a:cs typeface="Times New Roman"/>
                </a:rPr>
                <a:t> </a:t>
              </a:r>
              <a:r>
                <a:rPr sz="1900" spc="10" dirty="0">
                  <a:latin typeface="Symbol"/>
                  <a:cs typeface="Symbol"/>
                </a:rPr>
                <a:t>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i="1" spc="90" dirty="0">
                  <a:latin typeface="Times New Roman"/>
                  <a:cs typeface="Times New Roman"/>
                </a:rPr>
                <a:t>u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spc="5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endParaRPr sz="1900">
                <a:latin typeface="Times New Roman"/>
                <a:cs typeface="Times New Roman"/>
              </a:endParaRPr>
            </a:p>
            <a:p>
              <a:pPr marL="700405">
                <a:lnSpc>
                  <a:spcPts val="2005"/>
                </a:lnSpc>
              </a:pPr>
              <a:r>
                <a:rPr sz="1900" spc="155" dirty="0">
                  <a:latin typeface="Times New Roman"/>
                  <a:cs typeface="Times New Roman"/>
                </a:rPr>
                <a:t>1</a:t>
              </a:r>
              <a:r>
                <a:rPr sz="1900" spc="10" dirty="0">
                  <a:latin typeface="Symbol"/>
                  <a:cs typeface="Symbol"/>
                </a:rPr>
                <a:t></a:t>
              </a:r>
              <a:r>
                <a:rPr sz="1900" spc="-120" dirty="0">
                  <a:latin typeface="Times New Roman"/>
                  <a:cs typeface="Times New Roman"/>
                </a:rPr>
                <a:t> </a:t>
              </a:r>
              <a:r>
                <a:rPr sz="1900" i="1" spc="5" dirty="0">
                  <a:latin typeface="Times New Roman"/>
                  <a:cs typeface="Times New Roman"/>
                </a:rPr>
                <a:t>a</a:t>
              </a:r>
              <a:r>
                <a:rPr sz="1900" i="1" spc="135" dirty="0">
                  <a:latin typeface="Times New Roman"/>
                  <a:cs typeface="Times New Roman"/>
                </a:rPr>
                <a:t> z</a:t>
              </a:r>
              <a:r>
                <a:rPr sz="2175" spc="-30" baseline="32567" dirty="0">
                  <a:latin typeface="Symbol"/>
                  <a:cs typeface="Symbol"/>
                </a:rPr>
                <a:t></a:t>
              </a:r>
              <a:r>
                <a:rPr sz="2175" spc="-15" baseline="32567" dirty="0">
                  <a:latin typeface="Times New Roman"/>
                  <a:cs typeface="Times New Roman"/>
                </a:rPr>
                <a:t>1</a:t>
              </a:r>
              <a:r>
                <a:rPr sz="2175" spc="37" baseline="32567" dirty="0">
                  <a:latin typeface="Times New Roman"/>
                  <a:cs typeface="Times New Roman"/>
                </a:rPr>
                <a:t> </a:t>
              </a:r>
              <a:r>
                <a:rPr sz="1900" spc="10" dirty="0">
                  <a:latin typeface="Symbol"/>
                  <a:cs typeface="Symbol"/>
                </a:rPr>
                <a:t></a:t>
              </a:r>
              <a:r>
                <a:rPr sz="1900" spc="-120" dirty="0">
                  <a:latin typeface="Times New Roman"/>
                  <a:cs typeface="Times New Roman"/>
                </a:rPr>
                <a:t> </a:t>
              </a:r>
              <a:r>
                <a:rPr sz="1900" i="1" spc="5" dirty="0">
                  <a:latin typeface="Times New Roman"/>
                  <a:cs typeface="Times New Roman"/>
                </a:rPr>
                <a:t>a</a:t>
              </a:r>
              <a:r>
                <a:rPr sz="1900" i="1" dirty="0">
                  <a:latin typeface="Times New Roman"/>
                  <a:cs typeface="Times New Roman"/>
                </a:rPr>
                <a:t> </a:t>
              </a:r>
              <a:r>
                <a:rPr sz="1900" i="1" spc="-70" dirty="0">
                  <a:latin typeface="Times New Roman"/>
                  <a:cs typeface="Times New Roman"/>
                </a:rPr>
                <a:t> </a:t>
              </a:r>
              <a:r>
                <a:rPr sz="1900" i="1" spc="135" dirty="0">
                  <a:latin typeface="Times New Roman"/>
                  <a:cs typeface="Times New Roman"/>
                </a:rPr>
                <a:t>z</a:t>
              </a:r>
              <a:r>
                <a:rPr sz="2175" spc="-30" baseline="32567" dirty="0">
                  <a:latin typeface="Symbol"/>
                  <a:cs typeface="Symbol"/>
                </a:rPr>
                <a:t></a:t>
              </a:r>
              <a:r>
                <a:rPr sz="2175" spc="-15" baseline="32567" dirty="0">
                  <a:latin typeface="Times New Roman"/>
                  <a:cs typeface="Times New Roman"/>
                </a:rPr>
                <a:t>2</a:t>
              </a:r>
              <a:r>
                <a:rPr sz="2175" spc="202" baseline="32567" dirty="0">
                  <a:latin typeface="Times New Roman"/>
                  <a:cs typeface="Times New Roman"/>
                </a:rPr>
                <a:t> </a:t>
              </a:r>
              <a:r>
                <a:rPr sz="1900" spc="150" dirty="0">
                  <a:latin typeface="Symbol"/>
                  <a:cs typeface="Symbol"/>
                </a:rPr>
                <a:t></a:t>
              </a:r>
              <a:r>
                <a:rPr sz="1900" spc="225" dirty="0">
                  <a:latin typeface="MT Extra"/>
                  <a:cs typeface="MT Extra"/>
                </a:rPr>
                <a:t></a:t>
              </a:r>
              <a:r>
                <a:rPr sz="1900" spc="10" dirty="0">
                  <a:latin typeface="Symbol"/>
                  <a:cs typeface="Symbol"/>
                </a:rPr>
                <a:t></a:t>
              </a:r>
              <a:r>
                <a:rPr sz="1900" spc="-120" dirty="0">
                  <a:latin typeface="Times New Roman"/>
                  <a:cs typeface="Times New Roman"/>
                </a:rPr>
                <a:t> </a:t>
              </a:r>
              <a:r>
                <a:rPr sz="1900" i="1" spc="5" dirty="0">
                  <a:latin typeface="Times New Roman"/>
                  <a:cs typeface="Times New Roman"/>
                </a:rPr>
                <a:t>a</a:t>
              </a:r>
              <a:r>
                <a:rPr sz="1900" i="1" dirty="0">
                  <a:latin typeface="Times New Roman"/>
                  <a:cs typeface="Times New Roman"/>
                </a:rPr>
                <a:t> </a:t>
              </a:r>
              <a:r>
                <a:rPr sz="1900" i="1" spc="-45" dirty="0">
                  <a:latin typeface="Times New Roman"/>
                  <a:cs typeface="Times New Roman"/>
                </a:rPr>
                <a:t> </a:t>
              </a:r>
              <a:r>
                <a:rPr sz="1900" i="1" spc="135" dirty="0">
                  <a:latin typeface="Times New Roman"/>
                  <a:cs typeface="Times New Roman"/>
                </a:rPr>
                <a:t>z</a:t>
              </a:r>
              <a:r>
                <a:rPr sz="2175" spc="97" baseline="32567" dirty="0">
                  <a:latin typeface="Symbol"/>
                  <a:cs typeface="Symbol"/>
                </a:rPr>
                <a:t></a:t>
              </a:r>
              <a:r>
                <a:rPr sz="2175" i="1" spc="-15" baseline="32567" dirty="0">
                  <a:latin typeface="Times New Roman"/>
                  <a:cs typeface="Times New Roman"/>
                </a:rPr>
                <a:t>n</a:t>
              </a:r>
              <a:endParaRPr sz="2175" baseline="32567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2368295" y="3849022"/>
              <a:ext cx="2075180" cy="2101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765175" algn="l"/>
                  <a:tab pos="1970405" algn="l"/>
                </a:tabLst>
              </a:pPr>
              <a:r>
                <a:rPr sz="1450" spc="-10" dirty="0">
                  <a:latin typeface="Times New Roman"/>
                  <a:cs typeface="Times New Roman"/>
                </a:rPr>
                <a:t>1	2	</a:t>
              </a:r>
              <a:r>
                <a:rPr sz="1450" i="1" spc="-10" dirty="0">
                  <a:latin typeface="Times New Roman"/>
                  <a:cs typeface="Times New Roman"/>
                </a:rPr>
                <a:t>n</a:t>
              </a:r>
              <a:endParaRPr sz="1450">
                <a:latin typeface="Times New Roman"/>
                <a:cs typeface="Times New Roman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9B63C5D-88BF-62E9-DE6A-F301DF19C92E}"/>
              </a:ext>
            </a:extLst>
          </p:cNvPr>
          <p:cNvGrpSpPr/>
          <p:nvPr/>
        </p:nvGrpSpPr>
        <p:grpSpPr>
          <a:xfrm>
            <a:off x="1603349" y="4412102"/>
            <a:ext cx="3965577" cy="724817"/>
            <a:chOff x="1603349" y="4412102"/>
            <a:chExt cx="3965577" cy="724817"/>
          </a:xfrm>
        </p:grpSpPr>
        <p:sp>
          <p:nvSpPr>
            <p:cNvPr id="20" name="object 20"/>
            <p:cNvSpPr/>
            <p:nvPr/>
          </p:nvSpPr>
          <p:spPr>
            <a:xfrm>
              <a:off x="2293490" y="4760407"/>
              <a:ext cx="2822575" cy="0"/>
            </a:xfrm>
            <a:custGeom>
              <a:avLst/>
              <a:gdLst/>
              <a:ahLst/>
              <a:cxnLst/>
              <a:rect l="l" t="t" r="r" b="b"/>
              <a:pathLst>
                <a:path w="2822575">
                  <a:moveTo>
                    <a:pt x="0" y="0"/>
                  </a:moveTo>
                  <a:lnTo>
                    <a:pt x="2822229" y="0"/>
                  </a:lnTo>
                </a:path>
              </a:pathLst>
            </a:custGeom>
            <a:ln w="9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132046" y="4618524"/>
              <a:ext cx="436880" cy="2584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i="1" spc="90" dirty="0">
                  <a:latin typeface="Times New Roman"/>
                  <a:cs typeface="Times New Roman"/>
                </a:rPr>
                <a:t>u</a:t>
              </a:r>
              <a:r>
                <a:rPr sz="1800" spc="50" dirty="0">
                  <a:latin typeface="Times New Roman"/>
                  <a:cs typeface="Times New Roman"/>
                </a:rPr>
                <a:t>(</a:t>
              </a:r>
              <a:r>
                <a:rPr sz="1800" i="1" spc="5" dirty="0">
                  <a:latin typeface="Times New Roman"/>
                  <a:cs typeface="Times New Roman"/>
                </a:rPr>
                <a:t>k</a:t>
              </a:r>
              <a:r>
                <a:rPr sz="1800" i="1" spc="-290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Times New Roman"/>
                  <a:cs typeface="Times New Roman"/>
                </a:rPr>
                <a:t>)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271112" y="4771159"/>
              <a:ext cx="2816860" cy="3657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5" dirty="0">
                  <a:latin typeface="Times New Roman"/>
                  <a:cs typeface="Times New Roman"/>
                </a:rPr>
                <a:t>1</a:t>
              </a:r>
              <a:r>
                <a:rPr sz="1800" spc="-290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</a:t>
              </a:r>
              <a:r>
                <a:rPr sz="1800" spc="-95" dirty="0">
                  <a:latin typeface="Times New Roman"/>
                  <a:cs typeface="Times New Roman"/>
                </a:rPr>
                <a:t> </a:t>
              </a:r>
              <a:r>
                <a:rPr sz="1800" i="1" spc="-95" dirty="0">
                  <a:latin typeface="Times New Roman"/>
                  <a:cs typeface="Times New Roman"/>
                </a:rPr>
                <a:t>a</a:t>
              </a:r>
              <a:r>
                <a:rPr sz="2025" spc="150" baseline="-18518" dirty="0">
                  <a:latin typeface="Times New Roman"/>
                  <a:cs typeface="Times New Roman"/>
                </a:rPr>
                <a:t>1</a:t>
              </a:r>
              <a:r>
                <a:rPr sz="1800" i="1" spc="5" dirty="0">
                  <a:latin typeface="Times New Roman"/>
                  <a:cs typeface="Times New Roman"/>
                </a:rPr>
                <a:t>z</a:t>
              </a:r>
              <a:r>
                <a:rPr sz="1800" i="1" spc="-260" dirty="0">
                  <a:latin typeface="Times New Roman"/>
                  <a:cs typeface="Times New Roman"/>
                </a:rPr>
                <a:t> </a:t>
              </a:r>
              <a:r>
                <a:rPr sz="2025" spc="-7" baseline="32921" dirty="0">
                  <a:latin typeface="Symbol"/>
                  <a:cs typeface="Symbol"/>
                </a:rPr>
                <a:t></a:t>
              </a:r>
              <a:r>
                <a:rPr sz="2025" spc="7" baseline="32921" dirty="0">
                  <a:latin typeface="Times New Roman"/>
                  <a:cs typeface="Times New Roman"/>
                </a:rPr>
                <a:t>1</a:t>
              </a:r>
              <a:r>
                <a:rPr sz="2025" spc="135" baseline="32921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</a:t>
              </a:r>
              <a:r>
                <a:rPr sz="1800" spc="-95" dirty="0">
                  <a:latin typeface="Times New Roman"/>
                  <a:cs typeface="Times New Roman"/>
                </a:rPr>
                <a:t> </a:t>
              </a:r>
              <a:r>
                <a:rPr sz="1800" i="1" spc="60" dirty="0">
                  <a:latin typeface="Times New Roman"/>
                  <a:cs typeface="Times New Roman"/>
                </a:rPr>
                <a:t>a</a:t>
              </a:r>
              <a:r>
                <a:rPr sz="2025" spc="7" baseline="-18518" dirty="0">
                  <a:latin typeface="Times New Roman"/>
                  <a:cs typeface="Times New Roman"/>
                </a:rPr>
                <a:t>2</a:t>
              </a:r>
              <a:r>
                <a:rPr sz="2025" spc="-209" baseline="-18518" dirty="0">
                  <a:latin typeface="Times New Roman"/>
                  <a:cs typeface="Times New Roman"/>
                </a:rPr>
                <a:t> </a:t>
              </a:r>
              <a:r>
                <a:rPr sz="1800" i="1" spc="5" dirty="0">
                  <a:latin typeface="Times New Roman"/>
                  <a:cs typeface="Times New Roman"/>
                </a:rPr>
                <a:t>z</a:t>
              </a:r>
              <a:r>
                <a:rPr sz="1800" i="1" spc="-260" dirty="0">
                  <a:latin typeface="Times New Roman"/>
                  <a:cs typeface="Times New Roman"/>
                </a:rPr>
                <a:t> </a:t>
              </a:r>
              <a:r>
                <a:rPr sz="2025" spc="7" baseline="32921" dirty="0">
                  <a:latin typeface="Symbol"/>
                  <a:cs typeface="Symbol"/>
                </a:rPr>
                <a:t></a:t>
              </a:r>
              <a:r>
                <a:rPr sz="2025" spc="-300" baseline="32921" dirty="0">
                  <a:latin typeface="Times New Roman"/>
                  <a:cs typeface="Times New Roman"/>
                </a:rPr>
                <a:t> </a:t>
              </a:r>
              <a:r>
                <a:rPr sz="2025" spc="7" baseline="32921" dirty="0">
                  <a:latin typeface="Times New Roman"/>
                  <a:cs typeface="Times New Roman"/>
                </a:rPr>
                <a:t>2</a:t>
              </a:r>
              <a:r>
                <a:rPr sz="2025" baseline="32921" dirty="0">
                  <a:latin typeface="Times New Roman"/>
                  <a:cs typeface="Times New Roman"/>
                </a:rPr>
                <a:t> </a:t>
              </a:r>
              <a:r>
                <a:rPr sz="2025" spc="-217" baseline="32921" dirty="0">
                  <a:latin typeface="Times New Roman"/>
                  <a:cs typeface="Times New Roman"/>
                </a:rPr>
                <a:t> </a:t>
              </a:r>
              <a:r>
                <a:rPr sz="1800" spc="190" dirty="0">
                  <a:latin typeface="Symbol"/>
                  <a:cs typeface="Symbol"/>
                </a:rPr>
                <a:t></a:t>
              </a:r>
              <a:r>
                <a:rPr sz="1800" spc="200" dirty="0">
                  <a:latin typeface="MT Extra"/>
                  <a:cs typeface="MT Extra"/>
                </a:rPr>
                <a:t></a:t>
              </a:r>
              <a:r>
                <a:rPr sz="1800" spc="5" dirty="0">
                  <a:latin typeface="Symbol"/>
                  <a:cs typeface="Symbol"/>
                </a:rPr>
                <a:t></a:t>
              </a:r>
              <a:r>
                <a:rPr sz="1800" spc="-95" dirty="0">
                  <a:latin typeface="Times New Roman"/>
                  <a:cs typeface="Times New Roman"/>
                </a:rPr>
                <a:t> </a:t>
              </a:r>
              <a:r>
                <a:rPr sz="1800" i="1" spc="60" dirty="0">
                  <a:latin typeface="Times New Roman"/>
                  <a:cs typeface="Times New Roman"/>
                </a:rPr>
                <a:t>a</a:t>
              </a:r>
              <a:r>
                <a:rPr sz="2025" i="1" spc="7" baseline="-18518" dirty="0">
                  <a:latin typeface="Times New Roman"/>
                  <a:cs typeface="Times New Roman"/>
                </a:rPr>
                <a:t>n</a:t>
              </a:r>
              <a:r>
                <a:rPr sz="2025" i="1" spc="-172" baseline="-18518" dirty="0">
                  <a:latin typeface="Times New Roman"/>
                  <a:cs typeface="Times New Roman"/>
                </a:rPr>
                <a:t> </a:t>
              </a:r>
              <a:r>
                <a:rPr sz="1800" i="1" spc="5" dirty="0">
                  <a:latin typeface="Times New Roman"/>
                  <a:cs typeface="Times New Roman"/>
                </a:rPr>
                <a:t>z</a:t>
              </a:r>
              <a:r>
                <a:rPr sz="1800" i="1" spc="-260" dirty="0">
                  <a:latin typeface="Times New Roman"/>
                  <a:cs typeface="Times New Roman"/>
                </a:rPr>
                <a:t> </a:t>
              </a:r>
              <a:r>
                <a:rPr sz="2025" spc="7" baseline="32921" dirty="0">
                  <a:latin typeface="Symbol"/>
                  <a:cs typeface="Symbol"/>
                </a:rPr>
                <a:t></a:t>
              </a:r>
              <a:r>
                <a:rPr sz="2025" spc="-300" baseline="32921" dirty="0">
                  <a:latin typeface="Times New Roman"/>
                  <a:cs typeface="Times New Roman"/>
                </a:rPr>
                <a:t> </a:t>
              </a:r>
              <a:r>
                <a:rPr sz="2025" i="1" spc="7" baseline="32921" dirty="0">
                  <a:latin typeface="Times New Roman"/>
                  <a:cs typeface="Times New Roman"/>
                </a:rPr>
                <a:t>n</a:t>
              </a:r>
              <a:endParaRPr sz="2025" baseline="32921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603349" y="4614823"/>
              <a:ext cx="644525" cy="2622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i="1" spc="-10" dirty="0">
                  <a:latin typeface="Times New Roman"/>
                  <a:cs typeface="Times New Roman"/>
                </a:rPr>
                <a:t>w</a:t>
              </a:r>
              <a:r>
                <a:rPr sz="1800" spc="50" dirty="0">
                  <a:latin typeface="Times New Roman"/>
                  <a:cs typeface="Times New Roman"/>
                </a:rPr>
                <a:t>(</a:t>
              </a:r>
              <a:r>
                <a:rPr sz="1800" i="1" spc="5" dirty="0">
                  <a:latin typeface="Times New Roman"/>
                  <a:cs typeface="Times New Roman"/>
                </a:rPr>
                <a:t>k</a:t>
              </a:r>
              <a:r>
                <a:rPr sz="1800" i="1" spc="-295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Times New Roman"/>
                  <a:cs typeface="Times New Roman"/>
                </a:rPr>
                <a:t>)</a:t>
              </a:r>
              <a:r>
                <a:rPr sz="1800" spc="-25" dirty="0">
                  <a:latin typeface="Times New Roman"/>
                  <a:cs typeface="Times New Roman"/>
                </a:rPr>
                <a:t> </a:t>
              </a:r>
              <a:r>
                <a:rPr sz="1800" spc="5" dirty="0">
                  <a:latin typeface="Symbol"/>
                  <a:cs typeface="Symbol"/>
                </a:rPr>
                <a:t></a:t>
              </a:r>
              <a:endParaRPr sz="1800">
                <a:latin typeface="Symbol"/>
                <a:cs typeface="Symbo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3544923" y="4412102"/>
              <a:ext cx="322580" cy="318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00" i="1" spc="7" baseline="-24691" dirty="0">
                  <a:latin typeface="Times New Roman"/>
                  <a:cs typeface="Times New Roman"/>
                </a:rPr>
                <a:t>z</a:t>
              </a:r>
              <a:r>
                <a:rPr sz="2700" i="1" spc="-390" baseline="-24691" dirty="0">
                  <a:latin typeface="Times New Roman"/>
                  <a:cs typeface="Times New Roman"/>
                </a:rPr>
                <a:t> </a:t>
              </a:r>
              <a:r>
                <a:rPr sz="1350" spc="-5" dirty="0">
                  <a:latin typeface="Symbol"/>
                  <a:cs typeface="Symbol"/>
                </a:rPr>
                <a:t></a:t>
              </a:r>
              <a:r>
                <a:rPr sz="1350" spc="5" dirty="0">
                  <a:latin typeface="Times New Roman"/>
                  <a:cs typeface="Times New Roman"/>
                </a:rPr>
                <a:t>1</a:t>
              </a:r>
              <a:endParaRPr sz="1350">
                <a:latin typeface="Times New Roman"/>
                <a:cs typeface="Times New Roman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29880" y="5472161"/>
            <a:ext cx="3812540" cy="502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70" dirty="0">
                <a:latin typeface="Times New Roman"/>
                <a:cs typeface="Times New Roman"/>
              </a:rPr>
              <a:t>y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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5625" spc="-750" baseline="-5925" dirty="0">
                <a:latin typeface="Symbol"/>
                <a:cs typeface="Symbol"/>
              </a:rPr>
              <a:t></a:t>
            </a:r>
            <a:r>
              <a:rPr sz="2000" i="1" spc="-280" dirty="0">
                <a:latin typeface="Times New Roman"/>
                <a:cs typeface="Times New Roman"/>
              </a:rPr>
              <a:t>b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r>
              <a:rPr sz="2250" spc="37" baseline="-18518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14" dirty="0">
                <a:latin typeface="Times New Roman"/>
                <a:cs typeface="Times New Roman"/>
              </a:rPr>
              <a:t>b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50" spc="-300" baseline="-18518" dirty="0">
                <a:latin typeface="Times New Roman"/>
                <a:cs typeface="Times New Roman"/>
              </a:rPr>
              <a:t> </a:t>
            </a: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-30" baseline="33333" dirty="0">
                <a:latin typeface="Symbol"/>
                <a:cs typeface="Symbol"/>
              </a:rPr>
              <a:t></a:t>
            </a:r>
            <a:r>
              <a:rPr sz="2250" spc="-15" baseline="33333" dirty="0">
                <a:latin typeface="Times New Roman"/>
                <a:cs typeface="Times New Roman"/>
              </a:rPr>
              <a:t>1</a:t>
            </a:r>
            <a:r>
              <a:rPr sz="2250" spc="37" baseline="33333" dirty="0">
                <a:latin typeface="Times New Roman"/>
                <a:cs typeface="Times New Roman"/>
              </a:rPr>
              <a:t> </a:t>
            </a:r>
            <a:r>
              <a:rPr sz="2000" spc="135" dirty="0">
                <a:latin typeface="Symbol"/>
                <a:cs typeface="Symbol"/>
              </a:rPr>
              <a:t></a:t>
            </a:r>
            <a:r>
              <a:rPr sz="2000" spc="195" dirty="0">
                <a:latin typeface="MT Extra"/>
                <a:cs typeface="MT Extra"/>
              </a:rPr>
              <a:t>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14" dirty="0">
                <a:latin typeface="Times New Roman"/>
                <a:cs typeface="Times New Roman"/>
              </a:rPr>
              <a:t>b</a:t>
            </a:r>
            <a:r>
              <a:rPr sz="2250" i="1" spc="-15" baseline="-18518" dirty="0">
                <a:latin typeface="Times New Roman"/>
                <a:cs typeface="Times New Roman"/>
              </a:rPr>
              <a:t>n</a:t>
            </a:r>
            <a:r>
              <a:rPr sz="2250" i="1" spc="-262" baseline="-18518" dirty="0">
                <a:latin typeface="Times New Roman"/>
                <a:cs typeface="Times New Roman"/>
              </a:rPr>
              <a:t> </a:t>
            </a: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104" baseline="33333" dirty="0">
                <a:latin typeface="Symbol"/>
                <a:cs typeface="Symbol"/>
              </a:rPr>
              <a:t></a:t>
            </a:r>
            <a:r>
              <a:rPr sz="2250" i="1" spc="67" baseline="33333" dirty="0">
                <a:latin typeface="Times New Roman"/>
                <a:cs typeface="Times New Roman"/>
              </a:rPr>
              <a:t>n</a:t>
            </a:r>
            <a:r>
              <a:rPr sz="2250" spc="-150" baseline="33333" dirty="0">
                <a:latin typeface="Symbol"/>
                <a:cs typeface="Symbol"/>
              </a:rPr>
              <a:t></a:t>
            </a:r>
            <a:r>
              <a:rPr sz="2250" spc="-15" baseline="33333" dirty="0">
                <a:latin typeface="Times New Roman"/>
                <a:cs typeface="Times New Roman"/>
              </a:rPr>
              <a:t>1</a:t>
            </a:r>
            <a:r>
              <a:rPr sz="2250" spc="-270" baseline="33333" dirty="0">
                <a:latin typeface="Times New Roman"/>
                <a:cs typeface="Times New Roman"/>
              </a:rPr>
              <a:t> </a:t>
            </a:r>
            <a:r>
              <a:rPr sz="5625" spc="-900" baseline="-5925" dirty="0">
                <a:latin typeface="Symbol"/>
                <a:cs typeface="Symbol"/>
              </a:rPr>
              <a:t></a:t>
            </a:r>
            <a:r>
              <a:rPr sz="5625" spc="-712" baseline="-5925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w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155" dirty="0">
                <a:latin typeface="Times New Roman"/>
                <a:cs typeface="Times New Roman"/>
              </a:rPr>
              <a:t>k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34467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F52E269-8B88-CC3E-F15B-E7068AEDFDB9}"/>
              </a:ext>
            </a:extLst>
          </p:cNvPr>
          <p:cNvGrpSpPr/>
          <p:nvPr/>
        </p:nvGrpSpPr>
        <p:grpSpPr>
          <a:xfrm>
            <a:off x="746756" y="2272009"/>
            <a:ext cx="7000769" cy="2223355"/>
            <a:chOff x="746756" y="2272009"/>
            <a:chExt cx="7000769" cy="2223355"/>
          </a:xfrm>
        </p:grpSpPr>
        <p:sp>
          <p:nvSpPr>
            <p:cNvPr id="3" name="object 3"/>
            <p:cNvSpPr txBox="1"/>
            <p:nvPr/>
          </p:nvSpPr>
          <p:spPr>
            <a:xfrm>
              <a:off x="6311790" y="2991811"/>
              <a:ext cx="1435735" cy="2863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baseline="4385" dirty="0">
                  <a:latin typeface="Symbol"/>
                  <a:cs typeface="Symbol"/>
                </a:rPr>
                <a:t></a:t>
              </a:r>
              <a:r>
                <a:rPr sz="2850" spc="-97" baseline="4385" dirty="0">
                  <a:latin typeface="Times New Roman"/>
                  <a:cs typeface="Times New Roman"/>
                </a:rPr>
                <a:t> </a:t>
              </a:r>
              <a:r>
                <a:rPr sz="2850" spc="15" baseline="1461" dirty="0">
                  <a:latin typeface="Symbol"/>
                  <a:cs typeface="Symbol"/>
                </a:rPr>
                <a:t></a:t>
              </a:r>
              <a:r>
                <a:rPr sz="2850" spc="-75" baseline="1461" dirty="0">
                  <a:latin typeface="Times New Roman"/>
                  <a:cs typeface="Times New Roman"/>
                </a:rPr>
                <a:t> </a:t>
              </a:r>
              <a:r>
                <a:rPr sz="2850" spc="240" baseline="2923" dirty="0">
                  <a:latin typeface="Symbol"/>
                  <a:cs typeface="Symbol"/>
                </a:rPr>
                <a:t></a:t>
              </a:r>
              <a:r>
                <a:rPr sz="1900" spc="204" dirty="0">
                  <a:latin typeface="MT Extra"/>
                  <a:cs typeface="MT Extra"/>
                </a:rPr>
                <a:t></a:t>
              </a:r>
              <a:r>
                <a:rPr sz="2850" baseline="2923" dirty="0">
                  <a:latin typeface="Symbol"/>
                  <a:cs typeface="Symbol"/>
                </a:rPr>
                <a:t></a:t>
              </a:r>
              <a:r>
                <a:rPr sz="2850" spc="-359" baseline="2923" dirty="0">
                  <a:latin typeface="Times New Roman"/>
                  <a:cs typeface="Times New Roman"/>
                </a:rPr>
                <a:t> </a:t>
              </a:r>
              <a:r>
                <a:rPr sz="2850" i="1" spc="135" baseline="1461" dirty="0">
                  <a:latin typeface="Times New Roman"/>
                  <a:cs typeface="Times New Roman"/>
                </a:rPr>
                <a:t>u</a:t>
              </a:r>
              <a:r>
                <a:rPr sz="2850" spc="82" baseline="1461" dirty="0">
                  <a:latin typeface="Times New Roman"/>
                  <a:cs typeface="Times New Roman"/>
                </a:rPr>
                <a:t>(</a:t>
              </a:r>
              <a:r>
                <a:rPr sz="2850" i="1" baseline="1461" dirty="0">
                  <a:latin typeface="Times New Roman"/>
                  <a:cs typeface="Times New Roman"/>
                </a:rPr>
                <a:t>k</a:t>
              </a:r>
              <a:r>
                <a:rPr sz="2850" i="1" spc="44" baseline="1461" dirty="0">
                  <a:latin typeface="Times New Roman"/>
                  <a:cs typeface="Times New Roman"/>
                </a:rPr>
                <a:t> </a:t>
              </a:r>
              <a:r>
                <a:rPr sz="2850" spc="247" baseline="1461" dirty="0">
                  <a:latin typeface="Symbol"/>
                  <a:cs typeface="Symbol"/>
                </a:rPr>
                <a:t></a:t>
              </a:r>
              <a:r>
                <a:rPr sz="2850" spc="-217" baseline="1461" dirty="0">
                  <a:latin typeface="Times New Roman"/>
                  <a:cs typeface="Times New Roman"/>
                </a:rPr>
                <a:t>1</a:t>
              </a:r>
              <a:r>
                <a:rPr sz="2850" spc="7" baseline="1461" dirty="0">
                  <a:latin typeface="Times New Roman"/>
                  <a:cs typeface="Times New Roman"/>
                </a:rPr>
                <a:t>)</a:t>
              </a:r>
              <a:endParaRPr sz="2850" baseline="1461">
                <a:latin typeface="Times New Roman"/>
                <a:cs typeface="Times New Roman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6645677" y="3377886"/>
              <a:ext cx="340360" cy="6908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060"/>
                </a:lnSpc>
              </a:pPr>
              <a:r>
                <a:rPr sz="1900" spc="10" dirty="0">
                  <a:latin typeface="Symbol"/>
                  <a:cs typeface="Symbol"/>
                </a:rPr>
                <a:t></a:t>
              </a:r>
              <a:r>
                <a:rPr sz="2850" spc="52" baseline="20467" dirty="0">
                  <a:latin typeface="Times New Roman"/>
                  <a:cs typeface="Times New Roman"/>
                </a:rPr>
                <a:t>0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  <a:p>
              <a:pPr marL="12700">
                <a:lnSpc>
                  <a:spcPts val="2060"/>
                </a:lnSpc>
              </a:pPr>
              <a:r>
                <a:rPr sz="2850" spc="-1110" baseline="-23391" dirty="0">
                  <a:latin typeface="Symbol"/>
                  <a:cs typeface="Symbol"/>
                </a:rPr>
                <a:t></a:t>
              </a:r>
              <a:r>
                <a:rPr sz="1900" spc="10" dirty="0">
                  <a:latin typeface="Symbol"/>
                  <a:cs typeface="Symbol"/>
                </a:rPr>
                <a:t></a:t>
              </a:r>
              <a:r>
                <a:rPr sz="2850" spc="52" baseline="-10233" dirty="0">
                  <a:latin typeface="Times New Roman"/>
                  <a:cs typeface="Times New Roman"/>
                </a:rPr>
                <a:t>0</a:t>
              </a:r>
              <a:r>
                <a:rPr sz="2850" spc="-1110" baseline="-23391" dirty="0">
                  <a:latin typeface="Symbol"/>
                  <a:cs typeface="Symbol"/>
                </a:rPr>
                <a:t>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645677" y="2645366"/>
              <a:ext cx="340360" cy="3854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10" dirty="0">
                  <a:latin typeface="Symbol"/>
                  <a:cs typeface="Symbol"/>
                </a:rPr>
                <a:t></a:t>
              </a:r>
              <a:r>
                <a:rPr sz="2850" spc="52" baseline="27777" dirty="0">
                  <a:latin typeface="Times New Roman"/>
                  <a:cs typeface="Times New Roman"/>
                </a:rPr>
                <a:t>0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645677" y="2279106"/>
              <a:ext cx="340360" cy="2838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5" dirty="0">
                  <a:latin typeface="Symbol"/>
                  <a:cs typeface="Symbol"/>
                </a:rPr>
                <a:t></a:t>
              </a:r>
              <a:r>
                <a:rPr sz="2850" spc="75" baseline="4385" dirty="0">
                  <a:latin typeface="Times New Roman"/>
                  <a:cs typeface="Times New Roman"/>
                </a:rPr>
                <a:t>1</a:t>
              </a:r>
              <a:r>
                <a:rPr sz="1900" dirty="0">
                  <a:latin typeface="Symbol"/>
                  <a:cs typeface="Symbol"/>
                </a:rPr>
                <a:t>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650743" y="3370779"/>
              <a:ext cx="1780539" cy="1124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01600">
                <a:lnSpc>
                  <a:spcPct val="100000"/>
                </a:lnSpc>
                <a:tabLst>
                  <a:tab pos="386715" algn="l"/>
                </a:tabLst>
              </a:pPr>
              <a:r>
                <a:rPr sz="1900" spc="5" dirty="0">
                  <a:latin typeface="Times New Roman"/>
                  <a:cs typeface="Times New Roman"/>
                </a:rPr>
                <a:t>0	</a:t>
              </a:r>
              <a:r>
                <a:rPr sz="2850" spc="7" baseline="-20467" dirty="0">
                  <a:latin typeface="Symbol"/>
                  <a:cs typeface="Symbol"/>
                </a:rPr>
                <a:t></a:t>
              </a:r>
              <a:r>
                <a:rPr sz="2850" spc="120" baseline="-20467" dirty="0">
                  <a:latin typeface="Times New Roman"/>
                  <a:cs typeface="Times New Roman"/>
                </a:rPr>
                <a:t> </a:t>
              </a:r>
              <a:r>
                <a:rPr sz="2850" spc="195" baseline="-20467" dirty="0">
                  <a:latin typeface="Symbol"/>
                  <a:cs typeface="Symbol"/>
                </a:rPr>
                <a:t></a:t>
              </a:r>
              <a:r>
                <a:rPr sz="2850" i="1" spc="82" baseline="1461" dirty="0">
                  <a:latin typeface="Times New Roman"/>
                  <a:cs typeface="Times New Roman"/>
                </a:rPr>
                <a:t>x</a:t>
              </a:r>
              <a:r>
                <a:rPr sz="2175" i="1" spc="44" baseline="-17241" dirty="0">
                  <a:latin typeface="Times New Roman"/>
                  <a:cs typeface="Times New Roman"/>
                </a:rPr>
                <a:t>n</a:t>
              </a:r>
              <a:r>
                <a:rPr sz="2175" spc="-195" baseline="-17241" dirty="0">
                  <a:latin typeface="Symbol"/>
                  <a:cs typeface="Symbol"/>
                </a:rPr>
                <a:t></a:t>
              </a:r>
              <a:r>
                <a:rPr sz="2175" spc="-15" baseline="-17241" dirty="0">
                  <a:latin typeface="Times New Roman"/>
                  <a:cs typeface="Times New Roman"/>
                </a:rPr>
                <a:t>1</a:t>
              </a:r>
              <a:r>
                <a:rPr sz="2175" spc="-337" baseline="-17241" dirty="0">
                  <a:latin typeface="Times New Roman"/>
                  <a:cs typeface="Times New Roman"/>
                </a:rPr>
                <a:t> </a:t>
              </a:r>
              <a:r>
                <a:rPr sz="2850" spc="82" baseline="1461" dirty="0">
                  <a:latin typeface="Times New Roman"/>
                  <a:cs typeface="Times New Roman"/>
                </a:rPr>
                <a:t>(</a:t>
              </a:r>
              <a:r>
                <a:rPr sz="2850" i="1" baseline="1461" dirty="0">
                  <a:latin typeface="Times New Roman"/>
                  <a:cs typeface="Times New Roman"/>
                </a:rPr>
                <a:t>k</a:t>
              </a:r>
              <a:r>
                <a:rPr sz="2850" i="1" spc="44" baseline="1461" dirty="0">
                  <a:latin typeface="Times New Roman"/>
                  <a:cs typeface="Times New Roman"/>
                </a:rPr>
                <a:t> </a:t>
              </a:r>
              <a:r>
                <a:rPr sz="2850" spc="247" baseline="1461" dirty="0">
                  <a:latin typeface="Symbol"/>
                  <a:cs typeface="Symbol"/>
                </a:rPr>
                <a:t></a:t>
              </a:r>
              <a:r>
                <a:rPr sz="2850" spc="-217" baseline="1461" dirty="0">
                  <a:latin typeface="Times New Roman"/>
                  <a:cs typeface="Times New Roman"/>
                </a:rPr>
                <a:t>1</a:t>
              </a:r>
              <a:r>
                <a:rPr sz="2850" spc="82" baseline="1461" dirty="0">
                  <a:latin typeface="Times New Roman"/>
                  <a:cs typeface="Times New Roman"/>
                </a:rPr>
                <a:t>)</a:t>
              </a:r>
              <a:r>
                <a:rPr sz="2850" baseline="-20467" dirty="0">
                  <a:latin typeface="Symbol"/>
                  <a:cs typeface="Symbol"/>
                </a:rPr>
                <a:t></a:t>
              </a:r>
              <a:endParaRPr sz="2850" baseline="-20467">
                <a:latin typeface="Symbol"/>
                <a:cs typeface="Symbol"/>
              </a:endParaRPr>
            </a:p>
            <a:p>
              <a:pPr marL="12700" indent="88900">
                <a:lnSpc>
                  <a:spcPct val="100000"/>
                </a:lnSpc>
                <a:spcBef>
                  <a:spcPts val="600"/>
                </a:spcBef>
                <a:tabLst>
                  <a:tab pos="386715" algn="l"/>
                </a:tabLst>
              </a:pPr>
              <a:r>
                <a:rPr sz="1900" spc="5" dirty="0">
                  <a:latin typeface="Times New Roman"/>
                  <a:cs typeface="Times New Roman"/>
                </a:rPr>
                <a:t>0	</a:t>
              </a:r>
              <a:r>
                <a:rPr sz="2850" spc="-1110" baseline="-13157" dirty="0">
                  <a:latin typeface="Symbol"/>
                  <a:cs typeface="Symbol"/>
                </a:rPr>
                <a:t></a:t>
              </a:r>
              <a:r>
                <a:rPr sz="2850" baseline="10233" dirty="0">
                  <a:latin typeface="Symbol"/>
                  <a:cs typeface="Symbol"/>
                </a:rPr>
                <a:t></a:t>
              </a:r>
              <a:r>
                <a:rPr sz="2850" spc="120" baseline="10233" dirty="0">
                  <a:latin typeface="Times New Roman"/>
                  <a:cs typeface="Times New Roman"/>
                </a:rPr>
                <a:t> </a:t>
              </a:r>
              <a:r>
                <a:rPr sz="2850" spc="-1110" baseline="-14619" dirty="0">
                  <a:latin typeface="Symbol"/>
                  <a:cs typeface="Symbol"/>
                </a:rPr>
                <a:t></a:t>
              </a:r>
              <a:r>
                <a:rPr sz="2850" baseline="10233" dirty="0">
                  <a:latin typeface="Symbol"/>
                  <a:cs typeface="Symbol"/>
                </a:rPr>
                <a:t></a:t>
              </a:r>
              <a:r>
                <a:rPr sz="2850" baseline="10233" dirty="0">
                  <a:latin typeface="Times New Roman"/>
                  <a:cs typeface="Times New Roman"/>
                </a:rPr>
                <a:t> </a:t>
              </a:r>
              <a:r>
                <a:rPr sz="2850" spc="-247" baseline="10233" dirty="0">
                  <a:latin typeface="Times New Roman"/>
                  <a:cs typeface="Times New Roman"/>
                </a:rPr>
                <a:t> </a:t>
              </a:r>
              <a:r>
                <a:rPr sz="2850" i="1" spc="82" baseline="1461" dirty="0">
                  <a:latin typeface="Times New Roman"/>
                  <a:cs typeface="Times New Roman"/>
                </a:rPr>
                <a:t>x</a:t>
              </a:r>
              <a:r>
                <a:rPr sz="2175" i="1" spc="-15" baseline="-17241" dirty="0">
                  <a:latin typeface="Times New Roman"/>
                  <a:cs typeface="Times New Roman"/>
                </a:rPr>
                <a:t>n</a:t>
              </a:r>
              <a:r>
                <a:rPr sz="2175" i="1" spc="-142" baseline="-17241" dirty="0">
                  <a:latin typeface="Times New Roman"/>
                  <a:cs typeface="Times New Roman"/>
                </a:rPr>
                <a:t> </a:t>
              </a:r>
              <a:r>
                <a:rPr sz="2850" spc="82" baseline="1461" dirty="0">
                  <a:latin typeface="Times New Roman"/>
                  <a:cs typeface="Times New Roman"/>
                </a:rPr>
                <a:t>(</a:t>
              </a:r>
              <a:r>
                <a:rPr sz="2850" i="1" baseline="1461" dirty="0">
                  <a:latin typeface="Times New Roman"/>
                  <a:cs typeface="Times New Roman"/>
                </a:rPr>
                <a:t>k</a:t>
              </a:r>
              <a:r>
                <a:rPr sz="2850" i="1" spc="44" baseline="1461" dirty="0">
                  <a:latin typeface="Times New Roman"/>
                  <a:cs typeface="Times New Roman"/>
                </a:rPr>
                <a:t> </a:t>
              </a:r>
              <a:r>
                <a:rPr sz="2850" spc="247" baseline="1461" dirty="0">
                  <a:latin typeface="Symbol"/>
                  <a:cs typeface="Symbol"/>
                </a:rPr>
                <a:t></a:t>
              </a:r>
              <a:r>
                <a:rPr sz="2850" spc="-217" baseline="1461" dirty="0">
                  <a:latin typeface="Times New Roman"/>
                  <a:cs typeface="Times New Roman"/>
                </a:rPr>
                <a:t>1</a:t>
              </a:r>
              <a:r>
                <a:rPr sz="2850" spc="7" baseline="1461" dirty="0">
                  <a:latin typeface="Times New Roman"/>
                  <a:cs typeface="Times New Roman"/>
                </a:rPr>
                <a:t>)</a:t>
              </a:r>
              <a:r>
                <a:rPr sz="2850" spc="345" baseline="1461" dirty="0">
                  <a:latin typeface="Times New Roman"/>
                  <a:cs typeface="Times New Roman"/>
                </a:rPr>
                <a:t> </a:t>
              </a:r>
              <a:r>
                <a:rPr sz="2850" spc="-1110" baseline="-14619" dirty="0">
                  <a:latin typeface="Symbol"/>
                  <a:cs typeface="Symbol"/>
                </a:rPr>
                <a:t></a:t>
              </a:r>
              <a:r>
                <a:rPr sz="2850" baseline="10233" dirty="0">
                  <a:latin typeface="Symbol"/>
                  <a:cs typeface="Symbol"/>
                </a:rPr>
                <a:t></a:t>
              </a:r>
              <a:endParaRPr sz="2850" baseline="10233">
                <a:latin typeface="Symbol"/>
                <a:cs typeface="Symbol"/>
              </a:endParaRPr>
            </a:p>
            <a:p>
              <a:pPr marL="12700">
                <a:lnSpc>
                  <a:spcPct val="100000"/>
                </a:lnSpc>
                <a:spcBef>
                  <a:spcPts val="1530"/>
                </a:spcBef>
              </a:pPr>
              <a:r>
                <a:rPr sz="18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4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qu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ti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740091" y="2638270"/>
              <a:ext cx="1691005" cy="3924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97180" algn="l"/>
                </a:tabLst>
              </a:pPr>
              <a:r>
                <a:rPr sz="1900" spc="5" dirty="0">
                  <a:latin typeface="Times New Roman"/>
                  <a:cs typeface="Times New Roman"/>
                </a:rPr>
                <a:t>0	</a:t>
              </a:r>
              <a:r>
                <a:rPr sz="2850" spc="7" baseline="-27777" dirty="0">
                  <a:latin typeface="Symbol"/>
                  <a:cs typeface="Symbol"/>
                </a:rPr>
                <a:t></a:t>
              </a:r>
              <a:r>
                <a:rPr sz="2850" spc="120" baseline="-27777" dirty="0">
                  <a:latin typeface="Times New Roman"/>
                  <a:cs typeface="Times New Roman"/>
                </a:rPr>
                <a:t> </a:t>
              </a:r>
              <a:r>
                <a:rPr sz="2850" baseline="-26315" dirty="0">
                  <a:latin typeface="Symbol"/>
                  <a:cs typeface="Symbol"/>
                </a:rPr>
                <a:t></a:t>
              </a:r>
              <a:r>
                <a:rPr sz="2850" baseline="-26315" dirty="0">
                  <a:latin typeface="Times New Roman"/>
                  <a:cs typeface="Times New Roman"/>
                </a:rPr>
                <a:t> </a:t>
              </a:r>
              <a:r>
                <a:rPr sz="2850" spc="-232" baseline="-26315" dirty="0">
                  <a:latin typeface="Times New Roman"/>
                  <a:cs typeface="Times New Roman"/>
                </a:rPr>
                <a:t> </a:t>
              </a:r>
              <a:r>
                <a:rPr sz="2850" i="1" spc="82" baseline="1461" dirty="0">
                  <a:latin typeface="Times New Roman"/>
                  <a:cs typeface="Times New Roman"/>
                </a:rPr>
                <a:t>x</a:t>
              </a:r>
              <a:r>
                <a:rPr sz="2175" spc="-15" baseline="-17241" dirty="0">
                  <a:latin typeface="Times New Roman"/>
                  <a:cs typeface="Times New Roman"/>
                </a:rPr>
                <a:t>2</a:t>
              </a:r>
              <a:r>
                <a:rPr sz="2175" spc="-172" baseline="-17241" dirty="0">
                  <a:latin typeface="Times New Roman"/>
                  <a:cs typeface="Times New Roman"/>
                </a:rPr>
                <a:t> </a:t>
              </a:r>
              <a:r>
                <a:rPr sz="2850" spc="82" baseline="1461" dirty="0">
                  <a:latin typeface="Times New Roman"/>
                  <a:cs typeface="Times New Roman"/>
                </a:rPr>
                <a:t>(</a:t>
              </a:r>
              <a:r>
                <a:rPr sz="2850" i="1" baseline="1461" dirty="0">
                  <a:latin typeface="Times New Roman"/>
                  <a:cs typeface="Times New Roman"/>
                </a:rPr>
                <a:t>k</a:t>
              </a:r>
              <a:r>
                <a:rPr sz="2850" i="1" spc="44" baseline="1461" dirty="0">
                  <a:latin typeface="Times New Roman"/>
                  <a:cs typeface="Times New Roman"/>
                </a:rPr>
                <a:t> </a:t>
              </a:r>
              <a:r>
                <a:rPr sz="2850" spc="247" baseline="1461" dirty="0">
                  <a:latin typeface="Symbol"/>
                  <a:cs typeface="Symbol"/>
                </a:rPr>
                <a:t></a:t>
              </a:r>
              <a:r>
                <a:rPr sz="2850" spc="-217" baseline="1461" dirty="0">
                  <a:latin typeface="Times New Roman"/>
                  <a:cs typeface="Times New Roman"/>
                </a:rPr>
                <a:t>1</a:t>
              </a:r>
              <a:r>
                <a:rPr sz="2850" spc="7" baseline="1461" dirty="0">
                  <a:latin typeface="Times New Roman"/>
                  <a:cs typeface="Times New Roman"/>
                </a:rPr>
                <a:t>)</a:t>
              </a:r>
              <a:r>
                <a:rPr sz="2850" baseline="1461" dirty="0">
                  <a:latin typeface="Times New Roman"/>
                  <a:cs typeface="Times New Roman"/>
                </a:rPr>
                <a:t> </a:t>
              </a:r>
              <a:r>
                <a:rPr sz="2850" spc="-352" baseline="1461" dirty="0">
                  <a:latin typeface="Times New Roman"/>
                  <a:cs typeface="Times New Roman"/>
                </a:rPr>
                <a:t> </a:t>
              </a:r>
              <a:r>
                <a:rPr sz="2850" baseline="-26315" dirty="0">
                  <a:latin typeface="Symbol"/>
                  <a:cs typeface="Symbol"/>
                </a:rPr>
                <a:t></a:t>
              </a:r>
              <a:endParaRPr sz="2850" baseline="-26315">
                <a:latin typeface="Symbol"/>
                <a:cs typeface="Symbo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584586" y="2272009"/>
              <a:ext cx="1846580" cy="3263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10" dirty="0">
                  <a:latin typeface="Symbol"/>
                  <a:cs typeface="Symbol"/>
                </a:rPr>
                <a:t></a:t>
              </a:r>
              <a:r>
                <a:rPr sz="1900" spc="-110" dirty="0">
                  <a:latin typeface="Times New Roman"/>
                  <a:cs typeface="Times New Roman"/>
                </a:rPr>
                <a:t> </a:t>
              </a:r>
              <a:r>
                <a:rPr sz="1900" i="1" spc="75" dirty="0">
                  <a:latin typeface="Times New Roman"/>
                  <a:cs typeface="Times New Roman"/>
                </a:rPr>
                <a:t>a</a:t>
              </a:r>
              <a:r>
                <a:rPr sz="2175" i="1" spc="-15" baseline="-19157" dirty="0">
                  <a:latin typeface="Times New Roman"/>
                  <a:cs typeface="Times New Roman"/>
                </a:rPr>
                <a:t>n</a:t>
              </a:r>
              <a:r>
                <a:rPr sz="2175" i="1" spc="-97" baseline="-19157" dirty="0">
                  <a:latin typeface="Times New Roman"/>
                  <a:cs typeface="Times New Roman"/>
                </a:rPr>
                <a:t> </a:t>
              </a:r>
              <a:r>
                <a:rPr sz="2850" baseline="-4385" dirty="0">
                  <a:latin typeface="Symbol"/>
                  <a:cs typeface="Symbol"/>
                </a:rPr>
                <a:t></a:t>
              </a:r>
              <a:r>
                <a:rPr sz="2850" spc="120" baseline="-4385" dirty="0">
                  <a:latin typeface="Times New Roman"/>
                  <a:cs typeface="Times New Roman"/>
                </a:rPr>
                <a:t> </a:t>
              </a:r>
              <a:r>
                <a:rPr sz="2850" baseline="-2923" dirty="0">
                  <a:latin typeface="Symbol"/>
                  <a:cs typeface="Symbol"/>
                </a:rPr>
                <a:t></a:t>
              </a:r>
              <a:r>
                <a:rPr sz="2850" baseline="-2923" dirty="0">
                  <a:latin typeface="Times New Roman"/>
                  <a:cs typeface="Times New Roman"/>
                </a:rPr>
                <a:t> </a:t>
              </a:r>
              <a:r>
                <a:rPr sz="2850" spc="-30" baseline="-2923" dirty="0">
                  <a:latin typeface="Times New Roman"/>
                  <a:cs typeface="Times New Roman"/>
                </a:rPr>
                <a:t> </a:t>
              </a:r>
              <a:r>
                <a:rPr sz="1900" i="1" spc="-105" dirty="0">
                  <a:latin typeface="Times New Roman"/>
                  <a:cs typeface="Times New Roman"/>
                </a:rPr>
                <a:t>x</a:t>
              </a:r>
              <a:r>
                <a:rPr sz="2175" spc="-15" baseline="-17241" dirty="0">
                  <a:latin typeface="Times New Roman"/>
                  <a:cs typeface="Times New Roman"/>
                </a:rPr>
                <a:t>1</a:t>
              </a:r>
              <a:r>
                <a:rPr sz="2175" spc="-337" baseline="-17241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dirty="0">
                  <a:latin typeface="Times New Roman"/>
                  <a:cs typeface="Times New Roman"/>
                </a:rPr>
                <a:t>k</a:t>
              </a:r>
              <a:r>
                <a:rPr sz="1900" i="1" spc="30" dirty="0">
                  <a:latin typeface="Times New Roman"/>
                  <a:cs typeface="Times New Roman"/>
                </a:rPr>
                <a:t> </a:t>
              </a:r>
              <a:r>
                <a:rPr sz="1900" spc="165" dirty="0">
                  <a:latin typeface="Symbol"/>
                  <a:cs typeface="Symbol"/>
                </a:rPr>
                <a:t></a:t>
              </a:r>
              <a:r>
                <a:rPr sz="1900" spc="-145" dirty="0">
                  <a:latin typeface="Times New Roman"/>
                  <a:cs typeface="Times New Roman"/>
                </a:rPr>
                <a:t>1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-100" dirty="0">
                  <a:latin typeface="Times New Roman"/>
                  <a:cs typeface="Times New Roman"/>
                </a:rPr>
                <a:t> </a:t>
              </a:r>
              <a:r>
                <a:rPr sz="2850" baseline="-2923" dirty="0">
                  <a:latin typeface="Symbol"/>
                  <a:cs typeface="Symbol"/>
                </a:rPr>
                <a:t></a:t>
              </a:r>
              <a:endParaRPr sz="2850" baseline="-2923">
                <a:latin typeface="Symbol"/>
                <a:cs typeface="Symbo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46756" y="2275182"/>
              <a:ext cx="3616960" cy="17386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94435">
                <a:lnSpc>
                  <a:spcPts val="2130"/>
                </a:lnSpc>
                <a:tabLst>
                  <a:tab pos="1921510" algn="l"/>
                  <a:tab pos="2561590" algn="l"/>
                  <a:tab pos="3018790" algn="l"/>
                </a:tabLst>
              </a:pPr>
              <a:r>
                <a:rPr sz="2850" spc="60" baseline="-4385" dirty="0">
                  <a:latin typeface="Symbol"/>
                  <a:cs typeface="Symbol"/>
                </a:rPr>
                <a:t></a:t>
              </a:r>
              <a:r>
                <a:rPr sz="1900" spc="10" dirty="0">
                  <a:latin typeface="Symbol"/>
                  <a:cs typeface="Symbol"/>
                </a:rPr>
                <a:t></a:t>
              </a:r>
              <a:r>
                <a:rPr sz="1900" spc="-110" dirty="0">
                  <a:latin typeface="Times New Roman"/>
                  <a:cs typeface="Times New Roman"/>
                </a:rPr>
                <a:t> </a:t>
              </a:r>
              <a:r>
                <a:rPr sz="1900" i="1" spc="-85" dirty="0">
                  <a:latin typeface="Times New Roman"/>
                  <a:cs typeface="Times New Roman"/>
                </a:rPr>
                <a:t>a</a:t>
              </a:r>
              <a:r>
                <a:rPr sz="2175" spc="-15" baseline="-19157" dirty="0">
                  <a:latin typeface="Times New Roman"/>
                  <a:cs typeface="Times New Roman"/>
                </a:rPr>
                <a:t>1</a:t>
              </a:r>
              <a:r>
                <a:rPr sz="2175" baseline="-19157" dirty="0">
                  <a:latin typeface="Times New Roman"/>
                  <a:cs typeface="Times New Roman"/>
                </a:rPr>
                <a:t>	</a:t>
              </a:r>
              <a:r>
                <a:rPr sz="1900" spc="10" dirty="0">
                  <a:latin typeface="Symbol"/>
                  <a:cs typeface="Symbol"/>
                </a:rPr>
                <a:t></a:t>
              </a:r>
              <a:r>
                <a:rPr sz="1900" spc="-110" dirty="0">
                  <a:latin typeface="Times New Roman"/>
                  <a:cs typeface="Times New Roman"/>
                </a:rPr>
                <a:t> </a:t>
              </a:r>
              <a:r>
                <a:rPr sz="1900" i="1" spc="70" dirty="0">
                  <a:latin typeface="Times New Roman"/>
                  <a:cs typeface="Times New Roman"/>
                </a:rPr>
                <a:t>a</a:t>
              </a:r>
              <a:r>
                <a:rPr sz="2175" spc="-15" baseline="-19157" dirty="0">
                  <a:latin typeface="Times New Roman"/>
                  <a:cs typeface="Times New Roman"/>
                </a:rPr>
                <a:t>2</a:t>
              </a:r>
              <a:r>
                <a:rPr sz="2175" baseline="-19157" dirty="0">
                  <a:latin typeface="Times New Roman"/>
                  <a:cs typeface="Times New Roman"/>
                </a:rPr>
                <a:t>	</a:t>
              </a:r>
              <a:r>
                <a:rPr sz="1900" spc="15" dirty="0">
                  <a:latin typeface="MT Extra"/>
                  <a:cs typeface="MT Extra"/>
                </a:rPr>
                <a:t>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spc="10" dirty="0">
                  <a:latin typeface="Symbol"/>
                  <a:cs typeface="Symbol"/>
                </a:rPr>
                <a:t></a:t>
              </a:r>
              <a:r>
                <a:rPr sz="1900" spc="-110" dirty="0">
                  <a:latin typeface="Times New Roman"/>
                  <a:cs typeface="Times New Roman"/>
                </a:rPr>
                <a:t> </a:t>
              </a:r>
              <a:r>
                <a:rPr sz="1900" i="1" spc="75" dirty="0">
                  <a:latin typeface="Times New Roman"/>
                  <a:cs typeface="Times New Roman"/>
                </a:rPr>
                <a:t>a</a:t>
              </a:r>
              <a:r>
                <a:rPr sz="2175" i="1" spc="44" baseline="-19157" dirty="0">
                  <a:latin typeface="Times New Roman"/>
                  <a:cs typeface="Times New Roman"/>
                </a:rPr>
                <a:t>n</a:t>
              </a:r>
              <a:r>
                <a:rPr sz="2175" spc="-195" baseline="-19157" dirty="0">
                  <a:latin typeface="Symbol"/>
                  <a:cs typeface="Symbol"/>
                </a:rPr>
                <a:t></a:t>
              </a:r>
              <a:r>
                <a:rPr sz="2175" spc="-15" baseline="-19157" dirty="0">
                  <a:latin typeface="Times New Roman"/>
                  <a:cs typeface="Times New Roman"/>
                </a:rPr>
                <a:t>1</a:t>
              </a:r>
              <a:endParaRPr sz="2175" baseline="-19157">
                <a:latin typeface="Times New Roman"/>
                <a:cs typeface="Times New Roman"/>
              </a:endParaRPr>
            </a:p>
            <a:p>
              <a:pPr marL="12700">
                <a:lnSpc>
                  <a:spcPts val="1440"/>
                </a:lnSpc>
                <a:tabLst>
                  <a:tab pos="835025" algn="l"/>
                  <a:tab pos="1194435" algn="l"/>
                </a:tabLst>
              </a:pPr>
              <a:r>
                <a:rPr sz="2850" baseline="1461" dirty="0">
                  <a:latin typeface="Symbol"/>
                  <a:cs typeface="Symbol"/>
                </a:rPr>
                <a:t></a:t>
              </a:r>
              <a:r>
                <a:rPr sz="2850" baseline="1461" dirty="0">
                  <a:latin typeface="Times New Roman"/>
                  <a:cs typeface="Times New Roman"/>
                </a:rPr>
                <a:t>	</a:t>
              </a:r>
              <a:r>
                <a:rPr sz="2850" baseline="1461" dirty="0">
                  <a:latin typeface="Symbol"/>
                  <a:cs typeface="Symbol"/>
                </a:rPr>
                <a:t></a:t>
              </a:r>
              <a:r>
                <a:rPr sz="2850" baseline="1461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</a:t>
              </a:r>
              <a:endParaRPr sz="1900">
                <a:latin typeface="Symbol"/>
                <a:cs typeface="Symbol"/>
              </a:endParaRPr>
            </a:p>
            <a:p>
              <a:pPr marL="1194435">
                <a:lnSpc>
                  <a:spcPts val="1590"/>
                </a:lnSpc>
                <a:tabLst>
                  <a:tab pos="1428750" algn="l"/>
                  <a:tab pos="2075814" algn="l"/>
                  <a:tab pos="2561590" algn="l"/>
                  <a:tab pos="3257550" algn="l"/>
                </a:tabLst>
              </a:pPr>
              <a:r>
                <a:rPr sz="2850" baseline="-27777" dirty="0">
                  <a:latin typeface="Symbol"/>
                  <a:cs typeface="Symbol"/>
                </a:rPr>
                <a:t></a:t>
              </a:r>
              <a:r>
                <a:rPr sz="2850" baseline="-27777" dirty="0">
                  <a:latin typeface="Times New Roman"/>
                  <a:cs typeface="Times New Roman"/>
                </a:rPr>
                <a:t>	</a:t>
              </a:r>
              <a:r>
                <a:rPr sz="1900" spc="5" dirty="0">
                  <a:latin typeface="Times New Roman"/>
                  <a:cs typeface="Times New Roman"/>
                </a:rPr>
                <a:t>1	0	</a:t>
              </a:r>
              <a:r>
                <a:rPr sz="1900" spc="15" dirty="0">
                  <a:latin typeface="MT Extra"/>
                  <a:cs typeface="MT Extra"/>
                </a:rPr>
                <a:t></a:t>
              </a:r>
              <a:r>
                <a:rPr sz="1900" spc="15" dirty="0">
                  <a:latin typeface="Times New Roman"/>
                  <a:cs typeface="Times New Roman"/>
                </a:rPr>
                <a:t>	</a:t>
              </a:r>
              <a:r>
                <a:rPr sz="1900" spc="5" dirty="0">
                  <a:latin typeface="Times New Roman"/>
                  <a:cs typeface="Times New Roman"/>
                </a:rPr>
                <a:t>0</a:t>
              </a:r>
              <a:endParaRPr sz="1900">
                <a:latin typeface="Times New Roman"/>
                <a:cs typeface="Times New Roman"/>
              </a:endParaRPr>
            </a:p>
            <a:p>
              <a:pPr marL="2012950">
                <a:lnSpc>
                  <a:spcPct val="100000"/>
                </a:lnSpc>
                <a:spcBef>
                  <a:spcPts val="600"/>
                </a:spcBef>
                <a:tabLst>
                  <a:tab pos="2643505" algn="l"/>
                  <a:tab pos="3276600" algn="l"/>
                </a:tabLst>
              </a:pPr>
              <a:r>
                <a:rPr sz="1900" spc="15" dirty="0">
                  <a:latin typeface="MT Extra"/>
                  <a:cs typeface="MT Extra"/>
                </a:rPr>
                <a:t></a:t>
              </a:r>
              <a:r>
                <a:rPr sz="1900" spc="15" dirty="0">
                  <a:latin typeface="Times New Roman"/>
                  <a:cs typeface="Times New Roman"/>
                </a:rPr>
                <a:t>	</a:t>
              </a:r>
              <a:r>
                <a:rPr sz="1900" spc="5" dirty="0">
                  <a:latin typeface="MT Extra"/>
                  <a:cs typeface="MT Extra"/>
                </a:rPr>
                <a:t></a:t>
              </a:r>
              <a:r>
                <a:rPr sz="1900" spc="5" dirty="0">
                  <a:latin typeface="Times New Roman"/>
                  <a:cs typeface="Times New Roman"/>
                </a:rPr>
                <a:t>	</a:t>
              </a:r>
              <a:r>
                <a:rPr sz="1900" spc="5" dirty="0">
                  <a:latin typeface="MT Extra"/>
                  <a:cs typeface="MT Extra"/>
                </a:rPr>
                <a:t></a:t>
              </a:r>
              <a:endParaRPr sz="1900">
                <a:latin typeface="MT Extra"/>
                <a:cs typeface="MT Extra"/>
              </a:endParaRPr>
            </a:p>
            <a:p>
              <a:pPr marL="2075814">
                <a:lnSpc>
                  <a:spcPct val="100000"/>
                </a:lnSpc>
                <a:spcBef>
                  <a:spcPts val="605"/>
                </a:spcBef>
                <a:tabLst>
                  <a:tab pos="2622550" algn="l"/>
                  <a:tab pos="3257550" algn="l"/>
                </a:tabLst>
              </a:pPr>
              <a:r>
                <a:rPr sz="1900" spc="5" dirty="0">
                  <a:latin typeface="Times New Roman"/>
                  <a:cs typeface="Times New Roman"/>
                </a:rPr>
                <a:t>0	1	0</a:t>
              </a:r>
              <a:endParaRPr sz="1900">
                <a:latin typeface="Times New Roman"/>
                <a:cs typeface="Times New Roman"/>
              </a:endParaRPr>
            </a:p>
            <a:p>
              <a:pPr marL="2075814">
                <a:lnSpc>
                  <a:spcPct val="100000"/>
                </a:lnSpc>
                <a:spcBef>
                  <a:spcPts val="600"/>
                </a:spcBef>
                <a:tabLst>
                  <a:tab pos="2624455" algn="l"/>
                  <a:tab pos="3255645" algn="l"/>
                </a:tabLst>
              </a:pPr>
              <a:r>
                <a:rPr sz="1900" spc="5" dirty="0">
                  <a:latin typeface="Times New Roman"/>
                  <a:cs typeface="Times New Roman"/>
                </a:rPr>
                <a:t>0	0	1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69418" y="2991795"/>
              <a:ext cx="742950" cy="10223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26670" algn="r">
                <a:lnSpc>
                  <a:spcPct val="100000"/>
                </a:lnSpc>
                <a:tabLst>
                  <a:tab pos="614045" algn="l"/>
                </a:tabLst>
              </a:pPr>
              <a:r>
                <a:rPr sz="2850" baseline="1461" dirty="0">
                  <a:latin typeface="Symbol"/>
                  <a:cs typeface="Symbol"/>
                </a:rPr>
                <a:t></a:t>
              </a:r>
              <a:r>
                <a:rPr sz="2850" spc="75" baseline="1461" dirty="0">
                  <a:latin typeface="Times New Roman"/>
                  <a:cs typeface="Times New Roman"/>
                </a:rPr>
                <a:t> </a:t>
              </a:r>
              <a:r>
                <a:rPr sz="2850" spc="15" baseline="-1461" dirty="0">
                  <a:latin typeface="Symbol"/>
                  <a:cs typeface="Symbol"/>
                </a:rPr>
                <a:t></a:t>
              </a:r>
              <a:r>
                <a:rPr sz="2850" spc="52" baseline="-1461" dirty="0">
                  <a:latin typeface="Times New Roman"/>
                  <a:cs typeface="Times New Roman"/>
                </a:rPr>
                <a:t> </a:t>
              </a:r>
              <a:r>
                <a:rPr sz="190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2850" spc="7" baseline="-2923" dirty="0">
                  <a:latin typeface="MT Extra"/>
                  <a:cs typeface="MT Extra"/>
                </a:rPr>
                <a:t></a:t>
              </a:r>
              <a:endParaRPr sz="2850" baseline="-2923">
                <a:latin typeface="MT Extra"/>
                <a:cs typeface="MT Extra"/>
              </a:endParaRPr>
            </a:p>
            <a:p>
              <a:pPr marR="5080" algn="r">
                <a:lnSpc>
                  <a:spcPct val="100000"/>
                </a:lnSpc>
                <a:spcBef>
                  <a:spcPts val="705"/>
                </a:spcBef>
              </a:pPr>
              <a:r>
                <a:rPr sz="1900" spc="5" dirty="0">
                  <a:latin typeface="Times New Roman"/>
                  <a:cs typeface="Times New Roman"/>
                </a:rPr>
                <a:t>0</a:t>
              </a:r>
              <a:endParaRPr sz="1900">
                <a:latin typeface="Times New Roman"/>
                <a:cs typeface="Times New Roman"/>
              </a:endParaRPr>
            </a:p>
            <a:p>
              <a:pPr marR="5080" algn="r">
                <a:lnSpc>
                  <a:spcPct val="100000"/>
                </a:lnSpc>
                <a:spcBef>
                  <a:spcPts val="600"/>
                </a:spcBef>
              </a:pPr>
              <a:r>
                <a:rPr sz="1900" spc="5" dirty="0">
                  <a:latin typeface="Times New Roman"/>
                  <a:cs typeface="Times New Roman"/>
                </a:rPr>
                <a:t>0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46756" y="3693785"/>
              <a:ext cx="941705" cy="377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spc="-1110" baseline="-14619" dirty="0">
                  <a:latin typeface="Symbol"/>
                  <a:cs typeface="Symbol"/>
                </a:rPr>
                <a:t></a:t>
              </a:r>
              <a:r>
                <a:rPr sz="2850" baseline="10233" dirty="0">
                  <a:latin typeface="Symbol"/>
                  <a:cs typeface="Symbol"/>
                </a:rPr>
                <a:t></a:t>
              </a:r>
              <a:r>
                <a:rPr sz="2850" baseline="10233" dirty="0">
                  <a:latin typeface="Times New Roman"/>
                  <a:cs typeface="Times New Roman"/>
                </a:rPr>
                <a:t> </a:t>
              </a:r>
              <a:r>
                <a:rPr sz="2850" spc="-247" baseline="10233" dirty="0">
                  <a:latin typeface="Times New Roman"/>
                  <a:cs typeface="Times New Roman"/>
                </a:rPr>
                <a:t> </a:t>
              </a:r>
              <a:r>
                <a:rPr sz="1900" i="1" spc="55" dirty="0">
                  <a:latin typeface="Times New Roman"/>
                  <a:cs typeface="Times New Roman"/>
                </a:rPr>
                <a:t>x</a:t>
              </a:r>
              <a:r>
                <a:rPr sz="2175" i="1" spc="-15" baseline="-19157" dirty="0">
                  <a:latin typeface="Times New Roman"/>
                  <a:cs typeface="Times New Roman"/>
                </a:rPr>
                <a:t>n</a:t>
              </a:r>
              <a:r>
                <a:rPr sz="2175" i="1" spc="-142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spc="229" dirty="0">
                  <a:latin typeface="Times New Roman"/>
                  <a:cs typeface="Times New Roman"/>
                </a:rPr>
                <a:t> </a:t>
              </a:r>
              <a:r>
                <a:rPr sz="2850" spc="-1110" baseline="-14619" dirty="0">
                  <a:latin typeface="Symbol"/>
                  <a:cs typeface="Symbol"/>
                </a:rPr>
                <a:t></a:t>
              </a:r>
              <a:r>
                <a:rPr sz="2850" baseline="10233" dirty="0">
                  <a:latin typeface="Symbol"/>
                  <a:cs typeface="Symbol"/>
                </a:rPr>
                <a:t></a:t>
              </a:r>
              <a:endParaRPr sz="2850" baseline="10233">
                <a:latin typeface="Symbol"/>
                <a:cs typeface="Symbo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46756" y="3374692"/>
              <a:ext cx="941705" cy="3549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spc="195" baseline="-20467" dirty="0">
                  <a:latin typeface="Symbol"/>
                  <a:cs typeface="Symbol"/>
                </a:rPr>
                <a:t></a:t>
              </a:r>
              <a:r>
                <a:rPr sz="1900" i="1" spc="55" dirty="0">
                  <a:latin typeface="Times New Roman"/>
                  <a:cs typeface="Times New Roman"/>
                </a:rPr>
                <a:t>x</a:t>
              </a:r>
              <a:r>
                <a:rPr sz="2175" i="1" spc="44" baseline="-19157" dirty="0">
                  <a:latin typeface="Times New Roman"/>
                  <a:cs typeface="Times New Roman"/>
                </a:rPr>
                <a:t>n</a:t>
              </a:r>
              <a:r>
                <a:rPr sz="2175" spc="-195" baseline="-19157" dirty="0">
                  <a:latin typeface="Symbol"/>
                  <a:cs typeface="Symbol"/>
                </a:rPr>
                <a:t></a:t>
              </a:r>
              <a:r>
                <a:rPr sz="2175" spc="-15" baseline="-19157" dirty="0">
                  <a:latin typeface="Times New Roman"/>
                  <a:cs typeface="Times New Roman"/>
                </a:rPr>
                <a:t>1</a:t>
              </a:r>
              <a:r>
                <a:rPr sz="2175" spc="-337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)</a:t>
              </a:r>
              <a:r>
                <a:rPr sz="2850" baseline="-20467" dirty="0">
                  <a:latin typeface="Symbol"/>
                  <a:cs typeface="Symbol"/>
                </a:rPr>
                <a:t></a:t>
              </a:r>
              <a:endParaRPr sz="2850" baseline="-20467">
                <a:latin typeface="Symbol"/>
                <a:cs typeface="Symbo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46756" y="2642172"/>
              <a:ext cx="941705" cy="3854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baseline="-27777" dirty="0">
                  <a:latin typeface="Symbol"/>
                  <a:cs typeface="Symbol"/>
                </a:rPr>
                <a:t></a:t>
              </a:r>
              <a:r>
                <a:rPr sz="2850" baseline="-27777" dirty="0">
                  <a:latin typeface="Times New Roman"/>
                  <a:cs typeface="Times New Roman"/>
                </a:rPr>
                <a:t> </a:t>
              </a:r>
              <a:r>
                <a:rPr sz="2850" spc="-232" baseline="-27777" dirty="0">
                  <a:latin typeface="Times New Roman"/>
                  <a:cs typeface="Times New Roman"/>
                </a:rPr>
                <a:t> </a:t>
              </a:r>
              <a:r>
                <a:rPr sz="1900" i="1" spc="55" dirty="0">
                  <a:latin typeface="Times New Roman"/>
                  <a:cs typeface="Times New Roman"/>
                </a:rPr>
                <a:t>x</a:t>
              </a:r>
              <a:r>
                <a:rPr sz="2175" spc="-15" baseline="-19157" dirty="0">
                  <a:latin typeface="Times New Roman"/>
                  <a:cs typeface="Times New Roman"/>
                </a:rPr>
                <a:t>2</a:t>
              </a:r>
              <a:r>
                <a:rPr sz="2175" spc="-172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-235" dirty="0">
                  <a:latin typeface="Times New Roman"/>
                  <a:cs typeface="Times New Roman"/>
                </a:rPr>
                <a:t> </a:t>
              </a:r>
              <a:r>
                <a:rPr sz="2850" baseline="-27777" dirty="0">
                  <a:latin typeface="Symbol"/>
                  <a:cs typeface="Symbol"/>
                </a:rPr>
                <a:t></a:t>
              </a:r>
              <a:endParaRPr sz="2850" baseline="-27777">
                <a:latin typeface="Symbol"/>
                <a:cs typeface="Symbo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46756" y="2275913"/>
              <a:ext cx="941705" cy="318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baseline="-4385" dirty="0">
                  <a:latin typeface="Symbol"/>
                  <a:cs typeface="Symbol"/>
                </a:rPr>
                <a:t></a:t>
              </a:r>
              <a:r>
                <a:rPr sz="2850" baseline="-4385" dirty="0">
                  <a:latin typeface="Times New Roman"/>
                  <a:cs typeface="Times New Roman"/>
                </a:rPr>
                <a:t> </a:t>
              </a:r>
              <a:r>
                <a:rPr sz="2850" spc="-30" baseline="-4385" dirty="0">
                  <a:latin typeface="Times New Roman"/>
                  <a:cs typeface="Times New Roman"/>
                </a:rPr>
                <a:t> </a:t>
              </a:r>
              <a:r>
                <a:rPr sz="1900" i="1" spc="-105" dirty="0">
                  <a:latin typeface="Times New Roman"/>
                  <a:cs typeface="Times New Roman"/>
                </a:rPr>
                <a:t>x</a:t>
              </a:r>
              <a:r>
                <a:rPr sz="2175" spc="-15" baseline="-19157" dirty="0">
                  <a:latin typeface="Times New Roman"/>
                  <a:cs typeface="Times New Roman"/>
                </a:rPr>
                <a:t>1</a:t>
              </a:r>
              <a:r>
                <a:rPr sz="2175" spc="-337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-100" dirty="0">
                  <a:latin typeface="Times New Roman"/>
                  <a:cs typeface="Times New Roman"/>
                </a:rPr>
                <a:t> </a:t>
              </a:r>
              <a:r>
                <a:rPr sz="2850" baseline="-4385" dirty="0">
                  <a:latin typeface="Symbol"/>
                  <a:cs typeface="Symbol"/>
                </a:rPr>
                <a:t></a:t>
              </a:r>
              <a:endParaRPr sz="2850" baseline="-4385">
                <a:latin typeface="Symbol"/>
                <a:cs typeface="Symbol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025116" y="3225800"/>
              <a:ext cx="1960880" cy="2730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299210" algn="l"/>
                  <a:tab pos="1632585" algn="l"/>
                  <a:tab pos="1853564" algn="l"/>
                </a:tabLst>
              </a:pPr>
              <a:r>
                <a:rPr sz="1900" dirty="0">
                  <a:latin typeface="Symbol"/>
                  <a:cs typeface="Symbol"/>
                </a:rPr>
                <a:t></a:t>
              </a:r>
              <a:r>
                <a:rPr sz="1900" spc="80" dirty="0">
                  <a:latin typeface="Times New Roman"/>
                  <a:cs typeface="Times New Roman"/>
                </a:rPr>
                <a:t> </a:t>
              </a:r>
              <a:r>
                <a:rPr sz="2850" baseline="1461" dirty="0">
                  <a:latin typeface="Symbol"/>
                  <a:cs typeface="Symbol"/>
                </a:rPr>
                <a:t></a:t>
              </a:r>
              <a:r>
                <a:rPr sz="2850" baseline="1461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025116" y="2523807"/>
              <a:ext cx="1960880" cy="2730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299210" algn="l"/>
                  <a:tab pos="1632585" algn="l"/>
                  <a:tab pos="1853564" algn="l"/>
                </a:tabLst>
              </a:pPr>
              <a:r>
                <a:rPr sz="1900" dirty="0">
                  <a:latin typeface="Symbol"/>
                  <a:cs typeface="Symbol"/>
                </a:rPr>
                <a:t></a:t>
              </a:r>
              <a:r>
                <a:rPr sz="1900" spc="80" dirty="0">
                  <a:latin typeface="Times New Roman"/>
                  <a:cs typeface="Times New Roman"/>
                </a:rPr>
                <a:t> </a:t>
              </a:r>
              <a:r>
                <a:rPr sz="2850" baseline="1461" dirty="0">
                  <a:latin typeface="Symbol"/>
                  <a:cs typeface="Symbol"/>
                </a:rPr>
                <a:t></a:t>
              </a:r>
              <a:r>
                <a:rPr sz="2850" baseline="1461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759148" y="2991806"/>
              <a:ext cx="1102360" cy="2863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78130" algn="l"/>
                  <a:tab pos="1007744" algn="l"/>
                </a:tabLst>
              </a:pPr>
              <a:r>
                <a:rPr sz="2850" spc="7" baseline="-2923" dirty="0">
                  <a:latin typeface="MT Extra"/>
                  <a:cs typeface="MT Extra"/>
                </a:rPr>
                <a:t></a:t>
              </a:r>
              <a:r>
                <a:rPr sz="2850" spc="7" baseline="-2923" dirty="0">
                  <a:latin typeface="Times New Roman"/>
                  <a:cs typeface="Times New Roman"/>
                </a:rPr>
                <a:t>	</a:t>
              </a:r>
              <a:r>
                <a:rPr sz="1900" spc="5" dirty="0">
                  <a:latin typeface="Symbol"/>
                  <a:cs typeface="Symbol"/>
                </a:rPr>
                <a:t></a:t>
              </a:r>
              <a:r>
                <a:rPr sz="1900" spc="80" dirty="0">
                  <a:latin typeface="Times New Roman"/>
                  <a:cs typeface="Times New Roman"/>
                </a:rPr>
                <a:t> </a:t>
              </a:r>
              <a:r>
                <a:rPr sz="2850" baseline="1461" dirty="0">
                  <a:latin typeface="Symbol"/>
                  <a:cs typeface="Symbol"/>
                </a:rPr>
                <a:t></a:t>
              </a:r>
              <a:r>
                <a:rPr sz="2850" baseline="1461" dirty="0">
                  <a:latin typeface="Times New Roman"/>
                  <a:cs typeface="Times New Roman"/>
                </a:rPr>
                <a:t>	</a:t>
              </a:r>
              <a:r>
                <a:rPr sz="2850" spc="7" baseline="-2923" dirty="0">
                  <a:latin typeface="MT Extra"/>
                  <a:cs typeface="MT Extra"/>
                </a:rPr>
                <a:t></a:t>
              </a:r>
              <a:endParaRPr sz="2850" baseline="-2923">
                <a:latin typeface="MT Extra"/>
                <a:cs typeface="MT Extra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928703" y="3228973"/>
              <a:ext cx="119380" cy="83946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060"/>
                </a:lnSpc>
              </a:pPr>
              <a:r>
                <a:rPr sz="1900" dirty="0">
                  <a:latin typeface="Symbol"/>
                  <a:cs typeface="Symbol"/>
                </a:rPr>
                <a:t></a:t>
              </a:r>
              <a:endParaRPr sz="1900">
                <a:latin typeface="Symbol"/>
                <a:cs typeface="Symbol"/>
              </a:endParaRPr>
            </a:p>
            <a:p>
              <a:pPr marL="12700">
                <a:lnSpc>
                  <a:spcPts val="1845"/>
                </a:lnSpc>
              </a:pPr>
              <a:r>
                <a:rPr sz="1900" dirty="0">
                  <a:latin typeface="Symbol"/>
                  <a:cs typeface="Symbol"/>
                </a:rPr>
                <a:t></a:t>
              </a:r>
              <a:endParaRPr sz="1900">
                <a:latin typeface="Symbol"/>
                <a:cs typeface="Symbol"/>
              </a:endParaRPr>
            </a:p>
            <a:p>
              <a:pPr marL="12700">
                <a:lnSpc>
                  <a:spcPts val="2060"/>
                </a:lnSpc>
              </a:pPr>
              <a:r>
                <a:rPr sz="2850" spc="-1110" baseline="-23391" dirty="0">
                  <a:latin typeface="Symbol"/>
                  <a:cs typeface="Symbol"/>
                </a:rPr>
                <a:t></a:t>
              </a:r>
              <a:r>
                <a:rPr sz="1900" dirty="0">
                  <a:latin typeface="Symbol"/>
                  <a:cs typeface="Symbol"/>
                </a:rPr>
                <a:t>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746756" y="3225786"/>
              <a:ext cx="941705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35025" algn="l"/>
                </a:tabLst>
              </a:pPr>
              <a:r>
                <a:rPr sz="190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46756" y="2991792"/>
              <a:ext cx="119380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dirty="0">
                  <a:latin typeface="Symbol"/>
                  <a:cs typeface="Symbol"/>
                </a:rPr>
                <a:t>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161894" y="3005298"/>
              <a:ext cx="106680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5" dirty="0">
                  <a:latin typeface="MT Extra"/>
                  <a:cs typeface="MT Extra"/>
                </a:rPr>
                <a:t></a:t>
              </a:r>
              <a:endParaRPr sz="1900">
                <a:latin typeface="MT Extra"/>
                <a:cs typeface="MT Extra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B414CB-ED5F-1B70-97E7-E925B5A399FD}"/>
              </a:ext>
            </a:extLst>
          </p:cNvPr>
          <p:cNvGrpSpPr/>
          <p:nvPr/>
        </p:nvGrpSpPr>
        <p:grpSpPr>
          <a:xfrm>
            <a:off x="833277" y="4434254"/>
            <a:ext cx="2278380" cy="1982648"/>
            <a:chOff x="833277" y="4434254"/>
            <a:chExt cx="2278380" cy="1982648"/>
          </a:xfrm>
        </p:grpSpPr>
        <p:sp>
          <p:nvSpPr>
            <p:cNvPr id="43" name="object 43"/>
            <p:cNvSpPr txBox="1"/>
            <p:nvPr/>
          </p:nvSpPr>
          <p:spPr>
            <a:xfrm>
              <a:off x="987194" y="6162902"/>
              <a:ext cx="1160780" cy="254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4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v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5" dirty="0">
                  <a:solidFill>
                    <a:srgbClr val="C00000"/>
                  </a:solidFill>
                  <a:latin typeface="Calibri"/>
                  <a:cs typeface="Calibri"/>
                </a:rPr>
                <a:t>c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833277" y="5399714"/>
              <a:ext cx="2278380" cy="616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61085" algn="l"/>
                </a:tabLst>
              </a:pPr>
              <a:r>
                <a:rPr sz="2550" spc="150" baseline="-19607" dirty="0">
                  <a:latin typeface="Symbol"/>
                  <a:cs typeface="Symbol"/>
                </a:rPr>
                <a:t></a:t>
              </a:r>
              <a:r>
                <a:rPr sz="1700" i="1" spc="45" dirty="0">
                  <a:latin typeface="Times New Roman"/>
                  <a:cs typeface="Times New Roman"/>
                </a:rPr>
                <a:t>x</a:t>
              </a:r>
              <a:r>
                <a:rPr sz="1875" i="1" spc="75" baseline="-17777" dirty="0">
                  <a:latin typeface="Times New Roman"/>
                  <a:cs typeface="Times New Roman"/>
                </a:rPr>
                <a:t>n</a:t>
              </a:r>
              <a:r>
                <a:rPr sz="1875" spc="-142" baseline="-17777" dirty="0">
                  <a:latin typeface="Symbol"/>
                  <a:cs typeface="Symbol"/>
                </a:rPr>
                <a:t></a:t>
              </a:r>
              <a:r>
                <a:rPr sz="1875" spc="7" baseline="-17777" dirty="0">
                  <a:latin typeface="Times New Roman"/>
                  <a:cs typeface="Times New Roman"/>
                </a:rPr>
                <a:t>1</a:t>
              </a:r>
              <a:r>
                <a:rPr sz="1875" spc="-277" baseline="-17777" dirty="0">
                  <a:latin typeface="Times New Roman"/>
                  <a:cs typeface="Times New Roman"/>
                </a:rPr>
                <a:t> 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130" dirty="0">
                  <a:latin typeface="Times New Roman"/>
                  <a:cs typeface="Times New Roman"/>
                </a:rPr>
                <a:t>k</a:t>
              </a:r>
              <a:r>
                <a:rPr sz="1700" spc="25" dirty="0">
                  <a:latin typeface="Times New Roman"/>
                  <a:cs typeface="Times New Roman"/>
                </a:rPr>
                <a:t>)</a:t>
              </a:r>
              <a:r>
                <a:rPr sz="2550" spc="-15" baseline="-19607" dirty="0">
                  <a:latin typeface="Symbol"/>
                  <a:cs typeface="Symbol"/>
                </a:rPr>
                <a:t></a:t>
              </a:r>
              <a:r>
                <a:rPr sz="2550" baseline="-19607" dirty="0">
                  <a:latin typeface="Times New Roman"/>
                  <a:cs typeface="Times New Roman"/>
                </a:rPr>
                <a:t>	</a:t>
              </a:r>
              <a:r>
                <a:rPr sz="2550" spc="75" baseline="-19607" dirty="0">
                  <a:latin typeface="Symbol"/>
                  <a:cs typeface="Symbol"/>
                </a:rPr>
                <a:t></a:t>
              </a:r>
              <a:r>
                <a:rPr sz="1700" i="1" spc="-35" dirty="0">
                  <a:latin typeface="Times New Roman"/>
                  <a:cs typeface="Times New Roman"/>
                </a:rPr>
                <a:t>w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-10" dirty="0">
                  <a:latin typeface="Times New Roman"/>
                  <a:cs typeface="Times New Roman"/>
                </a:rPr>
                <a:t>k</a:t>
              </a:r>
              <a:r>
                <a:rPr sz="1700" i="1" spc="35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Symbol"/>
                  <a:cs typeface="Symbol"/>
                </a:rPr>
                <a:t></a:t>
              </a:r>
              <a:r>
                <a:rPr sz="1700" spc="-90" dirty="0">
                  <a:latin typeface="Times New Roman"/>
                  <a:cs typeface="Times New Roman"/>
                </a:rPr>
                <a:t> </a:t>
              </a:r>
              <a:r>
                <a:rPr sz="1700" i="1" spc="-10" dirty="0">
                  <a:latin typeface="Times New Roman"/>
                  <a:cs typeface="Times New Roman"/>
                </a:rPr>
                <a:t>n</a:t>
              </a:r>
              <a:r>
                <a:rPr sz="1700" i="1" spc="-85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Symbol"/>
                  <a:cs typeface="Symbol"/>
                </a:rPr>
                <a:t></a:t>
              </a:r>
              <a:r>
                <a:rPr sz="1700" spc="-60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Times New Roman"/>
                  <a:cs typeface="Times New Roman"/>
                </a:rPr>
                <a:t>2</a:t>
              </a:r>
              <a:r>
                <a:rPr sz="1700" spc="25" dirty="0">
                  <a:latin typeface="Times New Roman"/>
                  <a:cs typeface="Times New Roman"/>
                </a:rPr>
                <a:t>)</a:t>
              </a:r>
              <a:r>
                <a:rPr sz="2550" spc="-15" baseline="-19607" dirty="0">
                  <a:latin typeface="Symbol"/>
                  <a:cs typeface="Symbol"/>
                </a:rPr>
                <a:t></a:t>
              </a:r>
              <a:endParaRPr sz="2550" baseline="-19607">
                <a:latin typeface="Symbol"/>
                <a:cs typeface="Symbol"/>
              </a:endParaRPr>
            </a:p>
            <a:p>
              <a:pPr marL="12700">
                <a:lnSpc>
                  <a:spcPct val="100000"/>
                </a:lnSpc>
                <a:spcBef>
                  <a:spcPts val="495"/>
                </a:spcBef>
                <a:tabLst>
                  <a:tab pos="1061085" algn="l"/>
                </a:tabLst>
              </a:pPr>
              <a:r>
                <a:rPr sz="2550" spc="-989" baseline="9803" dirty="0">
                  <a:latin typeface="Symbol"/>
                  <a:cs typeface="Symbol"/>
                </a:rPr>
                <a:t></a:t>
              </a:r>
              <a:r>
                <a:rPr sz="2550" spc="-15" baseline="-14705" dirty="0">
                  <a:latin typeface="Symbol"/>
                  <a:cs typeface="Symbol"/>
                </a:rPr>
                <a:t></a:t>
              </a:r>
              <a:r>
                <a:rPr sz="2550" baseline="-14705" dirty="0">
                  <a:latin typeface="Times New Roman"/>
                  <a:cs typeface="Times New Roman"/>
                </a:rPr>
                <a:t> </a:t>
              </a:r>
              <a:r>
                <a:rPr sz="2550" spc="-232" baseline="-14705" dirty="0">
                  <a:latin typeface="Times New Roman"/>
                  <a:cs typeface="Times New Roman"/>
                </a:rPr>
                <a:t> </a:t>
              </a:r>
              <a:r>
                <a:rPr sz="1700" i="1" spc="45" dirty="0">
                  <a:latin typeface="Times New Roman"/>
                  <a:cs typeface="Times New Roman"/>
                </a:rPr>
                <a:t>x</a:t>
              </a:r>
              <a:r>
                <a:rPr sz="1875" i="1" spc="7" baseline="-17777" dirty="0">
                  <a:latin typeface="Times New Roman"/>
                  <a:cs typeface="Times New Roman"/>
                </a:rPr>
                <a:t>n</a:t>
              </a:r>
              <a:r>
                <a:rPr sz="1875" i="1" spc="-97" baseline="-17777" dirty="0">
                  <a:latin typeface="Times New Roman"/>
                  <a:cs typeface="Times New Roman"/>
                </a:rPr>
                <a:t> 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130" dirty="0">
                  <a:latin typeface="Times New Roman"/>
                  <a:cs typeface="Times New Roman"/>
                </a:rPr>
                <a:t>k</a:t>
              </a:r>
              <a:r>
                <a:rPr sz="1700" spc="-10" dirty="0">
                  <a:latin typeface="Times New Roman"/>
                  <a:cs typeface="Times New Roman"/>
                </a:rPr>
                <a:t>)</a:t>
              </a:r>
              <a:r>
                <a:rPr sz="1700" spc="195" dirty="0">
                  <a:latin typeface="Times New Roman"/>
                  <a:cs typeface="Times New Roman"/>
                </a:rPr>
                <a:t> </a:t>
              </a:r>
              <a:r>
                <a:rPr sz="2550" spc="-989" baseline="9803" dirty="0">
                  <a:latin typeface="Symbol"/>
                  <a:cs typeface="Symbol"/>
                </a:rPr>
                <a:t></a:t>
              </a:r>
              <a:r>
                <a:rPr sz="2550" spc="-15" baseline="-14705" dirty="0">
                  <a:latin typeface="Symbol"/>
                  <a:cs typeface="Symbol"/>
                </a:rPr>
                <a:t></a:t>
              </a:r>
              <a:r>
                <a:rPr sz="2550" baseline="-14705" dirty="0">
                  <a:latin typeface="Times New Roman"/>
                  <a:cs typeface="Times New Roman"/>
                </a:rPr>
                <a:t>	</a:t>
              </a:r>
              <a:r>
                <a:rPr sz="2550" spc="-989" baseline="9803" dirty="0">
                  <a:latin typeface="Symbol"/>
                  <a:cs typeface="Symbol"/>
                </a:rPr>
                <a:t></a:t>
              </a:r>
              <a:r>
                <a:rPr sz="2550" spc="-15" baseline="-13071" dirty="0">
                  <a:latin typeface="Symbol"/>
                  <a:cs typeface="Symbol"/>
                </a:rPr>
                <a:t></a:t>
              </a:r>
              <a:r>
                <a:rPr sz="2550" spc="-307" baseline="-13071" dirty="0">
                  <a:latin typeface="Times New Roman"/>
                  <a:cs typeface="Times New Roman"/>
                </a:rPr>
                <a:t> </a:t>
              </a:r>
              <a:r>
                <a:rPr sz="1700" i="1" spc="-35" dirty="0">
                  <a:latin typeface="Times New Roman"/>
                  <a:cs typeface="Times New Roman"/>
                </a:rPr>
                <a:t>w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-10" dirty="0">
                  <a:latin typeface="Times New Roman"/>
                  <a:cs typeface="Times New Roman"/>
                </a:rPr>
                <a:t>k</a:t>
              </a:r>
              <a:r>
                <a:rPr sz="1700" i="1" spc="35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Symbol"/>
                  <a:cs typeface="Symbol"/>
                </a:rPr>
                <a:t></a:t>
              </a:r>
              <a:r>
                <a:rPr sz="1700" spc="-90" dirty="0">
                  <a:latin typeface="Times New Roman"/>
                  <a:cs typeface="Times New Roman"/>
                </a:rPr>
                <a:t> </a:t>
              </a:r>
              <a:r>
                <a:rPr sz="1700" i="1" spc="-10" dirty="0">
                  <a:latin typeface="Times New Roman"/>
                  <a:cs typeface="Times New Roman"/>
                </a:rPr>
                <a:t>n</a:t>
              </a:r>
              <a:r>
                <a:rPr sz="1700" i="1" spc="-85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Symbol"/>
                  <a:cs typeface="Symbol"/>
                </a:rPr>
                <a:t></a:t>
              </a:r>
              <a:r>
                <a:rPr sz="1700" spc="-245" dirty="0">
                  <a:latin typeface="Times New Roman"/>
                  <a:cs typeface="Times New Roman"/>
                </a:rPr>
                <a:t> </a:t>
              </a:r>
              <a:r>
                <a:rPr sz="1700" spc="-145" dirty="0">
                  <a:latin typeface="Times New Roman"/>
                  <a:cs typeface="Times New Roman"/>
                </a:rPr>
                <a:t>1</a:t>
              </a:r>
              <a:r>
                <a:rPr sz="1700" spc="-10" dirty="0">
                  <a:latin typeface="Times New Roman"/>
                  <a:cs typeface="Times New Roman"/>
                </a:rPr>
                <a:t>)</a:t>
              </a:r>
              <a:r>
                <a:rPr sz="1700" spc="-225" dirty="0">
                  <a:latin typeface="Times New Roman"/>
                  <a:cs typeface="Times New Roman"/>
                </a:rPr>
                <a:t> </a:t>
              </a:r>
              <a:r>
                <a:rPr sz="2550" spc="-989" baseline="-13071" dirty="0">
                  <a:latin typeface="Symbol"/>
                  <a:cs typeface="Symbol"/>
                </a:rPr>
                <a:t></a:t>
              </a:r>
              <a:r>
                <a:rPr sz="2550" spc="-15" baseline="9803" dirty="0">
                  <a:latin typeface="Symbol"/>
                  <a:cs typeface="Symbol"/>
                </a:rPr>
                <a:t></a:t>
              </a:r>
              <a:endParaRPr sz="2550" baseline="9803">
                <a:latin typeface="Symbol"/>
                <a:cs typeface="Symbo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833277" y="5269449"/>
              <a:ext cx="2278380" cy="243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739775" algn="l"/>
                  <a:tab pos="1061085" algn="l"/>
                  <a:tab pos="2182495" algn="l"/>
                </a:tabLst>
              </a:pPr>
              <a:r>
                <a:rPr sz="1700" spc="-10" dirty="0">
                  <a:latin typeface="Symbol"/>
                  <a:cs typeface="Symbol"/>
                </a:rPr>
                <a:t></a:t>
              </a:r>
              <a:r>
                <a:rPr sz="1700" spc="-10" dirty="0">
                  <a:latin typeface="Times New Roman"/>
                  <a:cs typeface="Times New Roman"/>
                </a:rPr>
                <a:t>	</a:t>
              </a:r>
              <a:r>
                <a:rPr sz="1700" spc="-10" dirty="0">
                  <a:latin typeface="Symbol"/>
                  <a:cs typeface="Symbol"/>
                </a:rPr>
                <a:t></a:t>
              </a:r>
              <a:r>
                <a:rPr sz="1700" spc="-10" dirty="0">
                  <a:latin typeface="Times New Roman"/>
                  <a:cs typeface="Times New Roman"/>
                </a:rPr>
                <a:t>	</a:t>
              </a:r>
              <a:r>
                <a:rPr sz="1700" spc="-10" dirty="0">
                  <a:latin typeface="Symbol"/>
                  <a:cs typeface="Symbol"/>
                </a:rPr>
                <a:t></a:t>
              </a:r>
              <a:r>
                <a:rPr sz="1700" spc="-10" dirty="0">
                  <a:latin typeface="Times New Roman"/>
                  <a:cs typeface="Times New Roman"/>
                </a:rPr>
                <a:t>	</a:t>
              </a:r>
              <a:r>
                <a:rPr sz="1700" spc="-10" dirty="0">
                  <a:latin typeface="Symbol"/>
                  <a:cs typeface="Symbol"/>
                </a:rPr>
                <a:t></a:t>
              </a:r>
              <a:endParaRPr sz="1700">
                <a:latin typeface="Symbol"/>
                <a:cs typeface="Symbo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3003526" y="4449286"/>
              <a:ext cx="107950" cy="8578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830"/>
                </a:lnSpc>
              </a:pPr>
              <a:r>
                <a:rPr sz="1700" spc="-10" dirty="0">
                  <a:latin typeface="Symbol"/>
                  <a:cs typeface="Symbol"/>
                </a:rPr>
                <a:t></a:t>
              </a:r>
              <a:endParaRPr sz="1700">
                <a:latin typeface="Symbol"/>
                <a:cs typeface="Symbol"/>
              </a:endParaRPr>
            </a:p>
            <a:p>
              <a:pPr marL="12700">
                <a:lnSpc>
                  <a:spcPts val="1620"/>
                </a:lnSpc>
              </a:pPr>
              <a:r>
                <a:rPr sz="1700" spc="-10" dirty="0">
                  <a:latin typeface="Symbol"/>
                  <a:cs typeface="Symbol"/>
                </a:rPr>
                <a:t></a:t>
              </a:r>
              <a:endParaRPr sz="1700">
                <a:latin typeface="Symbol"/>
                <a:cs typeface="Symbol"/>
              </a:endParaRPr>
            </a:p>
            <a:p>
              <a:pPr marL="12700">
                <a:lnSpc>
                  <a:spcPts val="1620"/>
                </a:lnSpc>
              </a:pPr>
              <a:r>
                <a:rPr sz="1700" spc="-10" dirty="0">
                  <a:latin typeface="Symbol"/>
                  <a:cs typeface="Symbol"/>
                </a:rPr>
                <a:t></a:t>
              </a:r>
              <a:endParaRPr sz="1700">
                <a:latin typeface="Symbol"/>
                <a:cs typeface="Symbol"/>
              </a:endParaRPr>
            </a:p>
            <a:p>
              <a:pPr marL="12700">
                <a:lnSpc>
                  <a:spcPts val="1830"/>
                </a:lnSpc>
              </a:pPr>
              <a:r>
                <a:rPr sz="1700" spc="-10" dirty="0">
                  <a:latin typeface="Symbol"/>
                  <a:cs typeface="Symbol"/>
                </a:rPr>
                <a:t></a:t>
              </a:r>
              <a:endParaRPr sz="1700">
                <a:latin typeface="Symbol"/>
                <a:cs typeface="Symbol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199913" y="5063709"/>
              <a:ext cx="789940" cy="2520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72745" algn="l"/>
                </a:tabLst>
              </a:pPr>
              <a:r>
                <a:rPr sz="1700" spc="-10" dirty="0">
                  <a:latin typeface="MT Extra"/>
                  <a:cs typeface="MT Extra"/>
                </a:rPr>
                <a:t></a:t>
              </a:r>
              <a:r>
                <a:rPr sz="1700" spc="-10" dirty="0">
                  <a:latin typeface="Times New Roman"/>
                  <a:cs typeface="Times New Roman"/>
                </a:rPr>
                <a:t>	</a:t>
              </a:r>
              <a:r>
                <a:rPr sz="2550" spc="-15" baseline="3267" dirty="0">
                  <a:latin typeface="Symbol"/>
                  <a:cs typeface="Symbol"/>
                </a:rPr>
                <a:t></a:t>
              </a:r>
              <a:r>
                <a:rPr sz="2550" spc="89" baseline="3267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Symbol"/>
                  <a:cs typeface="Symbol"/>
                </a:rPr>
                <a:t></a:t>
              </a:r>
              <a:r>
                <a:rPr sz="1700" spc="45" dirty="0">
                  <a:latin typeface="Times New Roman"/>
                  <a:cs typeface="Times New Roman"/>
                </a:rPr>
                <a:t> </a:t>
              </a:r>
              <a:r>
                <a:rPr sz="2550" spc="-15" baseline="1633" dirty="0">
                  <a:latin typeface="Symbol"/>
                  <a:cs typeface="Symbol"/>
                </a:rPr>
                <a:t></a:t>
              </a:r>
              <a:endParaRPr sz="2550" baseline="1633">
                <a:latin typeface="Symbol"/>
                <a:cs typeface="Symbo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1560416" y="4857968"/>
              <a:ext cx="429259" cy="243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34010" algn="l"/>
                </a:tabLst>
              </a:pPr>
              <a:r>
                <a:rPr sz="1700" spc="-10" dirty="0">
                  <a:latin typeface="Symbol"/>
                  <a:cs typeface="Symbol"/>
                </a:rPr>
                <a:t></a:t>
              </a:r>
              <a:r>
                <a:rPr sz="1700" spc="-10" dirty="0">
                  <a:latin typeface="Times New Roman"/>
                  <a:cs typeface="Times New Roman"/>
                </a:rPr>
                <a:t>	</a:t>
              </a:r>
              <a:r>
                <a:rPr sz="1700" spc="-10" dirty="0">
                  <a:latin typeface="Symbol"/>
                  <a:cs typeface="Symbol"/>
                </a:rPr>
                <a:t></a:t>
              </a:r>
              <a:endParaRPr sz="1700">
                <a:latin typeface="Symbol"/>
                <a:cs typeface="Symbol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1881850" y="4449291"/>
              <a:ext cx="107950" cy="4464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830"/>
                </a:lnSpc>
              </a:pPr>
              <a:r>
                <a:rPr sz="1700" spc="-10" dirty="0">
                  <a:latin typeface="Symbol"/>
                  <a:cs typeface="Symbol"/>
                </a:rPr>
                <a:t></a:t>
              </a:r>
              <a:endParaRPr sz="1700">
                <a:latin typeface="Symbol"/>
                <a:cs typeface="Symbol"/>
              </a:endParaRPr>
            </a:p>
            <a:p>
              <a:pPr marL="12700">
                <a:lnSpc>
                  <a:spcPts val="1830"/>
                </a:lnSpc>
              </a:pPr>
              <a:r>
                <a:rPr sz="1700" spc="-10" dirty="0">
                  <a:latin typeface="Symbol"/>
                  <a:cs typeface="Symbol"/>
                </a:rPr>
                <a:t></a:t>
              </a:r>
              <a:endParaRPr sz="1700">
                <a:latin typeface="Symbol"/>
                <a:cs typeface="Symbol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2149713" y="4437052"/>
              <a:ext cx="696595" cy="8813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700" i="1" spc="-35" dirty="0">
                  <a:latin typeface="Times New Roman"/>
                  <a:cs typeface="Times New Roman"/>
                </a:rPr>
                <a:t>w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130" dirty="0">
                  <a:latin typeface="Times New Roman"/>
                  <a:cs typeface="Times New Roman"/>
                </a:rPr>
                <a:t>k</a:t>
              </a:r>
              <a:r>
                <a:rPr sz="1700" spc="-10" dirty="0">
                  <a:latin typeface="Times New Roman"/>
                  <a:cs typeface="Times New Roman"/>
                </a:rPr>
                <a:t>)</a:t>
              </a:r>
              <a:endParaRPr sz="17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495"/>
                </a:spcBef>
              </a:pPr>
              <a:r>
                <a:rPr sz="1700" i="1" spc="-35" dirty="0">
                  <a:latin typeface="Times New Roman"/>
                  <a:cs typeface="Times New Roman"/>
                </a:rPr>
                <a:t>w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-10" dirty="0">
                  <a:latin typeface="Times New Roman"/>
                  <a:cs typeface="Times New Roman"/>
                </a:rPr>
                <a:t>k</a:t>
              </a:r>
              <a:r>
                <a:rPr sz="1700" i="1" spc="35" dirty="0">
                  <a:latin typeface="Times New Roman"/>
                  <a:cs typeface="Times New Roman"/>
                </a:rPr>
                <a:t> </a:t>
              </a:r>
              <a:r>
                <a:rPr sz="1700" spc="-10" dirty="0">
                  <a:latin typeface="Symbol"/>
                  <a:cs typeface="Symbol"/>
                </a:rPr>
                <a:t></a:t>
              </a:r>
              <a:r>
                <a:rPr sz="1700" spc="-275" dirty="0">
                  <a:latin typeface="Times New Roman"/>
                  <a:cs typeface="Times New Roman"/>
                </a:rPr>
                <a:t> </a:t>
              </a:r>
              <a:r>
                <a:rPr sz="1700" spc="-145" dirty="0">
                  <a:latin typeface="Times New Roman"/>
                  <a:cs typeface="Times New Roman"/>
                </a:rPr>
                <a:t>1</a:t>
              </a:r>
              <a:r>
                <a:rPr sz="1700" spc="-10" dirty="0">
                  <a:latin typeface="Times New Roman"/>
                  <a:cs typeface="Times New Roman"/>
                </a:rPr>
                <a:t>)</a:t>
              </a:r>
              <a:endParaRPr sz="17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495"/>
                </a:spcBef>
              </a:pPr>
              <a:r>
                <a:rPr sz="1700" spc="-10" dirty="0">
                  <a:latin typeface="MT Extra"/>
                  <a:cs typeface="MT Extra"/>
                </a:rPr>
                <a:t></a:t>
              </a:r>
              <a:endParaRPr sz="1700" dirty="0">
                <a:latin typeface="MT Extra"/>
                <a:cs typeface="MT Extr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833277" y="4652228"/>
              <a:ext cx="835025" cy="3441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50" spc="-15" baseline="26143" dirty="0">
                  <a:latin typeface="Symbol"/>
                  <a:cs typeface="Symbol"/>
                </a:rPr>
                <a:t></a:t>
              </a:r>
              <a:r>
                <a:rPr sz="2550" spc="-15" baseline="26143" dirty="0">
                  <a:latin typeface="Times New Roman"/>
                  <a:cs typeface="Times New Roman"/>
                </a:rPr>
                <a:t> </a:t>
              </a:r>
              <a:r>
                <a:rPr sz="2550" spc="-217" baseline="26143" dirty="0">
                  <a:latin typeface="Times New Roman"/>
                  <a:cs typeface="Times New Roman"/>
                </a:rPr>
                <a:t> </a:t>
              </a:r>
              <a:r>
                <a:rPr sz="1700" i="1" spc="-10" dirty="0">
                  <a:latin typeface="Times New Roman"/>
                  <a:cs typeface="Times New Roman"/>
                </a:rPr>
                <a:t>x</a:t>
              </a:r>
              <a:r>
                <a:rPr sz="1700" i="1" dirty="0">
                  <a:latin typeface="Times New Roman"/>
                  <a:cs typeface="Times New Roman"/>
                </a:rPr>
                <a:t> </a:t>
              </a:r>
              <a:r>
                <a:rPr sz="1700" i="1" spc="70" dirty="0">
                  <a:latin typeface="Times New Roman"/>
                  <a:cs typeface="Times New Roman"/>
                </a:rPr>
                <a:t> 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130" dirty="0">
                  <a:latin typeface="Times New Roman"/>
                  <a:cs typeface="Times New Roman"/>
                </a:rPr>
                <a:t>k</a:t>
              </a:r>
              <a:r>
                <a:rPr sz="1700" spc="-10" dirty="0">
                  <a:latin typeface="Times New Roman"/>
                  <a:cs typeface="Times New Roman"/>
                </a:rPr>
                <a:t>)</a:t>
              </a:r>
              <a:r>
                <a:rPr sz="1700" dirty="0">
                  <a:latin typeface="Times New Roman"/>
                  <a:cs typeface="Times New Roman"/>
                </a:rPr>
                <a:t> </a:t>
              </a:r>
              <a:r>
                <a:rPr sz="1700" spc="-215" dirty="0">
                  <a:latin typeface="Times New Roman"/>
                  <a:cs typeface="Times New Roman"/>
                </a:rPr>
                <a:t> </a:t>
              </a:r>
              <a:r>
                <a:rPr sz="2550" spc="-15" baseline="26143" dirty="0">
                  <a:latin typeface="Symbol"/>
                  <a:cs typeface="Symbol"/>
                </a:rPr>
                <a:t></a:t>
              </a:r>
              <a:endParaRPr sz="2550" baseline="26143">
                <a:latin typeface="Symbol"/>
                <a:cs typeface="Symbo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833277" y="4434254"/>
              <a:ext cx="835025" cy="2838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50" spc="-15" baseline="-3267" dirty="0">
                  <a:latin typeface="Symbol"/>
                  <a:cs typeface="Symbol"/>
                </a:rPr>
                <a:t></a:t>
              </a:r>
              <a:r>
                <a:rPr sz="2550" spc="-15" baseline="-3267" dirty="0">
                  <a:latin typeface="Times New Roman"/>
                  <a:cs typeface="Times New Roman"/>
                </a:rPr>
                <a:t> </a:t>
              </a:r>
              <a:r>
                <a:rPr sz="2550" spc="-44" baseline="-3267" dirty="0">
                  <a:latin typeface="Times New Roman"/>
                  <a:cs typeface="Times New Roman"/>
                </a:rPr>
                <a:t> </a:t>
              </a:r>
              <a:r>
                <a:rPr sz="1700" i="1" spc="-95" dirty="0">
                  <a:latin typeface="Times New Roman"/>
                  <a:cs typeface="Times New Roman"/>
                </a:rPr>
                <a:t>x</a:t>
              </a:r>
              <a:r>
                <a:rPr sz="1875" spc="7" baseline="-17777" dirty="0">
                  <a:latin typeface="Times New Roman"/>
                  <a:cs typeface="Times New Roman"/>
                </a:rPr>
                <a:t>1</a:t>
              </a:r>
              <a:r>
                <a:rPr sz="1875" spc="-277" baseline="-17777" dirty="0">
                  <a:latin typeface="Times New Roman"/>
                  <a:cs typeface="Times New Roman"/>
                </a:rPr>
                <a:t> </a:t>
              </a:r>
              <a:r>
                <a:rPr sz="1700" spc="25" dirty="0">
                  <a:latin typeface="Times New Roman"/>
                  <a:cs typeface="Times New Roman"/>
                </a:rPr>
                <a:t>(</a:t>
              </a:r>
              <a:r>
                <a:rPr sz="1700" i="1" spc="130" dirty="0">
                  <a:latin typeface="Times New Roman"/>
                  <a:cs typeface="Times New Roman"/>
                </a:rPr>
                <a:t>k</a:t>
              </a:r>
              <a:r>
                <a:rPr sz="1700" spc="-10" dirty="0">
                  <a:latin typeface="Times New Roman"/>
                  <a:cs typeface="Times New Roman"/>
                </a:rPr>
                <a:t>)</a:t>
              </a:r>
              <a:r>
                <a:rPr sz="1700" dirty="0">
                  <a:latin typeface="Times New Roman"/>
                  <a:cs typeface="Times New Roman"/>
                </a:rPr>
                <a:t> </a:t>
              </a:r>
              <a:r>
                <a:rPr sz="1700" spc="-95" dirty="0">
                  <a:latin typeface="Times New Roman"/>
                  <a:cs typeface="Times New Roman"/>
                </a:rPr>
                <a:t> </a:t>
              </a:r>
              <a:r>
                <a:rPr sz="2550" spc="-15" baseline="-3267" dirty="0">
                  <a:latin typeface="Symbol"/>
                  <a:cs typeface="Symbol"/>
                </a:rPr>
                <a:t></a:t>
              </a:r>
              <a:endParaRPr sz="2550" baseline="-3267">
                <a:latin typeface="Symbol"/>
                <a:cs typeface="Symbo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833277" y="4857970"/>
              <a:ext cx="107950" cy="4464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830"/>
                </a:lnSpc>
              </a:pPr>
              <a:r>
                <a:rPr sz="1700" spc="-10" dirty="0">
                  <a:latin typeface="Symbol"/>
                  <a:cs typeface="Symbol"/>
                </a:rPr>
                <a:t></a:t>
              </a:r>
              <a:endParaRPr sz="1700">
                <a:latin typeface="Symbol"/>
                <a:cs typeface="Symbol"/>
              </a:endParaRPr>
            </a:p>
            <a:p>
              <a:pPr marL="12700">
                <a:lnSpc>
                  <a:spcPts val="1830"/>
                </a:lnSpc>
              </a:pPr>
              <a:r>
                <a:rPr sz="1700" spc="-10" dirty="0">
                  <a:latin typeface="Symbol"/>
                  <a:cs typeface="Symbol"/>
                </a:rPr>
                <a:t></a:t>
              </a:r>
              <a:endParaRPr sz="1700">
                <a:latin typeface="Symbol"/>
                <a:cs typeface="Symbo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1107833" y="4853144"/>
              <a:ext cx="106045" cy="1866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50" spc="5" dirty="0">
                  <a:latin typeface="Times New Roman"/>
                  <a:cs typeface="Times New Roman"/>
                </a:rPr>
                <a:t>2</a:t>
              </a:r>
              <a:endParaRPr sz="1250">
                <a:latin typeface="Times New Roman"/>
                <a:cs typeface="Times New Roman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D6A3841-8C9F-8FDF-6557-7FCDB2E864A1}"/>
              </a:ext>
            </a:extLst>
          </p:cNvPr>
          <p:cNvGrpSpPr/>
          <p:nvPr/>
        </p:nvGrpSpPr>
        <p:grpSpPr>
          <a:xfrm>
            <a:off x="3971428" y="4483193"/>
            <a:ext cx="3990274" cy="1796645"/>
            <a:chOff x="3971428" y="4483193"/>
            <a:chExt cx="3990274" cy="1796645"/>
          </a:xfrm>
        </p:grpSpPr>
        <p:sp>
          <p:nvSpPr>
            <p:cNvPr id="34" name="object 34"/>
            <p:cNvSpPr txBox="1"/>
            <p:nvPr/>
          </p:nvSpPr>
          <p:spPr>
            <a:xfrm>
              <a:off x="3971428" y="5136967"/>
              <a:ext cx="863600" cy="3594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i="1" spc="70" dirty="0">
                  <a:latin typeface="Times New Roman"/>
                  <a:cs typeface="Times New Roman"/>
                </a:rPr>
                <a:t>y</a:t>
              </a:r>
              <a:r>
                <a:rPr sz="1900" spc="60" dirty="0">
                  <a:latin typeface="Times New Roman"/>
                  <a:cs typeface="Times New Roman"/>
                </a:rPr>
                <a:t>(</a:t>
              </a:r>
              <a:r>
                <a:rPr sz="1900" i="1" spc="165" dirty="0">
                  <a:latin typeface="Times New Roman"/>
                  <a:cs typeface="Times New Roman"/>
                </a:rPr>
                <a:t>k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spc="-25" dirty="0">
                  <a:latin typeface="Times New Roman"/>
                  <a:cs typeface="Times New Roman"/>
                </a:rPr>
                <a:t> </a:t>
              </a:r>
              <a:r>
                <a:rPr sz="1900" spc="10" dirty="0">
                  <a:latin typeface="Symbol"/>
                  <a:cs typeface="Symbol"/>
                </a:rPr>
                <a:t></a:t>
              </a:r>
              <a:r>
                <a:rPr sz="1900" spc="-100" dirty="0">
                  <a:latin typeface="Times New Roman"/>
                  <a:cs typeface="Times New Roman"/>
                </a:rPr>
                <a:t> </a:t>
              </a:r>
              <a:r>
                <a:rPr sz="2600" spc="-395" dirty="0">
                  <a:latin typeface="Symbol"/>
                  <a:cs typeface="Symbol"/>
                </a:rPr>
                <a:t></a:t>
              </a:r>
              <a:r>
                <a:rPr sz="1900" i="1" spc="5" dirty="0">
                  <a:latin typeface="Times New Roman"/>
                  <a:cs typeface="Times New Roman"/>
                </a:rPr>
                <a:t>b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664397" y="5136967"/>
              <a:ext cx="1297305" cy="3594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770890" algn="l"/>
                  <a:tab pos="1189990" algn="l"/>
                </a:tabLst>
              </a:pPr>
              <a:r>
                <a:rPr sz="1900" i="1" spc="5" dirty="0">
                  <a:latin typeface="Times New Roman"/>
                  <a:cs typeface="Times New Roman"/>
                </a:rPr>
                <a:t>b </a:t>
              </a:r>
              <a:r>
                <a:rPr sz="1900" i="1" spc="10" dirty="0">
                  <a:latin typeface="Times New Roman"/>
                  <a:cs typeface="Times New Roman"/>
                </a:rPr>
                <a:t> </a:t>
              </a:r>
              <a:r>
                <a:rPr sz="2600" spc="-200" dirty="0">
                  <a:latin typeface="Symbol"/>
                  <a:cs typeface="Symbol"/>
                </a:rPr>
                <a:t></a:t>
              </a:r>
              <a:r>
                <a:rPr sz="2850" baseline="2923" dirty="0">
                  <a:latin typeface="Symbol"/>
                  <a:cs typeface="Symbol"/>
                </a:rPr>
                <a:t></a:t>
              </a:r>
              <a:r>
                <a:rPr sz="2850" baseline="2923" dirty="0">
                  <a:latin typeface="Times New Roman"/>
                  <a:cs typeface="Times New Roman"/>
                </a:rPr>
                <a:t>	</a:t>
              </a:r>
              <a:r>
                <a:rPr sz="1900" spc="5" dirty="0">
                  <a:latin typeface="MT Extra"/>
                  <a:cs typeface="MT Extra"/>
                </a:rPr>
                <a:t>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2850" baseline="2923" dirty="0">
                  <a:latin typeface="Symbol"/>
                  <a:cs typeface="Symbol"/>
                </a:rPr>
                <a:t></a:t>
              </a:r>
              <a:endParaRPr sz="2850" baseline="2923">
                <a:latin typeface="Symbol"/>
                <a:cs typeface="Symbo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6995160" y="5581973"/>
              <a:ext cx="966469" cy="6978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spc="195" baseline="-20467" dirty="0">
                  <a:latin typeface="Symbol"/>
                  <a:cs typeface="Symbol"/>
                </a:rPr>
                <a:t></a:t>
              </a:r>
              <a:r>
                <a:rPr sz="1900" i="1" spc="50" dirty="0">
                  <a:latin typeface="Times New Roman"/>
                  <a:cs typeface="Times New Roman"/>
                </a:rPr>
                <a:t>x</a:t>
              </a:r>
              <a:r>
                <a:rPr sz="2175" i="1" spc="-15" baseline="-19157" dirty="0">
                  <a:latin typeface="Times New Roman"/>
                  <a:cs typeface="Times New Roman"/>
                </a:rPr>
                <a:t>n</a:t>
              </a:r>
              <a:r>
                <a:rPr sz="2175" i="1" spc="-322" baseline="-19157" dirty="0">
                  <a:latin typeface="Times New Roman"/>
                  <a:cs typeface="Times New Roman"/>
                </a:rPr>
                <a:t> </a:t>
              </a:r>
              <a:r>
                <a:rPr sz="2175" spc="-37" baseline="-19157" dirty="0">
                  <a:latin typeface="Symbol"/>
                  <a:cs typeface="Symbol"/>
                </a:rPr>
                <a:t></a:t>
              </a:r>
              <a:r>
                <a:rPr sz="2175" spc="-15" baseline="-19157" dirty="0">
                  <a:latin typeface="Times New Roman"/>
                  <a:cs typeface="Times New Roman"/>
                </a:rPr>
                <a:t>1</a:t>
              </a:r>
              <a:r>
                <a:rPr sz="2175" spc="-352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spc="5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)</a:t>
              </a:r>
              <a:r>
                <a:rPr sz="2850" baseline="-20467" dirty="0">
                  <a:latin typeface="Symbol"/>
                  <a:cs typeface="Symbol"/>
                </a:rPr>
                <a:t></a:t>
              </a:r>
              <a:endParaRPr sz="2850" baseline="-20467">
                <a:latin typeface="Symbol"/>
                <a:cs typeface="Symbol"/>
              </a:endParaRPr>
            </a:p>
            <a:p>
              <a:pPr marL="12700">
                <a:lnSpc>
                  <a:spcPct val="100000"/>
                </a:lnSpc>
                <a:spcBef>
                  <a:spcPts val="600"/>
                </a:spcBef>
              </a:pPr>
              <a:r>
                <a:rPr sz="2850" spc="-1110" baseline="10233" dirty="0">
                  <a:latin typeface="Symbol"/>
                  <a:cs typeface="Symbol"/>
                </a:rPr>
                <a:t></a:t>
              </a:r>
              <a:r>
                <a:rPr sz="2850" baseline="-14619" dirty="0">
                  <a:latin typeface="Symbol"/>
                  <a:cs typeface="Symbol"/>
                </a:rPr>
                <a:t></a:t>
              </a:r>
              <a:r>
                <a:rPr sz="2850" baseline="-14619" dirty="0">
                  <a:latin typeface="Times New Roman"/>
                  <a:cs typeface="Times New Roman"/>
                </a:rPr>
                <a:t> </a:t>
              </a:r>
              <a:r>
                <a:rPr sz="2850" spc="-89" baseline="-14619" dirty="0">
                  <a:latin typeface="Times New Roman"/>
                  <a:cs typeface="Times New Roman"/>
                </a:rPr>
                <a:t> </a:t>
              </a:r>
              <a:r>
                <a:rPr sz="1900" i="1" spc="50" dirty="0">
                  <a:latin typeface="Times New Roman"/>
                  <a:cs typeface="Times New Roman"/>
                </a:rPr>
                <a:t>x</a:t>
              </a:r>
              <a:r>
                <a:rPr sz="2175" i="1" spc="-15" baseline="-19157" dirty="0">
                  <a:latin typeface="Times New Roman"/>
                  <a:cs typeface="Times New Roman"/>
                </a:rPr>
                <a:t>n</a:t>
              </a:r>
              <a:r>
                <a:rPr sz="2175" i="1" spc="-157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spc="5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-140" dirty="0">
                  <a:latin typeface="Times New Roman"/>
                  <a:cs typeface="Times New Roman"/>
                </a:rPr>
                <a:t> </a:t>
              </a:r>
              <a:r>
                <a:rPr sz="2850" spc="-1110" baseline="10233" dirty="0">
                  <a:latin typeface="Symbol"/>
                  <a:cs typeface="Symbol"/>
                </a:rPr>
                <a:t></a:t>
              </a:r>
              <a:r>
                <a:rPr sz="2850" baseline="-14619" dirty="0">
                  <a:latin typeface="Symbol"/>
                  <a:cs typeface="Symbol"/>
                </a:rPr>
                <a:t></a:t>
              </a:r>
              <a:endParaRPr sz="2850" baseline="-14619">
                <a:latin typeface="Symbol"/>
                <a:cs typeface="Symbo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995160" y="5433256"/>
              <a:ext cx="966469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59155" algn="l"/>
                </a:tabLst>
              </a:pPr>
              <a:r>
                <a:rPr sz="190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6995160" y="4849453"/>
              <a:ext cx="966469" cy="386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baseline="-27777" dirty="0">
                  <a:latin typeface="Symbol"/>
                  <a:cs typeface="Symbol"/>
                </a:rPr>
                <a:t></a:t>
              </a:r>
              <a:r>
                <a:rPr sz="2850" baseline="-27777" dirty="0">
                  <a:latin typeface="Times New Roman"/>
                  <a:cs typeface="Times New Roman"/>
                </a:rPr>
                <a:t> </a:t>
              </a:r>
              <a:r>
                <a:rPr sz="2850" spc="-75" baseline="-27777" dirty="0">
                  <a:latin typeface="Times New Roman"/>
                  <a:cs typeface="Times New Roman"/>
                </a:rPr>
                <a:t> </a:t>
              </a:r>
              <a:r>
                <a:rPr sz="1900" i="1" spc="50" dirty="0">
                  <a:latin typeface="Times New Roman"/>
                  <a:cs typeface="Times New Roman"/>
                </a:rPr>
                <a:t>x</a:t>
              </a:r>
              <a:r>
                <a:rPr sz="2175" spc="-15" baseline="-19157" dirty="0">
                  <a:latin typeface="Times New Roman"/>
                  <a:cs typeface="Times New Roman"/>
                </a:rPr>
                <a:t>2</a:t>
              </a:r>
              <a:r>
                <a:rPr sz="2175" spc="-187" baseline="-19157" dirty="0">
                  <a:latin typeface="Times New Roman"/>
                  <a:cs typeface="Times New Roman"/>
                </a:rPr>
                <a:t> 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spc="5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-130" dirty="0">
                  <a:latin typeface="Times New Roman"/>
                  <a:cs typeface="Times New Roman"/>
                </a:rPr>
                <a:t> </a:t>
              </a:r>
              <a:r>
                <a:rPr sz="2850" baseline="-27777" dirty="0">
                  <a:latin typeface="Symbol"/>
                  <a:cs typeface="Symbol"/>
                </a:rPr>
                <a:t></a:t>
              </a:r>
              <a:endParaRPr sz="2850" baseline="-27777">
                <a:latin typeface="Symbol"/>
                <a:cs typeface="Symbo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995160" y="4731501"/>
              <a:ext cx="966469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59155" algn="l"/>
                </a:tabLst>
              </a:pPr>
              <a:r>
                <a:rPr sz="190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6995160" y="4483193"/>
              <a:ext cx="966469" cy="318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37490" algn="l"/>
                </a:tabLst>
              </a:pPr>
              <a:r>
                <a:rPr sz="2850" baseline="-4385" dirty="0">
                  <a:latin typeface="Symbol"/>
                  <a:cs typeface="Symbol"/>
                </a:rPr>
                <a:t></a:t>
              </a:r>
              <a:r>
                <a:rPr sz="2850" baseline="-4385" dirty="0">
                  <a:latin typeface="Times New Roman"/>
                  <a:cs typeface="Times New Roman"/>
                </a:rPr>
                <a:t>	</a:t>
              </a:r>
              <a:r>
                <a:rPr sz="1900" i="1" spc="-110" dirty="0">
                  <a:latin typeface="Times New Roman"/>
                  <a:cs typeface="Times New Roman"/>
                </a:rPr>
                <a:t>x</a:t>
              </a:r>
              <a:r>
                <a:rPr sz="2175" spc="172" baseline="-19157" dirty="0">
                  <a:latin typeface="Times New Roman"/>
                  <a:cs typeface="Times New Roman"/>
                </a:rPr>
                <a:t>1</a:t>
              </a:r>
              <a:r>
                <a:rPr sz="1900" spc="55" dirty="0">
                  <a:latin typeface="Times New Roman"/>
                  <a:cs typeface="Times New Roman"/>
                </a:rPr>
                <a:t>(</a:t>
              </a:r>
              <a:r>
                <a:rPr sz="1900" i="1" spc="5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)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5" dirty="0">
                  <a:latin typeface="Times New Roman"/>
                  <a:cs typeface="Times New Roman"/>
                </a:rPr>
                <a:t> </a:t>
              </a:r>
              <a:r>
                <a:rPr sz="2850" baseline="-4385" dirty="0">
                  <a:latin typeface="Symbol"/>
                  <a:cs typeface="Symbol"/>
                </a:rPr>
                <a:t></a:t>
              </a:r>
              <a:endParaRPr sz="2850" baseline="-4385">
                <a:latin typeface="Symbol"/>
                <a:cs typeface="Symbo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4784148" y="5211851"/>
              <a:ext cx="2114550" cy="3225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40995" algn="l"/>
                  <a:tab pos="786765" algn="l"/>
                  <a:tab pos="1236345" algn="l"/>
                  <a:tab pos="2009775" algn="l"/>
                </a:tabLst>
              </a:pPr>
              <a:r>
                <a:rPr sz="1450" spc="-10" dirty="0">
                  <a:latin typeface="Times New Roman"/>
                  <a:cs typeface="Times New Roman"/>
                </a:rPr>
                <a:t>1	</a:t>
              </a:r>
              <a:r>
                <a:rPr sz="2850" i="1" spc="-44" baseline="14619" dirty="0">
                  <a:latin typeface="Times New Roman"/>
                  <a:cs typeface="Times New Roman"/>
                </a:rPr>
                <a:t>b</a:t>
              </a:r>
              <a:r>
                <a:rPr sz="1450" spc="-10" dirty="0">
                  <a:latin typeface="Times New Roman"/>
                  <a:cs typeface="Times New Roman"/>
                </a:rPr>
                <a:t>2</a:t>
              </a:r>
              <a:r>
                <a:rPr sz="1450" dirty="0">
                  <a:latin typeface="Times New Roman"/>
                  <a:cs typeface="Times New Roman"/>
                </a:rPr>
                <a:t>	</a:t>
              </a:r>
              <a:r>
                <a:rPr sz="2850" spc="22" baseline="14619" dirty="0">
                  <a:latin typeface="MT Extra"/>
                  <a:cs typeface="MT Extra"/>
                </a:rPr>
                <a:t></a:t>
              </a:r>
              <a:r>
                <a:rPr sz="2850" baseline="14619" dirty="0">
                  <a:latin typeface="Times New Roman"/>
                  <a:cs typeface="Times New Roman"/>
                </a:rPr>
                <a:t>	</a:t>
              </a:r>
              <a:r>
                <a:rPr sz="2850" i="1" spc="-52" baseline="14619" dirty="0">
                  <a:latin typeface="Times New Roman"/>
                  <a:cs typeface="Times New Roman"/>
                </a:rPr>
                <a:t>b</a:t>
              </a:r>
              <a:r>
                <a:rPr sz="1450" i="1" spc="-10" dirty="0">
                  <a:latin typeface="Times New Roman"/>
                  <a:cs typeface="Times New Roman"/>
                </a:rPr>
                <a:t>n</a:t>
              </a:r>
              <a:r>
                <a:rPr sz="1450" i="1" spc="-215" dirty="0">
                  <a:latin typeface="Times New Roman"/>
                  <a:cs typeface="Times New Roman"/>
                </a:rPr>
                <a:t> </a:t>
              </a:r>
              <a:r>
                <a:rPr sz="1450" spc="-20" dirty="0">
                  <a:latin typeface="Symbol"/>
                  <a:cs typeface="Symbol"/>
                </a:rPr>
                <a:t></a:t>
              </a:r>
              <a:r>
                <a:rPr sz="1450" spc="-10" dirty="0">
                  <a:latin typeface="Times New Roman"/>
                  <a:cs typeface="Times New Roman"/>
                </a:rPr>
                <a:t>1</a:t>
              </a:r>
              <a:r>
                <a:rPr sz="1450" dirty="0">
                  <a:latin typeface="Times New Roman"/>
                  <a:cs typeface="Times New Roman"/>
                </a:rPr>
                <a:t>	</a:t>
              </a:r>
              <a:r>
                <a:rPr sz="1450" i="1" spc="-10" dirty="0">
                  <a:latin typeface="Times New Roman"/>
                  <a:cs typeface="Times New Roman"/>
                </a:rPr>
                <a:t>n</a:t>
              </a:r>
              <a:endParaRPr sz="1450" dirty="0">
                <a:latin typeface="Times New Roman"/>
                <a:cs typeface="Times New Roman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4430370" y="5738849"/>
              <a:ext cx="2075814" cy="254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b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se</a:t>
              </a:r>
              <a:r>
                <a:rPr sz="1800" b="1" spc="20" dirty="0">
                  <a:solidFill>
                    <a:srgbClr val="C00000"/>
                  </a:solidFill>
                  <a:latin typeface="Calibri"/>
                  <a:cs typeface="Calibri"/>
                </a:rPr>
                <a:t>r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v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ti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1800" b="1" spc="-8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qu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ti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o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endParaRPr sz="180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957206"/>
            <a:ext cx="346773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…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2175" y="3773989"/>
            <a:ext cx="2603500" cy="50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06980" algn="l"/>
              </a:tabLst>
            </a:pPr>
            <a:r>
              <a:rPr sz="3750" spc="-600" dirty="0">
                <a:latin typeface="Symbol"/>
                <a:cs typeface="Symbol"/>
              </a:rPr>
              <a:t></a:t>
            </a:r>
            <a:r>
              <a:rPr sz="3750" spc="-600" dirty="0">
                <a:latin typeface="Times New Roman"/>
                <a:cs typeface="Times New Roman"/>
              </a:rPr>
              <a:t>	</a:t>
            </a:r>
            <a:r>
              <a:rPr sz="3750" spc="-600" dirty="0">
                <a:latin typeface="Symbol"/>
                <a:cs typeface="Symbol"/>
              </a:rPr>
              <a:t></a:t>
            </a:r>
            <a:endParaRPr sz="3750">
              <a:latin typeface="Symbol"/>
              <a:cs typeface="Symbo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5685" y="3812657"/>
            <a:ext cx="2596515" cy="0"/>
          </a:xfrm>
          <a:custGeom>
            <a:avLst/>
            <a:gdLst/>
            <a:ahLst/>
            <a:cxnLst/>
            <a:rect l="l" t="t" r="r" b="b"/>
            <a:pathLst>
              <a:path w="2596515">
                <a:moveTo>
                  <a:pt x="0" y="0"/>
                </a:moveTo>
                <a:lnTo>
                  <a:pt x="2595964" y="0"/>
                </a:lnTo>
              </a:path>
            </a:pathLst>
          </a:custGeom>
          <a:ln w="105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9414" y="3812657"/>
            <a:ext cx="2563495" cy="0"/>
          </a:xfrm>
          <a:custGeom>
            <a:avLst/>
            <a:gdLst/>
            <a:ahLst/>
            <a:cxnLst/>
            <a:rect l="l" t="t" r="r" b="b"/>
            <a:pathLst>
              <a:path w="2563495">
                <a:moveTo>
                  <a:pt x="0" y="0"/>
                </a:moveTo>
                <a:lnTo>
                  <a:pt x="2563153" y="0"/>
                </a:lnTo>
              </a:path>
            </a:pathLst>
          </a:custGeom>
          <a:ln w="105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0302" y="3812657"/>
            <a:ext cx="782320" cy="0"/>
          </a:xfrm>
          <a:custGeom>
            <a:avLst/>
            <a:gdLst/>
            <a:ahLst/>
            <a:cxnLst/>
            <a:rect l="l" t="t" r="r" b="b"/>
            <a:pathLst>
              <a:path w="782320">
                <a:moveTo>
                  <a:pt x="0" y="0"/>
                </a:moveTo>
                <a:lnTo>
                  <a:pt x="782206" y="0"/>
                </a:lnTo>
              </a:path>
            </a:pathLst>
          </a:custGeom>
          <a:ln w="105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55510" y="3433933"/>
            <a:ext cx="789305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-30" baseline="33333" dirty="0">
                <a:latin typeface="Symbol"/>
                <a:cs typeface="Symbol"/>
              </a:rPr>
              <a:t></a:t>
            </a:r>
            <a:r>
              <a:rPr sz="2250" spc="-15" baseline="33333" dirty="0">
                <a:latin typeface="Times New Roman"/>
                <a:cs typeface="Times New Roman"/>
              </a:rPr>
              <a:t>1</a:t>
            </a:r>
            <a:r>
              <a:rPr sz="2250" spc="-337" baseline="33333" dirty="0">
                <a:latin typeface="Times New Roman"/>
                <a:cs typeface="Times New Roman"/>
              </a:rPr>
              <a:t> </a:t>
            </a:r>
            <a:r>
              <a:rPr sz="2000" i="1" spc="70" dirty="0">
                <a:latin typeface="Times New Roman"/>
                <a:cs typeface="Times New Roman"/>
              </a:rPr>
              <a:t>y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5671" y="3820899"/>
            <a:ext cx="25412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280" dirty="0">
                <a:latin typeface="Times New Roman"/>
                <a:cs typeface="Times New Roman"/>
              </a:rPr>
              <a:t>b</a:t>
            </a:r>
            <a:r>
              <a:rPr sz="2250" spc="75" baseline="-18518" dirty="0">
                <a:latin typeface="Times New Roman"/>
                <a:cs typeface="Times New Roman"/>
              </a:rPr>
              <a:t>1</a:t>
            </a: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-30" baseline="33333" dirty="0">
                <a:latin typeface="Symbol"/>
                <a:cs typeface="Symbol"/>
              </a:rPr>
              <a:t></a:t>
            </a:r>
            <a:r>
              <a:rPr sz="2250" spc="-15" baseline="33333" dirty="0">
                <a:latin typeface="Times New Roman"/>
                <a:cs typeface="Times New Roman"/>
              </a:rPr>
              <a:t>1</a:t>
            </a:r>
            <a:r>
              <a:rPr sz="2250" spc="37" baseline="33333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14" dirty="0">
                <a:latin typeface="Times New Roman"/>
                <a:cs typeface="Times New Roman"/>
              </a:rPr>
              <a:t>b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50" spc="-307" baseline="-18518" dirty="0">
                <a:latin typeface="Times New Roman"/>
                <a:cs typeface="Times New Roman"/>
              </a:rPr>
              <a:t> </a:t>
            </a: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-30" baseline="33333" dirty="0">
                <a:latin typeface="Symbol"/>
                <a:cs typeface="Symbol"/>
              </a:rPr>
              <a:t></a:t>
            </a:r>
            <a:r>
              <a:rPr sz="2250" spc="-15" baseline="33333" dirty="0">
                <a:latin typeface="Times New Roman"/>
                <a:cs typeface="Times New Roman"/>
              </a:rPr>
              <a:t>2</a:t>
            </a:r>
            <a:r>
              <a:rPr sz="2250" spc="209" baseline="33333" dirty="0">
                <a:latin typeface="Times New Roman"/>
                <a:cs typeface="Times New Roman"/>
              </a:rPr>
              <a:t> </a:t>
            </a:r>
            <a:r>
              <a:rPr sz="2000" spc="135" dirty="0">
                <a:latin typeface="Symbol"/>
                <a:cs typeface="Symbol"/>
              </a:rPr>
              <a:t></a:t>
            </a:r>
            <a:r>
              <a:rPr sz="2000" spc="195" dirty="0">
                <a:latin typeface="MT Extra"/>
                <a:cs typeface="MT Extra"/>
              </a:rPr>
              <a:t>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14" dirty="0">
                <a:latin typeface="Times New Roman"/>
                <a:cs typeface="Times New Roman"/>
              </a:rPr>
              <a:t>b</a:t>
            </a:r>
            <a:r>
              <a:rPr sz="2250" i="1" spc="-15" baseline="-18518" dirty="0">
                <a:latin typeface="Times New Roman"/>
                <a:cs typeface="Times New Roman"/>
              </a:rPr>
              <a:t>n</a:t>
            </a:r>
            <a:r>
              <a:rPr sz="2250" i="1" spc="-262" baseline="-18518" dirty="0">
                <a:latin typeface="Times New Roman"/>
                <a:cs typeface="Times New Roman"/>
              </a:rPr>
              <a:t> </a:t>
            </a: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104" baseline="33333" dirty="0">
                <a:latin typeface="Symbol"/>
                <a:cs typeface="Symbol"/>
              </a:rPr>
              <a:t></a:t>
            </a:r>
            <a:r>
              <a:rPr sz="2250" i="1" spc="-15" baseline="33333" dirty="0">
                <a:latin typeface="Times New Roman"/>
                <a:cs typeface="Times New Roman"/>
              </a:rPr>
              <a:t>n</a:t>
            </a:r>
            <a:endParaRPr sz="2250" baseline="333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9118" y="3820899"/>
            <a:ext cx="698500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45" dirty="0">
                <a:latin typeface="Times New Roman"/>
                <a:cs typeface="Times New Roman"/>
              </a:rPr>
              <a:t>B</a:t>
            </a:r>
            <a:r>
              <a:rPr sz="2000" spc="125" dirty="0">
                <a:latin typeface="Times New Roman"/>
                <a:cs typeface="Times New Roman"/>
              </a:rPr>
              <a:t>(</a:t>
            </a:r>
            <a:r>
              <a:rPr sz="2000" i="1" spc="125" dirty="0">
                <a:latin typeface="Times New Roman"/>
                <a:cs typeface="Times New Roman"/>
              </a:rPr>
              <a:t>z</a:t>
            </a:r>
            <a:r>
              <a:rPr sz="2250" spc="-30" baseline="33333" dirty="0">
                <a:latin typeface="Symbol"/>
                <a:cs typeface="Symbol"/>
              </a:rPr>
              <a:t></a:t>
            </a:r>
            <a:r>
              <a:rPr sz="2250" spc="112" baseline="33333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7802" y="3844104"/>
            <a:ext cx="1640205" cy="21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23645" algn="l"/>
              </a:tabLst>
            </a:pPr>
            <a:r>
              <a:rPr sz="1500" spc="-20" dirty="0">
                <a:latin typeface="Symbol"/>
                <a:cs typeface="Symbol"/>
              </a:rPr>
              <a:t></a:t>
            </a:r>
            <a:r>
              <a:rPr sz="1500" spc="-10" dirty="0">
                <a:latin typeface="Times New Roman"/>
                <a:cs typeface="Times New Roman"/>
              </a:rPr>
              <a:t>1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70" dirty="0">
                <a:latin typeface="Symbol"/>
                <a:cs typeface="Symbol"/>
              </a:rPr>
              <a:t></a:t>
            </a:r>
            <a:r>
              <a:rPr sz="1500" i="1" spc="45" dirty="0">
                <a:latin typeface="Times New Roman"/>
                <a:cs typeface="Times New Roman"/>
              </a:rPr>
              <a:t>n</a:t>
            </a:r>
            <a:r>
              <a:rPr sz="1500" spc="-100" dirty="0">
                <a:latin typeface="Symbol"/>
                <a:cs typeface="Symbol"/>
              </a:rPr>
              <a:t></a:t>
            </a:r>
            <a:r>
              <a:rPr sz="1500" spc="-1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9758" y="4026784"/>
            <a:ext cx="176403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8309" algn="l"/>
                <a:tab pos="1656080" algn="l"/>
              </a:tabLst>
            </a:pPr>
            <a:r>
              <a:rPr sz="1500" spc="-10" dirty="0">
                <a:latin typeface="Times New Roman"/>
                <a:cs typeface="Times New Roman"/>
              </a:rPr>
              <a:t>1	2	</a:t>
            </a:r>
            <a:r>
              <a:rPr sz="1500" i="1" spc="-10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84" y="3499543"/>
            <a:ext cx="4559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70" dirty="0">
                <a:latin typeface="Times New Roman"/>
                <a:cs typeface="Times New Roman"/>
              </a:rPr>
              <a:t>y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155" dirty="0">
                <a:latin typeface="Times New Roman"/>
                <a:cs typeface="Times New Roman"/>
              </a:rPr>
              <a:t>k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18304" y="3495494"/>
            <a:ext cx="75565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70" dirty="0">
                <a:latin typeface="Times New Roman"/>
                <a:cs typeface="Times New Roman"/>
              </a:rPr>
              <a:t>y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Symbol"/>
                <a:cs typeface="Symbol"/>
              </a:rPr>
              <a:t></a:t>
            </a:r>
            <a:r>
              <a:rPr sz="2000" spc="-16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510" y="3655216"/>
            <a:ext cx="695325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35" dirty="0">
                <a:latin typeface="Times New Roman"/>
                <a:cs typeface="Times New Roman"/>
              </a:rPr>
              <a:t>w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3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7859" y="3905462"/>
            <a:ext cx="1979295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1080" algn="l"/>
              </a:tabLst>
            </a:pPr>
            <a:r>
              <a:rPr sz="2000" i="1" spc="-10" dirty="0">
                <a:latin typeface="Times New Roman"/>
                <a:cs typeface="Times New Roman"/>
              </a:rPr>
              <a:t>b </a:t>
            </a:r>
            <a:r>
              <a:rPr sz="2000" i="1" spc="-12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8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z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spc="135" dirty="0">
                <a:latin typeface="Symbol"/>
                <a:cs typeface="Symbol"/>
              </a:rPr>
              <a:t></a:t>
            </a:r>
            <a:r>
              <a:rPr sz="2000" spc="195" dirty="0">
                <a:latin typeface="MT Extra"/>
                <a:cs typeface="MT Extra"/>
              </a:rPr>
              <a:t></a:t>
            </a:r>
            <a:r>
              <a:rPr sz="2000" spc="-15" dirty="0">
                <a:latin typeface="Symbol"/>
                <a:cs typeface="Symbol"/>
              </a:rPr>
              <a:t>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897" y="3655216"/>
            <a:ext cx="1638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6708" y="3655216"/>
            <a:ext cx="1638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6863" y="2512898"/>
            <a:ext cx="4213225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6225" spc="-832" baseline="-6024" dirty="0">
                <a:latin typeface="Symbol"/>
                <a:cs typeface="Symbol"/>
              </a:rPr>
              <a:t></a:t>
            </a:r>
            <a:r>
              <a:rPr sz="2200" i="1" spc="-315" dirty="0">
                <a:latin typeface="Times New Roman"/>
                <a:cs typeface="Times New Roman"/>
              </a:rPr>
              <a:t>b</a:t>
            </a:r>
            <a:r>
              <a:rPr sz="2475" spc="-15" baseline="-18518" dirty="0">
                <a:latin typeface="Times New Roman"/>
                <a:cs typeface="Times New Roman"/>
              </a:rPr>
              <a:t>1</a:t>
            </a:r>
            <a:r>
              <a:rPr sz="2475" spc="44" baseline="-18518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i="1" spc="-130" dirty="0">
                <a:latin typeface="Times New Roman"/>
                <a:cs typeface="Times New Roman"/>
              </a:rPr>
              <a:t>b</a:t>
            </a:r>
            <a:r>
              <a:rPr sz="2475" spc="-15" baseline="-18518" dirty="0">
                <a:latin typeface="Times New Roman"/>
                <a:cs typeface="Times New Roman"/>
              </a:rPr>
              <a:t>2</a:t>
            </a:r>
            <a:r>
              <a:rPr sz="2475" spc="-330" baseline="-18518" dirty="0">
                <a:latin typeface="Times New Roman"/>
                <a:cs typeface="Times New Roman"/>
              </a:rPr>
              <a:t> 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44" baseline="33670" dirty="0">
                <a:latin typeface="Times New Roman"/>
                <a:cs typeface="Times New Roman"/>
              </a:rPr>
              <a:t> </a:t>
            </a:r>
            <a:r>
              <a:rPr sz="2200" spc="150" dirty="0">
                <a:latin typeface="Symbol"/>
                <a:cs typeface="Symbol"/>
              </a:rPr>
              <a:t></a:t>
            </a:r>
            <a:r>
              <a:rPr sz="2200" spc="210" dirty="0">
                <a:latin typeface="MT Extra"/>
                <a:cs typeface="MT Extra"/>
              </a:rPr>
              <a:t>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i="1" spc="-130" dirty="0">
                <a:latin typeface="Times New Roman"/>
                <a:cs typeface="Times New Roman"/>
              </a:rPr>
              <a:t>b</a:t>
            </a:r>
            <a:r>
              <a:rPr sz="2475" i="1" spc="-15" baseline="-18518" dirty="0">
                <a:latin typeface="Times New Roman"/>
                <a:cs typeface="Times New Roman"/>
              </a:rPr>
              <a:t>n</a:t>
            </a:r>
            <a:r>
              <a:rPr sz="2475" i="1" spc="-284" baseline="-18518" dirty="0">
                <a:latin typeface="Times New Roman"/>
                <a:cs typeface="Times New Roman"/>
              </a:rPr>
              <a:t> 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112" baseline="33670" dirty="0">
                <a:latin typeface="Symbol"/>
                <a:cs typeface="Symbol"/>
              </a:rPr>
              <a:t></a:t>
            </a:r>
            <a:r>
              <a:rPr sz="2475" i="1" spc="75" baseline="33670" dirty="0">
                <a:latin typeface="Times New Roman"/>
                <a:cs typeface="Times New Roman"/>
              </a:rPr>
              <a:t>n</a:t>
            </a:r>
            <a:r>
              <a:rPr sz="2475" spc="-165" baseline="33670" dirty="0">
                <a:latin typeface="Symbol"/>
                <a:cs typeface="Symbol"/>
              </a:rPr>
              <a:t>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-300" baseline="33670" dirty="0">
                <a:latin typeface="Times New Roman"/>
                <a:cs typeface="Times New Roman"/>
              </a:rPr>
              <a:t> </a:t>
            </a:r>
            <a:r>
              <a:rPr sz="6225" spc="-997" baseline="-6024" dirty="0">
                <a:latin typeface="Symbol"/>
                <a:cs typeface="Symbol"/>
              </a:rPr>
              <a:t></a:t>
            </a:r>
            <a:r>
              <a:rPr sz="6225" spc="-787" baseline="-6024" dirty="0">
                <a:latin typeface="Times New Roman"/>
                <a:cs typeface="Times New Roman"/>
              </a:rPr>
              <a:t> </a:t>
            </a:r>
            <a:r>
              <a:rPr sz="2200" i="1" spc="-40" dirty="0">
                <a:latin typeface="Times New Roman"/>
                <a:cs typeface="Times New Roman"/>
              </a:rPr>
              <a:t>w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spc="-75" dirty="0">
                <a:latin typeface="Calibri"/>
                <a:cs typeface="Calibri"/>
              </a:rPr>
              <a:t>x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ci</a:t>
            </a:r>
            <a:r>
              <a:rPr spc="-15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68849"/>
            <a:ext cx="6743700" cy="734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i)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ii)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Can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96504" y="3731278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>
                <a:moveTo>
                  <a:pt x="0" y="0"/>
                </a:moveTo>
                <a:lnTo>
                  <a:pt x="763207" y="0"/>
                </a:lnTo>
              </a:path>
            </a:pathLst>
          </a:custGeom>
          <a:ln w="113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56114" y="3731278"/>
            <a:ext cx="1791970" cy="0"/>
          </a:xfrm>
          <a:custGeom>
            <a:avLst/>
            <a:gdLst/>
            <a:ahLst/>
            <a:cxnLst/>
            <a:rect l="l" t="t" r="r" b="b"/>
            <a:pathLst>
              <a:path w="1791970">
                <a:moveTo>
                  <a:pt x="0" y="0"/>
                </a:moveTo>
                <a:lnTo>
                  <a:pt x="1791860" y="0"/>
                </a:lnTo>
              </a:path>
            </a:pathLst>
          </a:custGeom>
          <a:ln w="113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18718" y="3323437"/>
            <a:ext cx="189039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64335" algn="l"/>
              </a:tabLst>
            </a:pPr>
            <a:r>
              <a:rPr sz="1600" spc="-10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	</a:t>
            </a:r>
            <a:r>
              <a:rPr sz="1600" spc="-10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0410" y="3323437"/>
            <a:ext cx="23812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7254" y="3389648"/>
            <a:ext cx="116967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13410" algn="l"/>
              </a:tabLst>
            </a:pPr>
            <a:r>
              <a:rPr sz="2150" i="1" spc="-305" dirty="0">
                <a:latin typeface="Times New Roman"/>
                <a:cs typeface="Times New Roman"/>
              </a:rPr>
              <a:t>b</a:t>
            </a:r>
            <a:r>
              <a:rPr sz="2400" spc="89" baseline="-19097" dirty="0">
                <a:latin typeface="Times New Roman"/>
                <a:cs typeface="Times New Roman"/>
              </a:rPr>
              <a:t>1</a:t>
            </a:r>
            <a:r>
              <a:rPr sz="2150" i="1" spc="-10" dirty="0">
                <a:latin typeface="Times New Roman"/>
                <a:cs typeface="Times New Roman"/>
              </a:rPr>
              <a:t>z</a:t>
            </a:r>
            <a:r>
              <a:rPr sz="2150" i="1" dirty="0">
                <a:latin typeface="Times New Roman"/>
                <a:cs typeface="Times New Roman"/>
              </a:rPr>
              <a:t>	</a:t>
            </a:r>
            <a:r>
              <a:rPr sz="2150" spc="-15" dirty="0">
                <a:latin typeface="Symbol"/>
                <a:cs typeface="Symbol"/>
              </a:rPr>
              <a:t></a:t>
            </a:r>
            <a:r>
              <a:rPr sz="2150" spc="-215" dirty="0">
                <a:latin typeface="Times New Roman"/>
                <a:cs typeface="Times New Roman"/>
              </a:rPr>
              <a:t> </a:t>
            </a:r>
            <a:r>
              <a:rPr sz="2150" i="1" spc="-125" dirty="0">
                <a:latin typeface="Times New Roman"/>
                <a:cs typeface="Times New Roman"/>
              </a:rPr>
              <a:t>b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322" baseline="-19097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8718" y="3741109"/>
            <a:ext cx="23812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3900" y="3741109"/>
            <a:ext cx="23812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84648" y="3741109"/>
            <a:ext cx="23812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1779" y="3807176"/>
            <a:ext cx="1559560" cy="360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1710" algn="l"/>
              </a:tabLst>
            </a:pPr>
            <a:r>
              <a:rPr sz="2150" spc="150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Symbol"/>
                <a:cs typeface="Symbol"/>
              </a:rPr>
              <a:t></a:t>
            </a:r>
            <a:r>
              <a:rPr sz="2150" spc="-145" dirty="0">
                <a:latin typeface="Times New Roman"/>
                <a:cs typeface="Times New Roman"/>
              </a:rPr>
              <a:t> </a:t>
            </a:r>
            <a:r>
              <a:rPr sz="2150" i="1" spc="-204" dirty="0">
                <a:latin typeface="Times New Roman"/>
                <a:cs typeface="Times New Roman"/>
              </a:rPr>
              <a:t>a</a:t>
            </a:r>
            <a:r>
              <a:rPr sz="2400" spc="97" baseline="-19097" dirty="0">
                <a:latin typeface="Times New Roman"/>
                <a:cs typeface="Times New Roman"/>
              </a:rPr>
              <a:t>1</a:t>
            </a:r>
            <a:r>
              <a:rPr sz="2150" i="1" spc="-10" dirty="0">
                <a:latin typeface="Times New Roman"/>
                <a:cs typeface="Times New Roman"/>
              </a:rPr>
              <a:t>z</a:t>
            </a:r>
            <a:r>
              <a:rPr sz="2150" i="1" dirty="0">
                <a:latin typeface="Times New Roman"/>
                <a:cs typeface="Times New Roman"/>
              </a:rPr>
              <a:t>	</a:t>
            </a:r>
            <a:r>
              <a:rPr sz="2150" spc="-15" dirty="0">
                <a:latin typeface="Symbol"/>
                <a:cs typeface="Symbol"/>
              </a:rPr>
              <a:t></a:t>
            </a:r>
            <a:r>
              <a:rPr sz="2150" spc="-145" dirty="0">
                <a:latin typeface="Times New Roman"/>
                <a:cs typeface="Times New Roman"/>
              </a:rPr>
              <a:t> </a:t>
            </a:r>
            <a:r>
              <a:rPr sz="2150" i="1" spc="-25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322" baseline="-19097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2202" y="3395426"/>
            <a:ext cx="2259965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14145" algn="l"/>
              </a:tabLst>
            </a:pPr>
            <a:r>
              <a:rPr sz="2150" i="1" spc="75" dirty="0">
                <a:latin typeface="Times New Roman"/>
                <a:cs typeface="Times New Roman"/>
              </a:rPr>
              <a:t>y</a:t>
            </a:r>
            <a:r>
              <a:rPr sz="2150" spc="40" dirty="0">
                <a:latin typeface="Times New Roman"/>
                <a:cs typeface="Times New Roman"/>
              </a:rPr>
              <a:t>(</a:t>
            </a:r>
            <a:r>
              <a:rPr sz="2150" i="1" spc="-10" dirty="0">
                <a:latin typeface="Times New Roman"/>
                <a:cs typeface="Times New Roman"/>
              </a:rPr>
              <a:t>k</a:t>
            </a:r>
            <a:r>
              <a:rPr sz="2150" i="1" spc="-35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)</a:t>
            </a:r>
            <a:r>
              <a:rPr sz="2150" spc="-50" dirty="0">
                <a:latin typeface="Times New Roman"/>
                <a:cs typeface="Times New Roman"/>
              </a:rPr>
              <a:t> </a:t>
            </a:r>
            <a:r>
              <a:rPr sz="2150" spc="-15" dirty="0">
                <a:latin typeface="Symbol"/>
                <a:cs typeface="Symbol"/>
              </a:rPr>
              <a:t></a:t>
            </a:r>
            <a:r>
              <a:rPr sz="2150" spc="200" dirty="0">
                <a:latin typeface="Times New Roman"/>
                <a:cs typeface="Times New Roman"/>
              </a:rPr>
              <a:t> </a:t>
            </a:r>
            <a:r>
              <a:rPr sz="3225" i="1" spc="75" baseline="34883" dirty="0">
                <a:latin typeface="Times New Roman"/>
                <a:cs typeface="Times New Roman"/>
              </a:rPr>
              <a:t>B</a:t>
            </a:r>
            <a:r>
              <a:rPr sz="3225" spc="209" baseline="34883" dirty="0">
                <a:latin typeface="Times New Roman"/>
                <a:cs typeface="Times New Roman"/>
              </a:rPr>
              <a:t>(</a:t>
            </a:r>
            <a:r>
              <a:rPr sz="3225" i="1" spc="-15" baseline="34883" dirty="0">
                <a:latin typeface="Times New Roman"/>
                <a:cs typeface="Times New Roman"/>
              </a:rPr>
              <a:t>z</a:t>
            </a:r>
            <a:r>
              <a:rPr sz="3225" i="1" baseline="34883" dirty="0">
                <a:latin typeface="Times New Roman"/>
                <a:cs typeface="Times New Roman"/>
              </a:rPr>
              <a:t>	</a:t>
            </a:r>
            <a:r>
              <a:rPr sz="3225" spc="-15" baseline="34883" dirty="0">
                <a:latin typeface="Times New Roman"/>
                <a:cs typeface="Times New Roman"/>
              </a:rPr>
              <a:t>)</a:t>
            </a:r>
            <a:r>
              <a:rPr sz="3225" spc="-209" baseline="34883" dirty="0">
                <a:latin typeface="Times New Roman"/>
                <a:cs typeface="Times New Roman"/>
              </a:rPr>
              <a:t> </a:t>
            </a:r>
            <a:r>
              <a:rPr sz="2150" i="1" spc="85" dirty="0">
                <a:latin typeface="Times New Roman"/>
                <a:cs typeface="Times New Roman"/>
              </a:rPr>
              <a:t>u</a:t>
            </a:r>
            <a:r>
              <a:rPr sz="2150" spc="40" dirty="0">
                <a:latin typeface="Times New Roman"/>
                <a:cs typeface="Times New Roman"/>
              </a:rPr>
              <a:t>(</a:t>
            </a:r>
            <a:r>
              <a:rPr sz="2150" i="1" spc="-10" dirty="0">
                <a:latin typeface="Times New Roman"/>
                <a:cs typeface="Times New Roman"/>
              </a:rPr>
              <a:t>k</a:t>
            </a:r>
            <a:r>
              <a:rPr sz="2150" i="1" spc="-35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)</a:t>
            </a:r>
            <a:r>
              <a:rPr sz="2150" spc="-50" dirty="0">
                <a:latin typeface="Times New Roman"/>
                <a:cs typeface="Times New Roman"/>
              </a:rPr>
              <a:t> </a:t>
            </a:r>
            <a:r>
              <a:rPr sz="2150" spc="-15" dirty="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3137" y="3567233"/>
            <a:ext cx="50609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85" dirty="0">
                <a:latin typeface="Times New Roman"/>
                <a:cs typeface="Times New Roman"/>
              </a:rPr>
              <a:t>u</a:t>
            </a:r>
            <a:r>
              <a:rPr sz="2150" spc="45" dirty="0">
                <a:latin typeface="Times New Roman"/>
                <a:cs typeface="Times New Roman"/>
              </a:rPr>
              <a:t>(</a:t>
            </a:r>
            <a:r>
              <a:rPr sz="2150" i="1" spc="-10" dirty="0">
                <a:latin typeface="Times New Roman"/>
                <a:cs typeface="Times New Roman"/>
              </a:rPr>
              <a:t>k</a:t>
            </a:r>
            <a:r>
              <a:rPr sz="2150" i="1" spc="-350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3003" y="3811584"/>
            <a:ext cx="73660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3095" algn="l"/>
              </a:tabLst>
            </a:pPr>
            <a:r>
              <a:rPr sz="2150" i="1" spc="-55" dirty="0">
                <a:latin typeface="Times New Roman"/>
                <a:cs typeface="Times New Roman"/>
              </a:rPr>
              <a:t>A</a:t>
            </a:r>
            <a:r>
              <a:rPr sz="2150" spc="145" dirty="0">
                <a:latin typeface="Times New Roman"/>
                <a:cs typeface="Times New Roman"/>
              </a:rPr>
              <a:t>(</a:t>
            </a:r>
            <a:r>
              <a:rPr sz="2150" i="1" spc="-10" dirty="0">
                <a:latin typeface="Times New Roman"/>
                <a:cs typeface="Times New Roman"/>
              </a:rPr>
              <a:t>z</a:t>
            </a:r>
            <a:r>
              <a:rPr sz="2150" i="1" dirty="0">
                <a:latin typeface="Times New Roman"/>
                <a:cs typeface="Times New Roman"/>
              </a:rPr>
              <a:t>	</a:t>
            </a:r>
            <a:r>
              <a:rPr sz="2150" spc="-10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ig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9B3857-C62E-90AD-AC7E-DB089D010444}"/>
              </a:ext>
            </a:extLst>
          </p:cNvPr>
          <p:cNvGrpSpPr/>
          <p:nvPr/>
        </p:nvGrpSpPr>
        <p:grpSpPr>
          <a:xfrm>
            <a:off x="633734" y="1860560"/>
            <a:ext cx="4734857" cy="957922"/>
            <a:chOff x="633734" y="1860560"/>
            <a:chExt cx="4734857" cy="957922"/>
          </a:xfrm>
        </p:grpSpPr>
        <p:sp>
          <p:nvSpPr>
            <p:cNvPr id="2" name="object 2"/>
            <p:cNvSpPr/>
            <p:nvPr/>
          </p:nvSpPr>
          <p:spPr>
            <a:xfrm>
              <a:off x="633734" y="1860560"/>
              <a:ext cx="1582420" cy="0"/>
            </a:xfrm>
            <a:custGeom>
              <a:avLst/>
              <a:gdLst/>
              <a:ahLst/>
              <a:cxnLst/>
              <a:rect l="l" t="t" r="r" b="b"/>
              <a:pathLst>
                <a:path w="1582420">
                  <a:moveTo>
                    <a:pt x="0" y="0"/>
                  </a:moveTo>
                  <a:lnTo>
                    <a:pt x="1581817" y="0"/>
                  </a:lnTo>
                </a:path>
              </a:pathLst>
            </a:custGeom>
            <a:ln w="17779">
              <a:solidFill>
                <a:srgbClr val="A5AC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5865" y="2382503"/>
              <a:ext cx="763270" cy="0"/>
            </a:xfrm>
            <a:custGeom>
              <a:avLst/>
              <a:gdLst/>
              <a:ahLst/>
              <a:cxnLst/>
              <a:rect l="l" t="t" r="r" b="b"/>
              <a:pathLst>
                <a:path w="763269">
                  <a:moveTo>
                    <a:pt x="0" y="0"/>
                  </a:moveTo>
                  <a:lnTo>
                    <a:pt x="763213" y="0"/>
                  </a:lnTo>
                </a:path>
              </a:pathLst>
            </a:custGeom>
            <a:ln w="113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5451" y="2382503"/>
              <a:ext cx="1791970" cy="0"/>
            </a:xfrm>
            <a:custGeom>
              <a:avLst/>
              <a:gdLst/>
              <a:ahLst/>
              <a:cxnLst/>
              <a:rect l="l" t="t" r="r" b="b"/>
              <a:pathLst>
                <a:path w="1791970">
                  <a:moveTo>
                    <a:pt x="0" y="0"/>
                  </a:moveTo>
                  <a:lnTo>
                    <a:pt x="1791890" y="0"/>
                  </a:lnTo>
                </a:path>
              </a:pathLst>
            </a:custGeom>
            <a:ln w="113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560168" y="1974696"/>
              <a:ext cx="238125" cy="2336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Symbol"/>
                  <a:cs typeface="Symbol"/>
                </a:rPr>
                <a:t></a:t>
              </a:r>
              <a:r>
                <a:rPr sz="1600" dirty="0">
                  <a:latin typeface="Times New Roman"/>
                  <a:cs typeface="Times New Roman"/>
                </a:rPr>
                <a:t>1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389769" y="1974696"/>
              <a:ext cx="238125" cy="2336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Symbol"/>
                  <a:cs typeface="Symbol"/>
                </a:rPr>
                <a:t></a:t>
              </a:r>
              <a:r>
                <a:rPr sz="1600" dirty="0">
                  <a:latin typeface="Times New Roman"/>
                  <a:cs typeface="Times New Roman"/>
                </a:rPr>
                <a:t>2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908077" y="1976125"/>
              <a:ext cx="238125" cy="2336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Symbol"/>
                  <a:cs typeface="Symbol"/>
                </a:rPr>
                <a:t></a:t>
              </a:r>
              <a:r>
                <a:rPr sz="1600" dirty="0">
                  <a:latin typeface="Times New Roman"/>
                  <a:cs typeface="Times New Roman"/>
                </a:rPr>
                <a:t>1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226612" y="2040907"/>
              <a:ext cx="1169670" cy="3606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13410" algn="l"/>
                </a:tabLst>
              </a:pPr>
              <a:r>
                <a:rPr sz="2150" i="1" spc="-305" dirty="0">
                  <a:latin typeface="Times New Roman"/>
                  <a:cs typeface="Times New Roman"/>
                </a:rPr>
                <a:t>b</a:t>
              </a:r>
              <a:r>
                <a:rPr sz="2400" spc="89" baseline="-19097" dirty="0">
                  <a:latin typeface="Times New Roman"/>
                  <a:cs typeface="Times New Roman"/>
                </a:rPr>
                <a:t>1</a:t>
              </a:r>
              <a:r>
                <a:rPr sz="2150" i="1" spc="-10" dirty="0">
                  <a:latin typeface="Times New Roman"/>
                  <a:cs typeface="Times New Roman"/>
                </a:rPr>
                <a:t>z</a:t>
              </a:r>
              <a:r>
                <a:rPr sz="2150" i="1" dirty="0">
                  <a:latin typeface="Times New Roman"/>
                  <a:cs typeface="Times New Roman"/>
                </a:rPr>
                <a:t>	</a:t>
              </a:r>
              <a:r>
                <a:rPr sz="2150" spc="-15" dirty="0">
                  <a:latin typeface="Symbol"/>
                  <a:cs typeface="Symbol"/>
                </a:rPr>
                <a:t></a:t>
              </a:r>
              <a:r>
                <a:rPr sz="2150" spc="-215" dirty="0">
                  <a:latin typeface="Times New Roman"/>
                  <a:cs typeface="Times New Roman"/>
                </a:rPr>
                <a:t> </a:t>
              </a:r>
              <a:r>
                <a:rPr sz="2150" i="1" spc="-125" dirty="0">
                  <a:latin typeface="Times New Roman"/>
                  <a:cs typeface="Times New Roman"/>
                </a:rPr>
                <a:t>b</a:t>
              </a:r>
              <a:r>
                <a:rPr sz="2400" baseline="-19097" dirty="0">
                  <a:latin typeface="Times New Roman"/>
                  <a:cs typeface="Times New Roman"/>
                </a:rPr>
                <a:t>2</a:t>
              </a:r>
              <a:r>
                <a:rPr sz="2400" spc="-322" baseline="-19097" dirty="0">
                  <a:latin typeface="Times New Roman"/>
                  <a:cs typeface="Times New Roman"/>
                </a:rPr>
                <a:t> </a:t>
              </a:r>
              <a:r>
                <a:rPr sz="2150" i="1" spc="-10" dirty="0">
                  <a:latin typeface="Times New Roman"/>
                  <a:cs typeface="Times New Roman"/>
                </a:rPr>
                <a:t>z</a:t>
              </a:r>
              <a:endParaRPr sz="2150" dirty="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908077" y="2392357"/>
              <a:ext cx="238125" cy="2330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Symbol"/>
                  <a:cs typeface="Symbol"/>
                </a:rPr>
                <a:t></a:t>
              </a:r>
              <a:r>
                <a:rPr sz="1600" dirty="0">
                  <a:latin typeface="Times New Roman"/>
                  <a:cs typeface="Times New Roman"/>
                </a:rPr>
                <a:t>1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723259" y="2392357"/>
              <a:ext cx="238125" cy="2330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Symbol"/>
                  <a:cs typeface="Symbol"/>
                </a:rPr>
                <a:t></a:t>
              </a:r>
              <a:r>
                <a:rPr sz="1600" dirty="0">
                  <a:latin typeface="Times New Roman"/>
                  <a:cs typeface="Times New Roman"/>
                </a:rPr>
                <a:t>1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574007" y="2392357"/>
              <a:ext cx="238125" cy="2330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Symbol"/>
                  <a:cs typeface="Symbol"/>
                </a:rPr>
                <a:t></a:t>
              </a:r>
              <a:r>
                <a:rPr sz="1600" dirty="0">
                  <a:latin typeface="Times New Roman"/>
                  <a:cs typeface="Times New Roman"/>
                </a:rPr>
                <a:t>2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021138" y="2458437"/>
              <a:ext cx="1559560" cy="3600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981710" algn="l"/>
                </a:tabLst>
              </a:pPr>
              <a:r>
                <a:rPr sz="2150" spc="150" dirty="0">
                  <a:latin typeface="Times New Roman"/>
                  <a:cs typeface="Times New Roman"/>
                </a:rPr>
                <a:t>1</a:t>
              </a:r>
              <a:r>
                <a:rPr sz="2150" spc="-15" dirty="0">
                  <a:latin typeface="Symbol"/>
                  <a:cs typeface="Symbol"/>
                </a:rPr>
                <a:t></a:t>
              </a:r>
              <a:r>
                <a:rPr sz="2150" spc="-145" dirty="0">
                  <a:latin typeface="Times New Roman"/>
                  <a:cs typeface="Times New Roman"/>
                </a:rPr>
                <a:t> </a:t>
              </a:r>
              <a:r>
                <a:rPr sz="2150" i="1" spc="-204" dirty="0">
                  <a:latin typeface="Times New Roman"/>
                  <a:cs typeface="Times New Roman"/>
                </a:rPr>
                <a:t>a</a:t>
              </a:r>
              <a:r>
                <a:rPr sz="2400" spc="97" baseline="-19097" dirty="0">
                  <a:latin typeface="Times New Roman"/>
                  <a:cs typeface="Times New Roman"/>
                </a:rPr>
                <a:t>1</a:t>
              </a:r>
              <a:r>
                <a:rPr sz="2150" i="1" spc="-10" dirty="0">
                  <a:latin typeface="Times New Roman"/>
                  <a:cs typeface="Times New Roman"/>
                </a:rPr>
                <a:t>z</a:t>
              </a:r>
              <a:r>
                <a:rPr sz="2150" i="1" dirty="0">
                  <a:latin typeface="Times New Roman"/>
                  <a:cs typeface="Times New Roman"/>
                </a:rPr>
                <a:t>	</a:t>
              </a:r>
              <a:r>
                <a:rPr sz="2150" spc="-15" dirty="0">
                  <a:latin typeface="Symbol"/>
                  <a:cs typeface="Symbol"/>
                </a:rPr>
                <a:t></a:t>
              </a:r>
              <a:r>
                <a:rPr sz="2150" spc="-145" dirty="0">
                  <a:latin typeface="Times New Roman"/>
                  <a:cs typeface="Times New Roman"/>
                </a:rPr>
                <a:t> </a:t>
              </a:r>
              <a:r>
                <a:rPr sz="2150" i="1" spc="-25" dirty="0">
                  <a:latin typeface="Times New Roman"/>
                  <a:cs typeface="Times New Roman"/>
                </a:rPr>
                <a:t>a</a:t>
              </a:r>
              <a:r>
                <a:rPr sz="2400" baseline="-19097" dirty="0">
                  <a:latin typeface="Times New Roman"/>
                  <a:cs typeface="Times New Roman"/>
                </a:rPr>
                <a:t>2</a:t>
              </a:r>
              <a:r>
                <a:rPr sz="2400" spc="-322" baseline="-19097" dirty="0">
                  <a:latin typeface="Times New Roman"/>
                  <a:cs typeface="Times New Roman"/>
                </a:rPr>
                <a:t> </a:t>
              </a:r>
              <a:r>
                <a:rPr sz="2150" i="1" spc="-10" dirty="0">
                  <a:latin typeface="Times New Roman"/>
                  <a:cs typeface="Times New Roman"/>
                </a:rPr>
                <a:t>z</a:t>
              </a:r>
              <a:endParaRPr sz="215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31561" y="2046684"/>
              <a:ext cx="2259965" cy="4705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414145" algn="l"/>
                </a:tabLst>
              </a:pPr>
              <a:r>
                <a:rPr sz="2150" i="1" spc="75" dirty="0">
                  <a:latin typeface="Times New Roman"/>
                  <a:cs typeface="Times New Roman"/>
                </a:rPr>
                <a:t>y</a:t>
              </a:r>
              <a:r>
                <a:rPr sz="2150" spc="40" dirty="0">
                  <a:latin typeface="Times New Roman"/>
                  <a:cs typeface="Times New Roman"/>
                </a:rPr>
                <a:t>(</a:t>
              </a:r>
              <a:r>
                <a:rPr sz="2150" i="1" spc="-10" dirty="0">
                  <a:latin typeface="Times New Roman"/>
                  <a:cs typeface="Times New Roman"/>
                </a:rPr>
                <a:t>k</a:t>
              </a:r>
              <a:r>
                <a:rPr sz="2150" i="1" spc="-350" dirty="0">
                  <a:latin typeface="Times New Roman"/>
                  <a:cs typeface="Times New Roman"/>
                </a:rPr>
                <a:t> </a:t>
              </a:r>
              <a:r>
                <a:rPr sz="2150" spc="-10" dirty="0">
                  <a:latin typeface="Times New Roman"/>
                  <a:cs typeface="Times New Roman"/>
                </a:rPr>
                <a:t>)</a:t>
              </a:r>
              <a:r>
                <a:rPr sz="2150" spc="-50" dirty="0">
                  <a:latin typeface="Times New Roman"/>
                  <a:cs typeface="Times New Roman"/>
                </a:rPr>
                <a:t> </a:t>
              </a:r>
              <a:r>
                <a:rPr sz="2150" spc="-15" dirty="0">
                  <a:latin typeface="Symbol"/>
                  <a:cs typeface="Symbol"/>
                </a:rPr>
                <a:t></a:t>
              </a:r>
              <a:r>
                <a:rPr sz="2150" spc="200" dirty="0">
                  <a:latin typeface="Times New Roman"/>
                  <a:cs typeface="Times New Roman"/>
                </a:rPr>
                <a:t> </a:t>
              </a:r>
              <a:r>
                <a:rPr sz="3225" i="1" spc="75" baseline="34883" dirty="0">
                  <a:latin typeface="Times New Roman"/>
                  <a:cs typeface="Times New Roman"/>
                </a:rPr>
                <a:t>B</a:t>
              </a:r>
              <a:r>
                <a:rPr sz="3225" spc="209" baseline="34883" dirty="0">
                  <a:latin typeface="Times New Roman"/>
                  <a:cs typeface="Times New Roman"/>
                </a:rPr>
                <a:t>(</a:t>
              </a:r>
              <a:r>
                <a:rPr sz="3225" i="1" spc="-15" baseline="34883" dirty="0">
                  <a:latin typeface="Times New Roman"/>
                  <a:cs typeface="Times New Roman"/>
                </a:rPr>
                <a:t>z</a:t>
              </a:r>
              <a:r>
                <a:rPr sz="3225" i="1" baseline="34883" dirty="0">
                  <a:latin typeface="Times New Roman"/>
                  <a:cs typeface="Times New Roman"/>
                </a:rPr>
                <a:t>	</a:t>
              </a:r>
              <a:r>
                <a:rPr sz="3225" spc="-15" baseline="34883" dirty="0">
                  <a:latin typeface="Times New Roman"/>
                  <a:cs typeface="Times New Roman"/>
                </a:rPr>
                <a:t>)</a:t>
              </a:r>
              <a:r>
                <a:rPr sz="3225" spc="-209" baseline="34883" dirty="0">
                  <a:latin typeface="Times New Roman"/>
                  <a:cs typeface="Times New Roman"/>
                </a:rPr>
                <a:t> </a:t>
              </a:r>
              <a:r>
                <a:rPr sz="2150" i="1" spc="85" dirty="0">
                  <a:latin typeface="Times New Roman"/>
                  <a:cs typeface="Times New Roman"/>
                </a:rPr>
                <a:t>u</a:t>
              </a:r>
              <a:r>
                <a:rPr sz="2150" spc="40" dirty="0">
                  <a:latin typeface="Times New Roman"/>
                  <a:cs typeface="Times New Roman"/>
                </a:rPr>
                <a:t>(</a:t>
              </a:r>
              <a:r>
                <a:rPr sz="2150" i="1" spc="-10" dirty="0">
                  <a:latin typeface="Times New Roman"/>
                  <a:cs typeface="Times New Roman"/>
                </a:rPr>
                <a:t>k</a:t>
              </a:r>
              <a:r>
                <a:rPr sz="2150" i="1" spc="-350" dirty="0">
                  <a:latin typeface="Times New Roman"/>
                  <a:cs typeface="Times New Roman"/>
                </a:rPr>
                <a:t> </a:t>
              </a:r>
              <a:r>
                <a:rPr sz="2150" spc="-10" dirty="0">
                  <a:latin typeface="Times New Roman"/>
                  <a:cs typeface="Times New Roman"/>
                </a:rPr>
                <a:t>)</a:t>
              </a:r>
              <a:r>
                <a:rPr sz="2150" spc="-50" dirty="0">
                  <a:latin typeface="Times New Roman"/>
                  <a:cs typeface="Times New Roman"/>
                </a:rPr>
                <a:t> </a:t>
              </a:r>
              <a:r>
                <a:rPr sz="2150" spc="-15" dirty="0">
                  <a:latin typeface="Symbol"/>
                  <a:cs typeface="Symbol"/>
                </a:rPr>
                <a:t></a:t>
              </a:r>
              <a:endParaRPr sz="2150">
                <a:latin typeface="Symbol"/>
                <a:cs typeface="Symbol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862496" y="2218491"/>
              <a:ext cx="506095" cy="2984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50" i="1" spc="85" dirty="0">
                  <a:latin typeface="Times New Roman"/>
                  <a:cs typeface="Times New Roman"/>
                </a:rPr>
                <a:t>u</a:t>
              </a:r>
              <a:r>
                <a:rPr sz="2150" spc="45" dirty="0">
                  <a:latin typeface="Times New Roman"/>
                  <a:cs typeface="Times New Roman"/>
                </a:rPr>
                <a:t>(</a:t>
              </a:r>
              <a:r>
                <a:rPr sz="2150" i="1" spc="-10" dirty="0">
                  <a:latin typeface="Times New Roman"/>
                  <a:cs typeface="Times New Roman"/>
                </a:rPr>
                <a:t>k</a:t>
              </a:r>
              <a:r>
                <a:rPr sz="2150" i="1" spc="-350" dirty="0">
                  <a:latin typeface="Times New Roman"/>
                  <a:cs typeface="Times New Roman"/>
                </a:rPr>
                <a:t> </a:t>
              </a:r>
              <a:r>
                <a:rPr sz="2150" spc="-10" dirty="0">
                  <a:latin typeface="Times New Roman"/>
                  <a:cs typeface="Times New Roman"/>
                </a:rPr>
                <a:t>)</a:t>
              </a:r>
              <a:endParaRPr sz="215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512362" y="2462843"/>
              <a:ext cx="736600" cy="2984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33095" algn="l"/>
                </a:tabLst>
              </a:pPr>
              <a:r>
                <a:rPr sz="2150" i="1" spc="-55" dirty="0">
                  <a:latin typeface="Times New Roman"/>
                  <a:cs typeface="Times New Roman"/>
                </a:rPr>
                <a:t>A</a:t>
              </a:r>
              <a:r>
                <a:rPr sz="2150" spc="145" dirty="0">
                  <a:latin typeface="Times New Roman"/>
                  <a:cs typeface="Times New Roman"/>
                </a:rPr>
                <a:t>(</a:t>
              </a:r>
              <a:r>
                <a:rPr sz="2150" i="1" spc="-10" dirty="0">
                  <a:latin typeface="Times New Roman"/>
                  <a:cs typeface="Times New Roman"/>
                </a:rPr>
                <a:t>z</a:t>
              </a:r>
              <a:r>
                <a:rPr sz="2150" i="1" dirty="0">
                  <a:latin typeface="Times New Roman"/>
                  <a:cs typeface="Times New Roman"/>
                </a:rPr>
                <a:t>	</a:t>
              </a:r>
              <a:r>
                <a:rPr sz="2150" spc="-10" dirty="0">
                  <a:latin typeface="Times New Roman"/>
                  <a:cs typeface="Times New Roman"/>
                </a:rPr>
                <a:t>)</a:t>
              </a:r>
              <a:endParaRPr sz="2150">
                <a:latin typeface="Times New Roman"/>
                <a:cs typeface="Times New Roman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7567" y="3139766"/>
            <a:ext cx="5871210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>
              <a:lnSpc>
                <a:spcPct val="100000"/>
              </a:lnSpc>
            </a:pPr>
            <a:r>
              <a:rPr sz="2100" i="1" spc="90" dirty="0">
                <a:latin typeface="Times New Roman"/>
                <a:cs typeface="Times New Roman"/>
              </a:rPr>
              <a:t>y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5" dirty="0">
                <a:latin typeface="Times New Roman"/>
                <a:cs typeface="Times New Roman"/>
              </a:rPr>
              <a:t>k</a:t>
            </a:r>
            <a:r>
              <a:rPr sz="2100" i="1" spc="-340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Symbol"/>
                <a:cs typeface="Symbol"/>
              </a:rPr>
              <a:t></a:t>
            </a:r>
            <a:r>
              <a:rPr sz="2100" i="1" spc="-180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spc="-352" baseline="-19097" dirty="0">
                <a:latin typeface="Times New Roman"/>
                <a:cs typeface="Times New Roman"/>
              </a:rPr>
              <a:t> </a:t>
            </a:r>
            <a:r>
              <a:rPr sz="2100" i="1" spc="90" dirty="0">
                <a:latin typeface="Times New Roman"/>
                <a:cs typeface="Times New Roman"/>
              </a:rPr>
              <a:t>y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5" dirty="0">
                <a:latin typeface="Times New Roman"/>
                <a:cs typeface="Times New Roman"/>
              </a:rPr>
              <a:t>k</a:t>
            </a:r>
            <a:r>
              <a:rPr sz="2100" i="1" spc="-10" dirty="0">
                <a:latin typeface="Times New Roman"/>
                <a:cs typeface="Times New Roman"/>
              </a:rPr>
              <a:t> </a:t>
            </a:r>
            <a:r>
              <a:rPr sz="2100" spc="135" dirty="0">
                <a:latin typeface="Symbol"/>
                <a:cs typeface="Symbol"/>
              </a:rPr>
              <a:t></a:t>
            </a:r>
            <a:r>
              <a:rPr sz="2100" spc="-160" dirty="0">
                <a:latin typeface="Times New Roman"/>
                <a:cs typeface="Times New Roman"/>
              </a:rPr>
              <a:t>1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65" dirty="0">
                <a:latin typeface="Times New Roman"/>
                <a:cs typeface="Times New Roman"/>
              </a:rPr>
              <a:t> </a:t>
            </a:r>
            <a:r>
              <a:rPr sz="2100" i="1" spc="-5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165" baseline="-19097" dirty="0">
                <a:latin typeface="Times New Roman"/>
                <a:cs typeface="Times New Roman"/>
              </a:rPr>
              <a:t> </a:t>
            </a:r>
            <a:r>
              <a:rPr sz="2100" i="1" spc="90" dirty="0">
                <a:latin typeface="Times New Roman"/>
                <a:cs typeface="Times New Roman"/>
              </a:rPr>
              <a:t>y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5" dirty="0">
                <a:latin typeface="Times New Roman"/>
                <a:cs typeface="Times New Roman"/>
              </a:rPr>
              <a:t>k</a:t>
            </a:r>
            <a:r>
              <a:rPr sz="2100" i="1" spc="-1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6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2)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-195" dirty="0">
                <a:latin typeface="Times New Roman"/>
                <a:cs typeface="Times New Roman"/>
              </a:rPr>
              <a:t> </a:t>
            </a:r>
            <a:r>
              <a:rPr sz="2100" i="1" spc="-285" dirty="0">
                <a:latin typeface="Times New Roman"/>
                <a:cs typeface="Times New Roman"/>
              </a:rPr>
              <a:t>b</a:t>
            </a:r>
            <a:r>
              <a:rPr sz="2400" spc="-150" baseline="-19097" dirty="0">
                <a:latin typeface="Times New Roman"/>
                <a:cs typeface="Times New Roman"/>
              </a:rPr>
              <a:t>1</a:t>
            </a:r>
            <a:r>
              <a:rPr sz="2100" i="1" spc="100" dirty="0">
                <a:latin typeface="Times New Roman"/>
                <a:cs typeface="Times New Roman"/>
              </a:rPr>
              <a:t>u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5" dirty="0">
                <a:latin typeface="Times New Roman"/>
                <a:cs typeface="Times New Roman"/>
              </a:rPr>
              <a:t>k</a:t>
            </a:r>
            <a:r>
              <a:rPr sz="2100" i="1" spc="-10" dirty="0">
                <a:latin typeface="Times New Roman"/>
                <a:cs typeface="Times New Roman"/>
              </a:rPr>
              <a:t> </a:t>
            </a:r>
            <a:r>
              <a:rPr sz="2100" spc="140" dirty="0">
                <a:latin typeface="Symbol"/>
                <a:cs typeface="Symbol"/>
              </a:rPr>
              <a:t></a:t>
            </a:r>
            <a:r>
              <a:rPr sz="2100" spc="-160" dirty="0">
                <a:latin typeface="Times New Roman"/>
                <a:cs typeface="Times New Roman"/>
              </a:rPr>
              <a:t>1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-195" dirty="0">
                <a:latin typeface="Times New Roman"/>
                <a:cs typeface="Times New Roman"/>
              </a:rPr>
              <a:t> </a:t>
            </a:r>
            <a:r>
              <a:rPr sz="2100" i="1" spc="-105" dirty="0">
                <a:latin typeface="Times New Roman"/>
                <a:cs typeface="Times New Roman"/>
              </a:rPr>
              <a:t>b</a:t>
            </a:r>
            <a:r>
              <a:rPr sz="2400" spc="30" baseline="-19097" dirty="0">
                <a:latin typeface="Times New Roman"/>
                <a:cs typeface="Times New Roman"/>
              </a:rPr>
              <a:t>2</a:t>
            </a:r>
            <a:r>
              <a:rPr sz="2100" i="1" spc="100" dirty="0">
                <a:latin typeface="Times New Roman"/>
                <a:cs typeface="Times New Roman"/>
              </a:rPr>
              <a:t>u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5" dirty="0">
                <a:latin typeface="Times New Roman"/>
                <a:cs typeface="Times New Roman"/>
              </a:rPr>
              <a:t>k</a:t>
            </a:r>
            <a:r>
              <a:rPr sz="2100" i="1" spc="-1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6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2)</a:t>
            </a:r>
            <a:endParaRPr sz="2650" dirty="0">
              <a:latin typeface="Times New Roman"/>
              <a:cs typeface="Times New Roman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863FF6D-3A89-24F3-26E5-B088C1110D6C}"/>
              </a:ext>
            </a:extLst>
          </p:cNvPr>
          <p:cNvGrpSpPr/>
          <p:nvPr/>
        </p:nvGrpSpPr>
        <p:grpSpPr>
          <a:xfrm>
            <a:off x="1134686" y="4460606"/>
            <a:ext cx="5722910" cy="690952"/>
            <a:chOff x="1134686" y="4460606"/>
            <a:chExt cx="5722910" cy="690952"/>
          </a:xfrm>
        </p:grpSpPr>
        <p:sp>
          <p:nvSpPr>
            <p:cNvPr id="19" name="object 19"/>
            <p:cNvSpPr txBox="1"/>
            <p:nvPr/>
          </p:nvSpPr>
          <p:spPr>
            <a:xfrm>
              <a:off x="1134926" y="4464215"/>
              <a:ext cx="1107440" cy="4432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spc="-15" baseline="-4385" dirty="0">
                  <a:latin typeface="Symbol"/>
                  <a:cs typeface="Symbol"/>
                </a:rPr>
                <a:t></a:t>
              </a:r>
              <a:r>
                <a:rPr sz="2850" spc="-270" baseline="-4385" dirty="0">
                  <a:latin typeface="Times New Roman"/>
                  <a:cs typeface="Times New Roman"/>
                </a:rPr>
                <a:t> </a:t>
              </a:r>
              <a:r>
                <a:rPr sz="1900" i="1" spc="-180" dirty="0">
                  <a:latin typeface="Times New Roman"/>
                  <a:cs typeface="Times New Roman"/>
                </a:rPr>
                <a:t>x</a:t>
              </a:r>
              <a:r>
                <a:rPr sz="1950" spc="7" baseline="-21367" dirty="0">
                  <a:latin typeface="Times New Roman"/>
                  <a:cs typeface="Times New Roman"/>
                </a:rPr>
                <a:t>1</a:t>
              </a:r>
              <a:r>
                <a:rPr sz="1950" spc="-284" baseline="-21367" dirty="0">
                  <a:latin typeface="Times New Roman"/>
                  <a:cs typeface="Times New Roman"/>
                </a:rPr>
                <a:t> </a:t>
              </a:r>
              <a:r>
                <a:rPr sz="1900" spc="30" dirty="0">
                  <a:latin typeface="Times New Roman"/>
                  <a:cs typeface="Times New Roman"/>
                </a:rPr>
                <a:t>(</a:t>
              </a:r>
              <a:r>
                <a:rPr sz="1900" i="1" spc="150" dirty="0">
                  <a:latin typeface="Times New Roman"/>
                  <a:cs typeface="Times New Roman"/>
                </a:rPr>
                <a:t>k</a:t>
              </a:r>
              <a:r>
                <a:rPr sz="1900" spc="-10" dirty="0">
                  <a:latin typeface="Times New Roman"/>
                  <a:cs typeface="Times New Roman"/>
                </a:rPr>
                <a:t>)</a:t>
              </a:r>
              <a:r>
                <a:rPr sz="1900" spc="-265" dirty="0">
                  <a:latin typeface="Times New Roman"/>
                  <a:cs typeface="Times New Roman"/>
                </a:rPr>
                <a:t> </a:t>
              </a:r>
              <a:r>
                <a:rPr sz="2850" spc="-15" baseline="-4385" dirty="0">
                  <a:latin typeface="Symbol"/>
                  <a:cs typeface="Symbol"/>
                </a:rPr>
                <a:t></a:t>
              </a:r>
              <a:r>
                <a:rPr sz="2850" spc="60" baseline="-4385" dirty="0">
                  <a:latin typeface="Times New Roman"/>
                  <a:cs typeface="Times New Roman"/>
                </a:rPr>
                <a:t> </a:t>
              </a:r>
              <a:r>
                <a:rPr sz="2850" spc="-22" baseline="-40935" dirty="0">
                  <a:latin typeface="Symbol"/>
                  <a:cs typeface="Symbol"/>
                </a:rPr>
                <a:t></a:t>
              </a:r>
              <a:r>
                <a:rPr sz="2850" spc="37" baseline="-40935" dirty="0">
                  <a:latin typeface="Times New Roman"/>
                  <a:cs typeface="Times New Roman"/>
                </a:rPr>
                <a:t> </a:t>
              </a:r>
              <a:r>
                <a:rPr sz="2850" spc="-15" baseline="-5847" dirty="0">
                  <a:latin typeface="Symbol"/>
                  <a:cs typeface="Symbol"/>
                </a:rPr>
                <a:t></a:t>
              </a:r>
              <a:endParaRPr sz="2850" baseline="-5847">
                <a:latin typeface="Symbol"/>
                <a:cs typeface="Symbo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000731" y="4460606"/>
              <a:ext cx="2856865" cy="450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40" dirty="0">
                  <a:latin typeface="Symbol"/>
                  <a:cs typeface="Symbol"/>
                </a:rPr>
                <a:t></a:t>
              </a:r>
              <a:r>
                <a:rPr sz="1900" i="1" spc="-20" dirty="0">
                  <a:latin typeface="Times New Roman"/>
                  <a:cs typeface="Times New Roman"/>
                </a:rPr>
                <a:t>a</a:t>
              </a:r>
              <a:r>
                <a:rPr sz="1950" spc="7" baseline="-21367" dirty="0">
                  <a:latin typeface="Times New Roman"/>
                  <a:cs typeface="Times New Roman"/>
                </a:rPr>
                <a:t>2</a:t>
              </a:r>
              <a:r>
                <a:rPr sz="1950" spc="-37" baseline="-21367" dirty="0">
                  <a:latin typeface="Times New Roman"/>
                  <a:cs typeface="Times New Roman"/>
                </a:rPr>
                <a:t> </a:t>
              </a:r>
              <a:r>
                <a:rPr sz="2850" spc="-15" baseline="-4385" dirty="0">
                  <a:latin typeface="Symbol"/>
                  <a:cs typeface="Symbol"/>
                </a:rPr>
                <a:t></a:t>
              </a:r>
              <a:r>
                <a:rPr sz="2850" spc="112" baseline="-4385" dirty="0">
                  <a:latin typeface="Times New Roman"/>
                  <a:cs typeface="Times New Roman"/>
                </a:rPr>
                <a:t> </a:t>
              </a:r>
              <a:r>
                <a:rPr sz="2850" spc="-15" baseline="-4385" dirty="0">
                  <a:latin typeface="Symbol"/>
                  <a:cs typeface="Symbol"/>
                </a:rPr>
                <a:t></a:t>
              </a:r>
              <a:r>
                <a:rPr sz="2850" spc="-270" baseline="-4385" dirty="0">
                  <a:latin typeface="Times New Roman"/>
                  <a:cs typeface="Times New Roman"/>
                </a:rPr>
                <a:t> </a:t>
              </a:r>
              <a:r>
                <a:rPr sz="2850" i="1" spc="-270" baseline="1461" dirty="0">
                  <a:latin typeface="Times New Roman"/>
                  <a:cs typeface="Times New Roman"/>
                </a:rPr>
                <a:t>x</a:t>
              </a:r>
              <a:r>
                <a:rPr sz="1950" spc="7" baseline="-19230" dirty="0">
                  <a:latin typeface="Times New Roman"/>
                  <a:cs typeface="Times New Roman"/>
                </a:rPr>
                <a:t>1</a:t>
              </a:r>
              <a:r>
                <a:rPr sz="1950" spc="-284" baseline="-19230" dirty="0">
                  <a:latin typeface="Times New Roman"/>
                  <a:cs typeface="Times New Roman"/>
                </a:rPr>
                <a:t> </a:t>
              </a:r>
              <a:r>
                <a:rPr sz="2850" spc="44" baseline="1461" dirty="0">
                  <a:latin typeface="Times New Roman"/>
                  <a:cs typeface="Times New Roman"/>
                </a:rPr>
                <a:t>(</a:t>
              </a:r>
              <a:r>
                <a:rPr sz="2850" i="1" spc="-15" baseline="1461" dirty="0">
                  <a:latin typeface="Times New Roman"/>
                  <a:cs typeface="Times New Roman"/>
                </a:rPr>
                <a:t>k</a:t>
              </a:r>
              <a:r>
                <a:rPr sz="2850" i="1" spc="-7" baseline="1461" dirty="0">
                  <a:latin typeface="Times New Roman"/>
                  <a:cs typeface="Times New Roman"/>
                </a:rPr>
                <a:t> </a:t>
              </a:r>
              <a:r>
                <a:rPr sz="1900" spc="110" dirty="0">
                  <a:latin typeface="Symbol"/>
                  <a:cs typeface="Symbol"/>
                </a:rPr>
                <a:t></a:t>
              </a:r>
              <a:r>
                <a:rPr sz="2850" spc="-240" baseline="1461" dirty="0">
                  <a:latin typeface="Times New Roman"/>
                  <a:cs typeface="Times New Roman"/>
                </a:rPr>
                <a:t>1</a:t>
              </a:r>
              <a:r>
                <a:rPr sz="2850" spc="-15" baseline="1461" dirty="0">
                  <a:latin typeface="Times New Roman"/>
                  <a:cs typeface="Times New Roman"/>
                </a:rPr>
                <a:t>)</a:t>
              </a:r>
              <a:r>
                <a:rPr sz="2850" spc="-397" baseline="1461" dirty="0">
                  <a:latin typeface="Times New Roman"/>
                  <a:cs typeface="Times New Roman"/>
                </a:rPr>
                <a:t> </a:t>
              </a:r>
              <a:r>
                <a:rPr sz="2850" spc="-15" baseline="-4385" dirty="0">
                  <a:latin typeface="Symbol"/>
                  <a:cs typeface="Symbol"/>
                </a:rPr>
                <a:t></a:t>
              </a:r>
              <a:r>
                <a:rPr sz="2850" spc="-150" baseline="-4385" dirty="0">
                  <a:latin typeface="Times New Roman"/>
                  <a:cs typeface="Times New Roman"/>
                </a:rPr>
                <a:t> </a:t>
              </a:r>
              <a:r>
                <a:rPr sz="2850" spc="-22" baseline="-40935" dirty="0">
                  <a:latin typeface="Symbol"/>
                  <a:cs typeface="Symbol"/>
                </a:rPr>
                <a:t></a:t>
              </a:r>
              <a:r>
                <a:rPr sz="2850" spc="-127" baseline="-40935" dirty="0">
                  <a:latin typeface="Times New Roman"/>
                  <a:cs typeface="Times New Roman"/>
                </a:rPr>
                <a:t> </a:t>
              </a:r>
              <a:r>
                <a:rPr sz="2850" spc="37" baseline="-4385" dirty="0">
                  <a:latin typeface="Symbol"/>
                  <a:cs typeface="Symbol"/>
                </a:rPr>
                <a:t></a:t>
              </a:r>
              <a:r>
                <a:rPr sz="1900" spc="70" dirty="0">
                  <a:latin typeface="Times New Roman"/>
                  <a:cs typeface="Times New Roman"/>
                </a:rPr>
                <a:t>1</a:t>
              </a:r>
              <a:r>
                <a:rPr sz="2850" spc="-15" baseline="-4385" dirty="0">
                  <a:latin typeface="Symbol"/>
                  <a:cs typeface="Symbol"/>
                </a:rPr>
                <a:t></a:t>
              </a:r>
              <a:r>
                <a:rPr sz="2850" spc="-337" baseline="-4385" dirty="0">
                  <a:latin typeface="Times New Roman"/>
                  <a:cs typeface="Times New Roman"/>
                </a:rPr>
                <a:t> </a:t>
              </a:r>
              <a:r>
                <a:rPr sz="2850" i="1" spc="112" baseline="-40935" dirty="0">
                  <a:latin typeface="Times New Roman"/>
                  <a:cs typeface="Times New Roman"/>
                </a:rPr>
                <a:t>u</a:t>
              </a:r>
              <a:r>
                <a:rPr sz="2850" spc="44" baseline="-40935" dirty="0">
                  <a:latin typeface="Times New Roman"/>
                  <a:cs typeface="Times New Roman"/>
                </a:rPr>
                <a:t>(</a:t>
              </a:r>
              <a:r>
                <a:rPr sz="2850" i="1" spc="-15" baseline="-40935" dirty="0">
                  <a:latin typeface="Times New Roman"/>
                  <a:cs typeface="Times New Roman"/>
                </a:rPr>
                <a:t>k </a:t>
              </a:r>
              <a:r>
                <a:rPr sz="2850" spc="165" baseline="-40935" dirty="0">
                  <a:latin typeface="Symbol"/>
                  <a:cs typeface="Symbol"/>
                </a:rPr>
                <a:t></a:t>
              </a:r>
              <a:r>
                <a:rPr sz="2850" spc="-240" baseline="-40935" dirty="0">
                  <a:latin typeface="Times New Roman"/>
                  <a:cs typeface="Times New Roman"/>
                </a:rPr>
                <a:t>1)</a:t>
              </a:r>
              <a:endParaRPr sz="2850" baseline="-40935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2980311" y="4463738"/>
              <a:ext cx="804545" cy="4438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Symbol"/>
                  <a:cs typeface="Symbol"/>
                </a:rPr>
                <a:t></a:t>
              </a:r>
              <a:r>
                <a:rPr sz="1900" spc="40" dirty="0">
                  <a:latin typeface="Times New Roman"/>
                  <a:cs typeface="Times New Roman"/>
                </a:rPr>
                <a:t> </a:t>
              </a:r>
              <a:r>
                <a:rPr sz="2850" spc="-22" baseline="-36549" dirty="0">
                  <a:latin typeface="Symbol"/>
                  <a:cs typeface="Symbol"/>
                </a:rPr>
                <a:t></a:t>
              </a:r>
              <a:r>
                <a:rPr sz="2850" spc="37" baseline="-36549" dirty="0">
                  <a:latin typeface="Times New Roman"/>
                  <a:cs typeface="Times New Roman"/>
                </a:rPr>
                <a:t> </a:t>
              </a:r>
              <a:r>
                <a:rPr sz="1900" spc="70" dirty="0">
                  <a:latin typeface="Symbol"/>
                  <a:cs typeface="Symbol"/>
                </a:rPr>
                <a:t></a:t>
              </a:r>
              <a:r>
                <a:rPr sz="2850" spc="60" baseline="4385" dirty="0">
                  <a:latin typeface="Symbol"/>
                  <a:cs typeface="Symbol"/>
                </a:rPr>
                <a:t></a:t>
              </a:r>
              <a:r>
                <a:rPr sz="2850" i="1" spc="-247" baseline="4385" dirty="0">
                  <a:latin typeface="Times New Roman"/>
                  <a:cs typeface="Times New Roman"/>
                </a:rPr>
                <a:t>a</a:t>
              </a:r>
              <a:r>
                <a:rPr sz="1950" spc="7" baseline="-14957" dirty="0">
                  <a:latin typeface="Times New Roman"/>
                  <a:cs typeface="Times New Roman"/>
                </a:rPr>
                <a:t>1</a:t>
              </a:r>
              <a:endParaRPr sz="1950" baseline="-14957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134686" y="4881683"/>
              <a:ext cx="1107440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48970" algn="l"/>
                  <a:tab pos="1002030" algn="l"/>
                </a:tabLst>
              </a:pPr>
              <a:r>
                <a:rPr sz="1900" spc="-10" dirty="0">
                  <a:latin typeface="Symbol"/>
                  <a:cs typeface="Symbol"/>
                </a:rPr>
                <a:t></a:t>
              </a:r>
              <a:r>
                <a:rPr sz="1900" spc="-10" dirty="0">
                  <a:latin typeface="Times New Roman"/>
                  <a:cs typeface="Times New Roman"/>
                </a:rPr>
                <a:t> </a:t>
              </a:r>
              <a:r>
                <a:rPr sz="1900" spc="40" dirty="0">
                  <a:latin typeface="Times New Roman"/>
                  <a:cs typeface="Times New Roman"/>
                </a:rPr>
                <a:t> </a:t>
              </a:r>
              <a:r>
                <a:rPr sz="1300" spc="5" dirty="0">
                  <a:latin typeface="Times New Roman"/>
                  <a:cs typeface="Times New Roman"/>
                </a:rPr>
                <a:t>2</a:t>
              </a:r>
              <a:r>
                <a:rPr sz="1300" dirty="0">
                  <a:latin typeface="Times New Roman"/>
                  <a:cs typeface="Times New Roman"/>
                </a:rPr>
                <a:t>	</a:t>
              </a:r>
              <a:r>
                <a:rPr sz="1900" spc="-10" dirty="0">
                  <a:latin typeface="Symbol"/>
                  <a:cs typeface="Symbol"/>
                </a:rPr>
                <a:t>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spc="-10" dirty="0">
                  <a:latin typeface="Symbol"/>
                  <a:cs typeface="Symbol"/>
                </a:rPr>
                <a:t>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380740" y="4881683"/>
              <a:ext cx="489584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Symbol"/>
                  <a:cs typeface="Symbol"/>
                </a:rPr>
                <a:t></a:t>
              </a:r>
              <a:r>
                <a:rPr sz="1900" spc="75" dirty="0">
                  <a:latin typeface="Times New Roman"/>
                  <a:cs typeface="Times New Roman"/>
                </a:rPr>
                <a:t> </a:t>
              </a:r>
              <a:r>
                <a:rPr sz="1900" spc="-10" dirty="0">
                  <a:latin typeface="Symbol"/>
                  <a:cs typeface="Symbol"/>
                </a:rPr>
                <a:t></a:t>
              </a:r>
              <a:r>
                <a:rPr sz="1900" dirty="0">
                  <a:latin typeface="Times New Roman"/>
                  <a:cs typeface="Times New Roman"/>
                </a:rPr>
                <a:t> </a:t>
              </a:r>
              <a:r>
                <a:rPr sz="1900" spc="40" dirty="0">
                  <a:latin typeface="Times New Roman"/>
                  <a:cs typeface="Times New Roman"/>
                </a:rPr>
                <a:t> </a:t>
              </a:r>
              <a:r>
                <a:rPr sz="1300" spc="5" dirty="0">
                  <a:latin typeface="Times New Roman"/>
                  <a:cs typeface="Times New Roman"/>
                </a:rPr>
                <a:t>2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2374755" y="4467227"/>
              <a:ext cx="476250" cy="266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i="1" spc="-35" dirty="0">
                  <a:latin typeface="Times New Roman"/>
                  <a:cs typeface="Times New Roman"/>
                </a:rPr>
                <a:t>w</a:t>
              </a:r>
              <a:r>
                <a:rPr sz="1900" spc="30" dirty="0">
                  <a:latin typeface="Times New Roman"/>
                  <a:cs typeface="Times New Roman"/>
                </a:rPr>
                <a:t>(</a:t>
              </a:r>
              <a:r>
                <a:rPr sz="1900" i="1" spc="-10" dirty="0">
                  <a:latin typeface="Times New Roman"/>
                  <a:cs typeface="Times New Roman"/>
                </a:rPr>
                <a:t>k</a:t>
              </a:r>
              <a:r>
                <a:rPr sz="1900" i="1" spc="-310" dirty="0">
                  <a:latin typeface="Times New Roman"/>
                  <a:cs typeface="Times New Roman"/>
                </a:rPr>
                <a:t> </a:t>
              </a:r>
              <a:r>
                <a:rPr sz="1900" spc="-10" dirty="0">
                  <a:latin typeface="Times New Roman"/>
                  <a:cs typeface="Times New Roman"/>
                </a:rPr>
                <a:t>)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1248740" y="4825547"/>
              <a:ext cx="536575" cy="266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i="1" spc="-10" dirty="0">
                  <a:latin typeface="Times New Roman"/>
                  <a:cs typeface="Times New Roman"/>
                </a:rPr>
                <a:t>x </a:t>
              </a:r>
              <a:r>
                <a:rPr sz="1900" i="1" spc="-75" dirty="0">
                  <a:latin typeface="Times New Roman"/>
                  <a:cs typeface="Times New Roman"/>
                </a:rPr>
                <a:t> </a:t>
              </a:r>
              <a:r>
                <a:rPr sz="1900" spc="30" dirty="0">
                  <a:latin typeface="Times New Roman"/>
                  <a:cs typeface="Times New Roman"/>
                </a:rPr>
                <a:t>(</a:t>
              </a:r>
              <a:r>
                <a:rPr sz="1900" i="1" spc="150" dirty="0">
                  <a:latin typeface="Times New Roman"/>
                  <a:cs typeface="Times New Roman"/>
                </a:rPr>
                <a:t>k</a:t>
              </a:r>
              <a:r>
                <a:rPr sz="1900" spc="-10" dirty="0">
                  <a:latin typeface="Times New Roman"/>
                  <a:cs typeface="Times New Roman"/>
                </a:rPr>
                <a:t>)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4656700" y="4822187"/>
              <a:ext cx="805815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i="1" spc="-10" dirty="0">
                  <a:latin typeface="Times New Roman"/>
                  <a:cs typeface="Times New Roman"/>
                </a:rPr>
                <a:t>x </a:t>
              </a:r>
              <a:r>
                <a:rPr sz="1900" i="1" spc="-75" dirty="0">
                  <a:latin typeface="Times New Roman"/>
                  <a:cs typeface="Times New Roman"/>
                </a:rPr>
                <a:t> </a:t>
              </a:r>
              <a:r>
                <a:rPr sz="1900" spc="30" dirty="0">
                  <a:latin typeface="Times New Roman"/>
                  <a:cs typeface="Times New Roman"/>
                </a:rPr>
                <a:t>(</a:t>
              </a:r>
              <a:r>
                <a:rPr sz="1900" i="1" spc="-10" dirty="0">
                  <a:latin typeface="Times New Roman"/>
                  <a:cs typeface="Times New Roman"/>
                </a:rPr>
                <a:t>k </a:t>
              </a:r>
              <a:r>
                <a:rPr sz="1900" spc="110" dirty="0">
                  <a:latin typeface="Symbol"/>
                  <a:cs typeface="Symbol"/>
                </a:rPr>
                <a:t></a:t>
              </a:r>
              <a:r>
                <a:rPr sz="1900" spc="-160" dirty="0">
                  <a:latin typeface="Times New Roman"/>
                  <a:cs typeface="Times New Roman"/>
                </a:rPr>
                <a:t>1)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2124372" y="4711613"/>
              <a:ext cx="973455" cy="383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50" spc="150" baseline="26315" dirty="0">
                  <a:latin typeface="Symbol"/>
                  <a:cs typeface="Symbol"/>
                </a:rPr>
                <a:t></a:t>
              </a:r>
              <a:r>
                <a:rPr sz="1900" i="1" spc="-35" dirty="0">
                  <a:latin typeface="Times New Roman"/>
                  <a:cs typeface="Times New Roman"/>
                </a:rPr>
                <a:t>w</a:t>
              </a:r>
              <a:r>
                <a:rPr sz="1900" spc="30" dirty="0">
                  <a:latin typeface="Times New Roman"/>
                  <a:cs typeface="Times New Roman"/>
                </a:rPr>
                <a:t>(</a:t>
              </a:r>
              <a:r>
                <a:rPr sz="1900" i="1" spc="-10" dirty="0">
                  <a:latin typeface="Times New Roman"/>
                  <a:cs typeface="Times New Roman"/>
                </a:rPr>
                <a:t>k </a:t>
              </a:r>
              <a:r>
                <a:rPr sz="1900" spc="110" dirty="0">
                  <a:latin typeface="Symbol"/>
                  <a:cs typeface="Symbol"/>
                </a:rPr>
                <a:t></a:t>
              </a:r>
              <a:r>
                <a:rPr sz="1900" spc="-160" dirty="0">
                  <a:latin typeface="Times New Roman"/>
                  <a:cs typeface="Times New Roman"/>
                </a:rPr>
                <a:t>1</a:t>
              </a:r>
              <a:r>
                <a:rPr sz="1900" spc="75" dirty="0">
                  <a:latin typeface="Times New Roman"/>
                  <a:cs typeface="Times New Roman"/>
                </a:rPr>
                <a:t>)</a:t>
              </a:r>
              <a:r>
                <a:rPr sz="2850" spc="-15" baseline="26315" dirty="0">
                  <a:latin typeface="Symbol"/>
                  <a:cs typeface="Symbol"/>
                </a:rPr>
                <a:t></a:t>
              </a:r>
              <a:endParaRPr sz="2850" baseline="26315">
                <a:latin typeface="Symbol"/>
                <a:cs typeface="Symbol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3333387" y="4711613"/>
              <a:ext cx="354965" cy="3835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Symbol"/>
                  <a:cs typeface="Symbol"/>
                </a:rPr>
                <a:t></a:t>
              </a:r>
              <a:r>
                <a:rPr sz="1900" spc="-10" dirty="0">
                  <a:latin typeface="Times New Roman"/>
                  <a:cs typeface="Times New Roman"/>
                </a:rPr>
                <a:t> </a:t>
              </a:r>
              <a:r>
                <a:rPr sz="1900" spc="-25" dirty="0">
                  <a:latin typeface="Times New Roman"/>
                  <a:cs typeface="Times New Roman"/>
                </a:rPr>
                <a:t> </a:t>
              </a:r>
              <a:r>
                <a:rPr sz="2850" spc="-15" baseline="-26315" dirty="0">
                  <a:latin typeface="Times New Roman"/>
                  <a:cs typeface="Times New Roman"/>
                </a:rPr>
                <a:t>1</a:t>
              </a:r>
              <a:endParaRPr sz="2850" baseline="-26315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4125260" y="4828559"/>
              <a:ext cx="145415" cy="266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Times New Roman"/>
                  <a:cs typeface="Times New Roman"/>
                </a:rPr>
                <a:t>0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4380741" y="4708482"/>
              <a:ext cx="1751964" cy="3867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97915" algn="l"/>
                  <a:tab pos="1419225" algn="l"/>
                </a:tabLst>
              </a:pPr>
              <a:r>
                <a:rPr sz="1900" spc="-10" dirty="0">
                  <a:latin typeface="Symbol"/>
                  <a:cs typeface="Symbol"/>
                </a:rPr>
                <a:t></a:t>
              </a:r>
              <a:r>
                <a:rPr sz="1900" spc="75" dirty="0">
                  <a:latin typeface="Times New Roman"/>
                  <a:cs typeface="Times New Roman"/>
                </a:rPr>
                <a:t> </a:t>
              </a:r>
              <a:r>
                <a:rPr sz="1900" spc="-10" dirty="0">
                  <a:latin typeface="Symbol"/>
                  <a:cs typeface="Symbol"/>
                </a:rPr>
                <a:t>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spc="-10" dirty="0">
                  <a:latin typeface="Symbol"/>
                  <a:cs typeface="Symbol"/>
                </a:rPr>
                <a:t></a:t>
              </a:r>
              <a:r>
                <a:rPr sz="1900" dirty="0">
                  <a:latin typeface="Times New Roman"/>
                  <a:cs typeface="Times New Roman"/>
                </a:rPr>
                <a:t>	</a:t>
              </a:r>
              <a:r>
                <a:rPr sz="1900" spc="45" dirty="0">
                  <a:latin typeface="Symbol"/>
                  <a:cs typeface="Symbol"/>
                </a:rPr>
                <a:t></a:t>
              </a:r>
              <a:r>
                <a:rPr sz="2850" spc="75" baseline="-26315" dirty="0">
                  <a:latin typeface="Times New Roman"/>
                  <a:cs typeface="Times New Roman"/>
                </a:rPr>
                <a:t>0</a:t>
              </a:r>
              <a:r>
                <a:rPr sz="1900" spc="-1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134688" y="4708482"/>
              <a:ext cx="117475" cy="266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Symbol"/>
                  <a:cs typeface="Symbol"/>
                </a:rPr>
                <a:t>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1771027" y="4708482"/>
              <a:ext cx="117475" cy="266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Symbol"/>
                  <a:cs typeface="Symbol"/>
                </a:rPr>
                <a:t>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980059" y="4881683"/>
              <a:ext cx="471170" cy="266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65760" algn="l"/>
                </a:tabLst>
              </a:pPr>
              <a:r>
                <a:rPr sz="1900" spc="-10" dirty="0">
                  <a:latin typeface="Symbol"/>
                  <a:cs typeface="Symbol"/>
                </a:rPr>
                <a:t></a:t>
              </a:r>
              <a:r>
                <a:rPr sz="1900" spc="-10" dirty="0">
                  <a:latin typeface="Times New Roman"/>
                  <a:cs typeface="Times New Roman"/>
                </a:rPr>
                <a:t>	</a:t>
              </a:r>
              <a:r>
                <a:rPr sz="1900" spc="-10" dirty="0">
                  <a:latin typeface="Symbol"/>
                  <a:cs typeface="Symbol"/>
                </a:rPr>
                <a:t></a:t>
              </a:r>
              <a:endParaRPr sz="1900">
                <a:latin typeface="Symbol"/>
                <a:cs typeface="Symbo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5466376" y="4881683"/>
              <a:ext cx="666115" cy="2698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33375" algn="l"/>
                  <a:tab pos="560705" algn="l"/>
                </a:tabLst>
              </a:pPr>
              <a:r>
                <a:rPr sz="1900" spc="-10" dirty="0">
                  <a:latin typeface="Symbol"/>
                  <a:cs typeface="Symbol"/>
                </a:rPr>
                <a:t></a:t>
              </a:r>
              <a:r>
                <a:rPr sz="1900" spc="-10" dirty="0">
                  <a:latin typeface="Times New Roman"/>
                  <a:cs typeface="Times New Roman"/>
                </a:rPr>
                <a:t>	</a:t>
              </a:r>
              <a:r>
                <a:rPr sz="1900" spc="-10" dirty="0">
                  <a:latin typeface="Symbol"/>
                  <a:cs typeface="Symbol"/>
                </a:rPr>
                <a:t></a:t>
              </a:r>
              <a:r>
                <a:rPr sz="1900" spc="-10" dirty="0">
                  <a:latin typeface="Times New Roman"/>
                  <a:cs typeface="Times New Roman"/>
                </a:rPr>
                <a:t>	</a:t>
              </a:r>
              <a:r>
                <a:rPr sz="1900" spc="-10" dirty="0">
                  <a:latin typeface="Symbol"/>
                  <a:cs typeface="Symbol"/>
                </a:rPr>
                <a:t></a:t>
              </a:r>
              <a:endParaRPr sz="1900">
                <a:latin typeface="Symbol"/>
                <a:cs typeface="Symbol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03B29F-9E3E-50B7-E964-A00468027F4D}"/>
              </a:ext>
            </a:extLst>
          </p:cNvPr>
          <p:cNvGrpSpPr/>
          <p:nvPr/>
        </p:nvGrpSpPr>
        <p:grpSpPr>
          <a:xfrm>
            <a:off x="1399483" y="5383281"/>
            <a:ext cx="2423681" cy="739641"/>
            <a:chOff x="1399483" y="5383281"/>
            <a:chExt cx="2423681" cy="739641"/>
          </a:xfrm>
        </p:grpSpPr>
        <p:sp>
          <p:nvSpPr>
            <p:cNvPr id="35" name="object 35"/>
            <p:cNvSpPr txBox="1"/>
            <p:nvPr/>
          </p:nvSpPr>
          <p:spPr>
            <a:xfrm>
              <a:off x="1399483" y="5492249"/>
              <a:ext cx="993140" cy="4235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65" dirty="0">
                  <a:latin typeface="Times New Roman"/>
                  <a:cs typeface="Times New Roman"/>
                </a:rPr>
                <a:t>y</a:t>
              </a:r>
              <a:r>
                <a:rPr sz="2050" spc="40" dirty="0">
                  <a:latin typeface="Times New Roman"/>
                  <a:cs typeface="Times New Roman"/>
                </a:rPr>
                <a:t>(</a:t>
              </a:r>
              <a:r>
                <a:rPr sz="2050" i="1" spc="155" dirty="0">
                  <a:latin typeface="Times New Roman"/>
                  <a:cs typeface="Times New Roman"/>
                </a:rPr>
                <a:t>k</a:t>
              </a:r>
              <a:r>
                <a:rPr sz="2050" spc="-10" dirty="0">
                  <a:latin typeface="Times New Roman"/>
                  <a:cs typeface="Times New Roman"/>
                </a:rPr>
                <a:t>) </a:t>
              </a:r>
              <a:r>
                <a:rPr sz="2050" spc="-15" dirty="0">
                  <a:latin typeface="Symbol"/>
                  <a:cs typeface="Symbol"/>
                </a:rPr>
                <a:t></a:t>
              </a:r>
              <a:r>
                <a:rPr sz="2050" spc="-90" dirty="0">
                  <a:latin typeface="Times New Roman"/>
                  <a:cs typeface="Times New Roman"/>
                </a:rPr>
                <a:t> </a:t>
              </a:r>
              <a:r>
                <a:rPr sz="2800" spc="-440" dirty="0">
                  <a:latin typeface="Symbol"/>
                  <a:cs typeface="Symbol"/>
                </a:rPr>
                <a:t></a:t>
              </a:r>
              <a:r>
                <a:rPr sz="2050" i="1" spc="-210" dirty="0">
                  <a:latin typeface="Times New Roman"/>
                  <a:cs typeface="Times New Roman"/>
                </a:rPr>
                <a:t>b</a:t>
              </a:r>
              <a:r>
                <a:rPr sz="2250" spc="7" baseline="-18518" dirty="0">
                  <a:latin typeface="Times New Roman"/>
                  <a:cs typeface="Times New Roman"/>
                </a:rPr>
                <a:t>1</a:t>
              </a:r>
              <a:endParaRPr sz="2250" baseline="-18518">
                <a:latin typeface="Times New Roman"/>
                <a:cs typeface="Times New Roman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2619969" y="5492249"/>
              <a:ext cx="509905" cy="44195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-40" dirty="0">
                  <a:latin typeface="Times New Roman"/>
                  <a:cs typeface="Times New Roman"/>
                </a:rPr>
                <a:t>b</a:t>
              </a:r>
              <a:r>
                <a:rPr sz="2250" spc="7" baseline="-18518" dirty="0">
                  <a:latin typeface="Times New Roman"/>
                  <a:cs typeface="Times New Roman"/>
                </a:rPr>
                <a:t>2</a:t>
              </a:r>
              <a:r>
                <a:rPr sz="2250" spc="-135" baseline="-18518" dirty="0">
                  <a:latin typeface="Times New Roman"/>
                  <a:cs typeface="Times New Roman"/>
                </a:rPr>
                <a:t> </a:t>
              </a:r>
              <a:r>
                <a:rPr sz="2800" spc="-275" dirty="0">
                  <a:latin typeface="Symbol"/>
                  <a:cs typeface="Symbol"/>
                </a:rPr>
                <a:t></a:t>
              </a:r>
              <a:r>
                <a:rPr sz="2800" spc="-390" dirty="0">
                  <a:latin typeface="Times New Roman"/>
                  <a:cs typeface="Times New Roman"/>
                </a:rPr>
                <a:t> </a:t>
              </a:r>
              <a:r>
                <a:rPr sz="3075" spc="-15" baseline="-16260" dirty="0">
                  <a:latin typeface="Symbol"/>
                  <a:cs typeface="Symbol"/>
                </a:rPr>
                <a:t></a:t>
              </a:r>
              <a:endParaRPr sz="3075" baseline="-16260">
                <a:latin typeface="Symbol"/>
                <a:cs typeface="Symbo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3697938" y="5647949"/>
              <a:ext cx="125095" cy="2863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spc="-10" dirty="0">
                  <a:latin typeface="Symbol"/>
                  <a:cs typeface="Symbol"/>
                </a:rPr>
                <a:t></a:t>
              </a:r>
              <a:endParaRPr sz="2050">
                <a:latin typeface="Symbol"/>
                <a:cs typeface="Symbo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3004649" y="5774307"/>
              <a:ext cx="818515" cy="3486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075" spc="187" baseline="-13550" dirty="0">
                  <a:latin typeface="Symbol"/>
                  <a:cs typeface="Symbol"/>
                </a:rPr>
                <a:t></a:t>
              </a:r>
              <a:r>
                <a:rPr sz="2050" i="1" spc="50" dirty="0">
                  <a:latin typeface="Times New Roman"/>
                  <a:cs typeface="Times New Roman"/>
                </a:rPr>
                <a:t>x</a:t>
              </a:r>
              <a:r>
                <a:rPr sz="2250" spc="7" baseline="-18518" dirty="0">
                  <a:latin typeface="Times New Roman"/>
                  <a:cs typeface="Times New Roman"/>
                </a:rPr>
                <a:t>2</a:t>
              </a:r>
              <a:r>
                <a:rPr sz="2250" spc="-165" baseline="-18518" dirty="0">
                  <a:latin typeface="Times New Roman"/>
                  <a:cs typeface="Times New Roman"/>
                </a:rPr>
                <a:t> </a:t>
              </a:r>
              <a:r>
                <a:rPr sz="2050" spc="40" dirty="0">
                  <a:latin typeface="Times New Roman"/>
                  <a:cs typeface="Times New Roman"/>
                </a:rPr>
                <a:t>(</a:t>
              </a:r>
              <a:r>
                <a:rPr sz="2050" i="1" spc="155" dirty="0">
                  <a:latin typeface="Times New Roman"/>
                  <a:cs typeface="Times New Roman"/>
                </a:rPr>
                <a:t>k</a:t>
              </a:r>
              <a:r>
                <a:rPr sz="2050" spc="40" dirty="0">
                  <a:latin typeface="Times New Roman"/>
                  <a:cs typeface="Times New Roman"/>
                </a:rPr>
                <a:t>)</a:t>
              </a:r>
              <a:r>
                <a:rPr sz="3075" spc="-15" baseline="-13550" dirty="0">
                  <a:latin typeface="Symbol"/>
                  <a:cs typeface="Symbol"/>
                </a:rPr>
                <a:t></a:t>
              </a:r>
              <a:endParaRPr sz="3075" baseline="-13550">
                <a:latin typeface="Symbol"/>
                <a:cs typeface="Symbo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3004649" y="5383281"/>
              <a:ext cx="818515" cy="3016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075" spc="-15" baseline="-4065" dirty="0">
                  <a:latin typeface="Symbol"/>
                  <a:cs typeface="Symbol"/>
                </a:rPr>
                <a:t></a:t>
              </a:r>
              <a:r>
                <a:rPr sz="3075" spc="-345" baseline="-4065" dirty="0">
                  <a:latin typeface="Times New Roman"/>
                  <a:cs typeface="Times New Roman"/>
                </a:rPr>
                <a:t> </a:t>
              </a:r>
              <a:r>
                <a:rPr sz="2050" i="1" spc="-10" dirty="0">
                  <a:latin typeface="Times New Roman"/>
                  <a:cs typeface="Times New Roman"/>
                </a:rPr>
                <a:t>x</a:t>
              </a:r>
              <a:r>
                <a:rPr sz="2050" i="1" dirty="0">
                  <a:latin typeface="Times New Roman"/>
                  <a:cs typeface="Times New Roman"/>
                </a:rPr>
                <a:t> </a:t>
              </a:r>
              <a:r>
                <a:rPr sz="2050" i="1" spc="-220" dirty="0">
                  <a:latin typeface="Times New Roman"/>
                  <a:cs typeface="Times New Roman"/>
                </a:rPr>
                <a:t> </a:t>
              </a:r>
              <a:r>
                <a:rPr sz="2050" spc="40" dirty="0">
                  <a:latin typeface="Times New Roman"/>
                  <a:cs typeface="Times New Roman"/>
                </a:rPr>
                <a:t>(</a:t>
              </a:r>
              <a:r>
                <a:rPr sz="2050" i="1" spc="165" dirty="0">
                  <a:latin typeface="Times New Roman"/>
                  <a:cs typeface="Times New Roman"/>
                </a:rPr>
                <a:t>k</a:t>
              </a:r>
              <a:r>
                <a:rPr sz="2050" spc="-10" dirty="0">
                  <a:latin typeface="Times New Roman"/>
                  <a:cs typeface="Times New Roman"/>
                </a:rPr>
                <a:t>)</a:t>
              </a:r>
              <a:r>
                <a:rPr sz="2050" spc="-320" dirty="0">
                  <a:latin typeface="Times New Roman"/>
                  <a:cs typeface="Times New Roman"/>
                </a:rPr>
                <a:t> </a:t>
              </a:r>
              <a:r>
                <a:rPr sz="3075" spc="-15" baseline="-4065" dirty="0">
                  <a:latin typeface="Symbol"/>
                  <a:cs typeface="Symbol"/>
                </a:rPr>
                <a:t></a:t>
              </a:r>
              <a:endParaRPr sz="3075" baseline="-4065" dirty="0">
                <a:latin typeface="Symbol"/>
                <a:cs typeface="Symbo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3241250" y="5500885"/>
              <a:ext cx="122555" cy="2209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00" spc="5" dirty="0">
                  <a:latin typeface="Times New Roman"/>
                  <a:cs typeface="Times New Roman"/>
                </a:rPr>
                <a:t>1</a:t>
              </a:r>
              <a:endParaRPr sz="1500">
                <a:latin typeface="Times New Roman"/>
                <a:cs typeface="Times New Roman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69975" y="4328867"/>
            <a:ext cx="14052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99416" y="5407093"/>
            <a:ext cx="20758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1800" b="1" spc="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213962-67DD-4193-4F3E-8281142DD89D}"/>
              </a:ext>
            </a:extLst>
          </p:cNvPr>
          <p:cNvSpPr txBox="1"/>
          <p:nvPr/>
        </p:nvSpPr>
        <p:spPr>
          <a:xfrm>
            <a:off x="690647" y="3820008"/>
            <a:ext cx="4578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lang="en-US"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lang="en-US" sz="1800" b="1" spc="-10" dirty="0">
                <a:solidFill>
                  <a:srgbClr val="C00000"/>
                </a:solidFill>
                <a:latin typeface="Calibri"/>
                <a:cs typeface="Calibri"/>
              </a:rPr>
              <a:t>ll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lang="en-US"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lang="en-US"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lang="en-US"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anon</a:t>
            </a:r>
            <a:r>
              <a:rPr lang="en-US"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lang="en-US"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lang="en-US"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lang="en-US"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lang="en-US"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m:</a:t>
            </a:r>
            <a:endParaRPr lang="en-US"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1" grpId="0"/>
      <p:bldP spid="42" grpId="0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8779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7146925" cy="399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 </a:t>
            </a:r>
            <a:r>
              <a:rPr sz="2600" u="heavy" spc="-140" dirty="0">
                <a:latin typeface="Calibri"/>
                <a:cs typeface="Calibri"/>
              </a:rPr>
              <a:t>V</a:t>
            </a:r>
            <a:r>
              <a:rPr sz="2600" u="heavy" spc="-25" dirty="0">
                <a:latin typeface="Calibri"/>
                <a:cs typeface="Calibri"/>
              </a:rPr>
              <a:t>ar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10" dirty="0">
                <a:latin typeface="Calibri"/>
                <a:cs typeface="Calibri"/>
              </a:rPr>
              <a:t>ab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15" dirty="0">
                <a:latin typeface="Calibri"/>
                <a:cs typeface="Calibri"/>
              </a:rPr>
              <a:t> </a:t>
            </a:r>
            <a:r>
              <a:rPr sz="2600" u="heavy" spc="-35" dirty="0">
                <a:latin typeface="Calibri"/>
                <a:cs typeface="Calibri"/>
              </a:rPr>
              <a:t>F</a:t>
            </a:r>
            <a:r>
              <a:rPr sz="2600" u="heavy" spc="-10" dirty="0">
                <a:latin typeface="Calibri"/>
                <a:cs typeface="Calibri"/>
              </a:rPr>
              <a:t>eedba</a:t>
            </a:r>
            <a:r>
              <a:rPr sz="2600" u="heavy" dirty="0">
                <a:latin typeface="Calibri"/>
                <a:cs typeface="Calibri"/>
              </a:rPr>
              <a:t>c</a:t>
            </a:r>
            <a:r>
              <a:rPr sz="2600" u="heavy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00">
              <a:latin typeface="Times New Roman"/>
              <a:cs typeface="Times New Roman"/>
            </a:endParaRPr>
          </a:p>
          <a:p>
            <a:pPr marL="2578735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19417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ith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7593" y="2506921"/>
            <a:ext cx="4366895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Al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hm</a:t>
            </a:r>
            <a:endParaRPr sz="2450" dirty="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2450" i="1" spc="105" dirty="0">
                <a:latin typeface="Times New Roman"/>
                <a:cs typeface="Times New Roman"/>
              </a:rPr>
              <a:t>u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spc="210" dirty="0">
                <a:latin typeface="Times New Roman"/>
                <a:cs typeface="Times New Roman"/>
              </a:rPr>
              <a:t>k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spc="-5" dirty="0">
                <a:latin typeface="Symbol"/>
                <a:cs typeface="Symbol"/>
              </a:rPr>
              <a:t></a:t>
            </a:r>
            <a:r>
              <a:rPr sz="2450" i="1" spc="-125" dirty="0">
                <a:latin typeface="Times New Roman"/>
                <a:cs typeface="Times New Roman"/>
              </a:rPr>
              <a:t>l</a:t>
            </a:r>
            <a:r>
              <a:rPr sz="3075" spc="187" baseline="-16260" dirty="0">
                <a:latin typeface="Times New Roman"/>
                <a:cs typeface="Times New Roman"/>
              </a:rPr>
              <a:t>1</a:t>
            </a:r>
            <a:r>
              <a:rPr sz="2450" i="1" spc="-150" dirty="0">
                <a:latin typeface="Times New Roman"/>
                <a:cs typeface="Times New Roman"/>
              </a:rPr>
              <a:t>x</a:t>
            </a:r>
            <a:r>
              <a:rPr sz="3075" spc="247" baseline="-16260" dirty="0">
                <a:latin typeface="Times New Roman"/>
                <a:cs typeface="Times New Roman"/>
              </a:rPr>
              <a:t>1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13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195" dirty="0">
                <a:latin typeface="Times New Roman"/>
                <a:cs typeface="Times New Roman"/>
              </a:rPr>
              <a:t> </a:t>
            </a:r>
            <a:r>
              <a:rPr sz="2450" i="1" spc="100" dirty="0">
                <a:latin typeface="Times New Roman"/>
                <a:cs typeface="Times New Roman"/>
              </a:rPr>
              <a:t>l</a:t>
            </a:r>
            <a:r>
              <a:rPr sz="3075" baseline="-16260" dirty="0">
                <a:latin typeface="Times New Roman"/>
                <a:cs typeface="Times New Roman"/>
              </a:rPr>
              <a:t>2</a:t>
            </a:r>
            <a:r>
              <a:rPr sz="3075" spc="-337" baseline="-16260" dirty="0">
                <a:latin typeface="Times New Roman"/>
                <a:cs typeface="Times New Roman"/>
              </a:rPr>
              <a:t> </a:t>
            </a:r>
            <a:r>
              <a:rPr sz="2450" i="1" dirty="0">
                <a:latin typeface="Times New Roman"/>
                <a:cs typeface="Times New Roman"/>
              </a:rPr>
              <a:t>x</a:t>
            </a:r>
            <a:r>
              <a:rPr sz="2450" i="1" spc="-395" dirty="0">
                <a:latin typeface="Times New Roman"/>
                <a:cs typeface="Times New Roman"/>
              </a:rPr>
              <a:t> </a:t>
            </a:r>
            <a:r>
              <a:rPr sz="3075" baseline="-16260" dirty="0">
                <a:latin typeface="Times New Roman"/>
                <a:cs typeface="Times New Roman"/>
              </a:rPr>
              <a:t>2</a:t>
            </a:r>
            <a:r>
              <a:rPr sz="3075" spc="-397" baseline="-1626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1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</a:t>
            </a:r>
            <a:r>
              <a:rPr sz="2450" spc="150" dirty="0">
                <a:latin typeface="Times New Roman"/>
                <a:cs typeface="Times New Roman"/>
              </a:rPr>
              <a:t> </a:t>
            </a:r>
            <a:r>
              <a:rPr sz="2450" i="1" spc="114" dirty="0">
                <a:latin typeface="Times New Roman"/>
                <a:cs typeface="Times New Roman"/>
              </a:rPr>
              <a:t>y</a:t>
            </a:r>
            <a:r>
              <a:rPr sz="3075" i="1" baseline="-16260" dirty="0">
                <a:latin typeface="Times New Roman"/>
                <a:cs typeface="Times New Roman"/>
              </a:rPr>
              <a:t>d</a:t>
            </a:r>
            <a:r>
              <a:rPr sz="3075" i="1" spc="52" baseline="-1626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A9C620E-B165-F923-8997-68449B253D5B}"/>
              </a:ext>
            </a:extLst>
          </p:cNvPr>
          <p:cNvGrpSpPr/>
          <p:nvPr/>
        </p:nvGrpSpPr>
        <p:grpSpPr>
          <a:xfrm>
            <a:off x="2332731" y="3306561"/>
            <a:ext cx="338455" cy="363220"/>
            <a:chOff x="2332731" y="3306561"/>
            <a:chExt cx="338455" cy="363220"/>
          </a:xfrm>
        </p:grpSpPr>
        <p:sp>
          <p:nvSpPr>
            <p:cNvPr id="7" name="object 7"/>
            <p:cNvSpPr/>
            <p:nvPr/>
          </p:nvSpPr>
          <p:spPr>
            <a:xfrm>
              <a:off x="2332744" y="3306561"/>
              <a:ext cx="84455" cy="86360"/>
            </a:xfrm>
            <a:custGeom>
              <a:avLst/>
              <a:gdLst/>
              <a:ahLst/>
              <a:cxnLst/>
              <a:rect l="l" t="t" r="r" b="b"/>
              <a:pathLst>
                <a:path w="84455" h="86360">
                  <a:moveTo>
                    <a:pt x="19455" y="86045"/>
                  </a:moveTo>
                  <a:lnTo>
                    <a:pt x="0" y="0"/>
                  </a:lnTo>
                  <a:lnTo>
                    <a:pt x="84463" y="25389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32731" y="3306561"/>
              <a:ext cx="338455" cy="363220"/>
            </a:xfrm>
            <a:custGeom>
              <a:avLst/>
              <a:gdLst/>
              <a:ahLst/>
              <a:cxnLst/>
              <a:rect l="l" t="t" r="r" b="b"/>
              <a:pathLst>
                <a:path w="338455" h="363220">
                  <a:moveTo>
                    <a:pt x="338303" y="362742"/>
                  </a:moveTo>
                  <a:lnTo>
                    <a:pt x="0" y="0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70571" y="3698631"/>
            <a:ext cx="46100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6BF855-2117-C329-C357-D7887533232E}"/>
              </a:ext>
            </a:extLst>
          </p:cNvPr>
          <p:cNvGrpSpPr/>
          <p:nvPr/>
        </p:nvGrpSpPr>
        <p:grpSpPr>
          <a:xfrm>
            <a:off x="2749213" y="3268248"/>
            <a:ext cx="544207" cy="401955"/>
            <a:chOff x="2749213" y="3268248"/>
            <a:chExt cx="544207" cy="401955"/>
          </a:xfrm>
        </p:grpSpPr>
        <p:sp>
          <p:nvSpPr>
            <p:cNvPr id="10" name="object 10"/>
            <p:cNvSpPr/>
            <p:nvPr/>
          </p:nvSpPr>
          <p:spPr>
            <a:xfrm>
              <a:off x="2749213" y="3268248"/>
              <a:ext cx="88265" cy="81280"/>
            </a:xfrm>
            <a:custGeom>
              <a:avLst/>
              <a:gdLst/>
              <a:ahLst/>
              <a:cxnLst/>
              <a:rect l="l" t="t" r="r" b="b"/>
              <a:pathLst>
                <a:path w="88264" h="81279">
                  <a:moveTo>
                    <a:pt x="34859" y="81015"/>
                  </a:moveTo>
                  <a:lnTo>
                    <a:pt x="0" y="0"/>
                  </a:lnTo>
                  <a:lnTo>
                    <a:pt x="87700" y="9540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9225" y="3268248"/>
              <a:ext cx="544195" cy="401955"/>
            </a:xfrm>
            <a:custGeom>
              <a:avLst/>
              <a:gdLst/>
              <a:ahLst/>
              <a:cxnLst/>
              <a:rect l="l" t="t" r="r" b="b"/>
              <a:pathLst>
                <a:path w="544195" h="401954">
                  <a:moveTo>
                    <a:pt x="543680" y="401817"/>
                  </a:moveTo>
                  <a:lnTo>
                    <a:pt x="0" y="0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70671" y="3698631"/>
            <a:ext cx="13246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ED20B0D-A177-6D14-711A-1E5C0E498557}"/>
              </a:ext>
            </a:extLst>
          </p:cNvPr>
          <p:cNvGrpSpPr/>
          <p:nvPr/>
        </p:nvGrpSpPr>
        <p:grpSpPr>
          <a:xfrm>
            <a:off x="4999664" y="3303788"/>
            <a:ext cx="452120" cy="333375"/>
            <a:chOff x="4999664" y="3303788"/>
            <a:chExt cx="452120" cy="333375"/>
          </a:xfrm>
        </p:grpSpPr>
        <p:sp>
          <p:nvSpPr>
            <p:cNvPr id="13" name="object 13"/>
            <p:cNvSpPr/>
            <p:nvPr/>
          </p:nvSpPr>
          <p:spPr>
            <a:xfrm>
              <a:off x="4999664" y="3303788"/>
              <a:ext cx="88265" cy="81280"/>
            </a:xfrm>
            <a:custGeom>
              <a:avLst/>
              <a:gdLst/>
              <a:ahLst/>
              <a:cxnLst/>
              <a:rect l="l" t="t" r="r" b="b"/>
              <a:pathLst>
                <a:path w="88264" h="81279">
                  <a:moveTo>
                    <a:pt x="34930" y="80985"/>
                  </a:moveTo>
                  <a:lnTo>
                    <a:pt x="0" y="0"/>
                  </a:lnTo>
                  <a:lnTo>
                    <a:pt x="87721" y="9448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9664" y="3303788"/>
              <a:ext cx="452120" cy="333375"/>
            </a:xfrm>
            <a:custGeom>
              <a:avLst/>
              <a:gdLst/>
              <a:ahLst/>
              <a:cxnLst/>
              <a:rect l="l" t="t" r="r" b="b"/>
              <a:pathLst>
                <a:path w="452120" h="333375">
                  <a:moveTo>
                    <a:pt x="451865" y="333237"/>
                  </a:moveTo>
                  <a:lnTo>
                    <a:pt x="0" y="0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78899" y="3698631"/>
            <a:ext cx="8769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31BB23D-1FA4-A43B-5CA8-D0010A736B23}"/>
              </a:ext>
            </a:extLst>
          </p:cNvPr>
          <p:cNvGrpSpPr/>
          <p:nvPr/>
        </p:nvGrpSpPr>
        <p:grpSpPr>
          <a:xfrm>
            <a:off x="4220416" y="5133725"/>
            <a:ext cx="1711743" cy="986284"/>
            <a:chOff x="4220416" y="5133725"/>
            <a:chExt cx="1711743" cy="986284"/>
          </a:xfrm>
        </p:grpSpPr>
        <p:sp>
          <p:nvSpPr>
            <p:cNvPr id="22" name="object 22"/>
            <p:cNvSpPr/>
            <p:nvPr/>
          </p:nvSpPr>
          <p:spPr>
            <a:xfrm>
              <a:off x="4871709" y="5133725"/>
              <a:ext cx="1060450" cy="652780"/>
            </a:xfrm>
            <a:custGeom>
              <a:avLst/>
              <a:gdLst/>
              <a:ahLst/>
              <a:cxnLst/>
              <a:rect l="l" t="t" r="r" b="b"/>
              <a:pathLst>
                <a:path w="1060450" h="652779">
                  <a:moveTo>
                    <a:pt x="0" y="652223"/>
                  </a:moveTo>
                  <a:lnTo>
                    <a:pt x="1060399" y="0"/>
                  </a:lnTo>
                </a:path>
              </a:pathLst>
            </a:custGeom>
            <a:ln w="2032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4220416" y="5866009"/>
              <a:ext cx="920750" cy="254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tim</a:t>
              </a:r>
              <a:r>
                <a:rPr sz="1800" b="1" spc="-45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e!</a:t>
              </a:r>
              <a:endParaRPr sz="1800" dirty="0">
                <a:latin typeface="Calibri"/>
                <a:cs typeface="Calibri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FD6C0A-CDC1-2603-C75F-896410DF6353}"/>
              </a:ext>
            </a:extLst>
          </p:cNvPr>
          <p:cNvGrpSpPr/>
          <p:nvPr/>
        </p:nvGrpSpPr>
        <p:grpSpPr>
          <a:xfrm>
            <a:off x="477951" y="4327087"/>
            <a:ext cx="8159061" cy="884731"/>
            <a:chOff x="477951" y="4327087"/>
            <a:chExt cx="8159061" cy="884731"/>
          </a:xfrm>
        </p:grpSpPr>
        <p:sp>
          <p:nvSpPr>
            <p:cNvPr id="19" name="object 19"/>
            <p:cNvSpPr txBox="1"/>
            <p:nvPr/>
          </p:nvSpPr>
          <p:spPr>
            <a:xfrm>
              <a:off x="1789065" y="4729445"/>
              <a:ext cx="780415" cy="4025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350" i="1" spc="-950" dirty="0">
                  <a:latin typeface="Times New Roman"/>
                  <a:cs typeface="Times New Roman"/>
                </a:rPr>
                <a:t>B</a:t>
              </a:r>
              <a:r>
                <a:rPr sz="3525" baseline="14184" dirty="0">
                  <a:latin typeface="Times New Roman"/>
                  <a:cs typeface="Times New Roman"/>
                </a:rPr>
                <a:t>ˆ</a:t>
              </a:r>
              <a:r>
                <a:rPr sz="3525" spc="-540" baseline="14184" dirty="0">
                  <a:latin typeface="Times New Roman"/>
                  <a:cs typeface="Times New Roman"/>
                </a:rPr>
                <a:t> </a:t>
              </a:r>
              <a:r>
                <a:rPr sz="2350" spc="170" dirty="0">
                  <a:latin typeface="Times New Roman"/>
                  <a:cs typeface="Times New Roman"/>
                </a:rPr>
                <a:t>(</a:t>
              </a:r>
              <a:r>
                <a:rPr sz="2350" i="1" spc="165" dirty="0">
                  <a:latin typeface="Times New Roman"/>
                  <a:cs typeface="Times New Roman"/>
                </a:rPr>
                <a:t>z</a:t>
              </a:r>
              <a:r>
                <a:rPr sz="2025" spc="-7" baseline="43209" dirty="0">
                  <a:latin typeface="Symbol"/>
                  <a:cs typeface="Symbol"/>
                </a:rPr>
                <a:t></a:t>
              </a:r>
              <a:r>
                <a:rPr sz="2025" spc="7" baseline="43209" dirty="0">
                  <a:latin typeface="Times New Roman"/>
                  <a:cs typeface="Times New Roman"/>
                </a:rPr>
                <a:t>1</a:t>
              </a:r>
              <a:r>
                <a:rPr sz="2025" spc="-270" baseline="43209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Times New Roman"/>
                  <a:cs typeface="Times New Roman"/>
                </a:rPr>
                <a:t>)</a:t>
              </a:r>
              <a:endParaRPr sz="2350">
                <a:latin typeface="Times New Roman"/>
                <a:cs typeface="Times New Roman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E2D1EAE-E00D-0A5B-13AE-C03698A7320F}"/>
                </a:ext>
              </a:extLst>
            </p:cNvPr>
            <p:cNvGrpSpPr/>
            <p:nvPr/>
          </p:nvGrpSpPr>
          <p:grpSpPr>
            <a:xfrm>
              <a:off x="477951" y="4363246"/>
              <a:ext cx="5503759" cy="768789"/>
              <a:chOff x="477951" y="4363246"/>
              <a:chExt cx="5503759" cy="768789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1704754" y="4735163"/>
                <a:ext cx="9328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32814">
                    <a:moveTo>
                      <a:pt x="0" y="0"/>
                    </a:moveTo>
                    <a:lnTo>
                      <a:pt x="932483" y="0"/>
                    </a:lnTo>
                  </a:path>
                </a:pathLst>
              </a:custGeom>
              <a:ln w="1240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151189" y="4735163"/>
                <a:ext cx="989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989329">
                    <a:moveTo>
                      <a:pt x="0" y="0"/>
                    </a:moveTo>
                    <a:lnTo>
                      <a:pt x="988817" y="0"/>
                    </a:lnTo>
                  </a:path>
                </a:pathLst>
              </a:custGeom>
              <a:ln w="1240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 txBox="1"/>
              <p:nvPr/>
            </p:nvSpPr>
            <p:spPr>
              <a:xfrm>
                <a:off x="1542644" y="4735140"/>
                <a:ext cx="112395" cy="1974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350" spc="5" dirty="0">
                    <a:latin typeface="Times New Roman"/>
                    <a:cs typeface="Times New Roman"/>
                  </a:rPr>
                  <a:t>1</a:t>
                </a:r>
                <a:endParaRPr sz="1350">
                  <a:latin typeface="Times New Roman"/>
                  <a:cs typeface="Times New Roman"/>
                </a:endParaRPr>
              </a:p>
            </p:txBody>
          </p:sp>
          <p:sp>
            <p:nvSpPr>
              <p:cNvPr id="18" name="object 18"/>
              <p:cNvSpPr txBox="1"/>
              <p:nvPr/>
            </p:nvSpPr>
            <p:spPr>
              <a:xfrm>
                <a:off x="2975753" y="4735140"/>
                <a:ext cx="112395" cy="1974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350" spc="5" dirty="0">
                    <a:latin typeface="Times New Roman"/>
                    <a:cs typeface="Times New Roman"/>
                  </a:rPr>
                  <a:t>2</a:t>
                </a:r>
                <a:endParaRPr sz="1350">
                  <a:latin typeface="Times New Roman"/>
                  <a:cs typeface="Times New Roman"/>
                </a:endParaRPr>
              </a:p>
            </p:txBody>
          </p:sp>
          <p:sp>
            <p:nvSpPr>
              <p:cNvPr id="20" name="object 20"/>
              <p:cNvSpPr txBox="1"/>
              <p:nvPr/>
            </p:nvSpPr>
            <p:spPr>
              <a:xfrm>
                <a:off x="3263691" y="4729445"/>
                <a:ext cx="780415" cy="40259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350" i="1" spc="-950" dirty="0">
                    <a:latin typeface="Times New Roman"/>
                    <a:cs typeface="Times New Roman"/>
                  </a:rPr>
                  <a:t>B</a:t>
                </a:r>
                <a:r>
                  <a:rPr sz="3525" baseline="14184" dirty="0">
                    <a:latin typeface="Times New Roman"/>
                    <a:cs typeface="Times New Roman"/>
                  </a:rPr>
                  <a:t>ˆ</a:t>
                </a:r>
                <a:r>
                  <a:rPr sz="3525" spc="-540" baseline="14184" dirty="0">
                    <a:latin typeface="Times New Roman"/>
                    <a:cs typeface="Times New Roman"/>
                  </a:rPr>
                  <a:t> </a:t>
                </a:r>
                <a:r>
                  <a:rPr sz="2350" spc="170" dirty="0">
                    <a:latin typeface="Times New Roman"/>
                    <a:cs typeface="Times New Roman"/>
                  </a:rPr>
                  <a:t>(</a:t>
                </a:r>
                <a:r>
                  <a:rPr sz="2350" i="1" spc="165" dirty="0">
                    <a:latin typeface="Times New Roman"/>
                    <a:cs typeface="Times New Roman"/>
                  </a:rPr>
                  <a:t>z</a:t>
                </a:r>
                <a:r>
                  <a:rPr sz="2025" spc="-7" baseline="43209" dirty="0">
                    <a:latin typeface="Symbol"/>
                    <a:cs typeface="Symbol"/>
                  </a:rPr>
                  <a:t></a:t>
                </a:r>
                <a:r>
                  <a:rPr sz="2025" spc="7" baseline="43209" dirty="0">
                    <a:latin typeface="Times New Roman"/>
                    <a:cs typeface="Times New Roman"/>
                  </a:rPr>
                  <a:t>1</a:t>
                </a:r>
                <a:r>
                  <a:rPr sz="2025" spc="-270" baseline="43209" dirty="0">
                    <a:latin typeface="Times New Roman"/>
                    <a:cs typeface="Times New Roman"/>
                  </a:rPr>
                  <a:t> </a:t>
                </a:r>
                <a:r>
                  <a:rPr sz="2350" dirty="0">
                    <a:latin typeface="Times New Roman"/>
                    <a:cs typeface="Times New Roman"/>
                  </a:rPr>
                  <a:t>)</a:t>
                </a:r>
                <a:endParaRPr sz="2350">
                  <a:latin typeface="Times New Roman"/>
                  <a:cs typeface="Times New Roman"/>
                </a:endParaRPr>
              </a:p>
            </p:txBody>
          </p:sp>
          <p:sp>
            <p:nvSpPr>
              <p:cNvPr id="21" name="object 21"/>
              <p:cNvSpPr txBox="1"/>
              <p:nvPr/>
            </p:nvSpPr>
            <p:spPr>
              <a:xfrm>
                <a:off x="1740561" y="4365050"/>
                <a:ext cx="1260475" cy="5156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350" i="1" spc="95" dirty="0">
                    <a:latin typeface="Times New Roman"/>
                    <a:cs typeface="Times New Roman"/>
                  </a:rPr>
                  <a:t>y</a:t>
                </a:r>
                <a:r>
                  <a:rPr sz="2350" spc="60" dirty="0">
                    <a:latin typeface="Times New Roman"/>
                    <a:cs typeface="Times New Roman"/>
                  </a:rPr>
                  <a:t>(</a:t>
                </a:r>
                <a:r>
                  <a:rPr sz="2350" i="1" dirty="0">
                    <a:latin typeface="Times New Roman"/>
                    <a:cs typeface="Times New Roman"/>
                  </a:rPr>
                  <a:t>k</a:t>
                </a:r>
                <a:r>
                  <a:rPr sz="2350" i="1" spc="-15" dirty="0">
                    <a:latin typeface="Times New Roman"/>
                    <a:cs typeface="Times New Roman"/>
                  </a:rPr>
                  <a:t> </a:t>
                </a:r>
                <a:r>
                  <a:rPr sz="2350" spc="140" dirty="0">
                    <a:latin typeface="Symbol"/>
                    <a:cs typeface="Symbol"/>
                  </a:rPr>
                  <a:t></a:t>
                </a:r>
                <a:r>
                  <a:rPr sz="2350" spc="-185" dirty="0">
                    <a:latin typeface="Times New Roman"/>
                    <a:cs typeface="Times New Roman"/>
                  </a:rPr>
                  <a:t>1</a:t>
                </a:r>
                <a:r>
                  <a:rPr sz="2350" dirty="0">
                    <a:latin typeface="Times New Roman"/>
                    <a:cs typeface="Times New Roman"/>
                  </a:rPr>
                  <a:t>)</a:t>
                </a:r>
                <a:r>
                  <a:rPr sz="2350" spc="5" dirty="0">
                    <a:latin typeface="Times New Roman"/>
                    <a:cs typeface="Times New Roman"/>
                  </a:rPr>
                  <a:t> </a:t>
                </a:r>
                <a:r>
                  <a:rPr sz="3525" baseline="-35460" dirty="0">
                    <a:latin typeface="Symbol"/>
                    <a:cs typeface="Symbol"/>
                  </a:rPr>
                  <a:t></a:t>
                </a:r>
                <a:r>
                  <a:rPr sz="3525" spc="-397" baseline="-35460" dirty="0">
                    <a:latin typeface="Times New Roman"/>
                    <a:cs typeface="Times New Roman"/>
                  </a:rPr>
                  <a:t> </a:t>
                </a:r>
                <a:r>
                  <a:rPr sz="3525" i="1" baseline="-35460" dirty="0">
                    <a:latin typeface="Times New Roman"/>
                    <a:cs typeface="Times New Roman"/>
                  </a:rPr>
                  <a:t>l</a:t>
                </a:r>
                <a:endParaRPr sz="3525" baseline="-3546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6" name="object 26"/>
              <p:cNvSpPr txBox="1"/>
              <p:nvPr/>
            </p:nvSpPr>
            <p:spPr>
              <a:xfrm>
                <a:off x="3187075" y="4363246"/>
                <a:ext cx="2794635" cy="52260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1536700" algn="l"/>
                  </a:tabLst>
                </a:pPr>
                <a:r>
                  <a:rPr sz="2350" i="1" spc="95" dirty="0">
                    <a:latin typeface="Times New Roman"/>
                    <a:cs typeface="Times New Roman"/>
                  </a:rPr>
                  <a:t>y</a:t>
                </a:r>
                <a:r>
                  <a:rPr sz="2350" spc="60" dirty="0">
                    <a:latin typeface="Times New Roman"/>
                    <a:cs typeface="Times New Roman"/>
                  </a:rPr>
                  <a:t>(</a:t>
                </a:r>
                <a:r>
                  <a:rPr sz="2350" i="1" dirty="0">
                    <a:latin typeface="Times New Roman"/>
                    <a:cs typeface="Times New Roman"/>
                  </a:rPr>
                  <a:t>k</a:t>
                </a:r>
                <a:r>
                  <a:rPr sz="2350" i="1" spc="-15" dirty="0">
                    <a:latin typeface="Times New Roman"/>
                    <a:cs typeface="Times New Roman"/>
                  </a:rPr>
                  <a:t> </a:t>
                </a:r>
                <a:r>
                  <a:rPr sz="2350" dirty="0">
                    <a:latin typeface="Symbol"/>
                    <a:cs typeface="Symbol"/>
                  </a:rPr>
                  <a:t></a:t>
                </a:r>
                <a:r>
                  <a:rPr sz="2350" spc="-190" dirty="0">
                    <a:latin typeface="Times New Roman"/>
                    <a:cs typeface="Times New Roman"/>
                  </a:rPr>
                  <a:t> </a:t>
                </a:r>
                <a:r>
                  <a:rPr sz="2350" dirty="0">
                    <a:latin typeface="Times New Roman"/>
                    <a:cs typeface="Times New Roman"/>
                  </a:rPr>
                  <a:t>2)</a:t>
                </a:r>
                <a:r>
                  <a:rPr sz="2350" spc="5" dirty="0">
                    <a:latin typeface="Times New Roman"/>
                    <a:cs typeface="Times New Roman"/>
                  </a:rPr>
                  <a:t> </a:t>
                </a:r>
                <a:r>
                  <a:rPr sz="3525" baseline="-34278" dirty="0">
                    <a:latin typeface="Symbol"/>
                    <a:cs typeface="Symbol"/>
                  </a:rPr>
                  <a:t></a:t>
                </a:r>
                <a:r>
                  <a:rPr sz="3525" spc="104" baseline="-34278" dirty="0">
                    <a:latin typeface="Times New Roman"/>
                    <a:cs typeface="Times New Roman"/>
                  </a:rPr>
                  <a:t> </a:t>
                </a:r>
                <a:r>
                  <a:rPr sz="3525" i="1" baseline="-34278" dirty="0">
                    <a:latin typeface="Times New Roman"/>
                    <a:cs typeface="Times New Roman"/>
                  </a:rPr>
                  <a:t>y	</a:t>
                </a:r>
                <a:r>
                  <a:rPr sz="3525" spc="89" baseline="-34278" dirty="0">
                    <a:latin typeface="Times New Roman"/>
                    <a:cs typeface="Times New Roman"/>
                  </a:rPr>
                  <a:t>(</a:t>
                </a:r>
                <a:r>
                  <a:rPr sz="3525" i="1" baseline="-34278" dirty="0">
                    <a:latin typeface="Times New Roman"/>
                    <a:cs typeface="Times New Roman"/>
                  </a:rPr>
                  <a:t>k</a:t>
                </a:r>
                <a:r>
                  <a:rPr sz="3525" i="1" spc="-569" baseline="-34278" dirty="0">
                    <a:latin typeface="Times New Roman"/>
                    <a:cs typeface="Times New Roman"/>
                  </a:rPr>
                  <a:t> </a:t>
                </a:r>
                <a:r>
                  <a:rPr sz="3525" baseline="-34278" dirty="0">
                    <a:latin typeface="Times New Roman"/>
                    <a:cs typeface="Times New Roman"/>
                  </a:rPr>
                  <a:t>) </a:t>
                </a:r>
                <a:r>
                  <a:rPr sz="3525" spc="-427" baseline="-34278" dirty="0">
                    <a:latin typeface="Times New Roman"/>
                    <a:cs typeface="Times New Roman"/>
                  </a:rPr>
                  <a:t> </a:t>
                </a:r>
                <a:r>
                  <a:rPr sz="3600" spc="15" baseline="-35879" dirty="0">
                    <a:latin typeface="Symbol"/>
                    <a:cs typeface="Symbol"/>
                  </a:rPr>
                  <a:t></a:t>
                </a:r>
                <a:r>
                  <a:rPr sz="3600" spc="-52" baseline="-35879" dirty="0">
                    <a:latin typeface="Times New Roman"/>
                    <a:cs typeface="Times New Roman"/>
                  </a:rPr>
                  <a:t> </a:t>
                </a:r>
                <a:r>
                  <a:rPr sz="3600" spc="15" baseline="-35879" dirty="0">
                    <a:latin typeface="Symbol"/>
                    <a:cs typeface="Symbol"/>
                  </a:rPr>
                  <a:t></a:t>
                </a:r>
                <a:r>
                  <a:rPr sz="3600" spc="-209" baseline="-35879" dirty="0">
                    <a:latin typeface="Times New Roman"/>
                    <a:cs typeface="Times New Roman"/>
                  </a:rPr>
                  <a:t> </a:t>
                </a:r>
                <a:r>
                  <a:rPr sz="2400" i="1" spc="-150" dirty="0">
                    <a:latin typeface="Times New Roman"/>
                    <a:cs typeface="Times New Roman"/>
                  </a:rPr>
                  <a:t>l</a:t>
                </a:r>
                <a:r>
                  <a:rPr sz="2100" baseline="-23809" dirty="0">
                    <a:latin typeface="Times New Roman"/>
                    <a:cs typeface="Times New Roman"/>
                  </a:rPr>
                  <a:t>1</a:t>
                </a:r>
                <a:r>
                  <a:rPr sz="2100" spc="-337" baseline="-23809" dirty="0">
                    <a:latin typeface="Times New Roman"/>
                    <a:cs typeface="Times New Roman"/>
                  </a:rPr>
                  <a:t> </a:t>
                </a:r>
                <a:r>
                  <a:rPr sz="2400" i="1" spc="5" dirty="0">
                    <a:latin typeface="Times New Roman"/>
                    <a:cs typeface="Times New Roman"/>
                  </a:rPr>
                  <a:t>z</a:t>
                </a:r>
                <a:endParaRPr sz="2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7" name="object 27"/>
              <p:cNvSpPr txBox="1"/>
              <p:nvPr/>
            </p:nvSpPr>
            <p:spPr>
              <a:xfrm>
                <a:off x="477951" y="4552622"/>
                <a:ext cx="1108710" cy="3282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350" i="1" spc="110" dirty="0">
                    <a:latin typeface="Times New Roman"/>
                    <a:cs typeface="Times New Roman"/>
                  </a:rPr>
                  <a:t>u</a:t>
                </a:r>
                <a:r>
                  <a:rPr sz="2350" spc="60" dirty="0">
                    <a:latin typeface="Times New Roman"/>
                    <a:cs typeface="Times New Roman"/>
                  </a:rPr>
                  <a:t>(</a:t>
                </a:r>
                <a:r>
                  <a:rPr sz="2350" i="1" dirty="0">
                    <a:latin typeface="Times New Roman"/>
                    <a:cs typeface="Times New Roman"/>
                  </a:rPr>
                  <a:t>k</a:t>
                </a:r>
                <a:r>
                  <a:rPr sz="2350" i="1" spc="-380" dirty="0">
                    <a:latin typeface="Times New Roman"/>
                    <a:cs typeface="Times New Roman"/>
                  </a:rPr>
                  <a:t> </a:t>
                </a:r>
                <a:r>
                  <a:rPr sz="2350" dirty="0">
                    <a:latin typeface="Times New Roman"/>
                    <a:cs typeface="Times New Roman"/>
                  </a:rPr>
                  <a:t>)</a:t>
                </a:r>
                <a:r>
                  <a:rPr sz="2350" spc="-50" dirty="0">
                    <a:latin typeface="Times New Roman"/>
                    <a:cs typeface="Times New Roman"/>
                  </a:rPr>
                  <a:t> </a:t>
                </a:r>
                <a:r>
                  <a:rPr sz="2350" dirty="0">
                    <a:latin typeface="Symbol"/>
                    <a:cs typeface="Symbol"/>
                  </a:rPr>
                  <a:t></a:t>
                </a:r>
                <a:r>
                  <a:rPr sz="2350" spc="-40" dirty="0">
                    <a:latin typeface="Times New Roman"/>
                    <a:cs typeface="Times New Roman"/>
                  </a:rPr>
                  <a:t> </a:t>
                </a:r>
                <a:r>
                  <a:rPr sz="2350" spc="-10" dirty="0">
                    <a:latin typeface="Symbol"/>
                    <a:cs typeface="Symbol"/>
                  </a:rPr>
                  <a:t></a:t>
                </a:r>
                <a:r>
                  <a:rPr sz="2350" i="1" dirty="0">
                    <a:latin typeface="Times New Roman"/>
                    <a:cs typeface="Times New Roman"/>
                  </a:rPr>
                  <a:t>l</a:t>
                </a:r>
                <a:endParaRPr sz="2350">
                  <a:latin typeface="Times New Roman"/>
                  <a:cs typeface="Times New Roman"/>
                </a:endParaRPr>
              </a:p>
            </p:txBody>
          </p:sp>
          <p:sp>
            <p:nvSpPr>
              <p:cNvPr id="28" name="object 28"/>
              <p:cNvSpPr txBox="1"/>
              <p:nvPr/>
            </p:nvSpPr>
            <p:spPr>
              <a:xfrm>
                <a:off x="4572448" y="4735140"/>
                <a:ext cx="112395" cy="1974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350" i="1" spc="5" dirty="0">
                    <a:latin typeface="Times New Roman"/>
                    <a:cs typeface="Times New Roman"/>
                  </a:rPr>
                  <a:t>d</a:t>
                </a:r>
                <a:endParaRPr sz="1350">
                  <a:latin typeface="Times New Roman"/>
                  <a:cs typeface="Times New Roman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E11026C-52A2-091C-78B9-D15C5EA2793F}"/>
                </a:ext>
              </a:extLst>
            </p:cNvPr>
            <p:cNvGrpSpPr/>
            <p:nvPr/>
          </p:nvGrpSpPr>
          <p:grpSpPr>
            <a:xfrm>
              <a:off x="5664504" y="4327087"/>
              <a:ext cx="2972508" cy="884731"/>
              <a:chOff x="5664504" y="4327087"/>
              <a:chExt cx="2972508" cy="884731"/>
            </a:xfrm>
          </p:grpSpPr>
          <p:sp>
            <p:nvSpPr>
              <p:cNvPr id="23" name="object 23"/>
              <p:cNvSpPr/>
              <p:nvPr/>
            </p:nvSpPr>
            <p:spPr>
              <a:xfrm>
                <a:off x="5843899" y="5133713"/>
                <a:ext cx="88265" cy="78105"/>
              </a:xfrm>
              <a:custGeom>
                <a:avLst/>
                <a:gdLst/>
                <a:ahLst/>
                <a:cxnLst/>
                <a:rect l="l" t="t" r="r" b="b"/>
                <a:pathLst>
                  <a:path w="88264" h="78104">
                    <a:moveTo>
                      <a:pt x="46573" y="77794"/>
                    </a:moveTo>
                    <a:lnTo>
                      <a:pt x="88209" y="0"/>
                    </a:lnTo>
                    <a:lnTo>
                      <a:pt x="0" y="2072"/>
                    </a:lnTo>
                  </a:path>
                </a:pathLst>
              </a:custGeom>
              <a:ln w="2032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5664504" y="4740913"/>
                <a:ext cx="13804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80490">
                    <a:moveTo>
                      <a:pt x="0" y="0"/>
                    </a:moveTo>
                    <a:lnTo>
                      <a:pt x="1380346" y="0"/>
                    </a:lnTo>
                  </a:path>
                </a:pathLst>
              </a:custGeom>
              <a:ln w="128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9"/>
              <p:cNvSpPr txBox="1"/>
              <p:nvPr/>
            </p:nvSpPr>
            <p:spPr>
              <a:xfrm>
                <a:off x="5977958" y="4327087"/>
                <a:ext cx="212725" cy="20637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400" spc="-10" dirty="0">
                    <a:latin typeface="Symbol"/>
                    <a:cs typeface="Symbol"/>
                  </a:rPr>
                  <a:t></a:t>
                </a:r>
                <a:r>
                  <a:rPr sz="1400" dirty="0">
                    <a:latin typeface="Times New Roman"/>
                    <a:cs typeface="Times New Roman"/>
                  </a:rPr>
                  <a:t>1</a:t>
                </a:r>
                <a:endParaRPr sz="1400">
                  <a:latin typeface="Times New Roman"/>
                  <a:cs typeface="Times New Roman"/>
                </a:endParaRPr>
              </a:p>
            </p:txBody>
          </p:sp>
          <p:sp>
            <p:nvSpPr>
              <p:cNvPr id="30" name="object 30"/>
              <p:cNvSpPr txBox="1"/>
              <p:nvPr/>
            </p:nvSpPr>
            <p:spPr>
              <a:xfrm>
                <a:off x="6799480" y="4327087"/>
                <a:ext cx="212725" cy="20637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400" spc="-10" dirty="0">
                    <a:latin typeface="Symbol"/>
                    <a:cs typeface="Symbol"/>
                  </a:rPr>
                  <a:t></a:t>
                </a:r>
                <a:r>
                  <a:rPr sz="1400" dirty="0">
                    <a:latin typeface="Times New Roman"/>
                    <a:cs typeface="Times New Roman"/>
                  </a:rPr>
                  <a:t>2</a:t>
                </a:r>
                <a:endParaRPr sz="1400">
                  <a:latin typeface="Times New Roman"/>
                  <a:cs typeface="Times New Roman"/>
                </a:endParaRPr>
              </a:p>
            </p:txBody>
          </p:sp>
          <p:sp>
            <p:nvSpPr>
              <p:cNvPr id="31" name="object 31"/>
              <p:cNvSpPr txBox="1"/>
              <p:nvPr/>
            </p:nvSpPr>
            <p:spPr>
              <a:xfrm>
                <a:off x="6234066" y="4358337"/>
                <a:ext cx="568960" cy="3917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229870" indent="-217170">
                  <a:lnSpc>
                    <a:spcPct val="100000"/>
                  </a:lnSpc>
                  <a:buFont typeface="Symbol"/>
                  <a:buChar char=""/>
                  <a:tabLst>
                    <a:tab pos="230504" algn="l"/>
                  </a:tabLst>
                </a:pPr>
                <a:r>
                  <a:rPr sz="2400" i="1" spc="5" dirty="0">
                    <a:latin typeface="Times New Roman"/>
                    <a:cs typeface="Times New Roman"/>
                  </a:rPr>
                  <a:t>l</a:t>
                </a:r>
                <a:r>
                  <a:rPr sz="2100" baseline="-23809" dirty="0">
                    <a:latin typeface="Times New Roman"/>
                    <a:cs typeface="Times New Roman"/>
                  </a:rPr>
                  <a:t>2</a:t>
                </a:r>
                <a:r>
                  <a:rPr sz="2100" spc="-179" baseline="-23809" dirty="0">
                    <a:latin typeface="Times New Roman"/>
                    <a:cs typeface="Times New Roman"/>
                  </a:rPr>
                  <a:t> </a:t>
                </a:r>
                <a:r>
                  <a:rPr sz="2400" i="1" spc="5" dirty="0">
                    <a:latin typeface="Times New Roman"/>
                    <a:cs typeface="Times New Roman"/>
                  </a:rPr>
                  <a:t>z</a:t>
                </a:r>
                <a:endParaRPr sz="2400">
                  <a:latin typeface="Times New Roman"/>
                  <a:cs typeface="Times New Roman"/>
                </a:endParaRPr>
              </a:p>
            </p:txBody>
          </p:sp>
          <p:sp>
            <p:nvSpPr>
              <p:cNvPr id="32" name="object 32"/>
              <p:cNvSpPr txBox="1"/>
              <p:nvPr/>
            </p:nvSpPr>
            <p:spPr>
              <a:xfrm>
                <a:off x="5961844" y="4735411"/>
                <a:ext cx="802640" cy="41465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400" i="1" spc="-965" dirty="0">
                    <a:latin typeface="Times New Roman"/>
                    <a:cs typeface="Times New Roman"/>
                  </a:rPr>
                  <a:t>B</a:t>
                </a:r>
                <a:r>
                  <a:rPr sz="3600" spc="7" baseline="15046" dirty="0">
                    <a:latin typeface="Times New Roman"/>
                    <a:cs typeface="Times New Roman"/>
                  </a:rPr>
                  <a:t>ˆ</a:t>
                </a:r>
                <a:r>
                  <a:rPr sz="3600" spc="-547" baseline="15046" dirty="0">
                    <a:latin typeface="Times New Roman"/>
                    <a:cs typeface="Times New Roman"/>
                  </a:rPr>
                  <a:t> </a:t>
                </a:r>
                <a:r>
                  <a:rPr sz="2400" spc="180" dirty="0">
                    <a:latin typeface="Times New Roman"/>
                    <a:cs typeface="Times New Roman"/>
                  </a:rPr>
                  <a:t>(</a:t>
                </a:r>
                <a:r>
                  <a:rPr sz="2400" i="1" spc="175" dirty="0">
                    <a:latin typeface="Times New Roman"/>
                    <a:cs typeface="Times New Roman"/>
                  </a:rPr>
                  <a:t>z</a:t>
                </a:r>
                <a:r>
                  <a:rPr sz="2100" spc="-15" baseline="43650" dirty="0">
                    <a:latin typeface="Symbol"/>
                    <a:cs typeface="Symbol"/>
                  </a:rPr>
                  <a:t></a:t>
                </a:r>
                <a:r>
                  <a:rPr sz="2100" baseline="43650" dirty="0">
                    <a:latin typeface="Times New Roman"/>
                    <a:cs typeface="Times New Roman"/>
                  </a:rPr>
                  <a:t>1</a:t>
                </a:r>
                <a:r>
                  <a:rPr sz="2100" spc="-284" baseline="43650" dirty="0">
                    <a:latin typeface="Times New Roman"/>
                    <a:cs typeface="Times New Roman"/>
                  </a:rPr>
                  <a:t> </a:t>
                </a:r>
                <a:r>
                  <a:rPr sz="2400" spc="5" dirty="0">
                    <a:latin typeface="Times New Roman"/>
                    <a:cs typeface="Times New Roman"/>
                  </a:rPr>
                  <a:t>)</a:t>
                </a:r>
                <a:endParaRPr sz="2400">
                  <a:latin typeface="Times New Roman"/>
                  <a:cs typeface="Times New Roman"/>
                </a:endParaRPr>
              </a:p>
            </p:txBody>
          </p:sp>
          <p:sp>
            <p:nvSpPr>
              <p:cNvPr id="33" name="object 33"/>
              <p:cNvSpPr txBox="1"/>
              <p:nvPr/>
            </p:nvSpPr>
            <p:spPr>
              <a:xfrm>
                <a:off x="7114282" y="4552827"/>
                <a:ext cx="1522730" cy="3378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tabLst>
                    <a:tab pos="1130935" algn="l"/>
                  </a:tabLst>
                </a:pPr>
                <a:r>
                  <a:rPr sz="2400" i="1" spc="100" dirty="0">
                    <a:latin typeface="Times New Roman"/>
                    <a:cs typeface="Times New Roman"/>
                  </a:rPr>
                  <a:t>y</a:t>
                </a:r>
                <a:r>
                  <a:rPr sz="2400" spc="65" dirty="0">
                    <a:latin typeface="Times New Roman"/>
                    <a:cs typeface="Times New Roman"/>
                  </a:rPr>
                  <a:t>(</a:t>
                </a:r>
                <a:r>
                  <a:rPr sz="2400" i="1" spc="10" dirty="0">
                    <a:latin typeface="Times New Roman"/>
                    <a:cs typeface="Times New Roman"/>
                  </a:rPr>
                  <a:t>k</a:t>
                </a:r>
                <a:r>
                  <a:rPr sz="2400" i="1" spc="-390" dirty="0">
                    <a:latin typeface="Times New Roman"/>
                    <a:cs typeface="Times New Roman"/>
                  </a:rPr>
                  <a:t> </a:t>
                </a:r>
                <a:r>
                  <a:rPr sz="2400" spc="5" dirty="0">
                    <a:latin typeface="Times New Roman"/>
                    <a:cs typeface="Times New Roman"/>
                  </a:rPr>
                  <a:t>)</a:t>
                </a:r>
                <a:r>
                  <a:rPr sz="2400" spc="-195" dirty="0">
                    <a:latin typeface="Times New Roman"/>
                    <a:cs typeface="Times New Roman"/>
                  </a:rPr>
                  <a:t> </a:t>
                </a:r>
                <a:r>
                  <a:rPr sz="2400" spc="10" dirty="0">
                    <a:latin typeface="Symbol"/>
                    <a:cs typeface="Symbol"/>
                  </a:rPr>
                  <a:t></a:t>
                </a:r>
                <a:r>
                  <a:rPr sz="2400" spc="80" dirty="0">
                    <a:latin typeface="Times New Roman"/>
                    <a:cs typeface="Times New Roman"/>
                  </a:rPr>
                  <a:t> </a:t>
                </a:r>
                <a:r>
                  <a:rPr sz="2400" i="1" spc="10" dirty="0">
                    <a:latin typeface="Times New Roman"/>
                    <a:cs typeface="Times New Roman"/>
                  </a:rPr>
                  <a:t>y</a:t>
                </a:r>
                <a:r>
                  <a:rPr sz="2400" i="1" dirty="0">
                    <a:latin typeface="Times New Roman"/>
                    <a:cs typeface="Times New Roman"/>
                  </a:rPr>
                  <a:t>	</a:t>
                </a:r>
                <a:r>
                  <a:rPr sz="2400" spc="65" dirty="0">
                    <a:latin typeface="Times New Roman"/>
                    <a:cs typeface="Times New Roman"/>
                  </a:rPr>
                  <a:t>(</a:t>
                </a:r>
                <a:r>
                  <a:rPr sz="2400" i="1" spc="10" dirty="0">
                    <a:latin typeface="Times New Roman"/>
                    <a:cs typeface="Times New Roman"/>
                  </a:rPr>
                  <a:t>k</a:t>
                </a:r>
                <a:r>
                  <a:rPr sz="2400" i="1" spc="-390" dirty="0">
                    <a:latin typeface="Times New Roman"/>
                    <a:cs typeface="Times New Roman"/>
                  </a:rPr>
                  <a:t> </a:t>
                </a:r>
                <a:r>
                  <a:rPr sz="2400" spc="5" dirty="0">
                    <a:latin typeface="Times New Roman"/>
                    <a:cs typeface="Times New Roman"/>
                  </a:rPr>
                  <a:t>)</a:t>
                </a:r>
                <a:endParaRPr sz="2400">
                  <a:latin typeface="Times New Roman"/>
                  <a:cs typeface="Times New Roman"/>
                </a:endParaRPr>
              </a:p>
            </p:txBody>
          </p:sp>
          <p:sp>
            <p:nvSpPr>
              <p:cNvPr id="34" name="object 34"/>
              <p:cNvSpPr txBox="1"/>
              <p:nvPr/>
            </p:nvSpPr>
            <p:spPr>
              <a:xfrm>
                <a:off x="8089551" y="4741303"/>
                <a:ext cx="114935" cy="20320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1400" i="1" dirty="0">
                    <a:latin typeface="Times New Roman"/>
                    <a:cs typeface="Times New Roman"/>
                  </a:rPr>
                  <a:t>d</a:t>
                </a:r>
                <a:endParaRPr sz="1400">
                  <a:latin typeface="Times New Roman"/>
                  <a:cs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4" y="728606"/>
            <a:ext cx="36893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7099" y="1447800"/>
            <a:ext cx="6946901" cy="54101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A11D69D-A155-AD68-CB62-947B3BED6925}"/>
              </a:ext>
            </a:extLst>
          </p:cNvPr>
          <p:cNvGrpSpPr/>
          <p:nvPr/>
        </p:nvGrpSpPr>
        <p:grpSpPr>
          <a:xfrm>
            <a:off x="633734" y="1860560"/>
            <a:ext cx="4349829" cy="1608636"/>
            <a:chOff x="633734" y="1860560"/>
            <a:chExt cx="4349829" cy="1608636"/>
          </a:xfrm>
        </p:grpSpPr>
        <p:sp>
          <p:nvSpPr>
            <p:cNvPr id="2" name="object 2"/>
            <p:cNvSpPr/>
            <p:nvPr/>
          </p:nvSpPr>
          <p:spPr>
            <a:xfrm>
              <a:off x="633734" y="1860560"/>
              <a:ext cx="1582420" cy="0"/>
            </a:xfrm>
            <a:custGeom>
              <a:avLst/>
              <a:gdLst/>
              <a:ahLst/>
              <a:cxnLst/>
              <a:rect l="l" t="t" r="r" b="b"/>
              <a:pathLst>
                <a:path w="1582420">
                  <a:moveTo>
                    <a:pt x="0" y="0"/>
                  </a:moveTo>
                  <a:lnTo>
                    <a:pt x="1581817" y="0"/>
                  </a:lnTo>
                </a:path>
              </a:pathLst>
            </a:custGeom>
            <a:ln w="17779">
              <a:solidFill>
                <a:srgbClr val="A5AC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69524" y="2303681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131" y="0"/>
                  </a:lnTo>
                </a:path>
              </a:pathLst>
            </a:custGeom>
            <a:ln w="5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82474" y="3063685"/>
              <a:ext cx="1184275" cy="0"/>
            </a:xfrm>
            <a:custGeom>
              <a:avLst/>
              <a:gdLst/>
              <a:ahLst/>
              <a:cxnLst/>
              <a:rect l="l" t="t" r="r" b="b"/>
              <a:pathLst>
                <a:path w="1184275">
                  <a:moveTo>
                    <a:pt x="0" y="0"/>
                  </a:moveTo>
                  <a:lnTo>
                    <a:pt x="1183753" y="0"/>
                  </a:lnTo>
                </a:path>
              </a:pathLst>
            </a:custGeom>
            <a:ln w="5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5634" y="3063685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146" y="0"/>
                  </a:lnTo>
                </a:path>
              </a:pathLst>
            </a:custGeom>
            <a:ln w="5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1450" y="2664325"/>
              <a:ext cx="2821305" cy="0"/>
            </a:xfrm>
            <a:custGeom>
              <a:avLst/>
              <a:gdLst/>
              <a:ahLst/>
              <a:cxnLst/>
              <a:rect l="l" t="t" r="r" b="b"/>
              <a:pathLst>
                <a:path w="2821304">
                  <a:moveTo>
                    <a:pt x="0" y="0"/>
                  </a:moveTo>
                  <a:lnTo>
                    <a:pt x="2821276" y="0"/>
                  </a:lnTo>
                </a:path>
              </a:pathLst>
            </a:custGeom>
            <a:ln w="11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583080" y="1949534"/>
              <a:ext cx="692150" cy="3219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70" dirty="0">
                  <a:latin typeface="Times New Roman"/>
                  <a:cs typeface="Times New Roman"/>
                </a:rPr>
                <a:t>B</a:t>
              </a:r>
              <a:r>
                <a:rPr sz="2050" spc="155" dirty="0">
                  <a:latin typeface="Times New Roman"/>
                  <a:cs typeface="Times New Roman"/>
                </a:rPr>
                <a:t>(</a:t>
              </a:r>
              <a:r>
                <a:rPr sz="2050" i="1" spc="150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1</a:t>
              </a:r>
              <a:r>
                <a:rPr sz="1800" spc="-240" baseline="43981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endParaRPr sz="205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595546" y="2315651"/>
              <a:ext cx="679450" cy="3219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-30" dirty="0">
                  <a:latin typeface="Times New Roman"/>
                  <a:cs typeface="Times New Roman"/>
                </a:rPr>
                <a:t>A</a:t>
              </a:r>
              <a:r>
                <a:rPr sz="2050" spc="155" dirty="0">
                  <a:latin typeface="Times New Roman"/>
                  <a:cs typeface="Times New Roman"/>
                </a:rPr>
                <a:t>(</a:t>
              </a:r>
              <a:r>
                <a:rPr sz="2050" i="1" spc="150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1</a:t>
              </a:r>
              <a:r>
                <a:rPr sz="1800" spc="-240" baseline="43981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endParaRPr sz="205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827385" y="2708760"/>
              <a:ext cx="2506345" cy="323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075" spc="7" baseline="5420" dirty="0">
                  <a:latin typeface="Symbol"/>
                  <a:cs typeface="Symbol"/>
                </a:rPr>
                <a:t></a:t>
              </a:r>
              <a:r>
                <a:rPr sz="3075" spc="-179" baseline="5420" dirty="0">
                  <a:latin typeface="Times New Roman"/>
                  <a:cs typeface="Times New Roman"/>
                </a:rPr>
                <a:t> </a:t>
              </a:r>
              <a:r>
                <a:rPr sz="2050" i="1" spc="5" dirty="0">
                  <a:latin typeface="Times New Roman"/>
                  <a:cs typeface="Times New Roman"/>
                </a:rPr>
                <a:t>l</a:t>
              </a:r>
              <a:r>
                <a:rPr sz="2050" i="1" spc="70" dirty="0">
                  <a:latin typeface="Times New Roman"/>
                  <a:cs typeface="Times New Roman"/>
                </a:rPr>
                <a:t> </a:t>
              </a:r>
              <a:r>
                <a:rPr sz="2050" i="1" spc="150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1 </a:t>
              </a:r>
              <a:r>
                <a:rPr sz="1800" spc="-202" baseline="43981" dirty="0">
                  <a:latin typeface="Times New Roman"/>
                  <a:cs typeface="Times New Roman"/>
                </a:rPr>
                <a:t> </a:t>
              </a:r>
              <a:r>
                <a:rPr sz="2050" spc="10" dirty="0">
                  <a:latin typeface="Symbol"/>
                  <a:cs typeface="Symbol"/>
                </a:rPr>
                <a:t></a:t>
              </a:r>
              <a:r>
                <a:rPr sz="2050" spc="-190" dirty="0">
                  <a:latin typeface="Times New Roman"/>
                  <a:cs typeface="Times New Roman"/>
                </a:rPr>
                <a:t> </a:t>
              </a:r>
              <a:r>
                <a:rPr sz="2050" i="1" spc="5" dirty="0">
                  <a:latin typeface="Times New Roman"/>
                  <a:cs typeface="Times New Roman"/>
                </a:rPr>
                <a:t>l</a:t>
              </a:r>
              <a:r>
                <a:rPr sz="2050" i="1" dirty="0">
                  <a:latin typeface="Times New Roman"/>
                  <a:cs typeface="Times New Roman"/>
                </a:rPr>
                <a:t> </a:t>
              </a:r>
              <a:r>
                <a:rPr sz="2050" i="1" spc="-220" dirty="0">
                  <a:latin typeface="Times New Roman"/>
                  <a:cs typeface="Times New Roman"/>
                </a:rPr>
                <a:t> </a:t>
              </a:r>
              <a:r>
                <a:rPr sz="2050" i="1" spc="155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2 </a:t>
              </a:r>
              <a:r>
                <a:rPr sz="1800" spc="15" baseline="43981" dirty="0">
                  <a:latin typeface="Times New Roman"/>
                  <a:cs typeface="Times New Roman"/>
                </a:rPr>
                <a:t> </a:t>
              </a:r>
              <a:r>
                <a:rPr sz="3075" spc="315" baseline="5420" dirty="0">
                  <a:latin typeface="Symbol"/>
                  <a:cs typeface="Symbol"/>
                </a:rPr>
                <a:t></a:t>
              </a:r>
              <a:r>
                <a:rPr sz="3075" spc="7" baseline="2710" dirty="0">
                  <a:latin typeface="Symbol"/>
                  <a:cs typeface="Symbol"/>
                </a:rPr>
                <a:t></a:t>
              </a:r>
              <a:r>
                <a:rPr sz="3075" spc="22" baseline="2710" dirty="0">
                  <a:latin typeface="Times New Roman"/>
                  <a:cs typeface="Times New Roman"/>
                </a:rPr>
                <a:t> </a:t>
              </a:r>
              <a:r>
                <a:rPr sz="2050" i="1" spc="70" dirty="0">
                  <a:latin typeface="Times New Roman"/>
                  <a:cs typeface="Times New Roman"/>
                </a:rPr>
                <a:t>B</a:t>
              </a:r>
              <a:r>
                <a:rPr sz="2050" spc="155" dirty="0">
                  <a:latin typeface="Times New Roman"/>
                  <a:cs typeface="Times New Roman"/>
                </a:rPr>
                <a:t>(</a:t>
              </a:r>
              <a:r>
                <a:rPr sz="2050" i="1" spc="150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1</a:t>
              </a:r>
              <a:r>
                <a:rPr sz="1800" spc="-240" baseline="43981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r>
                <a:rPr sz="2050" spc="-114" dirty="0">
                  <a:latin typeface="Times New Roman"/>
                  <a:cs typeface="Times New Roman"/>
                </a:rPr>
                <a:t> </a:t>
              </a:r>
              <a:r>
                <a:rPr sz="3075" spc="7" baseline="2710" dirty="0">
                  <a:latin typeface="Symbol"/>
                  <a:cs typeface="Symbol"/>
                </a:rPr>
                <a:t></a:t>
              </a:r>
              <a:endParaRPr sz="3075" baseline="2710">
                <a:latin typeface="Symbol"/>
                <a:cs typeface="Symbo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036771" y="2898484"/>
              <a:ext cx="102235" cy="1790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dirty="0">
                  <a:latin typeface="Times New Roman"/>
                  <a:cs typeface="Times New Roman"/>
                </a:rPr>
                <a:t>1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2235921" y="2898484"/>
              <a:ext cx="691515" cy="5162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100330" algn="r">
                <a:lnSpc>
                  <a:spcPct val="100000"/>
                </a:lnSpc>
              </a:pPr>
              <a:r>
                <a:rPr sz="1200" dirty="0">
                  <a:latin typeface="Times New Roman"/>
                  <a:cs typeface="Times New Roman"/>
                </a:rPr>
                <a:t>2</a:t>
              </a:r>
              <a:endParaRPr sz="120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  <a:spcBef>
                  <a:spcPts val="190"/>
                </a:spcBef>
              </a:pPr>
              <a:r>
                <a:rPr sz="2050" i="1" spc="-830" dirty="0">
                  <a:latin typeface="Times New Roman"/>
                  <a:cs typeface="Times New Roman"/>
                </a:rPr>
                <a:t>B</a:t>
              </a:r>
              <a:r>
                <a:rPr sz="3075" spc="7" baseline="14905" dirty="0">
                  <a:latin typeface="Times New Roman"/>
                  <a:cs typeface="Times New Roman"/>
                </a:rPr>
                <a:t>ˆ</a:t>
              </a:r>
              <a:r>
                <a:rPr sz="3075" spc="-472" baseline="14905" dirty="0">
                  <a:latin typeface="Times New Roman"/>
                  <a:cs typeface="Times New Roman"/>
                </a:rPr>
                <a:t> </a:t>
              </a:r>
              <a:r>
                <a:rPr sz="2050" spc="160" dirty="0">
                  <a:latin typeface="Times New Roman"/>
                  <a:cs typeface="Times New Roman"/>
                </a:rPr>
                <a:t>(</a:t>
              </a:r>
              <a:r>
                <a:rPr sz="2050" i="1" spc="150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1</a:t>
              </a:r>
              <a:r>
                <a:rPr sz="1800" spc="-247" baseline="43981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endParaRPr sz="205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192091" y="3075496"/>
              <a:ext cx="1141730" cy="3937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075" spc="315" baseline="-16260" dirty="0">
                  <a:latin typeface="Symbol"/>
                  <a:cs typeface="Symbol"/>
                </a:rPr>
                <a:t></a:t>
              </a:r>
              <a:r>
                <a:rPr sz="3075" spc="7" baseline="-13550" dirty="0">
                  <a:latin typeface="Symbol"/>
                  <a:cs typeface="Symbol"/>
                </a:rPr>
                <a:t></a:t>
              </a:r>
              <a:r>
                <a:rPr sz="3075" spc="165" baseline="-13550" dirty="0">
                  <a:latin typeface="Times New Roman"/>
                  <a:cs typeface="Times New Roman"/>
                </a:rPr>
                <a:t> </a:t>
              </a:r>
              <a:r>
                <a:rPr sz="2050" i="1" spc="-30" dirty="0">
                  <a:latin typeface="Times New Roman"/>
                  <a:cs typeface="Times New Roman"/>
                </a:rPr>
                <a:t>A</a:t>
              </a:r>
              <a:r>
                <a:rPr sz="2050" spc="160" dirty="0">
                  <a:latin typeface="Times New Roman"/>
                  <a:cs typeface="Times New Roman"/>
                </a:rPr>
                <a:t>(</a:t>
              </a:r>
              <a:r>
                <a:rPr sz="2050" i="1" spc="150" dirty="0">
                  <a:latin typeface="Times New Roman"/>
                  <a:cs typeface="Times New Roman"/>
                </a:rPr>
                <a:t>z</a:t>
              </a:r>
              <a:r>
                <a:rPr sz="1800" spc="-7" baseline="43981" dirty="0">
                  <a:latin typeface="Symbol"/>
                  <a:cs typeface="Symbol"/>
                </a:rPr>
                <a:t></a:t>
              </a:r>
              <a:r>
                <a:rPr sz="1800" baseline="43981" dirty="0">
                  <a:latin typeface="Times New Roman"/>
                  <a:cs typeface="Times New Roman"/>
                </a:rPr>
                <a:t>1</a:t>
              </a:r>
              <a:r>
                <a:rPr sz="1800" spc="-240" baseline="43981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r>
                <a:rPr sz="2050" spc="-110" dirty="0">
                  <a:latin typeface="Times New Roman"/>
                  <a:cs typeface="Times New Roman"/>
                </a:rPr>
                <a:t> </a:t>
              </a:r>
              <a:r>
                <a:rPr sz="3075" spc="7" baseline="-13550" dirty="0">
                  <a:latin typeface="Symbol"/>
                  <a:cs typeface="Symbol"/>
                </a:rPr>
                <a:t></a:t>
              </a:r>
              <a:endParaRPr sz="3075" baseline="-13550">
                <a:latin typeface="Symbol"/>
                <a:cs typeface="Symbol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773567" y="2500215"/>
              <a:ext cx="685165" cy="295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90" dirty="0">
                  <a:latin typeface="Times New Roman"/>
                  <a:cs typeface="Times New Roman"/>
                </a:rPr>
                <a:t>y</a:t>
              </a:r>
              <a:r>
                <a:rPr sz="2050" spc="60" dirty="0">
                  <a:latin typeface="Times New Roman"/>
                  <a:cs typeface="Times New Roman"/>
                </a:rPr>
                <a:t>(</a:t>
              </a:r>
              <a:r>
                <a:rPr sz="2050" i="1" spc="5" dirty="0">
                  <a:latin typeface="Times New Roman"/>
                  <a:cs typeface="Times New Roman"/>
                </a:rPr>
                <a:t>k</a:t>
              </a:r>
              <a:r>
                <a:rPr sz="2050" i="1" spc="-330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r>
                <a:rPr sz="2050" spc="-35" dirty="0">
                  <a:latin typeface="Times New Roman"/>
                  <a:cs typeface="Times New Roman"/>
                </a:rPr>
                <a:t> </a:t>
              </a:r>
              <a:r>
                <a:rPr sz="2050" spc="10" dirty="0">
                  <a:latin typeface="Symbol"/>
                  <a:cs typeface="Symbol"/>
                </a:rPr>
                <a:t></a:t>
              </a:r>
              <a:endParaRPr sz="2050" dirty="0">
                <a:latin typeface="Symbol"/>
                <a:cs typeface="Symbo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390473" y="2504464"/>
              <a:ext cx="593090" cy="3378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50" i="1" spc="15" dirty="0">
                  <a:latin typeface="Times New Roman"/>
                  <a:cs typeface="Times New Roman"/>
                </a:rPr>
                <a:t>y</a:t>
              </a:r>
              <a:r>
                <a:rPr sz="1800" i="1" baseline="-25462" dirty="0">
                  <a:latin typeface="Times New Roman"/>
                  <a:cs typeface="Times New Roman"/>
                </a:rPr>
                <a:t>d</a:t>
              </a:r>
              <a:r>
                <a:rPr sz="1800" i="1" spc="97" baseline="-25462" dirty="0">
                  <a:latin typeface="Times New Roman"/>
                  <a:cs typeface="Times New Roman"/>
                </a:rPr>
                <a:t> </a:t>
              </a:r>
              <a:r>
                <a:rPr sz="2050" spc="55" dirty="0">
                  <a:latin typeface="Times New Roman"/>
                  <a:cs typeface="Times New Roman"/>
                </a:rPr>
                <a:t>(</a:t>
              </a:r>
              <a:r>
                <a:rPr sz="2050" i="1" spc="5" dirty="0">
                  <a:latin typeface="Times New Roman"/>
                  <a:cs typeface="Times New Roman"/>
                </a:rPr>
                <a:t>k</a:t>
              </a:r>
              <a:r>
                <a:rPr sz="2050" i="1" spc="-330" dirty="0">
                  <a:latin typeface="Times New Roman"/>
                  <a:cs typeface="Times New Roman"/>
                </a:rPr>
                <a:t> </a:t>
              </a:r>
              <a:r>
                <a:rPr sz="2050" spc="5" dirty="0">
                  <a:latin typeface="Times New Roman"/>
                  <a:cs typeface="Times New Roman"/>
                </a:rPr>
                <a:t>)</a:t>
              </a:r>
              <a:endParaRPr sz="205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1487670" y="2899503"/>
              <a:ext cx="467359" cy="5695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r">
                <a:lnSpc>
                  <a:spcPts val="2325"/>
                </a:lnSpc>
              </a:pPr>
              <a:r>
                <a:rPr sz="2050" spc="170" dirty="0">
                  <a:latin typeface="Times New Roman"/>
                  <a:cs typeface="Times New Roman"/>
                </a:rPr>
                <a:t>1</a:t>
              </a:r>
              <a:r>
                <a:rPr sz="2050" spc="10" dirty="0">
                  <a:latin typeface="Symbol"/>
                  <a:cs typeface="Symbol"/>
                </a:rPr>
                <a:t></a:t>
              </a:r>
              <a:r>
                <a:rPr sz="2050" spc="-195" dirty="0">
                  <a:latin typeface="Times New Roman"/>
                  <a:cs typeface="Times New Roman"/>
                </a:rPr>
                <a:t> </a:t>
              </a:r>
              <a:r>
                <a:rPr sz="3075" spc="7" baseline="-12195" dirty="0">
                  <a:latin typeface="Symbol"/>
                  <a:cs typeface="Symbol"/>
                </a:rPr>
                <a:t></a:t>
              </a:r>
              <a:endParaRPr sz="3075" baseline="-12195">
                <a:latin typeface="Symbol"/>
                <a:cs typeface="Symbol"/>
              </a:endParaRPr>
            </a:p>
            <a:p>
              <a:pPr marR="5080" algn="r">
                <a:lnSpc>
                  <a:spcPts val="2325"/>
                </a:lnSpc>
              </a:pPr>
              <a:r>
                <a:rPr sz="2050" spc="5" dirty="0">
                  <a:latin typeface="Symbol"/>
                  <a:cs typeface="Symbol"/>
                </a:rPr>
                <a:t></a:t>
              </a:r>
              <a:endParaRPr sz="2050">
                <a:latin typeface="Symbol"/>
                <a:cs typeface="Symbo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3192091" y="2954689"/>
              <a:ext cx="1141730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26794" algn="l"/>
                </a:tabLst>
              </a:pPr>
              <a:r>
                <a:rPr sz="3075" spc="315" baseline="2710" dirty="0">
                  <a:latin typeface="Symbol"/>
                  <a:cs typeface="Symbol"/>
                </a:rPr>
                <a:t></a:t>
              </a:r>
              <a:r>
                <a:rPr sz="2050" spc="5" dirty="0">
                  <a:latin typeface="Symbol"/>
                  <a:cs typeface="Symbol"/>
                </a:rPr>
                <a:t></a:t>
              </a:r>
              <a:r>
                <a:rPr sz="2050" dirty="0">
                  <a:latin typeface="Times New Roman"/>
                  <a:cs typeface="Times New Roman"/>
                </a:rPr>
                <a:t>	</a:t>
              </a:r>
              <a:r>
                <a:rPr sz="2050" spc="5" dirty="0">
                  <a:latin typeface="Symbol"/>
                  <a:cs typeface="Symbol"/>
                </a:rPr>
                <a:t></a:t>
              </a:r>
              <a:endParaRPr sz="2050">
                <a:latin typeface="Symbol"/>
                <a:cs typeface="Symbol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7395" y="3994122"/>
            <a:ext cx="274574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pu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ses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ss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od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2BC3A9-4F0E-4222-CD44-ABC87CE97D63}"/>
              </a:ext>
            </a:extLst>
          </p:cNvPr>
          <p:cNvGrpSpPr/>
          <p:nvPr/>
        </p:nvGrpSpPr>
        <p:grpSpPr>
          <a:xfrm>
            <a:off x="860943" y="4836164"/>
            <a:ext cx="4599189" cy="845843"/>
            <a:chOff x="860943" y="4836164"/>
            <a:chExt cx="4599189" cy="845843"/>
          </a:xfrm>
        </p:grpSpPr>
        <p:sp>
          <p:nvSpPr>
            <p:cNvPr id="21" name="object 21"/>
            <p:cNvSpPr/>
            <p:nvPr/>
          </p:nvSpPr>
          <p:spPr>
            <a:xfrm>
              <a:off x="1595320" y="5243834"/>
              <a:ext cx="3175635" cy="0"/>
            </a:xfrm>
            <a:custGeom>
              <a:avLst/>
              <a:gdLst/>
              <a:ahLst/>
              <a:cxnLst/>
              <a:rect l="l" t="t" r="r" b="b"/>
              <a:pathLst>
                <a:path w="3175635">
                  <a:moveTo>
                    <a:pt x="0" y="0"/>
                  </a:moveTo>
                  <a:lnTo>
                    <a:pt x="3175181" y="0"/>
                  </a:lnTo>
                </a:path>
              </a:pathLst>
            </a:custGeom>
            <a:ln w="10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4826402" y="5088691"/>
              <a:ext cx="63373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04800" algn="l"/>
                </a:tabLst>
              </a:pPr>
              <a:r>
                <a:rPr sz="2000" i="1" spc="5" dirty="0">
                  <a:latin typeface="Times New Roman"/>
                  <a:cs typeface="Times New Roman"/>
                </a:rPr>
                <a:t>y	</a:t>
              </a:r>
              <a:r>
                <a:rPr sz="2000" spc="55" dirty="0">
                  <a:latin typeface="Times New Roman"/>
                  <a:cs typeface="Times New Roman"/>
                </a:rPr>
                <a:t>(</a:t>
              </a:r>
              <a:r>
                <a:rPr sz="2000" i="1" spc="5" dirty="0">
                  <a:latin typeface="Times New Roman"/>
                  <a:cs typeface="Times New Roman"/>
                </a:rPr>
                <a:t>k</a:t>
              </a:r>
              <a:r>
                <a:rPr sz="2000" i="1" spc="-325" dirty="0">
                  <a:latin typeface="Times New Roman"/>
                  <a:cs typeface="Times New Roman"/>
                </a:rPr>
                <a:t> </a:t>
              </a:r>
              <a:r>
                <a:rPr sz="2000" spc="5" dirty="0">
                  <a:latin typeface="Times New Roman"/>
                  <a:cs typeface="Times New Roman"/>
                </a:rPr>
                <a:t>)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571915" y="5262907"/>
              <a:ext cx="2891155" cy="4191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469390" algn="l"/>
                </a:tabLst>
              </a:pPr>
              <a:r>
                <a:rPr sz="2000" spc="10" dirty="0">
                  <a:latin typeface="Times New Roman"/>
                  <a:cs typeface="Times New Roman"/>
                </a:rPr>
                <a:t>1</a:t>
              </a:r>
              <a:r>
                <a:rPr sz="2000" spc="-280" dirty="0">
                  <a:latin typeface="Times New Roman"/>
                  <a:cs typeface="Times New Roman"/>
                </a:rPr>
                <a:t> </a:t>
              </a:r>
              <a:r>
                <a:rPr sz="2000" spc="10" dirty="0">
                  <a:latin typeface="Symbol"/>
                  <a:cs typeface="Symbol"/>
                </a:rPr>
                <a:t></a:t>
              </a:r>
              <a:r>
                <a:rPr sz="2000" spc="-95" dirty="0">
                  <a:latin typeface="Times New Roman"/>
                  <a:cs typeface="Times New Roman"/>
                </a:rPr>
                <a:t> </a:t>
              </a:r>
              <a:r>
                <a:rPr sz="2000" spc="60" dirty="0">
                  <a:latin typeface="Times New Roman"/>
                  <a:cs typeface="Times New Roman"/>
                </a:rPr>
                <a:t>(</a:t>
              </a:r>
              <a:r>
                <a:rPr sz="2000" i="1" spc="-100" dirty="0">
                  <a:latin typeface="Times New Roman"/>
                  <a:cs typeface="Times New Roman"/>
                </a:rPr>
                <a:t>a</a:t>
              </a:r>
              <a:r>
                <a:rPr sz="2475" spc="22" baseline="-16835" dirty="0">
                  <a:latin typeface="Times New Roman"/>
                  <a:cs typeface="Times New Roman"/>
                </a:rPr>
                <a:t>1</a:t>
              </a:r>
              <a:r>
                <a:rPr sz="2475" spc="157" baseline="-16835" dirty="0">
                  <a:latin typeface="Times New Roman"/>
                  <a:cs typeface="Times New Roman"/>
                </a:rPr>
                <a:t> </a:t>
              </a:r>
              <a:r>
                <a:rPr sz="2000" spc="10" dirty="0">
                  <a:latin typeface="Symbol"/>
                  <a:cs typeface="Symbol"/>
                </a:rPr>
                <a:t></a:t>
              </a:r>
              <a:r>
                <a:rPr sz="2000" spc="-125" dirty="0">
                  <a:latin typeface="Times New Roman"/>
                  <a:cs typeface="Times New Roman"/>
                </a:rPr>
                <a:t> </a:t>
              </a:r>
              <a:r>
                <a:rPr sz="2000" i="1" spc="-100" dirty="0">
                  <a:latin typeface="Times New Roman"/>
                  <a:cs typeface="Times New Roman"/>
                </a:rPr>
                <a:t>l</a:t>
              </a:r>
              <a:r>
                <a:rPr sz="2475" spc="225" baseline="-16835" dirty="0">
                  <a:latin typeface="Times New Roman"/>
                  <a:cs typeface="Times New Roman"/>
                </a:rPr>
                <a:t>1</a:t>
              </a:r>
              <a:r>
                <a:rPr sz="2000" spc="155" dirty="0">
                  <a:latin typeface="Times New Roman"/>
                  <a:cs typeface="Times New Roman"/>
                </a:rPr>
                <a:t>)</a:t>
              </a:r>
              <a:r>
                <a:rPr sz="2000" i="1" spc="5" dirty="0">
                  <a:latin typeface="Times New Roman"/>
                  <a:cs typeface="Times New Roman"/>
                </a:rPr>
                <a:t>z</a:t>
              </a:r>
              <a:r>
                <a:rPr sz="2000" i="1" dirty="0">
                  <a:latin typeface="Times New Roman"/>
                  <a:cs typeface="Times New Roman"/>
                </a:rPr>
                <a:t>	</a:t>
              </a:r>
              <a:r>
                <a:rPr sz="2475" spc="22" baseline="30303" dirty="0">
                  <a:latin typeface="Times New Roman"/>
                  <a:cs typeface="Times New Roman"/>
                </a:rPr>
                <a:t>1</a:t>
              </a:r>
              <a:r>
                <a:rPr sz="2475" spc="157" baseline="30303" dirty="0">
                  <a:latin typeface="Times New Roman"/>
                  <a:cs typeface="Times New Roman"/>
                </a:rPr>
                <a:t> </a:t>
              </a:r>
              <a:r>
                <a:rPr sz="2000" spc="10" dirty="0">
                  <a:latin typeface="Symbol"/>
                  <a:cs typeface="Symbol"/>
                </a:rPr>
                <a:t></a:t>
              </a:r>
              <a:r>
                <a:rPr sz="2000" spc="-95" dirty="0">
                  <a:latin typeface="Times New Roman"/>
                  <a:cs typeface="Times New Roman"/>
                </a:rPr>
                <a:t> </a:t>
              </a:r>
              <a:r>
                <a:rPr sz="2000" spc="60" dirty="0">
                  <a:latin typeface="Times New Roman"/>
                  <a:cs typeface="Times New Roman"/>
                </a:rPr>
                <a:t>(</a:t>
              </a:r>
              <a:r>
                <a:rPr sz="2000" i="1" spc="85" dirty="0">
                  <a:latin typeface="Times New Roman"/>
                  <a:cs typeface="Times New Roman"/>
                </a:rPr>
                <a:t>a</a:t>
              </a:r>
              <a:r>
                <a:rPr sz="2475" spc="22" baseline="-16835" dirty="0">
                  <a:latin typeface="Times New Roman"/>
                  <a:cs typeface="Times New Roman"/>
                </a:rPr>
                <a:t>2</a:t>
              </a:r>
              <a:r>
                <a:rPr sz="2475" baseline="-16835" dirty="0">
                  <a:latin typeface="Times New Roman"/>
                  <a:cs typeface="Times New Roman"/>
                </a:rPr>
                <a:t> </a:t>
              </a:r>
              <a:r>
                <a:rPr sz="2475" spc="-262" baseline="-16835" dirty="0">
                  <a:latin typeface="Times New Roman"/>
                  <a:cs typeface="Times New Roman"/>
                </a:rPr>
                <a:t> </a:t>
              </a:r>
              <a:r>
                <a:rPr sz="2000" spc="10" dirty="0">
                  <a:latin typeface="Symbol"/>
                  <a:cs typeface="Symbol"/>
                </a:rPr>
                <a:t></a:t>
              </a:r>
              <a:r>
                <a:rPr sz="2000" spc="-125" dirty="0">
                  <a:latin typeface="Times New Roman"/>
                  <a:cs typeface="Times New Roman"/>
                </a:rPr>
                <a:t> </a:t>
              </a:r>
              <a:r>
                <a:rPr sz="2000" i="1" spc="90" dirty="0">
                  <a:latin typeface="Times New Roman"/>
                  <a:cs typeface="Times New Roman"/>
                </a:rPr>
                <a:t>l</a:t>
              </a:r>
              <a:r>
                <a:rPr sz="2475" spc="22" baseline="-16835" dirty="0">
                  <a:latin typeface="Times New Roman"/>
                  <a:cs typeface="Times New Roman"/>
                </a:rPr>
                <a:t>2</a:t>
              </a:r>
              <a:r>
                <a:rPr sz="2475" spc="-217" baseline="-16835" dirty="0">
                  <a:latin typeface="Times New Roman"/>
                  <a:cs typeface="Times New Roman"/>
                </a:rPr>
                <a:t> </a:t>
              </a:r>
              <a:r>
                <a:rPr sz="2000" spc="150" dirty="0">
                  <a:latin typeface="Times New Roman"/>
                  <a:cs typeface="Times New Roman"/>
                </a:rPr>
                <a:t>)</a:t>
              </a:r>
              <a:r>
                <a:rPr sz="2000" i="1" spc="5" dirty="0">
                  <a:latin typeface="Times New Roman"/>
                  <a:cs typeface="Times New Roman"/>
                </a:rPr>
                <a:t>z</a:t>
              </a:r>
              <a:endParaRPr sz="2000" dirty="0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860943" y="5084643"/>
              <a:ext cx="675640" cy="2863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i="1" spc="85" dirty="0">
                  <a:latin typeface="Times New Roman"/>
                  <a:cs typeface="Times New Roman"/>
                </a:rPr>
                <a:t>y</a:t>
              </a:r>
              <a:r>
                <a:rPr sz="2000" spc="60" dirty="0">
                  <a:latin typeface="Times New Roman"/>
                  <a:cs typeface="Times New Roman"/>
                </a:rPr>
                <a:t>(</a:t>
              </a:r>
              <a:r>
                <a:rPr sz="2000" i="1" spc="5" dirty="0">
                  <a:latin typeface="Times New Roman"/>
                  <a:cs typeface="Times New Roman"/>
                </a:rPr>
                <a:t>k</a:t>
              </a:r>
              <a:r>
                <a:rPr sz="2000" i="1" spc="-325" dirty="0">
                  <a:latin typeface="Times New Roman"/>
                  <a:cs typeface="Times New Roman"/>
                </a:rPr>
                <a:t> </a:t>
              </a:r>
              <a:r>
                <a:rPr sz="2000" spc="5" dirty="0">
                  <a:latin typeface="Times New Roman"/>
                  <a:cs typeface="Times New Roman"/>
                </a:rPr>
                <a:t>)</a:t>
              </a:r>
              <a:r>
                <a:rPr sz="2000" spc="30" dirty="0">
                  <a:latin typeface="Times New Roman"/>
                  <a:cs typeface="Times New Roman"/>
                </a:rPr>
                <a:t> </a:t>
              </a:r>
              <a:r>
                <a:rPr sz="2000" spc="10" dirty="0">
                  <a:latin typeface="Symbol"/>
                  <a:cs typeface="Symbol"/>
                </a:rPr>
                <a:t></a:t>
              </a:r>
              <a:endParaRPr sz="2000">
                <a:latin typeface="Symbol"/>
                <a:cs typeface="Symbo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4466658" y="5259444"/>
              <a:ext cx="273050" cy="243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50" spc="15" dirty="0">
                  <a:latin typeface="Symbol"/>
                  <a:cs typeface="Symbol"/>
                </a:rPr>
                <a:t></a:t>
              </a:r>
              <a:r>
                <a:rPr sz="1650" spc="-245" dirty="0">
                  <a:latin typeface="Times New Roman"/>
                  <a:cs typeface="Times New Roman"/>
                </a:rPr>
                <a:t> </a:t>
              </a:r>
              <a:r>
                <a:rPr sz="1650" spc="15" dirty="0">
                  <a:latin typeface="Times New Roman"/>
                  <a:cs typeface="Times New Roman"/>
                </a:rPr>
                <a:t>2</a:t>
              </a:r>
              <a:endParaRPr sz="1650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2780188" y="4836164"/>
              <a:ext cx="1126490" cy="243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87730" algn="l"/>
                </a:tabLst>
              </a:pPr>
              <a:r>
                <a:rPr sz="1650" spc="10" dirty="0">
                  <a:latin typeface="Symbol"/>
                  <a:cs typeface="Symbol"/>
                </a:rPr>
                <a:t></a:t>
              </a:r>
              <a:r>
                <a:rPr sz="1650" spc="15" dirty="0">
                  <a:latin typeface="Times New Roman"/>
                  <a:cs typeface="Times New Roman"/>
                </a:rPr>
                <a:t>1</a:t>
              </a:r>
              <a:r>
                <a:rPr sz="1650" dirty="0">
                  <a:latin typeface="Times New Roman"/>
                  <a:cs typeface="Times New Roman"/>
                </a:rPr>
                <a:t>	</a:t>
              </a:r>
              <a:r>
                <a:rPr sz="1650" spc="10" dirty="0">
                  <a:latin typeface="Symbol"/>
                  <a:cs typeface="Symbol"/>
                </a:rPr>
                <a:t></a:t>
              </a:r>
              <a:r>
                <a:rPr sz="1650" spc="15" dirty="0">
                  <a:latin typeface="Times New Roman"/>
                  <a:cs typeface="Times New Roman"/>
                </a:rPr>
                <a:t>2</a:t>
              </a:r>
              <a:endParaRPr sz="1650" dirty="0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2426325" y="4916181"/>
              <a:ext cx="1226185" cy="3422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57860" algn="l"/>
                </a:tabLst>
              </a:pPr>
              <a:r>
                <a:rPr sz="2000" i="1" spc="-195" dirty="0">
                  <a:latin typeface="Times New Roman"/>
                  <a:cs typeface="Times New Roman"/>
                </a:rPr>
                <a:t>b</a:t>
              </a:r>
              <a:r>
                <a:rPr sz="2475" spc="179" baseline="-16835" dirty="0">
                  <a:latin typeface="Times New Roman"/>
                  <a:cs typeface="Times New Roman"/>
                </a:rPr>
                <a:t>1</a:t>
              </a:r>
              <a:r>
                <a:rPr sz="2000" i="1" spc="5" dirty="0">
                  <a:latin typeface="Times New Roman"/>
                  <a:cs typeface="Times New Roman"/>
                </a:rPr>
                <a:t>z</a:t>
              </a:r>
              <a:r>
                <a:rPr sz="2000" i="1" dirty="0">
                  <a:latin typeface="Times New Roman"/>
                  <a:cs typeface="Times New Roman"/>
                </a:rPr>
                <a:t>	</a:t>
              </a:r>
              <a:r>
                <a:rPr sz="2000" spc="10" dirty="0">
                  <a:latin typeface="Symbol"/>
                  <a:cs typeface="Symbol"/>
                </a:rPr>
                <a:t></a:t>
              </a:r>
              <a:r>
                <a:rPr sz="2000" spc="-125" dirty="0">
                  <a:latin typeface="Times New Roman"/>
                  <a:cs typeface="Times New Roman"/>
                </a:rPr>
                <a:t> </a:t>
              </a:r>
              <a:r>
                <a:rPr sz="2000" i="1" spc="-10" dirty="0">
                  <a:latin typeface="Times New Roman"/>
                  <a:cs typeface="Times New Roman"/>
                </a:rPr>
                <a:t>b</a:t>
              </a:r>
              <a:r>
                <a:rPr sz="2475" spc="22" baseline="-16835" dirty="0">
                  <a:latin typeface="Times New Roman"/>
                  <a:cs typeface="Times New Roman"/>
                </a:rPr>
                <a:t>2</a:t>
              </a:r>
              <a:r>
                <a:rPr sz="2475" spc="-262" baseline="-16835" dirty="0">
                  <a:latin typeface="Times New Roman"/>
                  <a:cs typeface="Times New Roman"/>
                </a:rPr>
                <a:t> </a:t>
              </a:r>
              <a:r>
                <a:rPr sz="2000" i="1" spc="5" dirty="0">
                  <a:latin typeface="Times New Roman"/>
                  <a:cs typeface="Times New Roman"/>
                </a:rPr>
                <a:t>z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4953397" y="5187329"/>
              <a:ext cx="133350" cy="2393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50" i="1" spc="15" dirty="0">
                  <a:latin typeface="Times New Roman"/>
                  <a:cs typeface="Times New Roman"/>
                </a:rPr>
                <a:t>d</a:t>
              </a:r>
              <a:endParaRPr sz="1650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2912680" y="5259444"/>
              <a:ext cx="143510" cy="2393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650" spc="15" dirty="0">
                  <a:latin typeface="Symbol"/>
                  <a:cs typeface="Symbol"/>
                </a:rPr>
                <a:t></a:t>
              </a:r>
              <a:endParaRPr sz="1650">
                <a:latin typeface="Symbol"/>
                <a:cs typeface="Symbo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80" dirty="0">
                <a:latin typeface="Calibri"/>
                <a:cs typeface="Calibri"/>
              </a:rPr>
              <a:t>P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>
                <a:latin typeface="Calibri"/>
                <a:cs typeface="Calibri"/>
              </a:rPr>
              <a:t>e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ss</a:t>
            </a:r>
            <a:r>
              <a:rPr spc="-5" dirty="0">
                <a:latin typeface="Calibri"/>
                <a:cs typeface="Calibri"/>
              </a:rPr>
              <a:t>ign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7119" y="2387799"/>
            <a:ext cx="224726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10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ha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eq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811" y="3215797"/>
            <a:ext cx="224726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ed)</a:t>
            </a:r>
            <a:r>
              <a:rPr sz="1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ha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eq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3243" y="4187800"/>
            <a:ext cx="196659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s: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C9A9D-AFF7-A7C0-E879-6723F00CF466}"/>
              </a:ext>
            </a:extLst>
          </p:cNvPr>
          <p:cNvGrpSpPr/>
          <p:nvPr/>
        </p:nvGrpSpPr>
        <p:grpSpPr>
          <a:xfrm>
            <a:off x="3700937" y="2398813"/>
            <a:ext cx="4276174" cy="500871"/>
            <a:chOff x="3700937" y="2398813"/>
            <a:chExt cx="4276174" cy="500871"/>
          </a:xfrm>
        </p:grpSpPr>
        <p:sp>
          <p:nvSpPr>
            <p:cNvPr id="8" name="object 8"/>
            <p:cNvSpPr txBox="1"/>
            <p:nvPr/>
          </p:nvSpPr>
          <p:spPr>
            <a:xfrm>
              <a:off x="5652376" y="2494554"/>
              <a:ext cx="2324735" cy="405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911350" algn="l"/>
                </a:tabLst>
              </a:pPr>
              <a:r>
                <a:rPr sz="2400" spc="10" dirty="0">
                  <a:latin typeface="Symbol"/>
                  <a:cs typeface="Symbol"/>
                </a:rPr>
                <a:t></a:t>
              </a:r>
              <a:r>
                <a:rPr sz="2400" spc="-114" dirty="0">
                  <a:latin typeface="Times New Roman"/>
                  <a:cs typeface="Times New Roman"/>
                </a:rPr>
                <a:t> </a:t>
              </a:r>
              <a:r>
                <a:rPr sz="2400" spc="70" dirty="0">
                  <a:latin typeface="Times New Roman"/>
                  <a:cs typeface="Times New Roman"/>
                </a:rPr>
                <a:t>(</a:t>
              </a:r>
              <a:r>
                <a:rPr sz="2400" i="1" spc="100" dirty="0">
                  <a:latin typeface="Times New Roman"/>
                  <a:cs typeface="Times New Roman"/>
                </a:rPr>
                <a:t>a</a:t>
              </a:r>
              <a:r>
                <a:rPr sz="3000" spc="15" baseline="-16666" dirty="0">
                  <a:latin typeface="Times New Roman"/>
                  <a:cs typeface="Times New Roman"/>
                </a:rPr>
                <a:t>2</a:t>
              </a:r>
              <a:r>
                <a:rPr sz="3000" baseline="-16666" dirty="0">
                  <a:latin typeface="Times New Roman"/>
                  <a:cs typeface="Times New Roman"/>
                </a:rPr>
                <a:t> </a:t>
              </a:r>
              <a:r>
                <a:rPr sz="3000" spc="-337" baseline="-16666" dirty="0">
                  <a:latin typeface="Times New Roman"/>
                  <a:cs typeface="Times New Roman"/>
                </a:rPr>
                <a:t> </a:t>
              </a:r>
              <a:r>
                <a:rPr sz="2400" spc="10" dirty="0">
                  <a:latin typeface="Symbol"/>
                  <a:cs typeface="Symbol"/>
                </a:rPr>
                <a:t></a:t>
              </a:r>
              <a:r>
                <a:rPr sz="2400" spc="-150" dirty="0">
                  <a:latin typeface="Times New Roman"/>
                  <a:cs typeface="Times New Roman"/>
                </a:rPr>
                <a:t> </a:t>
              </a:r>
              <a:r>
                <a:rPr sz="2400" i="1" spc="105" dirty="0">
                  <a:latin typeface="Times New Roman"/>
                  <a:cs typeface="Times New Roman"/>
                </a:rPr>
                <a:t>l</a:t>
              </a:r>
              <a:r>
                <a:rPr sz="3000" spc="15" baseline="-16666" dirty="0">
                  <a:latin typeface="Times New Roman"/>
                  <a:cs typeface="Times New Roman"/>
                </a:rPr>
                <a:t>2</a:t>
              </a:r>
              <a:r>
                <a:rPr sz="3000" spc="-270" baseline="-16666" dirty="0">
                  <a:latin typeface="Times New Roman"/>
                  <a:cs typeface="Times New Roman"/>
                </a:rPr>
                <a:t> </a:t>
              </a:r>
              <a:r>
                <a:rPr sz="2400" spc="180" dirty="0">
                  <a:latin typeface="Times New Roman"/>
                  <a:cs typeface="Times New Roman"/>
                </a:rPr>
                <a:t>)</a:t>
              </a:r>
              <a:r>
                <a:rPr sz="2400" i="1" spc="5" dirty="0">
                  <a:latin typeface="Times New Roman"/>
                  <a:cs typeface="Times New Roman"/>
                </a:rPr>
                <a:t>z</a:t>
              </a:r>
              <a:r>
                <a:rPr sz="2400" i="1" dirty="0">
                  <a:latin typeface="Times New Roman"/>
                  <a:cs typeface="Times New Roman"/>
                </a:rPr>
                <a:t>	</a:t>
              </a:r>
              <a:r>
                <a:rPr sz="2400" spc="10" dirty="0">
                  <a:latin typeface="Symbol"/>
                  <a:cs typeface="Symbol"/>
                </a:rPr>
                <a:t></a:t>
              </a:r>
              <a:r>
                <a:rPr sz="2400" dirty="0">
                  <a:latin typeface="Times New Roman"/>
                  <a:cs typeface="Times New Roman"/>
                </a:rPr>
                <a:t> </a:t>
              </a:r>
              <a:r>
                <a:rPr sz="2400" spc="10" dirty="0">
                  <a:latin typeface="Times New Roman"/>
                  <a:cs typeface="Times New Roman"/>
                </a:rPr>
                <a:t>0</a:t>
              </a:r>
              <a:endParaRPr sz="2400" dirty="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700937" y="2494554"/>
              <a:ext cx="1593850" cy="405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10" dirty="0">
                  <a:latin typeface="Times New Roman"/>
                  <a:cs typeface="Times New Roman"/>
                </a:rPr>
                <a:t>1</a:t>
              </a:r>
              <a:r>
                <a:rPr sz="2400" spc="-335" dirty="0">
                  <a:latin typeface="Times New Roman"/>
                  <a:cs typeface="Times New Roman"/>
                </a:rPr>
                <a:t> </a:t>
              </a:r>
              <a:r>
                <a:rPr sz="2400" spc="10" dirty="0">
                  <a:latin typeface="Symbol"/>
                  <a:cs typeface="Symbol"/>
                </a:rPr>
                <a:t></a:t>
              </a:r>
              <a:r>
                <a:rPr sz="2400" spc="-114" dirty="0">
                  <a:latin typeface="Times New Roman"/>
                  <a:cs typeface="Times New Roman"/>
                </a:rPr>
                <a:t> </a:t>
              </a:r>
              <a:r>
                <a:rPr sz="2400" spc="65" dirty="0">
                  <a:latin typeface="Times New Roman"/>
                  <a:cs typeface="Times New Roman"/>
                </a:rPr>
                <a:t>(</a:t>
              </a:r>
              <a:r>
                <a:rPr sz="2400" i="1" spc="-120" dirty="0">
                  <a:latin typeface="Times New Roman"/>
                  <a:cs typeface="Times New Roman"/>
                </a:rPr>
                <a:t>a</a:t>
              </a:r>
              <a:r>
                <a:rPr sz="3000" spc="15" baseline="-16666" dirty="0">
                  <a:latin typeface="Times New Roman"/>
                  <a:cs typeface="Times New Roman"/>
                </a:rPr>
                <a:t>1</a:t>
              </a:r>
              <a:r>
                <a:rPr sz="3000" spc="179" baseline="-16666" dirty="0">
                  <a:latin typeface="Times New Roman"/>
                  <a:cs typeface="Times New Roman"/>
                </a:rPr>
                <a:t> </a:t>
              </a:r>
              <a:r>
                <a:rPr sz="2400" spc="10" dirty="0">
                  <a:latin typeface="Symbol"/>
                  <a:cs typeface="Symbol"/>
                </a:rPr>
                <a:t></a:t>
              </a:r>
              <a:r>
                <a:rPr sz="2400" spc="-155" dirty="0">
                  <a:latin typeface="Times New Roman"/>
                  <a:cs typeface="Times New Roman"/>
                </a:rPr>
                <a:t> </a:t>
              </a:r>
              <a:r>
                <a:rPr sz="2400" i="1" spc="-114" dirty="0">
                  <a:latin typeface="Times New Roman"/>
                  <a:cs typeface="Times New Roman"/>
                </a:rPr>
                <a:t>l</a:t>
              </a:r>
              <a:r>
                <a:rPr sz="3000" spc="254" baseline="-16666" dirty="0">
                  <a:latin typeface="Times New Roman"/>
                  <a:cs typeface="Times New Roman"/>
                </a:rPr>
                <a:t>1</a:t>
              </a:r>
              <a:r>
                <a:rPr sz="2400" spc="180" dirty="0">
                  <a:latin typeface="Times New Roman"/>
                  <a:cs typeface="Times New Roman"/>
                </a:rPr>
                <a:t>)</a:t>
              </a:r>
              <a:r>
                <a:rPr sz="2400" i="1" spc="5" dirty="0">
                  <a:latin typeface="Times New Roman"/>
                  <a:cs typeface="Times New Roman"/>
                </a:rPr>
                <a:t>z</a:t>
              </a:r>
              <a:endParaRPr sz="2400" dirty="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163964" y="2398813"/>
              <a:ext cx="294640" cy="2863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5" dirty="0">
                  <a:latin typeface="Symbol"/>
                  <a:cs typeface="Symbol"/>
                </a:rPr>
                <a:t></a:t>
              </a:r>
              <a:r>
                <a:rPr sz="2000" spc="10" dirty="0">
                  <a:latin typeface="Times New Roman"/>
                  <a:cs typeface="Times New Roman"/>
                </a:rPr>
                <a:t>2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304332" y="2398813"/>
              <a:ext cx="294640" cy="2863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5" dirty="0">
                  <a:latin typeface="Symbol"/>
                  <a:cs typeface="Symbol"/>
                </a:rPr>
                <a:t></a:t>
              </a:r>
              <a:r>
                <a:rPr sz="2000" spc="10" dirty="0">
                  <a:latin typeface="Times New Roman"/>
                  <a:cs typeface="Times New Roman"/>
                </a:rPr>
                <a:t>1</a:t>
              </a:r>
              <a:endParaRPr sz="2000">
                <a:latin typeface="Times New Roman"/>
                <a:cs typeface="Times New Roman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8AAE04-3542-743F-C2F1-FB3B775ECE27}"/>
              </a:ext>
            </a:extLst>
          </p:cNvPr>
          <p:cNvGrpSpPr/>
          <p:nvPr/>
        </p:nvGrpSpPr>
        <p:grpSpPr>
          <a:xfrm>
            <a:off x="3673346" y="3306517"/>
            <a:ext cx="3863385" cy="501488"/>
            <a:chOff x="3673346" y="3306517"/>
            <a:chExt cx="3863385" cy="501488"/>
          </a:xfrm>
        </p:grpSpPr>
        <p:sp>
          <p:nvSpPr>
            <p:cNvPr id="12" name="object 12"/>
            <p:cNvSpPr txBox="1"/>
            <p:nvPr/>
          </p:nvSpPr>
          <p:spPr>
            <a:xfrm>
              <a:off x="4195270" y="3306517"/>
              <a:ext cx="278765" cy="272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00" spc="-10" dirty="0">
                  <a:latin typeface="Symbol"/>
                  <a:cs typeface="Symbol"/>
                </a:rPr>
                <a:t></a:t>
              </a:r>
              <a:r>
                <a:rPr sz="1900" dirty="0">
                  <a:latin typeface="Times New Roman"/>
                  <a:cs typeface="Times New Roman"/>
                </a:rPr>
                <a:t>1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714747" y="3306517"/>
              <a:ext cx="1308735" cy="272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42035" algn="l"/>
                </a:tabLst>
              </a:pPr>
              <a:r>
                <a:rPr sz="1900" spc="-10" dirty="0">
                  <a:latin typeface="Symbol"/>
                  <a:cs typeface="Symbol"/>
                </a:rPr>
                <a:t></a:t>
              </a:r>
              <a:r>
                <a:rPr sz="1900" dirty="0">
                  <a:latin typeface="Times New Roman"/>
                  <a:cs typeface="Times New Roman"/>
                </a:rPr>
                <a:t>1	</a:t>
              </a:r>
              <a:r>
                <a:rPr sz="1900" spc="-10" dirty="0">
                  <a:latin typeface="Symbol"/>
                  <a:cs typeface="Symbol"/>
                </a:rPr>
                <a:t></a:t>
              </a:r>
              <a:r>
                <a:rPr sz="1900" dirty="0">
                  <a:latin typeface="Times New Roman"/>
                  <a:cs typeface="Times New Roman"/>
                </a:rPr>
                <a:t>2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673346" y="3385096"/>
              <a:ext cx="2044700" cy="42290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02640" algn="l"/>
                </a:tabLst>
              </a:pPr>
              <a:r>
                <a:rPr sz="2550" i="1" spc="50" dirty="0">
                  <a:latin typeface="Times New Roman"/>
                  <a:cs typeface="Times New Roman"/>
                </a:rPr>
                <a:t>D</a:t>
              </a:r>
              <a:r>
                <a:rPr sz="2550" spc="175" dirty="0">
                  <a:latin typeface="Times New Roman"/>
                  <a:cs typeface="Times New Roman"/>
                </a:rPr>
                <a:t>(</a:t>
              </a:r>
              <a:r>
                <a:rPr sz="2550" i="1" spc="-10" dirty="0">
                  <a:latin typeface="Times New Roman"/>
                  <a:cs typeface="Times New Roman"/>
                </a:rPr>
                <a:t>z</a:t>
              </a:r>
              <a:r>
                <a:rPr sz="2550" i="1" dirty="0">
                  <a:latin typeface="Times New Roman"/>
                  <a:cs typeface="Times New Roman"/>
                </a:rPr>
                <a:t>	</a:t>
              </a:r>
              <a:r>
                <a:rPr sz="2550" spc="-10" dirty="0">
                  <a:latin typeface="Times New Roman"/>
                  <a:cs typeface="Times New Roman"/>
                </a:rPr>
                <a:t>)</a:t>
              </a:r>
              <a:r>
                <a:rPr sz="2550" spc="-55" dirty="0">
                  <a:latin typeface="Times New Roman"/>
                  <a:cs typeface="Times New Roman"/>
                </a:rPr>
                <a:t> </a:t>
              </a:r>
              <a:r>
                <a:rPr sz="2550" spc="-15" dirty="0">
                  <a:latin typeface="Symbol"/>
                  <a:cs typeface="Symbol"/>
                </a:rPr>
                <a:t></a:t>
              </a:r>
              <a:r>
                <a:rPr sz="2550" spc="-330" dirty="0">
                  <a:latin typeface="Times New Roman"/>
                  <a:cs typeface="Times New Roman"/>
                </a:rPr>
                <a:t> </a:t>
              </a:r>
              <a:r>
                <a:rPr sz="2550" spc="175" dirty="0">
                  <a:latin typeface="Times New Roman"/>
                  <a:cs typeface="Times New Roman"/>
                </a:rPr>
                <a:t>1</a:t>
              </a:r>
              <a:r>
                <a:rPr sz="2550" spc="-15" dirty="0">
                  <a:latin typeface="Symbol"/>
                  <a:cs typeface="Symbol"/>
                </a:rPr>
                <a:t></a:t>
              </a:r>
              <a:r>
                <a:rPr sz="2550" spc="-170" dirty="0">
                  <a:latin typeface="Times New Roman"/>
                  <a:cs typeface="Times New Roman"/>
                </a:rPr>
                <a:t> </a:t>
              </a:r>
              <a:r>
                <a:rPr sz="2550" i="1" spc="-125" dirty="0">
                  <a:latin typeface="Times New Roman"/>
                  <a:cs typeface="Times New Roman"/>
                </a:rPr>
                <a:t>d</a:t>
              </a:r>
              <a:r>
                <a:rPr sz="2850" spc="120" baseline="-19005" dirty="0">
                  <a:latin typeface="Times New Roman"/>
                  <a:cs typeface="Times New Roman"/>
                </a:rPr>
                <a:t>1</a:t>
              </a:r>
              <a:r>
                <a:rPr sz="2550" i="1" spc="-10" dirty="0">
                  <a:latin typeface="Times New Roman"/>
                  <a:cs typeface="Times New Roman"/>
                </a:rPr>
                <a:t>z</a:t>
              </a:r>
              <a:endParaRPr sz="255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6033686" y="3385096"/>
              <a:ext cx="1503045" cy="42290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80770" algn="l"/>
                </a:tabLst>
              </a:pPr>
              <a:r>
                <a:rPr sz="2550" spc="-15" dirty="0">
                  <a:latin typeface="Symbol"/>
                  <a:cs typeface="Symbol"/>
                </a:rPr>
                <a:t></a:t>
              </a:r>
              <a:r>
                <a:rPr sz="2550" spc="-165" dirty="0">
                  <a:latin typeface="Times New Roman"/>
                  <a:cs typeface="Times New Roman"/>
                </a:rPr>
                <a:t> </a:t>
              </a:r>
              <a:r>
                <a:rPr sz="2550" i="1" spc="85" dirty="0">
                  <a:latin typeface="Times New Roman"/>
                  <a:cs typeface="Times New Roman"/>
                </a:rPr>
                <a:t>d</a:t>
              </a:r>
              <a:r>
                <a:rPr sz="2850" baseline="-19005" dirty="0">
                  <a:latin typeface="Times New Roman"/>
                  <a:cs typeface="Times New Roman"/>
                </a:rPr>
                <a:t>2</a:t>
              </a:r>
              <a:r>
                <a:rPr sz="2850" spc="-375" baseline="-19005" dirty="0">
                  <a:latin typeface="Times New Roman"/>
                  <a:cs typeface="Times New Roman"/>
                </a:rPr>
                <a:t> </a:t>
              </a:r>
              <a:r>
                <a:rPr sz="2550" i="1" spc="-10" dirty="0">
                  <a:latin typeface="Times New Roman"/>
                  <a:cs typeface="Times New Roman"/>
                </a:rPr>
                <a:t>z</a:t>
              </a:r>
              <a:r>
                <a:rPr sz="2550" i="1" dirty="0">
                  <a:latin typeface="Times New Roman"/>
                  <a:cs typeface="Times New Roman"/>
                </a:rPr>
                <a:t>	</a:t>
              </a:r>
              <a:r>
                <a:rPr sz="2550" spc="-15" dirty="0">
                  <a:latin typeface="Symbol"/>
                  <a:cs typeface="Symbol"/>
                </a:rPr>
                <a:t></a:t>
              </a:r>
              <a:r>
                <a:rPr sz="2550" spc="-90" dirty="0">
                  <a:latin typeface="Times New Roman"/>
                  <a:cs typeface="Times New Roman"/>
                </a:rPr>
                <a:t> </a:t>
              </a:r>
              <a:r>
                <a:rPr sz="2550" spc="-15" dirty="0">
                  <a:latin typeface="Times New Roman"/>
                  <a:cs typeface="Times New Roman"/>
                </a:rPr>
                <a:t>0</a:t>
              </a:r>
              <a:endParaRPr sz="2550">
                <a:latin typeface="Times New Roman"/>
                <a:cs typeface="Times New Roman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809FE2-E047-193F-F087-E88B3674C2A1}"/>
              </a:ext>
            </a:extLst>
          </p:cNvPr>
          <p:cNvGrpSpPr/>
          <p:nvPr/>
        </p:nvGrpSpPr>
        <p:grpSpPr>
          <a:xfrm>
            <a:off x="3711781" y="4237714"/>
            <a:ext cx="4182124" cy="525780"/>
            <a:chOff x="3711781" y="4237714"/>
            <a:chExt cx="4182124" cy="525780"/>
          </a:xfrm>
        </p:grpSpPr>
        <p:sp>
          <p:nvSpPr>
            <p:cNvPr id="16" name="object 16"/>
            <p:cNvSpPr txBox="1"/>
            <p:nvPr/>
          </p:nvSpPr>
          <p:spPr>
            <a:xfrm>
              <a:off x="3711781" y="4237714"/>
              <a:ext cx="1464945" cy="4495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00" i="1" spc="-235" dirty="0">
                  <a:latin typeface="Times New Roman"/>
                  <a:cs typeface="Times New Roman"/>
                </a:rPr>
                <a:t>l</a:t>
              </a:r>
              <a:r>
                <a:rPr sz="3075" spc="-22" baseline="-18970" dirty="0">
                  <a:latin typeface="Times New Roman"/>
                  <a:cs typeface="Times New Roman"/>
                </a:rPr>
                <a:t>1</a:t>
              </a:r>
              <a:r>
                <a:rPr sz="3075" spc="315" baseline="-18970" dirty="0">
                  <a:latin typeface="Times New Roman"/>
                  <a:cs typeface="Times New Roman"/>
                </a:rPr>
                <a:t> </a:t>
              </a:r>
              <a:r>
                <a:rPr sz="2700" dirty="0">
                  <a:latin typeface="Symbol"/>
                  <a:cs typeface="Symbol"/>
                </a:rPr>
                <a:t></a:t>
              </a:r>
              <a:r>
                <a:rPr sz="2700" spc="-45" dirty="0">
                  <a:latin typeface="Times New Roman"/>
                  <a:cs typeface="Times New Roman"/>
                </a:rPr>
                <a:t> </a:t>
              </a:r>
              <a:r>
                <a:rPr sz="2700" i="1" spc="-114" dirty="0">
                  <a:latin typeface="Times New Roman"/>
                  <a:cs typeface="Times New Roman"/>
                </a:rPr>
                <a:t>d</a:t>
              </a:r>
              <a:r>
                <a:rPr sz="3075" spc="-22" baseline="-18970" dirty="0">
                  <a:latin typeface="Times New Roman"/>
                  <a:cs typeface="Times New Roman"/>
                </a:rPr>
                <a:t>1</a:t>
              </a:r>
              <a:r>
                <a:rPr sz="3075" spc="60" baseline="-18970" dirty="0">
                  <a:latin typeface="Times New Roman"/>
                  <a:cs typeface="Times New Roman"/>
                </a:rPr>
                <a:t> </a:t>
              </a:r>
              <a:r>
                <a:rPr sz="2700" dirty="0">
                  <a:latin typeface="Symbol"/>
                  <a:cs typeface="Symbol"/>
                </a:rPr>
                <a:t></a:t>
              </a:r>
              <a:r>
                <a:rPr sz="2700" spc="-215" dirty="0">
                  <a:latin typeface="Times New Roman"/>
                  <a:cs typeface="Times New Roman"/>
                </a:rPr>
                <a:t> </a:t>
              </a:r>
              <a:r>
                <a:rPr sz="2700" i="1" spc="-245" dirty="0">
                  <a:latin typeface="Times New Roman"/>
                  <a:cs typeface="Times New Roman"/>
                </a:rPr>
                <a:t>a</a:t>
              </a:r>
              <a:r>
                <a:rPr sz="3075" spc="-22" baseline="-18970" dirty="0">
                  <a:latin typeface="Times New Roman"/>
                  <a:cs typeface="Times New Roman"/>
                </a:rPr>
                <a:t>1</a:t>
              </a:r>
              <a:endParaRPr sz="3075" baseline="-1897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506660" y="4326506"/>
              <a:ext cx="382270" cy="254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an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d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6302595" y="4313914"/>
              <a:ext cx="1591310" cy="4495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00" i="1" spc="-5" dirty="0">
                  <a:latin typeface="Times New Roman"/>
                  <a:cs typeface="Times New Roman"/>
                </a:rPr>
                <a:t>l</a:t>
              </a:r>
              <a:r>
                <a:rPr sz="3075" spc="-22" baseline="-18970" dirty="0">
                  <a:latin typeface="Times New Roman"/>
                  <a:cs typeface="Times New Roman"/>
                </a:rPr>
                <a:t>2</a:t>
              </a:r>
              <a:r>
                <a:rPr sz="3075" baseline="-18970" dirty="0">
                  <a:latin typeface="Times New Roman"/>
                  <a:cs typeface="Times New Roman"/>
                </a:rPr>
                <a:t> </a:t>
              </a:r>
              <a:r>
                <a:rPr sz="3075" spc="-217" baseline="-18970" dirty="0">
                  <a:latin typeface="Times New Roman"/>
                  <a:cs typeface="Times New Roman"/>
                </a:rPr>
                <a:t> </a:t>
              </a:r>
              <a:r>
                <a:rPr sz="2700" dirty="0">
                  <a:latin typeface="Symbol"/>
                  <a:cs typeface="Symbol"/>
                </a:rPr>
                <a:t></a:t>
              </a:r>
              <a:r>
                <a:rPr sz="2700" spc="-45" dirty="0">
                  <a:latin typeface="Times New Roman"/>
                  <a:cs typeface="Times New Roman"/>
                </a:rPr>
                <a:t> </a:t>
              </a:r>
              <a:r>
                <a:rPr sz="2700" i="1" spc="110" dirty="0">
                  <a:latin typeface="Times New Roman"/>
                  <a:cs typeface="Times New Roman"/>
                </a:rPr>
                <a:t>d</a:t>
              </a:r>
              <a:r>
                <a:rPr sz="3075" spc="-22" baseline="-18970" dirty="0">
                  <a:latin typeface="Times New Roman"/>
                  <a:cs typeface="Times New Roman"/>
                </a:rPr>
                <a:t>2</a:t>
              </a:r>
              <a:r>
                <a:rPr sz="3075" spc="292" baseline="-18970" dirty="0">
                  <a:latin typeface="Times New Roman"/>
                  <a:cs typeface="Times New Roman"/>
                </a:rPr>
                <a:t> </a:t>
              </a:r>
              <a:r>
                <a:rPr sz="2700" dirty="0">
                  <a:latin typeface="Symbol"/>
                  <a:cs typeface="Symbol"/>
                </a:rPr>
                <a:t></a:t>
              </a:r>
              <a:r>
                <a:rPr sz="2700" spc="-215" dirty="0">
                  <a:latin typeface="Times New Roman"/>
                  <a:cs typeface="Times New Roman"/>
                </a:rPr>
                <a:t> </a:t>
              </a:r>
              <a:r>
                <a:rPr sz="2700" i="1" spc="-20" dirty="0">
                  <a:latin typeface="Times New Roman"/>
                  <a:cs typeface="Times New Roman"/>
                </a:rPr>
                <a:t>a</a:t>
              </a:r>
              <a:r>
                <a:rPr sz="3075" spc="-22" baseline="-18970" dirty="0">
                  <a:latin typeface="Times New Roman"/>
                  <a:cs typeface="Times New Roman"/>
                </a:rPr>
                <a:t>2</a:t>
              </a:r>
              <a:endParaRPr sz="3075" baseline="-1897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F6BAD5-28A9-315B-DF80-12A980462F0B}"/>
              </a:ext>
            </a:extLst>
          </p:cNvPr>
          <p:cNvGrpSpPr/>
          <p:nvPr/>
        </p:nvGrpSpPr>
        <p:grpSpPr>
          <a:xfrm>
            <a:off x="770493" y="5033948"/>
            <a:ext cx="6417310" cy="1351281"/>
            <a:chOff x="770493" y="5033948"/>
            <a:chExt cx="6417310" cy="1351281"/>
          </a:xfrm>
        </p:grpSpPr>
        <p:sp>
          <p:nvSpPr>
            <p:cNvPr id="20" name="object 20"/>
            <p:cNvSpPr txBox="1"/>
            <p:nvPr/>
          </p:nvSpPr>
          <p:spPr>
            <a:xfrm>
              <a:off x="770494" y="6131229"/>
              <a:ext cx="5916295" cy="254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10" dirty="0">
                  <a:latin typeface="Calibri"/>
                  <a:cs typeface="Calibri"/>
                </a:rPr>
                <a:t>De</a:t>
              </a:r>
              <a:r>
                <a:rPr sz="1800" spc="-35" dirty="0">
                  <a:latin typeface="Calibri"/>
                  <a:cs typeface="Calibri"/>
                </a:rPr>
                <a:t>t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20" dirty="0">
                  <a:latin typeface="Calibri"/>
                  <a:cs typeface="Calibri"/>
                </a:rPr>
                <a:t>r</a:t>
              </a:r>
              <a:r>
                <a:rPr sz="1800" spc="-15" dirty="0">
                  <a:latin typeface="Calibri"/>
                  <a:cs typeface="Calibri"/>
                </a:rPr>
                <a:t>m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20" dirty="0">
                  <a:latin typeface="Calibri"/>
                  <a:cs typeface="Calibri"/>
                </a:rPr>
                <a:t>n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30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20" dirty="0">
                  <a:latin typeface="Calibri"/>
                  <a:cs typeface="Calibri"/>
                </a:rPr>
                <a:t>h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30" dirty="0">
                  <a:latin typeface="Times New Roman"/>
                  <a:cs typeface="Times New Roman"/>
                </a:rPr>
                <a:t> </a:t>
              </a:r>
              <a:r>
                <a:rPr sz="1800" spc="-25" dirty="0">
                  <a:latin typeface="Calibri"/>
                  <a:cs typeface="Calibri"/>
                </a:rPr>
                <a:t>v</a:t>
              </a:r>
              <a:r>
                <a:rPr sz="1800" spc="-5" dirty="0">
                  <a:latin typeface="Calibri"/>
                  <a:cs typeface="Calibri"/>
                </a:rPr>
                <a:t>a</a:t>
              </a:r>
              <a:r>
                <a:rPr sz="1800" spc="5" dirty="0">
                  <a:latin typeface="Calibri"/>
                  <a:cs typeface="Calibri"/>
                </a:rPr>
                <a:t>l</a:t>
              </a:r>
              <a:r>
                <a:rPr sz="1800" spc="-20" dirty="0">
                  <a:latin typeface="Calibri"/>
                  <a:cs typeface="Calibri"/>
                </a:rPr>
                <a:t>u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50" dirty="0">
                  <a:latin typeface="Times New Roman"/>
                  <a:cs typeface="Times New Roman"/>
                </a:rPr>
                <a:t> 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dirty="0">
                  <a:latin typeface="Calibri"/>
                  <a:cs typeface="Calibri"/>
                </a:rPr>
                <a:t>f</a:t>
              </a:r>
              <a:r>
                <a:rPr sz="1800" spc="-20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20" dirty="0">
                  <a:latin typeface="Calibri"/>
                  <a:cs typeface="Calibri"/>
                </a:rPr>
                <a:t>h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30" dirty="0">
                  <a:latin typeface="Times New Roman"/>
                  <a:cs typeface="Times New Roman"/>
                </a:rPr>
                <a:t> </a:t>
              </a:r>
              <a:r>
                <a:rPr sz="1800" spc="-35" dirty="0">
                  <a:latin typeface="Calibri"/>
                  <a:cs typeface="Calibri"/>
                </a:rPr>
                <a:t>c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spc="-30" dirty="0">
                  <a:latin typeface="Calibri"/>
                  <a:cs typeface="Calibri"/>
                </a:rPr>
                <a:t>n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40" dirty="0">
                  <a:latin typeface="Calibri"/>
                  <a:cs typeface="Calibri"/>
                </a:rPr>
                <a:t>r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dirty="0">
                  <a:latin typeface="Calibri"/>
                  <a:cs typeface="Calibri"/>
                </a:rPr>
                <a:t>l</a:t>
              </a:r>
              <a:r>
                <a:rPr sz="1800" spc="-5" dirty="0">
                  <a:latin typeface="Times New Roman"/>
                  <a:cs typeface="Times New Roman"/>
                </a:rPr>
                <a:t> </a:t>
              </a:r>
              <a:r>
                <a:rPr sz="1800" spc="-60" dirty="0">
                  <a:latin typeface="Calibri"/>
                  <a:cs typeface="Calibri"/>
                </a:rPr>
                <a:t>g</a:t>
              </a:r>
              <a:r>
                <a:rPr sz="1800" spc="-5" dirty="0">
                  <a:latin typeface="Calibri"/>
                  <a:cs typeface="Calibri"/>
                </a:rPr>
                <a:t>a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Calibri"/>
                  <a:cs typeface="Calibri"/>
                </a:rPr>
                <a:t>s</a:t>
              </a:r>
              <a:r>
                <a:rPr sz="1800" spc="-15" dirty="0">
                  <a:latin typeface="Times New Roman"/>
                  <a:cs typeface="Times New Roman"/>
                </a:rPr>
                <a:t> </a:t>
              </a:r>
              <a:r>
                <a:rPr sz="1800" spc="-10" dirty="0">
                  <a:latin typeface="Calibri"/>
                  <a:cs typeface="Calibri"/>
                </a:rPr>
                <a:t>u</a:t>
              </a:r>
              <a:r>
                <a:rPr sz="1800" spc="-5" dirty="0">
                  <a:latin typeface="Calibri"/>
                  <a:cs typeface="Calibri"/>
                </a:rPr>
                <a:t>s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Calibri"/>
                  <a:cs typeface="Calibri"/>
                </a:rPr>
                <a:t>g</a:t>
              </a:r>
              <a:r>
                <a:rPr sz="1800" spc="-15" dirty="0">
                  <a:latin typeface="Times New Roman"/>
                  <a:cs typeface="Times New Roman"/>
                </a:rPr>
                <a:t> </a:t>
              </a:r>
              <a:r>
                <a:rPr sz="1800" b="1" spc="-20" dirty="0">
                  <a:latin typeface="Calibri"/>
                  <a:cs typeface="Calibri"/>
                </a:rPr>
                <a:t>po</a:t>
              </a:r>
              <a:r>
                <a:rPr sz="1800" b="1" spc="-10" dirty="0">
                  <a:latin typeface="Calibri"/>
                  <a:cs typeface="Calibri"/>
                </a:rPr>
                <a:t>l</a:t>
              </a:r>
              <a:r>
                <a:rPr sz="1800" b="1" dirty="0">
                  <a:latin typeface="Calibri"/>
                  <a:cs typeface="Calibri"/>
                </a:rPr>
                <a:t>e</a:t>
              </a:r>
              <a:r>
                <a:rPr sz="1800" b="1" spc="-60" dirty="0">
                  <a:latin typeface="Times New Roman"/>
                  <a:cs typeface="Times New Roman"/>
                </a:rPr>
                <a:t> </a:t>
              </a:r>
              <a:r>
                <a:rPr sz="1800" b="1" spc="-20" dirty="0">
                  <a:latin typeface="Calibri"/>
                  <a:cs typeface="Calibri"/>
                </a:rPr>
                <a:t>a</a:t>
              </a:r>
              <a:r>
                <a:rPr sz="1800" b="1" spc="-10" dirty="0">
                  <a:latin typeface="Calibri"/>
                  <a:cs typeface="Calibri"/>
                </a:rPr>
                <a:t>ssi</a:t>
              </a:r>
              <a:r>
                <a:rPr sz="1800" b="1" spc="5" dirty="0">
                  <a:latin typeface="Calibri"/>
                  <a:cs typeface="Calibri"/>
                </a:rPr>
                <a:t>g</a:t>
              </a:r>
              <a:r>
                <a:rPr sz="1800" b="1" spc="-20" dirty="0">
                  <a:latin typeface="Calibri"/>
                  <a:cs typeface="Calibri"/>
                </a:rPr>
                <a:t>n</a:t>
              </a:r>
              <a:r>
                <a:rPr sz="1800" b="1" spc="-5" dirty="0">
                  <a:latin typeface="Calibri"/>
                  <a:cs typeface="Calibri"/>
                </a:rPr>
                <a:t>m</a:t>
              </a:r>
              <a:r>
                <a:rPr sz="1800" b="1" spc="-10" dirty="0">
                  <a:latin typeface="Calibri"/>
                  <a:cs typeface="Calibri"/>
                </a:rPr>
                <a:t>e</a:t>
              </a:r>
              <a:r>
                <a:rPr sz="1800" b="1" spc="-30" dirty="0">
                  <a:latin typeface="Calibri"/>
                  <a:cs typeface="Calibri"/>
                </a:rPr>
                <a:t>n</a:t>
              </a:r>
              <a:r>
                <a:rPr sz="1800" b="1" spc="-10" dirty="0">
                  <a:latin typeface="Calibri"/>
                  <a:cs typeface="Calibri"/>
                </a:rPr>
                <a:t>t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70493" y="5033948"/>
              <a:ext cx="6417310" cy="10769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spc="-15" dirty="0">
                  <a:latin typeface="Calibri"/>
                  <a:cs typeface="Calibri"/>
                </a:rPr>
                <a:t>R</a:t>
              </a:r>
              <a:r>
                <a:rPr sz="1800" b="1" spc="-10" dirty="0">
                  <a:latin typeface="Calibri"/>
                  <a:cs typeface="Calibri"/>
                </a:rPr>
                <a:t>e</a:t>
              </a:r>
              <a:r>
                <a:rPr sz="1800" b="1" spc="-15" dirty="0">
                  <a:latin typeface="Calibri"/>
                  <a:cs typeface="Calibri"/>
                </a:rPr>
                <a:t>c</a:t>
              </a:r>
              <a:r>
                <a:rPr sz="1800" b="1" spc="-10" dirty="0">
                  <a:latin typeface="Calibri"/>
                  <a:cs typeface="Calibri"/>
                </a:rPr>
                <a:t>a</a:t>
              </a:r>
              <a:r>
                <a:rPr sz="1800" b="1" spc="-20" dirty="0">
                  <a:latin typeface="Calibri"/>
                  <a:cs typeface="Calibri"/>
                </a:rPr>
                <a:t>p</a:t>
              </a:r>
              <a:r>
                <a:rPr sz="1800" b="1" spc="-5" dirty="0">
                  <a:latin typeface="Calibri"/>
                  <a:cs typeface="Calibri"/>
                </a:rPr>
                <a:t>:</a:t>
              </a:r>
              <a:endParaRPr sz="1800" dirty="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1800" spc="-50" dirty="0">
                  <a:latin typeface="Calibri"/>
                  <a:cs typeface="Calibri"/>
                </a:rPr>
                <a:t>R</a:t>
              </a:r>
              <a:r>
                <a:rPr sz="1800" spc="-10" dirty="0">
                  <a:latin typeface="Calibri"/>
                  <a:cs typeface="Calibri"/>
                </a:rPr>
                <a:t>ep</a:t>
              </a:r>
              <a:r>
                <a:rPr sz="1800" spc="-30" dirty="0">
                  <a:latin typeface="Calibri"/>
                  <a:cs typeface="Calibri"/>
                </a:rPr>
                <a:t>r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5" dirty="0">
                  <a:latin typeface="Calibri"/>
                  <a:cs typeface="Calibri"/>
                </a:rPr>
                <a:t>s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30" dirty="0">
                  <a:latin typeface="Calibri"/>
                  <a:cs typeface="Calibri"/>
                </a:rPr>
                <a:t>n</a:t>
              </a:r>
              <a:r>
                <a:rPr sz="1800" spc="-10" dirty="0">
                  <a:latin typeface="Calibri"/>
                  <a:cs typeface="Calibri"/>
                </a:rPr>
                <a:t>t</a:t>
              </a:r>
              <a:r>
                <a:rPr sz="1800" spc="-15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20" dirty="0">
                  <a:latin typeface="Calibri"/>
                  <a:cs typeface="Calibri"/>
                </a:rPr>
                <a:t>h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30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m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spc="-20" dirty="0">
                  <a:latin typeface="Calibri"/>
                  <a:cs typeface="Calibri"/>
                </a:rPr>
                <a:t>d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dirty="0">
                  <a:latin typeface="Calibri"/>
                  <a:cs typeface="Calibri"/>
                </a:rPr>
                <a:t>l</a:t>
              </a:r>
              <a:r>
                <a:rPr sz="1800" spc="-25" dirty="0">
                  <a:latin typeface="Times New Roman"/>
                  <a:cs typeface="Times New Roman"/>
                </a:rPr>
                <a:t> </a:t>
              </a:r>
              <a:r>
                <a:rPr sz="1800" spc="-10" dirty="0">
                  <a:latin typeface="Calibri"/>
                  <a:cs typeface="Calibri"/>
                </a:rPr>
                <a:t>u</a:t>
              </a:r>
              <a:r>
                <a:rPr sz="1800" spc="-5" dirty="0">
                  <a:latin typeface="Calibri"/>
                  <a:cs typeface="Calibri"/>
                </a:rPr>
                <a:t>s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Calibri"/>
                  <a:cs typeface="Calibri"/>
                </a:rPr>
                <a:t>g</a:t>
              </a:r>
              <a:r>
                <a:rPr sz="1800" spc="-20" dirty="0">
                  <a:latin typeface="Times New Roman"/>
                  <a:cs typeface="Times New Roman"/>
                </a:rPr>
                <a:t> </a:t>
              </a:r>
              <a:r>
                <a:rPr sz="1800" dirty="0">
                  <a:latin typeface="Calibri"/>
                  <a:cs typeface="Calibri"/>
                </a:rPr>
                <a:t>a</a:t>
              </a:r>
              <a:r>
                <a:rPr sz="1800" spc="-35" dirty="0">
                  <a:latin typeface="Times New Roman"/>
                  <a:cs typeface="Times New Roman"/>
                </a:rPr>
                <a:t> </a:t>
              </a:r>
              <a:r>
                <a:rPr sz="1800" b="1" spc="5" dirty="0">
                  <a:latin typeface="Calibri"/>
                  <a:cs typeface="Calibri"/>
                </a:rPr>
                <a:t>c</a:t>
              </a:r>
              <a:r>
                <a:rPr sz="1800" b="1" spc="-20" dirty="0">
                  <a:latin typeface="Calibri"/>
                  <a:cs typeface="Calibri"/>
                </a:rPr>
                <a:t>o</a:t>
              </a:r>
              <a:r>
                <a:rPr sz="1800" b="1" spc="-40" dirty="0">
                  <a:latin typeface="Calibri"/>
                  <a:cs typeface="Calibri"/>
                </a:rPr>
                <a:t>n</a:t>
              </a:r>
              <a:r>
                <a:rPr sz="1800" b="1" spc="-15" dirty="0">
                  <a:latin typeface="Calibri"/>
                  <a:cs typeface="Calibri"/>
                </a:rPr>
                <a:t>t</a:t>
              </a:r>
              <a:r>
                <a:rPr sz="1800" b="1" spc="-20" dirty="0">
                  <a:latin typeface="Calibri"/>
                  <a:cs typeface="Calibri"/>
                </a:rPr>
                <a:t>ro</a:t>
              </a:r>
              <a:r>
                <a:rPr sz="1800" b="1" spc="-10" dirty="0">
                  <a:latin typeface="Calibri"/>
                  <a:cs typeface="Calibri"/>
                </a:rPr>
                <a:t>ll</a:t>
              </a:r>
              <a:r>
                <a:rPr sz="1800" b="1" spc="-20" dirty="0">
                  <a:latin typeface="Calibri"/>
                  <a:cs typeface="Calibri"/>
                </a:rPr>
                <a:t>ab</a:t>
              </a:r>
              <a:r>
                <a:rPr sz="1800" b="1" spc="-10" dirty="0">
                  <a:latin typeface="Calibri"/>
                  <a:cs typeface="Calibri"/>
                </a:rPr>
                <a:t>l</a:t>
              </a:r>
              <a:r>
                <a:rPr sz="1800" b="1" dirty="0">
                  <a:latin typeface="Calibri"/>
                  <a:cs typeface="Calibri"/>
                </a:rPr>
                <a:t>e</a:t>
              </a:r>
              <a:r>
                <a:rPr sz="1800" b="1" spc="-60" dirty="0">
                  <a:latin typeface="Times New Roman"/>
                  <a:cs typeface="Times New Roman"/>
                </a:rPr>
                <a:t> </a:t>
              </a:r>
              <a:r>
                <a:rPr sz="1800" b="1" spc="-15" dirty="0">
                  <a:latin typeface="Calibri"/>
                  <a:cs typeface="Calibri"/>
                </a:rPr>
                <a:t>c</a:t>
              </a:r>
              <a:r>
                <a:rPr sz="1800" b="1" spc="-20" dirty="0">
                  <a:latin typeface="Calibri"/>
                  <a:cs typeface="Calibri"/>
                </a:rPr>
                <a:t>anon</a:t>
              </a:r>
              <a:r>
                <a:rPr sz="1800" b="1" spc="-10" dirty="0">
                  <a:latin typeface="Calibri"/>
                  <a:cs typeface="Calibri"/>
                </a:rPr>
                <a:t>i</a:t>
              </a:r>
              <a:r>
                <a:rPr sz="1800" b="1" spc="-15" dirty="0">
                  <a:latin typeface="Calibri"/>
                  <a:cs typeface="Calibri"/>
                </a:rPr>
                <a:t>c</a:t>
              </a:r>
              <a:r>
                <a:rPr sz="1800" b="1" spc="-20" dirty="0">
                  <a:latin typeface="Calibri"/>
                  <a:cs typeface="Calibri"/>
                </a:rPr>
                <a:t>a</a:t>
              </a:r>
              <a:r>
                <a:rPr sz="1800" b="1" spc="-5" dirty="0">
                  <a:latin typeface="Calibri"/>
                  <a:cs typeface="Calibri"/>
                </a:rPr>
                <a:t>l</a:t>
              </a:r>
              <a:r>
                <a:rPr sz="1800" b="1" spc="-15" dirty="0">
                  <a:latin typeface="Times New Roman"/>
                  <a:cs typeface="Times New Roman"/>
                </a:rPr>
                <a:t> </a:t>
              </a:r>
              <a:r>
                <a:rPr sz="1800" b="1" spc="-30" dirty="0">
                  <a:latin typeface="Calibri"/>
                  <a:cs typeface="Calibri"/>
                </a:rPr>
                <a:t>f</a:t>
              </a:r>
              <a:r>
                <a:rPr sz="1800" b="1" spc="-20" dirty="0">
                  <a:latin typeface="Calibri"/>
                  <a:cs typeface="Calibri"/>
                </a:rPr>
                <a:t>o</a:t>
              </a:r>
              <a:r>
                <a:rPr sz="1800" b="1" dirty="0">
                  <a:latin typeface="Calibri"/>
                  <a:cs typeface="Calibri"/>
                </a:rPr>
                <a:t>rm</a:t>
              </a:r>
              <a:endParaRPr sz="1800" dirty="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1800" spc="-30" dirty="0">
                  <a:latin typeface="Calibri"/>
                  <a:cs typeface="Calibri"/>
                </a:rPr>
                <a:t>F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spc="-20" dirty="0">
                  <a:latin typeface="Calibri"/>
                  <a:cs typeface="Calibri"/>
                </a:rPr>
                <a:t>r</a:t>
              </a:r>
              <a:r>
                <a:rPr sz="1800" spc="-15" dirty="0">
                  <a:latin typeface="Calibri"/>
                  <a:cs typeface="Calibri"/>
                </a:rPr>
                <a:t>m</a:t>
              </a:r>
              <a:r>
                <a:rPr sz="1800" spc="-10" dirty="0">
                  <a:latin typeface="Calibri"/>
                  <a:cs typeface="Calibri"/>
                </a:rPr>
                <a:t>u</a:t>
              </a:r>
              <a:r>
                <a:rPr sz="1800" spc="5" dirty="0">
                  <a:latin typeface="Calibri"/>
                  <a:cs typeface="Calibri"/>
                </a:rPr>
                <a:t>l</a:t>
              </a:r>
              <a:r>
                <a:rPr sz="1800" spc="-25" dirty="0">
                  <a:latin typeface="Calibri"/>
                  <a:cs typeface="Calibri"/>
                </a:rPr>
                <a:t>a</a:t>
              </a:r>
              <a:r>
                <a:rPr sz="1800" spc="-35" dirty="0">
                  <a:latin typeface="Calibri"/>
                  <a:cs typeface="Calibri"/>
                </a:rPr>
                <a:t>t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10" dirty="0">
                  <a:latin typeface="Times New Roman"/>
                  <a:cs typeface="Times New Roman"/>
                </a:rPr>
                <a:t> </a:t>
              </a:r>
              <a:r>
                <a:rPr sz="1800" dirty="0">
                  <a:latin typeface="Calibri"/>
                  <a:cs typeface="Calibri"/>
                </a:rPr>
                <a:t>a</a:t>
              </a:r>
              <a:r>
                <a:rPr sz="1800" spc="-55" dirty="0">
                  <a:latin typeface="Times New Roman"/>
                  <a:cs typeface="Times New Roman"/>
                </a:rPr>
                <a:t> </a:t>
              </a:r>
              <a:r>
                <a:rPr sz="1800" b="1" spc="-30" dirty="0">
                  <a:latin typeface="Calibri"/>
                  <a:cs typeface="Calibri"/>
                </a:rPr>
                <a:t>s</a:t>
              </a:r>
              <a:r>
                <a:rPr sz="1800" b="1" spc="-35" dirty="0">
                  <a:latin typeface="Calibri"/>
                  <a:cs typeface="Calibri"/>
                </a:rPr>
                <a:t>t</a:t>
              </a:r>
              <a:r>
                <a:rPr sz="1800" b="1" spc="-40" dirty="0">
                  <a:latin typeface="Calibri"/>
                  <a:cs typeface="Calibri"/>
                </a:rPr>
                <a:t>a</a:t>
              </a:r>
              <a:r>
                <a:rPr sz="1800" b="1" spc="-35" dirty="0">
                  <a:latin typeface="Calibri"/>
                  <a:cs typeface="Calibri"/>
                </a:rPr>
                <a:t>t</a:t>
              </a:r>
              <a:r>
                <a:rPr sz="1800" b="1" dirty="0">
                  <a:latin typeface="Calibri"/>
                  <a:cs typeface="Calibri"/>
                </a:rPr>
                <a:t>e</a:t>
              </a:r>
              <a:r>
                <a:rPr sz="1800" b="1" spc="-20" dirty="0">
                  <a:latin typeface="Times New Roman"/>
                  <a:cs typeface="Times New Roman"/>
                </a:rPr>
                <a:t> </a:t>
              </a:r>
              <a:r>
                <a:rPr sz="1800" b="1" spc="-15" dirty="0">
                  <a:latin typeface="Calibri"/>
                  <a:cs typeface="Calibri"/>
                </a:rPr>
                <a:t>v</a:t>
              </a:r>
              <a:r>
                <a:rPr sz="1800" b="1" spc="-20" dirty="0">
                  <a:latin typeface="Calibri"/>
                  <a:cs typeface="Calibri"/>
                </a:rPr>
                <a:t>a</a:t>
              </a:r>
              <a:r>
                <a:rPr sz="1800" b="1" dirty="0">
                  <a:latin typeface="Calibri"/>
                  <a:cs typeface="Calibri"/>
                </a:rPr>
                <a:t>r</a:t>
              </a:r>
              <a:r>
                <a:rPr sz="1800" b="1" spc="-10" dirty="0">
                  <a:latin typeface="Calibri"/>
                  <a:cs typeface="Calibri"/>
                </a:rPr>
                <a:t>i</a:t>
              </a:r>
              <a:r>
                <a:rPr sz="1800" b="1" spc="-20" dirty="0">
                  <a:latin typeface="Calibri"/>
                  <a:cs typeface="Calibri"/>
                </a:rPr>
                <a:t>ab</a:t>
              </a:r>
              <a:r>
                <a:rPr sz="1800" b="1" spc="-10" dirty="0">
                  <a:latin typeface="Calibri"/>
                  <a:cs typeface="Calibri"/>
                </a:rPr>
                <a:t>l</a:t>
              </a:r>
              <a:r>
                <a:rPr sz="1800" b="1" dirty="0">
                  <a:latin typeface="Calibri"/>
                  <a:cs typeface="Calibri"/>
                </a:rPr>
                <a:t>e</a:t>
              </a:r>
              <a:r>
                <a:rPr sz="1800" b="1" spc="-60" dirty="0">
                  <a:latin typeface="Times New Roman"/>
                  <a:cs typeface="Times New Roman"/>
                </a:rPr>
                <a:t> </a:t>
              </a:r>
              <a:r>
                <a:rPr sz="1800" b="1" spc="-50" dirty="0">
                  <a:latin typeface="Calibri"/>
                  <a:cs typeface="Calibri"/>
                </a:rPr>
                <a:t>f</a:t>
              </a:r>
              <a:r>
                <a:rPr sz="1800" b="1" spc="-10" dirty="0">
                  <a:latin typeface="Calibri"/>
                  <a:cs typeface="Calibri"/>
                </a:rPr>
                <a:t>eed</a:t>
              </a:r>
              <a:r>
                <a:rPr sz="1800" b="1" spc="-20" dirty="0">
                  <a:latin typeface="Calibri"/>
                  <a:cs typeface="Calibri"/>
                </a:rPr>
                <a:t>ba</a:t>
              </a:r>
              <a:r>
                <a:rPr sz="1800" b="1" spc="5" dirty="0">
                  <a:latin typeface="Calibri"/>
                  <a:cs typeface="Calibri"/>
                </a:rPr>
                <a:t>c</a:t>
              </a:r>
              <a:r>
                <a:rPr sz="1800" b="1" spc="-10" dirty="0">
                  <a:latin typeface="Calibri"/>
                  <a:cs typeface="Calibri"/>
                </a:rPr>
                <a:t>k</a:t>
              </a:r>
              <a:r>
                <a:rPr sz="1800" b="1" spc="-15" dirty="0">
                  <a:latin typeface="Times New Roman"/>
                  <a:cs typeface="Times New Roman"/>
                </a:rPr>
                <a:t> </a:t>
              </a:r>
              <a:r>
                <a:rPr sz="1800" spc="-35" dirty="0">
                  <a:latin typeface="Calibri"/>
                  <a:cs typeface="Calibri"/>
                </a:rPr>
                <a:t>c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spc="-30" dirty="0">
                  <a:latin typeface="Calibri"/>
                  <a:cs typeface="Calibri"/>
                </a:rPr>
                <a:t>n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40" dirty="0">
                  <a:latin typeface="Calibri"/>
                  <a:cs typeface="Calibri"/>
                </a:rPr>
                <a:t>r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dirty="0">
                  <a:latin typeface="Calibri"/>
                  <a:cs typeface="Calibri"/>
                </a:rPr>
                <a:t>l</a:t>
              </a:r>
              <a:r>
                <a:rPr sz="1800" spc="-5" dirty="0">
                  <a:latin typeface="Times New Roman"/>
                  <a:cs typeface="Times New Roman"/>
                </a:rPr>
                <a:t> </a:t>
              </a:r>
              <a:r>
                <a:rPr sz="1800" spc="-5" dirty="0">
                  <a:latin typeface="Calibri"/>
                  <a:cs typeface="Calibri"/>
                </a:rPr>
                <a:t>a</a:t>
              </a:r>
              <a:r>
                <a:rPr sz="1800" spc="5" dirty="0">
                  <a:latin typeface="Calibri"/>
                  <a:cs typeface="Calibri"/>
                </a:rPr>
                <a:t>l</a:t>
              </a:r>
              <a:r>
                <a:rPr sz="1800" spc="-40" dirty="0">
                  <a:latin typeface="Calibri"/>
                  <a:cs typeface="Calibri"/>
                </a:rPr>
                <a:t>g</a:t>
              </a:r>
              <a:r>
                <a:rPr sz="1800" spc="-10" dirty="0">
                  <a:latin typeface="Calibri"/>
                  <a:cs typeface="Calibri"/>
                </a:rPr>
                <a:t>or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10" dirty="0">
                  <a:latin typeface="Calibri"/>
                  <a:cs typeface="Calibri"/>
                </a:rPr>
                <a:t>h</a:t>
              </a:r>
              <a:r>
                <a:rPr sz="1800" spc="-15" dirty="0">
                  <a:latin typeface="Calibri"/>
                  <a:cs typeface="Calibri"/>
                </a:rPr>
                <a:t>m</a:t>
              </a:r>
              <a:endParaRPr sz="1800" dirty="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1800" spc="-10" dirty="0">
                  <a:latin typeface="Calibri"/>
                  <a:cs typeface="Calibri"/>
                </a:rPr>
                <a:t>F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Calibri"/>
                  <a:cs typeface="Calibri"/>
                </a:rPr>
                <a:t>d</a:t>
              </a:r>
              <a:r>
                <a:rPr sz="1800" spc="-20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-20" dirty="0">
                  <a:latin typeface="Calibri"/>
                  <a:cs typeface="Calibri"/>
                </a:rPr>
                <a:t>h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-30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c</a:t>
              </a:r>
              <a:r>
                <a:rPr sz="1800" spc="5" dirty="0">
                  <a:latin typeface="Calibri"/>
                  <a:cs typeface="Calibri"/>
                </a:rPr>
                <a:t>l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spc="-5" dirty="0">
                  <a:latin typeface="Calibri"/>
                  <a:cs typeface="Calibri"/>
                </a:rPr>
                <a:t>s</a:t>
              </a:r>
              <a:r>
                <a:rPr sz="1800" spc="-10" dirty="0">
                  <a:latin typeface="Calibri"/>
                  <a:cs typeface="Calibri"/>
                </a:rPr>
                <a:t>ed</a:t>
              </a:r>
              <a:r>
                <a:rPr sz="1800" spc="10" dirty="0">
                  <a:latin typeface="Calibri"/>
                  <a:cs typeface="Calibri"/>
                </a:rPr>
                <a:t>-</a:t>
              </a:r>
              <a:r>
                <a:rPr sz="1800" spc="5" dirty="0">
                  <a:latin typeface="Calibri"/>
                  <a:cs typeface="Calibri"/>
                </a:rPr>
                <a:t>l</a:t>
              </a:r>
              <a:r>
                <a:rPr sz="1800" spc="-10" dirty="0">
                  <a:latin typeface="Calibri"/>
                  <a:cs typeface="Calibri"/>
                </a:rPr>
                <a:t>oo</a:t>
              </a:r>
              <a:r>
                <a:rPr sz="1800" dirty="0">
                  <a:latin typeface="Calibri"/>
                  <a:cs typeface="Calibri"/>
                </a:rPr>
                <a:t>p</a:t>
              </a:r>
              <a:r>
                <a:rPr sz="1800" spc="-20" dirty="0">
                  <a:latin typeface="Times New Roman"/>
                  <a:cs typeface="Times New Roman"/>
                </a:rPr>
                <a:t> </a:t>
              </a:r>
              <a:r>
                <a:rPr sz="1800" spc="-120" dirty="0">
                  <a:latin typeface="Calibri"/>
                  <a:cs typeface="Calibri"/>
                </a:rPr>
                <a:t>T</a:t>
              </a:r>
              <a:r>
                <a:rPr sz="1800" spc="-60" dirty="0">
                  <a:latin typeface="Calibri"/>
                  <a:cs typeface="Calibri"/>
                </a:rPr>
                <a:t>r</a:t>
              </a:r>
              <a:r>
                <a:rPr sz="1800" spc="-5" dirty="0">
                  <a:latin typeface="Calibri"/>
                  <a:cs typeface="Calibri"/>
                </a:rPr>
                <a:t>a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spc="-25" dirty="0">
                  <a:latin typeface="Calibri"/>
                  <a:cs typeface="Calibri"/>
                </a:rPr>
                <a:t>s</a:t>
              </a:r>
              <a:r>
                <a:rPr sz="1800" spc="-50" dirty="0">
                  <a:latin typeface="Calibri"/>
                  <a:cs typeface="Calibri"/>
                </a:rPr>
                <a:t>f</a:t>
              </a:r>
              <a:r>
                <a:rPr sz="1800" spc="-10" dirty="0">
                  <a:latin typeface="Calibri"/>
                  <a:cs typeface="Calibri"/>
                </a:rPr>
                <a:t>er</a:t>
              </a:r>
              <a:r>
                <a:rPr sz="1800" spc="-20" dirty="0">
                  <a:latin typeface="Times New Roman"/>
                  <a:cs typeface="Times New Roman"/>
                </a:rPr>
                <a:t> </a:t>
              </a:r>
              <a:r>
                <a:rPr sz="1800" spc="-10" dirty="0">
                  <a:latin typeface="Calibri"/>
                  <a:cs typeface="Calibri"/>
                </a:rPr>
                <a:t>Fun</a:t>
              </a:r>
              <a:r>
                <a:rPr sz="1800" spc="-5" dirty="0">
                  <a:latin typeface="Calibri"/>
                  <a:cs typeface="Calibri"/>
                </a:rPr>
                <a:t>c</a:t>
              </a:r>
              <a:r>
                <a:rPr sz="1800" spc="-15" dirty="0">
                  <a:latin typeface="Calibri"/>
                  <a:cs typeface="Calibri"/>
                </a:rPr>
                <a:t>t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Times New Roman"/>
                  <a:cs typeface="Times New Roman"/>
                </a:rPr>
                <a:t> </a:t>
              </a:r>
              <a:r>
                <a:rPr sz="1800" spc="-5" dirty="0">
                  <a:latin typeface="Calibri"/>
                  <a:cs typeface="Calibri"/>
                </a:rPr>
                <a:t>ass</a:t>
              </a:r>
              <a:r>
                <a:rPr sz="1800" spc="-10" dirty="0">
                  <a:latin typeface="Calibri"/>
                  <a:cs typeface="Calibri"/>
                </a:rPr>
                <a:t>u</a:t>
              </a:r>
              <a:r>
                <a:rPr sz="1800" dirty="0">
                  <a:latin typeface="Calibri"/>
                  <a:cs typeface="Calibri"/>
                </a:rPr>
                <a:t>m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Calibri"/>
                  <a:cs typeface="Calibri"/>
                </a:rPr>
                <a:t>g</a:t>
              </a:r>
              <a:r>
                <a:rPr sz="1800" spc="-20" dirty="0">
                  <a:latin typeface="Times New Roman"/>
                  <a:cs typeface="Times New Roman"/>
                </a:rPr>
                <a:t> </a:t>
              </a:r>
              <a:r>
                <a:rPr sz="1800" spc="-10" dirty="0">
                  <a:latin typeface="Calibri"/>
                  <a:cs typeface="Calibri"/>
                </a:rPr>
                <a:t>n</a:t>
              </a:r>
              <a:r>
                <a:rPr sz="1800" dirty="0">
                  <a:latin typeface="Calibri"/>
                  <a:cs typeface="Calibri"/>
                </a:rPr>
                <a:t>o</a:t>
              </a:r>
              <a:r>
                <a:rPr sz="1800" spc="-40" dirty="0">
                  <a:latin typeface="Times New Roman"/>
                  <a:cs typeface="Times New Roman"/>
                </a:rPr>
                <a:t> </a:t>
              </a:r>
              <a:r>
                <a:rPr sz="1800" spc="-15" dirty="0">
                  <a:latin typeface="Calibri"/>
                  <a:cs typeface="Calibri"/>
                </a:rPr>
                <a:t>m</a:t>
              </a:r>
              <a:r>
                <a:rPr sz="1800" spc="-10" dirty="0">
                  <a:latin typeface="Calibri"/>
                  <a:cs typeface="Calibri"/>
                </a:rPr>
                <a:t>o</a:t>
              </a:r>
              <a:r>
                <a:rPr sz="1800" spc="-20" dirty="0">
                  <a:latin typeface="Calibri"/>
                  <a:cs typeface="Calibri"/>
                </a:rPr>
                <a:t>d</a:t>
              </a:r>
              <a:r>
                <a:rPr sz="1800" spc="-10" dirty="0">
                  <a:latin typeface="Calibri"/>
                  <a:cs typeface="Calibri"/>
                </a:rPr>
                <a:t>e</a:t>
              </a:r>
              <a:r>
                <a:rPr sz="1800" spc="10" dirty="0">
                  <a:latin typeface="Calibri"/>
                  <a:cs typeface="Calibri"/>
                </a:rPr>
                <a:t>l</a:t>
              </a:r>
              <a:r>
                <a:rPr sz="1800" spc="5" dirty="0">
                  <a:latin typeface="Calibri"/>
                  <a:cs typeface="Calibri"/>
                </a:rPr>
                <a:t>-</a:t>
              </a:r>
              <a:r>
                <a:rPr sz="1800" dirty="0">
                  <a:latin typeface="Calibri"/>
                  <a:cs typeface="Calibri"/>
                </a:rPr>
                <a:t>m</a:t>
              </a:r>
              <a:r>
                <a:rPr sz="1800" spc="5" dirty="0">
                  <a:latin typeface="Calibri"/>
                  <a:cs typeface="Calibri"/>
                </a:rPr>
                <a:t>i</a:t>
              </a:r>
              <a:r>
                <a:rPr sz="1800" spc="-5" dirty="0">
                  <a:latin typeface="Calibri"/>
                  <a:cs typeface="Calibri"/>
                </a:rPr>
                <a:t>s</a:t>
              </a:r>
              <a:r>
                <a:rPr sz="1800" spc="-15" dirty="0">
                  <a:latin typeface="Calibri"/>
                  <a:cs typeface="Calibri"/>
                </a:rPr>
                <a:t>m</a:t>
              </a:r>
              <a:r>
                <a:rPr sz="1800" spc="-35" dirty="0">
                  <a:latin typeface="Calibri"/>
                  <a:cs typeface="Calibri"/>
                </a:rPr>
                <a:t>at</a:t>
              </a:r>
              <a:r>
                <a:rPr sz="1800" spc="-15" dirty="0">
                  <a:latin typeface="Calibri"/>
                  <a:cs typeface="Calibri"/>
                </a:rPr>
                <a:t>c</a:t>
              </a:r>
              <a:r>
                <a:rPr sz="1800" dirty="0">
                  <a:latin typeface="Calibri"/>
                  <a:cs typeface="Calibri"/>
                </a:rPr>
                <a:t>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Si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le</a:t>
            </a:r>
          </a:p>
        </p:txBody>
      </p:sp>
      <p:sp>
        <p:nvSpPr>
          <p:cNvPr id="3" name="object 3"/>
          <p:cNvSpPr/>
          <p:nvPr/>
        </p:nvSpPr>
        <p:spPr>
          <a:xfrm>
            <a:off x="1181100" y="2125973"/>
            <a:ext cx="0" cy="3708400"/>
          </a:xfrm>
          <a:custGeom>
            <a:avLst/>
            <a:gdLst/>
            <a:ahLst/>
            <a:cxnLst/>
            <a:rect l="l" t="t" r="r" b="b"/>
            <a:pathLst>
              <a:path h="3708400">
                <a:moveTo>
                  <a:pt x="0" y="3708410"/>
                </a:moveTo>
                <a:lnTo>
                  <a:pt x="0" y="0"/>
                </a:lnTo>
                <a:lnTo>
                  <a:pt x="0" y="37084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1100" y="2125992"/>
            <a:ext cx="4945380" cy="3708400"/>
          </a:xfrm>
          <a:custGeom>
            <a:avLst/>
            <a:gdLst/>
            <a:ahLst/>
            <a:cxnLst/>
            <a:rect l="l" t="t" r="r" b="b"/>
            <a:pathLst>
              <a:path w="4945380" h="3708400">
                <a:moveTo>
                  <a:pt x="0" y="3708379"/>
                </a:moveTo>
                <a:lnTo>
                  <a:pt x="4945349" y="3708379"/>
                </a:lnTo>
                <a:lnTo>
                  <a:pt x="4945349" y="0"/>
                </a:lnTo>
                <a:lnTo>
                  <a:pt x="0" y="0"/>
                </a:lnTo>
                <a:lnTo>
                  <a:pt x="0" y="37083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4621" y="2407847"/>
            <a:ext cx="3825875" cy="3004185"/>
          </a:xfrm>
          <a:custGeom>
            <a:avLst/>
            <a:gdLst/>
            <a:ahLst/>
            <a:cxnLst/>
            <a:rect l="l" t="t" r="r" b="b"/>
            <a:pathLst>
              <a:path w="3825875" h="3004185">
                <a:moveTo>
                  <a:pt x="0" y="3003709"/>
                </a:moveTo>
                <a:lnTo>
                  <a:pt x="3825849" y="3003709"/>
                </a:lnTo>
                <a:lnTo>
                  <a:pt x="3825849" y="0"/>
                </a:lnTo>
                <a:lnTo>
                  <a:pt x="0" y="0"/>
                </a:lnTo>
                <a:lnTo>
                  <a:pt x="0" y="30037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4616" y="2407857"/>
            <a:ext cx="3825875" cy="3004185"/>
          </a:xfrm>
          <a:custGeom>
            <a:avLst/>
            <a:gdLst/>
            <a:ahLst/>
            <a:cxnLst/>
            <a:rect l="l" t="t" r="r" b="b"/>
            <a:pathLst>
              <a:path w="3825875" h="3004185">
                <a:moveTo>
                  <a:pt x="0" y="0"/>
                </a:moveTo>
                <a:lnTo>
                  <a:pt x="3825839" y="0"/>
                </a:lnTo>
                <a:lnTo>
                  <a:pt x="3825839" y="3003701"/>
                </a:lnTo>
                <a:lnTo>
                  <a:pt x="0" y="3003701"/>
                </a:lnTo>
                <a:lnTo>
                  <a:pt x="0" y="0"/>
                </a:lnTo>
                <a:close/>
              </a:path>
            </a:pathLst>
          </a:custGeom>
          <a:ln w="881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4616" y="54115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4616" y="2407826"/>
            <a:ext cx="3825875" cy="0"/>
          </a:xfrm>
          <a:custGeom>
            <a:avLst/>
            <a:gdLst/>
            <a:ahLst/>
            <a:cxnLst/>
            <a:rect l="l" t="t" r="r" b="b"/>
            <a:pathLst>
              <a:path w="3825875">
                <a:moveTo>
                  <a:pt x="0" y="0"/>
                </a:moveTo>
                <a:lnTo>
                  <a:pt x="3825839" y="0"/>
                </a:lnTo>
              </a:path>
            </a:pathLst>
          </a:custGeom>
          <a:ln w="88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50456" y="24078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4616" y="5411540"/>
            <a:ext cx="3825875" cy="0"/>
          </a:xfrm>
          <a:custGeom>
            <a:avLst/>
            <a:gdLst/>
            <a:ahLst/>
            <a:cxnLst/>
            <a:rect l="l" t="t" r="r" b="b"/>
            <a:pathLst>
              <a:path w="3825875">
                <a:moveTo>
                  <a:pt x="0" y="0"/>
                </a:moveTo>
                <a:lnTo>
                  <a:pt x="3825839" y="0"/>
                </a:lnTo>
              </a:path>
            </a:pathLst>
          </a:custGeom>
          <a:ln w="88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0456" y="54115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50456" y="2407796"/>
            <a:ext cx="0" cy="3004185"/>
          </a:xfrm>
          <a:custGeom>
            <a:avLst/>
            <a:gdLst/>
            <a:ahLst/>
            <a:cxnLst/>
            <a:rect l="l" t="t" r="r" b="b"/>
            <a:pathLst>
              <a:path h="3004185">
                <a:moveTo>
                  <a:pt x="0" y="3003762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50456" y="24078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4616" y="2407796"/>
            <a:ext cx="0" cy="3004185"/>
          </a:xfrm>
          <a:custGeom>
            <a:avLst/>
            <a:gdLst/>
            <a:ahLst/>
            <a:cxnLst/>
            <a:rect l="l" t="t" r="r" b="b"/>
            <a:pathLst>
              <a:path h="3004185">
                <a:moveTo>
                  <a:pt x="0" y="3003762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24616" y="24078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50456" y="54115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24616" y="24078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24616" y="53675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4616" y="24430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76655" y="5431533"/>
            <a:ext cx="10922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59313" y="5367504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44054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59313" y="53675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59313" y="2407826"/>
            <a:ext cx="0" cy="35560"/>
          </a:xfrm>
          <a:custGeom>
            <a:avLst/>
            <a:gdLst/>
            <a:ahLst/>
            <a:cxnLst/>
            <a:rect l="l" t="t" r="r" b="b"/>
            <a:pathLst>
              <a:path h="35560">
                <a:moveTo>
                  <a:pt x="0" y="0"/>
                </a:moveTo>
                <a:lnTo>
                  <a:pt x="0" y="35251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59313" y="24430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411350" y="5431533"/>
            <a:ext cx="10922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94011" y="5367504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44041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94011" y="53675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94011" y="2407826"/>
            <a:ext cx="0" cy="35560"/>
          </a:xfrm>
          <a:custGeom>
            <a:avLst/>
            <a:gdLst/>
            <a:ahLst/>
            <a:cxnLst/>
            <a:rect l="l" t="t" r="r" b="b"/>
            <a:pathLst>
              <a:path h="35560">
                <a:moveTo>
                  <a:pt x="0" y="0"/>
                </a:moveTo>
                <a:lnTo>
                  <a:pt x="0" y="35251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4011" y="24430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001977" y="5431533"/>
            <a:ext cx="18478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37536" y="5367504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44041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37536" y="53675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37536" y="2407826"/>
            <a:ext cx="0" cy="35560"/>
          </a:xfrm>
          <a:custGeom>
            <a:avLst/>
            <a:gdLst/>
            <a:ahLst/>
            <a:cxnLst/>
            <a:rect l="l" t="t" r="r" b="b"/>
            <a:pathLst>
              <a:path h="35560">
                <a:moveTo>
                  <a:pt x="0" y="0"/>
                </a:moveTo>
                <a:lnTo>
                  <a:pt x="0" y="35251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37536" y="24430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72218" y="5367504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44041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72218" y="53675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72218" y="2407826"/>
            <a:ext cx="0" cy="35560"/>
          </a:xfrm>
          <a:custGeom>
            <a:avLst/>
            <a:gdLst/>
            <a:ahLst/>
            <a:cxnLst/>
            <a:rect l="l" t="t" r="r" b="b"/>
            <a:pathLst>
              <a:path h="35560">
                <a:moveTo>
                  <a:pt x="0" y="0"/>
                </a:moveTo>
                <a:lnTo>
                  <a:pt x="0" y="35221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72218" y="24430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06931" y="5367492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44054"/>
                </a:moveTo>
                <a:lnTo>
                  <a:pt x="0" y="0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06931" y="53674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006931" y="2407826"/>
            <a:ext cx="0" cy="35560"/>
          </a:xfrm>
          <a:custGeom>
            <a:avLst/>
            <a:gdLst/>
            <a:ahLst/>
            <a:cxnLst/>
            <a:rect l="l" t="t" r="r" b="b"/>
            <a:pathLst>
              <a:path h="35560">
                <a:moveTo>
                  <a:pt x="0" y="0"/>
                </a:moveTo>
                <a:lnTo>
                  <a:pt x="0" y="35221"/>
                </a:lnTo>
              </a:path>
            </a:pathLst>
          </a:custGeom>
          <a:ln w="8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006931" y="24430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650456" y="53674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50456" y="24430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24616" y="5314642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254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59870" y="53146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06365" y="53146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>
                <a:moveTo>
                  <a:pt x="4409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06365" y="53146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24616" y="4830165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254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59870" y="48301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06365" y="48301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>
                <a:moveTo>
                  <a:pt x="4409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06365" y="48301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24616" y="4345697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254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59870" y="43456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606365" y="43456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>
                <a:moveTo>
                  <a:pt x="4409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606365" y="43456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24616" y="3861220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254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59870" y="3861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606365" y="38612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>
                <a:moveTo>
                  <a:pt x="4409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606365" y="3861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24616" y="3367944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254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59870" y="33679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606365" y="33679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>
                <a:moveTo>
                  <a:pt x="4409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606365" y="33679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24616" y="2892273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254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59870" y="28922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606365" y="28922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>
                <a:moveTo>
                  <a:pt x="4409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6365" y="28922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859870" y="24077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606365" y="24077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354632" y="5431533"/>
            <a:ext cx="73723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algn="ctr">
              <a:lnSpc>
                <a:spcPts val="1510"/>
              </a:lnSpc>
            </a:pPr>
            <a:r>
              <a:rPr sz="1300" spc="-30" dirty="0">
                <a:latin typeface="Times New Roman"/>
                <a:cs typeface="Times New Roman"/>
              </a:rPr>
              <a:t>15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ts val="1510"/>
              </a:lnSpc>
            </a:pPr>
            <a:r>
              <a:rPr sz="1300" spc="45" dirty="0">
                <a:latin typeface="Times New Roman"/>
                <a:cs typeface="Times New Roman"/>
              </a:rPr>
              <a:t>s</a:t>
            </a:r>
            <a:r>
              <a:rPr sz="1300" spc="-30" dirty="0">
                <a:latin typeface="Times New Roman"/>
                <a:cs typeface="Times New Roman"/>
              </a:rPr>
              <a:t>a</a:t>
            </a:r>
            <a:r>
              <a:rPr sz="1300" spc="-45" dirty="0">
                <a:latin typeface="Times New Roman"/>
                <a:cs typeface="Times New Roman"/>
              </a:rPr>
              <a:t>m</a:t>
            </a:r>
            <a:r>
              <a:rPr sz="1300" spc="35" dirty="0">
                <a:latin typeface="Times New Roman"/>
                <a:cs typeface="Times New Roman"/>
              </a:rPr>
              <a:t>p</a:t>
            </a:r>
            <a:r>
              <a:rPr sz="1300" spc="-90" dirty="0">
                <a:latin typeface="Times New Roman"/>
                <a:cs typeface="Times New Roman"/>
              </a:rPr>
              <a:t>l</a:t>
            </a:r>
            <a:r>
              <a:rPr sz="1300" spc="5" dirty="0">
                <a:latin typeface="Times New Roman"/>
                <a:cs typeface="Times New Roman"/>
              </a:rPr>
              <a:t>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n</a:t>
            </a:r>
            <a:r>
              <a:rPr sz="1300" spc="35" dirty="0">
                <a:latin typeface="Times New Roman"/>
                <a:cs typeface="Times New Roman"/>
              </a:rPr>
              <a:t>o</a:t>
            </a:r>
            <a:r>
              <a:rPr sz="1300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280195" y="5431521"/>
            <a:ext cx="18478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20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914903" y="5431521"/>
            <a:ext cx="18478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558413" y="5431521"/>
            <a:ext cx="18478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30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697318" y="5220117"/>
            <a:ext cx="10922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73899" y="4735636"/>
            <a:ext cx="23304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0</a:t>
            </a:r>
            <a:r>
              <a:rPr sz="1300" spc="15" dirty="0">
                <a:latin typeface="Times New Roman"/>
                <a:cs typeface="Times New Roman"/>
              </a:rPr>
              <a:t>.</a:t>
            </a:r>
            <a:r>
              <a:rPr sz="1300" spc="5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97318" y="4251169"/>
            <a:ext cx="10922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573899" y="3766702"/>
            <a:ext cx="23304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1</a:t>
            </a:r>
            <a:r>
              <a:rPr sz="1300" spc="15" dirty="0">
                <a:latin typeface="Times New Roman"/>
                <a:cs typeface="Times New Roman"/>
              </a:rPr>
              <a:t>.</a:t>
            </a:r>
            <a:r>
              <a:rPr sz="1300" spc="5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97318" y="3273408"/>
            <a:ext cx="10922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73899" y="2797742"/>
            <a:ext cx="23304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30" dirty="0">
                <a:latin typeface="Times New Roman"/>
                <a:cs typeface="Times New Roman"/>
              </a:rPr>
              <a:t>2</a:t>
            </a:r>
            <a:r>
              <a:rPr sz="1300" spc="15" dirty="0">
                <a:latin typeface="Times New Roman"/>
                <a:cs typeface="Times New Roman"/>
              </a:rPr>
              <a:t>.</a:t>
            </a:r>
            <a:r>
              <a:rPr sz="1300" spc="5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97318" y="2313262"/>
            <a:ext cx="10922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650456" y="24077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650456" y="5411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650456" y="24077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824616" y="24077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824621" y="4345733"/>
            <a:ext cx="3834765" cy="969010"/>
          </a:xfrm>
          <a:custGeom>
            <a:avLst/>
            <a:gdLst/>
            <a:ahLst/>
            <a:cxnLst/>
            <a:rect l="l" t="t" r="r" b="b"/>
            <a:pathLst>
              <a:path w="3834765" h="969010">
                <a:moveTo>
                  <a:pt x="4" y="968941"/>
                </a:moveTo>
                <a:lnTo>
                  <a:pt x="123408" y="968941"/>
                </a:lnTo>
                <a:lnTo>
                  <a:pt x="246826" y="968941"/>
                </a:lnTo>
                <a:lnTo>
                  <a:pt x="379046" y="0"/>
                </a:lnTo>
                <a:lnTo>
                  <a:pt x="3825839" y="0"/>
                </a:lnTo>
                <a:lnTo>
                  <a:pt x="3834621" y="0"/>
                </a:lnTo>
              </a:path>
            </a:pathLst>
          </a:custGeom>
          <a:ln w="8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824621" y="4504291"/>
            <a:ext cx="3834765" cy="810895"/>
          </a:xfrm>
          <a:custGeom>
            <a:avLst/>
            <a:gdLst/>
            <a:ahLst/>
            <a:cxnLst/>
            <a:rect l="l" t="t" r="r" b="b"/>
            <a:pathLst>
              <a:path w="3834765" h="810895">
                <a:moveTo>
                  <a:pt x="4" y="810384"/>
                </a:moveTo>
                <a:lnTo>
                  <a:pt x="123408" y="810384"/>
                </a:lnTo>
                <a:lnTo>
                  <a:pt x="246826" y="810384"/>
                </a:lnTo>
                <a:lnTo>
                  <a:pt x="379046" y="810384"/>
                </a:lnTo>
                <a:lnTo>
                  <a:pt x="502467" y="325907"/>
                </a:lnTo>
                <a:lnTo>
                  <a:pt x="634697" y="132122"/>
                </a:lnTo>
                <a:lnTo>
                  <a:pt x="758106" y="52850"/>
                </a:lnTo>
                <a:lnTo>
                  <a:pt x="890335" y="17607"/>
                </a:lnTo>
                <a:lnTo>
                  <a:pt x="1013753" y="8808"/>
                </a:lnTo>
                <a:lnTo>
                  <a:pt x="1145986" y="0"/>
                </a:lnTo>
                <a:lnTo>
                  <a:pt x="1269395" y="0"/>
                </a:lnTo>
                <a:lnTo>
                  <a:pt x="1401637" y="0"/>
                </a:lnTo>
                <a:lnTo>
                  <a:pt x="3825839" y="0"/>
                </a:lnTo>
                <a:lnTo>
                  <a:pt x="3834621" y="0"/>
                </a:lnTo>
              </a:path>
            </a:pathLst>
          </a:custGeom>
          <a:ln w="176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824621" y="2487135"/>
            <a:ext cx="3834765" cy="2827655"/>
          </a:xfrm>
          <a:custGeom>
            <a:avLst/>
            <a:gdLst/>
            <a:ahLst/>
            <a:cxnLst/>
            <a:rect l="l" t="t" r="r" b="b"/>
            <a:pathLst>
              <a:path w="3834765" h="2827654">
                <a:moveTo>
                  <a:pt x="4" y="2827539"/>
                </a:moveTo>
                <a:lnTo>
                  <a:pt x="123408" y="2827539"/>
                </a:lnTo>
                <a:lnTo>
                  <a:pt x="246826" y="2827539"/>
                </a:lnTo>
                <a:lnTo>
                  <a:pt x="379046" y="1858598"/>
                </a:lnTo>
                <a:lnTo>
                  <a:pt x="502467" y="1462217"/>
                </a:lnTo>
                <a:lnTo>
                  <a:pt x="634697" y="1162732"/>
                </a:lnTo>
                <a:lnTo>
                  <a:pt x="758106" y="933701"/>
                </a:lnTo>
                <a:lnTo>
                  <a:pt x="890335" y="739923"/>
                </a:lnTo>
                <a:lnTo>
                  <a:pt x="1013753" y="590171"/>
                </a:lnTo>
                <a:lnTo>
                  <a:pt x="1145986" y="475641"/>
                </a:lnTo>
                <a:lnTo>
                  <a:pt x="1269395" y="378751"/>
                </a:lnTo>
                <a:lnTo>
                  <a:pt x="1401637" y="299473"/>
                </a:lnTo>
                <a:lnTo>
                  <a:pt x="1525036" y="237835"/>
                </a:lnTo>
                <a:lnTo>
                  <a:pt x="1657248" y="193778"/>
                </a:lnTo>
                <a:lnTo>
                  <a:pt x="1780677" y="149751"/>
                </a:lnTo>
                <a:lnTo>
                  <a:pt x="1912919" y="123305"/>
                </a:lnTo>
                <a:lnTo>
                  <a:pt x="2036319" y="96889"/>
                </a:lnTo>
                <a:lnTo>
                  <a:pt x="2159749" y="79278"/>
                </a:lnTo>
                <a:lnTo>
                  <a:pt x="2291960" y="61637"/>
                </a:lnTo>
                <a:lnTo>
                  <a:pt x="2415390" y="44026"/>
                </a:lnTo>
                <a:lnTo>
                  <a:pt x="2547602" y="35221"/>
                </a:lnTo>
                <a:lnTo>
                  <a:pt x="2671032" y="26416"/>
                </a:lnTo>
                <a:lnTo>
                  <a:pt x="2803243" y="26416"/>
                </a:lnTo>
                <a:lnTo>
                  <a:pt x="2926673" y="17610"/>
                </a:lnTo>
                <a:lnTo>
                  <a:pt x="3058885" y="17610"/>
                </a:lnTo>
                <a:lnTo>
                  <a:pt x="3182315" y="8805"/>
                </a:lnTo>
                <a:lnTo>
                  <a:pt x="3314526" y="8805"/>
                </a:lnTo>
                <a:lnTo>
                  <a:pt x="3437956" y="8805"/>
                </a:lnTo>
                <a:lnTo>
                  <a:pt x="3570167" y="0"/>
                </a:lnTo>
                <a:lnTo>
                  <a:pt x="3693597" y="0"/>
                </a:lnTo>
                <a:lnTo>
                  <a:pt x="3825839" y="0"/>
                </a:lnTo>
                <a:lnTo>
                  <a:pt x="3834621" y="0"/>
                </a:lnTo>
              </a:path>
            </a:pathLst>
          </a:custGeom>
          <a:ln w="17621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3231187" y="4119089"/>
            <a:ext cx="67373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40" dirty="0">
                <a:latin typeface="Times New Roman"/>
                <a:cs typeface="Times New Roman"/>
              </a:rPr>
              <a:t>c</a:t>
            </a:r>
            <a:r>
              <a:rPr sz="1300" spc="35" dirty="0">
                <a:latin typeface="Times New Roman"/>
                <a:cs typeface="Times New Roman"/>
              </a:rPr>
              <a:t>o</a:t>
            </a:r>
            <a:r>
              <a:rPr sz="1300" spc="-45" dirty="0">
                <a:latin typeface="Times New Roman"/>
                <a:cs typeface="Times New Roman"/>
              </a:rPr>
              <a:t>mm</a:t>
            </a:r>
            <a:r>
              <a:rPr sz="1300" spc="-30" dirty="0">
                <a:latin typeface="Times New Roman"/>
                <a:cs typeface="Times New Roman"/>
              </a:rPr>
              <a:t>an</a:t>
            </a:r>
            <a:r>
              <a:rPr sz="1300" spc="5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733657" y="4515401"/>
            <a:ext cx="447040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35" dirty="0">
                <a:latin typeface="Times New Roman"/>
                <a:cs typeface="Times New Roman"/>
              </a:rPr>
              <a:t>o</a:t>
            </a:r>
            <a:r>
              <a:rPr sz="1300" spc="-30" dirty="0">
                <a:latin typeface="Times New Roman"/>
                <a:cs typeface="Times New Roman"/>
              </a:rPr>
              <a:t>u</a:t>
            </a:r>
            <a:r>
              <a:rPr sz="1300" spc="-20" dirty="0">
                <a:latin typeface="Times New Roman"/>
                <a:cs typeface="Times New Roman"/>
              </a:rPr>
              <a:t>t</a:t>
            </a:r>
            <a:r>
              <a:rPr sz="1300" spc="35" dirty="0">
                <a:latin typeface="Times New Roman"/>
                <a:cs typeface="Times New Roman"/>
              </a:rPr>
              <a:t>p</a:t>
            </a:r>
            <a:r>
              <a:rPr sz="1300" spc="-30" dirty="0">
                <a:latin typeface="Times New Roman"/>
                <a:cs typeface="Times New Roman"/>
              </a:rPr>
              <a:t>ut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772759" y="3220520"/>
            <a:ext cx="86169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40" dirty="0">
                <a:latin typeface="Times New Roman"/>
                <a:cs typeface="Times New Roman"/>
              </a:rPr>
              <a:t>c</a:t>
            </a:r>
            <a:r>
              <a:rPr sz="1300" spc="35" dirty="0">
                <a:latin typeface="Times New Roman"/>
                <a:cs typeface="Times New Roman"/>
              </a:rPr>
              <a:t>o</a:t>
            </a:r>
            <a:r>
              <a:rPr sz="1300" spc="-30" dirty="0">
                <a:latin typeface="Times New Roman"/>
                <a:cs typeface="Times New Roman"/>
              </a:rPr>
              <a:t>n</a:t>
            </a:r>
            <a:r>
              <a:rPr sz="1300" spc="-20" dirty="0">
                <a:latin typeface="Times New Roman"/>
                <a:cs typeface="Times New Roman"/>
              </a:rPr>
              <a:t>t</a:t>
            </a:r>
            <a:r>
              <a:rPr sz="1300" spc="-25" dirty="0">
                <a:latin typeface="Times New Roman"/>
                <a:cs typeface="Times New Roman"/>
              </a:rPr>
              <a:t>r</a:t>
            </a:r>
            <a:r>
              <a:rPr sz="1300" spc="35" dirty="0">
                <a:latin typeface="Times New Roman"/>
                <a:cs typeface="Times New Roman"/>
              </a:rPr>
              <a:t>o</a:t>
            </a:r>
            <a:r>
              <a:rPr sz="1300" dirty="0">
                <a:latin typeface="Times New Roman"/>
                <a:cs typeface="Times New Roman"/>
              </a:rPr>
              <a:t>l</a:t>
            </a:r>
            <a:r>
              <a:rPr sz="1300" spc="-7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i</a:t>
            </a:r>
            <a:r>
              <a:rPr sz="1300" spc="-30" dirty="0">
                <a:latin typeface="Times New Roman"/>
                <a:cs typeface="Times New Roman"/>
              </a:rPr>
              <a:t>n</a:t>
            </a:r>
            <a:r>
              <a:rPr sz="1300" spc="35" dirty="0">
                <a:latin typeface="Times New Roman"/>
                <a:cs typeface="Times New Roman"/>
              </a:rPr>
              <a:t>p</a:t>
            </a:r>
            <a:r>
              <a:rPr sz="1300" spc="-30" dirty="0">
                <a:latin typeface="Times New Roman"/>
                <a:cs typeface="Times New Roman"/>
              </a:rPr>
              <a:t>ut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205542" y="2639831"/>
            <a:ext cx="2091689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wil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wit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le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ur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419100" y="3487430"/>
            <a:ext cx="1381125" cy="959485"/>
          </a:xfrm>
          <a:custGeom>
            <a:avLst/>
            <a:gdLst/>
            <a:ahLst/>
            <a:cxnLst/>
            <a:rect l="l" t="t" r="r" b="b"/>
            <a:pathLst>
              <a:path w="1381125" h="959485">
                <a:moveTo>
                  <a:pt x="1380835" y="0"/>
                </a:moveTo>
                <a:lnTo>
                  <a:pt x="0" y="958922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419100" y="4366391"/>
            <a:ext cx="88265" cy="80010"/>
          </a:xfrm>
          <a:custGeom>
            <a:avLst/>
            <a:gdLst/>
            <a:ahLst/>
            <a:cxnLst/>
            <a:rect l="l" t="t" r="r" b="b"/>
            <a:pathLst>
              <a:path w="88264" h="80010">
                <a:moveTo>
                  <a:pt x="37246" y="0"/>
                </a:moveTo>
                <a:lnTo>
                  <a:pt x="0" y="79961"/>
                </a:lnTo>
                <a:lnTo>
                  <a:pt x="87934" y="73008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4" y="728606"/>
            <a:ext cx="42951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EB8E475-8B6B-AF15-2D91-0CFAB0949723}"/>
              </a:ext>
            </a:extLst>
          </p:cNvPr>
          <p:cNvGrpSpPr/>
          <p:nvPr/>
        </p:nvGrpSpPr>
        <p:grpSpPr>
          <a:xfrm>
            <a:off x="656705" y="2119810"/>
            <a:ext cx="7680265" cy="1514802"/>
            <a:chOff x="656705" y="2119810"/>
            <a:chExt cx="7680265" cy="1514802"/>
          </a:xfrm>
        </p:grpSpPr>
        <p:sp>
          <p:nvSpPr>
            <p:cNvPr id="3" name="object 3"/>
            <p:cNvSpPr/>
            <p:nvPr/>
          </p:nvSpPr>
          <p:spPr>
            <a:xfrm>
              <a:off x="4185218" y="2482302"/>
              <a:ext cx="401320" cy="0"/>
            </a:xfrm>
            <a:custGeom>
              <a:avLst/>
              <a:gdLst/>
              <a:ahLst/>
              <a:cxnLst/>
              <a:rect l="l" t="t" r="r" b="b"/>
              <a:pathLst>
                <a:path w="401320">
                  <a:moveTo>
                    <a:pt x="0" y="0"/>
                  </a:moveTo>
                  <a:lnTo>
                    <a:pt x="401043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27124" y="2482302"/>
              <a:ext cx="434975" cy="0"/>
            </a:xfrm>
            <a:custGeom>
              <a:avLst/>
              <a:gdLst/>
              <a:ahLst/>
              <a:cxnLst/>
              <a:rect l="l" t="t" r="r" b="b"/>
              <a:pathLst>
                <a:path w="434975">
                  <a:moveTo>
                    <a:pt x="0" y="0"/>
                  </a:moveTo>
                  <a:lnTo>
                    <a:pt x="434362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0741" y="3252497"/>
              <a:ext cx="237490" cy="0"/>
            </a:xfrm>
            <a:custGeom>
              <a:avLst/>
              <a:gdLst/>
              <a:ahLst/>
              <a:cxnLst/>
              <a:rect l="l" t="t" r="r" b="b"/>
              <a:pathLst>
                <a:path w="237489">
                  <a:moveTo>
                    <a:pt x="0" y="0"/>
                  </a:moveTo>
                  <a:lnTo>
                    <a:pt x="236932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91968" y="3252497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>
                  <a:moveTo>
                    <a:pt x="0" y="0"/>
                  </a:moveTo>
                  <a:lnTo>
                    <a:pt x="327015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2988" y="3252497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5">
                  <a:moveTo>
                    <a:pt x="0" y="0"/>
                  </a:moveTo>
                  <a:lnTo>
                    <a:pt x="419574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10187" y="3252497"/>
              <a:ext cx="360680" cy="0"/>
            </a:xfrm>
            <a:custGeom>
              <a:avLst/>
              <a:gdLst/>
              <a:ahLst/>
              <a:cxnLst/>
              <a:rect l="l" t="t" r="r" b="b"/>
              <a:pathLst>
                <a:path w="360679">
                  <a:moveTo>
                    <a:pt x="0" y="0"/>
                  </a:moveTo>
                  <a:lnTo>
                    <a:pt x="360330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96357" y="3252497"/>
              <a:ext cx="360680" cy="0"/>
            </a:xfrm>
            <a:custGeom>
              <a:avLst/>
              <a:gdLst/>
              <a:ahLst/>
              <a:cxnLst/>
              <a:rect l="l" t="t" r="r" b="b"/>
              <a:pathLst>
                <a:path w="360679">
                  <a:moveTo>
                    <a:pt x="0" y="0"/>
                  </a:moveTo>
                  <a:lnTo>
                    <a:pt x="360330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74264" y="3252497"/>
              <a:ext cx="453390" cy="0"/>
            </a:xfrm>
            <a:custGeom>
              <a:avLst/>
              <a:gdLst/>
              <a:ahLst/>
              <a:cxnLst/>
              <a:rect l="l" t="t" r="r" b="b"/>
              <a:pathLst>
                <a:path w="453390">
                  <a:moveTo>
                    <a:pt x="0" y="0"/>
                  </a:moveTo>
                  <a:lnTo>
                    <a:pt x="452893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52995" y="3252497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>
                  <a:moveTo>
                    <a:pt x="0" y="0"/>
                  </a:moveTo>
                  <a:lnTo>
                    <a:pt x="393649" y="0"/>
                  </a:lnTo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9925" y="2877322"/>
              <a:ext cx="6837045" cy="0"/>
            </a:xfrm>
            <a:custGeom>
              <a:avLst/>
              <a:gdLst/>
              <a:ahLst/>
              <a:cxnLst/>
              <a:rect l="l" t="t" r="r" b="b"/>
              <a:pathLst>
                <a:path w="6837045">
                  <a:moveTo>
                    <a:pt x="0" y="0"/>
                  </a:moveTo>
                  <a:lnTo>
                    <a:pt x="6836644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644953" y="2276231"/>
              <a:ext cx="211454" cy="207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20" dirty="0">
                  <a:latin typeface="Symbol"/>
                  <a:cs typeface="Symbol"/>
                </a:rPr>
                <a:t>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273289" y="2276231"/>
              <a:ext cx="211454" cy="207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20" dirty="0">
                  <a:latin typeface="Symbol"/>
                  <a:cs typeface="Symbol"/>
                </a:rPr>
                <a:t>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6525211" y="2276231"/>
              <a:ext cx="211454" cy="207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20" dirty="0">
                  <a:latin typeface="Symbol"/>
                  <a:cs typeface="Symbol"/>
                </a:rPr>
                <a:t></a:t>
              </a:r>
              <a:r>
                <a:rPr sz="1400" spc="-10" dirty="0">
                  <a:latin typeface="Times New Roman"/>
                  <a:cs typeface="Times New Roman"/>
                </a:rPr>
                <a:t>3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267479" y="2300117"/>
              <a:ext cx="298450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1 </a:t>
              </a:r>
              <a:r>
                <a:rPr sz="1400" spc="45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929188" y="2300117"/>
              <a:ext cx="311785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2 </a:t>
              </a:r>
              <a:r>
                <a:rPr sz="1400" spc="155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082241" y="2447397"/>
              <a:ext cx="472440" cy="2876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i="1" spc="-10" dirty="0">
                  <a:latin typeface="Times New Roman"/>
                  <a:cs typeface="Times New Roman"/>
                </a:rPr>
                <a:t>d</a:t>
              </a:r>
              <a:r>
                <a:rPr sz="1400" i="1" spc="170" dirty="0">
                  <a:latin typeface="Times New Roman"/>
                  <a:cs typeface="Times New Roman"/>
                </a:rPr>
                <a:t> </a:t>
              </a:r>
              <a:r>
                <a:rPr sz="2775" baseline="-18018" dirty="0">
                  <a:latin typeface="Symbol"/>
                  <a:cs typeface="Symbol"/>
                </a:rPr>
                <a:t></a:t>
              </a:r>
              <a:r>
                <a:rPr sz="2775" baseline="-18018" dirty="0">
                  <a:latin typeface="Times New Roman"/>
                  <a:cs typeface="Times New Roman"/>
                </a:rPr>
                <a:t> </a:t>
              </a:r>
              <a:r>
                <a:rPr sz="2775" spc="-75" baseline="-18018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894411" y="2447397"/>
              <a:ext cx="114300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279954" y="2542023"/>
              <a:ext cx="200660" cy="3136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i="1" spc="-254" dirty="0">
                  <a:latin typeface="Times New Roman"/>
                  <a:cs typeface="Times New Roman"/>
                </a:rPr>
                <a:t>b</a:t>
              </a:r>
              <a:r>
                <a:rPr sz="2100" spc="-15" baseline="-19841" dirty="0">
                  <a:latin typeface="Times New Roman"/>
                  <a:cs typeface="Times New Roman"/>
                </a:rPr>
                <a:t>1</a:t>
              </a:r>
              <a:endParaRPr sz="2100" baseline="-19841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938518" y="2542023"/>
              <a:ext cx="200660" cy="3136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i="1" spc="-254" dirty="0">
                  <a:latin typeface="Times New Roman"/>
                  <a:cs typeface="Times New Roman"/>
                </a:rPr>
                <a:t>b</a:t>
              </a:r>
              <a:r>
                <a:rPr sz="2100" spc="-15" baseline="-19841" dirty="0">
                  <a:latin typeface="Times New Roman"/>
                  <a:cs typeface="Times New Roman"/>
                </a:rPr>
                <a:t>1</a:t>
              </a:r>
              <a:endParaRPr sz="2100" baseline="-19841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833499" y="3046352"/>
              <a:ext cx="1862455" cy="3530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202690" algn="l"/>
                </a:tabLst>
              </a:pPr>
              <a:r>
                <a:rPr sz="1400" spc="-10" dirty="0">
                  <a:latin typeface="Times New Roman"/>
                  <a:cs typeface="Times New Roman"/>
                </a:rPr>
                <a:t>1 </a:t>
              </a:r>
              <a:r>
                <a:rPr sz="1400" spc="-110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r>
                <a:rPr sz="1400" spc="75" dirty="0">
                  <a:latin typeface="Times New Roman"/>
                  <a:cs typeface="Times New Roman"/>
                </a:rPr>
                <a:t> </a:t>
              </a:r>
              <a:r>
                <a:rPr sz="2775" baseline="-27027" dirty="0">
                  <a:latin typeface="Symbol"/>
                  <a:cs typeface="Symbol"/>
                </a:rPr>
                <a:t></a:t>
              </a:r>
              <a:r>
                <a:rPr sz="2775" spc="-195" baseline="-27027" dirty="0">
                  <a:latin typeface="Times New Roman"/>
                  <a:cs typeface="Times New Roman"/>
                </a:rPr>
                <a:t> </a:t>
              </a:r>
              <a:r>
                <a:rPr sz="2775" i="1" spc="187" baseline="-19519" dirty="0">
                  <a:latin typeface="Times New Roman"/>
                  <a:cs typeface="Times New Roman"/>
                </a:rPr>
                <a:t>z</a:t>
              </a:r>
              <a:r>
                <a:rPr sz="2100" spc="-30" baseline="5952" dirty="0">
                  <a:latin typeface="Symbol"/>
                  <a:cs typeface="Symbol"/>
                </a:rPr>
                <a:t></a:t>
              </a:r>
              <a:r>
                <a:rPr sz="2100" spc="-15" baseline="5952" dirty="0">
                  <a:latin typeface="Times New Roman"/>
                  <a:cs typeface="Times New Roman"/>
                </a:rPr>
                <a:t>1</a:t>
              </a:r>
              <a:r>
                <a:rPr sz="2100" spc="37" baseline="5952" dirty="0">
                  <a:latin typeface="Times New Roman"/>
                  <a:cs typeface="Times New Roman"/>
                </a:rPr>
                <a:t> </a:t>
              </a:r>
              <a:r>
                <a:rPr sz="2775" baseline="-19519" dirty="0">
                  <a:latin typeface="Symbol"/>
                  <a:cs typeface="Symbol"/>
                </a:rPr>
                <a:t></a:t>
              </a:r>
              <a:r>
                <a:rPr sz="2775" spc="-270" baseline="-19519" dirty="0">
                  <a:latin typeface="Times New Roman"/>
                  <a:cs typeface="Times New Roman"/>
                </a:rPr>
                <a:t> </a:t>
              </a:r>
              <a:r>
                <a:rPr sz="2775" baseline="-27027" dirty="0">
                  <a:latin typeface="Symbol"/>
                  <a:cs typeface="Symbol"/>
                </a:rPr>
                <a:t></a:t>
              </a:r>
              <a:r>
                <a:rPr sz="2775" baseline="-27027" dirty="0">
                  <a:latin typeface="Times New Roman"/>
                  <a:cs typeface="Times New Roman"/>
                </a:rPr>
                <a:t>	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r>
                <a:rPr sz="1400" dirty="0">
                  <a:latin typeface="Times New Roman"/>
                  <a:cs typeface="Times New Roman"/>
                </a:rPr>
                <a:t> </a:t>
              </a:r>
              <a:r>
                <a:rPr sz="1400" spc="45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r>
                <a:rPr sz="1400" dirty="0">
                  <a:latin typeface="Times New Roman"/>
                  <a:cs typeface="Times New Roman"/>
                </a:rPr>
                <a:t> </a:t>
              </a:r>
              <a:r>
                <a:rPr sz="1400" spc="-60" dirty="0">
                  <a:latin typeface="Times New Roman"/>
                  <a:cs typeface="Times New Roman"/>
                </a:rPr>
                <a:t> </a:t>
              </a:r>
              <a:r>
                <a:rPr sz="2775" baseline="-19519" dirty="0">
                  <a:latin typeface="Symbol"/>
                  <a:cs typeface="Symbol"/>
                </a:rPr>
                <a:t></a:t>
              </a:r>
              <a:r>
                <a:rPr sz="2775" spc="-179" baseline="-19519" dirty="0">
                  <a:latin typeface="Times New Roman"/>
                  <a:cs typeface="Times New Roman"/>
                </a:rPr>
                <a:t> </a:t>
              </a:r>
              <a:r>
                <a:rPr sz="2775" i="1" baseline="-19519" dirty="0">
                  <a:latin typeface="Times New Roman"/>
                  <a:cs typeface="Times New Roman"/>
                </a:rPr>
                <a:t>a</a:t>
              </a:r>
              <a:endParaRPr sz="2775" baseline="-19519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051755" y="3046352"/>
              <a:ext cx="2576830" cy="3530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855470" algn="l"/>
                </a:tabLst>
              </a:pPr>
              <a:r>
                <a:rPr sz="1400" spc="-10" dirty="0">
                  <a:latin typeface="Times New Roman"/>
                  <a:cs typeface="Times New Roman"/>
                </a:rPr>
                <a:t>1 </a:t>
              </a:r>
              <a:r>
                <a:rPr sz="1400" spc="45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r>
                <a:rPr sz="1400" dirty="0">
                  <a:latin typeface="Times New Roman"/>
                  <a:cs typeface="Times New Roman"/>
                </a:rPr>
                <a:t> </a:t>
              </a:r>
              <a:r>
                <a:rPr sz="1400" spc="-60" dirty="0">
                  <a:latin typeface="Times New Roman"/>
                  <a:cs typeface="Times New Roman"/>
                </a:rPr>
                <a:t> </a:t>
              </a:r>
              <a:r>
                <a:rPr sz="2775" baseline="-19519" dirty="0">
                  <a:latin typeface="Symbol"/>
                  <a:cs typeface="Symbol"/>
                </a:rPr>
                <a:t></a:t>
              </a:r>
              <a:r>
                <a:rPr sz="2775" baseline="-19519" dirty="0">
                  <a:latin typeface="Times New Roman"/>
                  <a:cs typeface="Times New Roman"/>
                </a:rPr>
                <a:t> </a:t>
              </a:r>
              <a:r>
                <a:rPr sz="2775" spc="44" baseline="-19519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r>
                <a:rPr sz="1400" dirty="0">
                  <a:latin typeface="Times New Roman"/>
                  <a:cs typeface="Times New Roman"/>
                </a:rPr>
                <a:t> </a:t>
              </a:r>
              <a:r>
                <a:rPr sz="1400" spc="-5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r>
                <a:rPr sz="1400" spc="70" dirty="0">
                  <a:latin typeface="Times New Roman"/>
                  <a:cs typeface="Times New Roman"/>
                </a:rPr>
                <a:t> </a:t>
              </a:r>
              <a:r>
                <a:rPr sz="2775" baseline="-27027" dirty="0">
                  <a:latin typeface="Symbol"/>
                  <a:cs typeface="Symbol"/>
                </a:rPr>
                <a:t></a:t>
              </a:r>
              <a:r>
                <a:rPr sz="2775" spc="-195" baseline="-27027" dirty="0">
                  <a:latin typeface="Times New Roman"/>
                  <a:cs typeface="Times New Roman"/>
                </a:rPr>
                <a:t> </a:t>
              </a:r>
              <a:r>
                <a:rPr sz="2775" i="1" spc="187" baseline="-19519" dirty="0">
                  <a:latin typeface="Times New Roman"/>
                  <a:cs typeface="Times New Roman"/>
                </a:rPr>
                <a:t>z</a:t>
              </a:r>
              <a:r>
                <a:rPr sz="2100" spc="-30" baseline="5952" dirty="0">
                  <a:latin typeface="Symbol"/>
                  <a:cs typeface="Symbol"/>
                </a:rPr>
                <a:t></a:t>
              </a:r>
              <a:r>
                <a:rPr sz="2100" spc="-15" baseline="5952" dirty="0">
                  <a:latin typeface="Times New Roman"/>
                  <a:cs typeface="Times New Roman"/>
                </a:rPr>
                <a:t>2</a:t>
              </a:r>
              <a:r>
                <a:rPr sz="2100" spc="202" baseline="5952" dirty="0">
                  <a:latin typeface="Times New Roman"/>
                  <a:cs typeface="Times New Roman"/>
                </a:rPr>
                <a:t> </a:t>
              </a:r>
              <a:r>
                <a:rPr sz="2775" baseline="-19519" dirty="0">
                  <a:latin typeface="Symbol"/>
                  <a:cs typeface="Symbol"/>
                </a:rPr>
                <a:t></a:t>
              </a:r>
              <a:r>
                <a:rPr sz="2775" spc="-270" baseline="-19519" dirty="0">
                  <a:latin typeface="Times New Roman"/>
                  <a:cs typeface="Times New Roman"/>
                </a:rPr>
                <a:t> </a:t>
              </a:r>
              <a:r>
                <a:rPr sz="2775" baseline="-27027" dirty="0">
                  <a:latin typeface="Symbol"/>
                  <a:cs typeface="Symbol"/>
                </a:rPr>
                <a:t></a:t>
              </a:r>
              <a:r>
                <a:rPr sz="2775" baseline="-27027" dirty="0">
                  <a:latin typeface="Times New Roman"/>
                  <a:cs typeface="Times New Roman"/>
                </a:rPr>
                <a:t>	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r>
                <a:rPr sz="1400" dirty="0">
                  <a:latin typeface="Times New Roman"/>
                  <a:cs typeface="Times New Roman"/>
                </a:rPr>
                <a:t> </a:t>
              </a:r>
              <a:r>
                <a:rPr sz="1400" spc="155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r>
                <a:rPr sz="1400" dirty="0">
                  <a:latin typeface="Times New Roman"/>
                  <a:cs typeface="Times New Roman"/>
                </a:rPr>
                <a:t> </a:t>
              </a:r>
              <a:r>
                <a:rPr sz="1400" spc="-60" dirty="0">
                  <a:latin typeface="Times New Roman"/>
                  <a:cs typeface="Times New Roman"/>
                </a:rPr>
                <a:t> </a:t>
              </a:r>
              <a:r>
                <a:rPr sz="2775" baseline="-19519" dirty="0">
                  <a:latin typeface="Symbol"/>
                  <a:cs typeface="Symbol"/>
                </a:rPr>
                <a:t></a:t>
              </a:r>
              <a:r>
                <a:rPr sz="2775" baseline="-19519" dirty="0">
                  <a:latin typeface="Times New Roman"/>
                  <a:cs typeface="Times New Roman"/>
                </a:rPr>
                <a:t> </a:t>
              </a:r>
              <a:r>
                <a:rPr sz="2775" spc="44" baseline="-19519" dirty="0">
                  <a:latin typeface="Times New Roman"/>
                  <a:cs typeface="Times New Roman"/>
                </a:rPr>
                <a:t> </a:t>
              </a:r>
              <a:r>
                <a:rPr sz="1400" spc="-10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7711803" y="3046352"/>
              <a:ext cx="609600" cy="3530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100" spc="-15" baseline="-5952" dirty="0">
                  <a:latin typeface="Times New Roman"/>
                  <a:cs typeface="Times New Roman"/>
                </a:rPr>
                <a:t>2 </a:t>
              </a:r>
              <a:r>
                <a:rPr sz="2100" spc="-254" baseline="-5952" dirty="0">
                  <a:latin typeface="Times New Roman"/>
                  <a:cs typeface="Times New Roman"/>
                </a:rPr>
                <a:t> </a:t>
              </a:r>
              <a:r>
                <a:rPr sz="2775" baseline="-33033" dirty="0">
                  <a:latin typeface="Symbol"/>
                  <a:cs typeface="Symbol"/>
                </a:rPr>
                <a:t></a:t>
              </a:r>
              <a:r>
                <a:rPr sz="2775" spc="-195" baseline="-33033" dirty="0">
                  <a:latin typeface="Times New Roman"/>
                  <a:cs typeface="Times New Roman"/>
                </a:rPr>
                <a:t> </a:t>
              </a:r>
              <a:r>
                <a:rPr sz="2775" i="1" spc="187" baseline="-25525" dirty="0">
                  <a:latin typeface="Times New Roman"/>
                  <a:cs typeface="Times New Roman"/>
                </a:rPr>
                <a:t>z</a:t>
              </a:r>
              <a:r>
                <a:rPr sz="1400" spc="-20" dirty="0">
                  <a:latin typeface="Symbol"/>
                  <a:cs typeface="Symbol"/>
                </a:rPr>
                <a:t></a:t>
              </a:r>
              <a:r>
                <a:rPr sz="1400" spc="-10" dirty="0">
                  <a:latin typeface="Times New Roman"/>
                  <a:cs typeface="Times New Roman"/>
                </a:rPr>
                <a:t>3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1477459" y="3070226"/>
              <a:ext cx="1279525" cy="3289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57530" algn="l"/>
                </a:tabLst>
              </a:pPr>
              <a:r>
                <a:rPr sz="1850" spc="140" dirty="0">
                  <a:latin typeface="Times New Roman"/>
                  <a:cs typeface="Times New Roman"/>
                </a:rPr>
                <a:t>1</a:t>
              </a:r>
              <a:r>
                <a:rPr sz="1850" dirty="0">
                  <a:latin typeface="Symbol"/>
                  <a:cs typeface="Symbol"/>
                </a:rPr>
                <a:t></a:t>
              </a:r>
              <a:r>
                <a:rPr sz="1850" spc="-180" dirty="0">
                  <a:latin typeface="Times New Roman"/>
                  <a:cs typeface="Times New Roman"/>
                </a:rPr>
                <a:t> </a:t>
              </a:r>
              <a:r>
                <a:rPr sz="2775" baseline="-7507" dirty="0">
                  <a:latin typeface="Symbol"/>
                  <a:cs typeface="Symbol"/>
                </a:rPr>
                <a:t></a:t>
              </a:r>
              <a:r>
                <a:rPr sz="2775" baseline="-7507" dirty="0">
                  <a:latin typeface="Times New Roman"/>
                  <a:cs typeface="Times New Roman"/>
                </a:rPr>
                <a:t>	</a:t>
              </a:r>
              <a:r>
                <a:rPr sz="2100" spc="-15" baseline="25793" dirty="0">
                  <a:latin typeface="Times New Roman"/>
                  <a:cs typeface="Times New Roman"/>
                </a:rPr>
                <a:t>2</a:t>
              </a:r>
              <a:r>
                <a:rPr sz="2100" baseline="25793" dirty="0">
                  <a:latin typeface="Times New Roman"/>
                  <a:cs typeface="Times New Roman"/>
                </a:rPr>
                <a:t> </a:t>
              </a:r>
              <a:r>
                <a:rPr sz="2100" spc="-89" baseline="25793" dirty="0">
                  <a:latin typeface="Times New Roman"/>
                  <a:cs typeface="Times New Roman"/>
                </a:rPr>
                <a:t> </a:t>
              </a:r>
              <a:r>
                <a:rPr sz="1850" dirty="0">
                  <a:latin typeface="Symbol"/>
                  <a:cs typeface="Symbol"/>
                </a:rPr>
                <a:t></a:t>
              </a:r>
              <a:r>
                <a:rPr sz="1850" spc="-120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a </a:t>
              </a:r>
              <a:r>
                <a:rPr sz="1850" i="1" spc="-15" dirty="0">
                  <a:latin typeface="Times New Roman"/>
                  <a:cs typeface="Times New Roman"/>
                </a:rPr>
                <a:t> </a:t>
              </a:r>
              <a:r>
                <a:rPr sz="1850" dirty="0">
                  <a:latin typeface="Symbol"/>
                  <a:cs typeface="Symbol"/>
                </a:rPr>
                <a:t>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2464499" y="3217507"/>
              <a:ext cx="114300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669088" y="3217507"/>
              <a:ext cx="114300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1780788" y="3371087"/>
              <a:ext cx="35369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51460" algn="l"/>
                </a:tabLst>
              </a:pPr>
              <a:r>
                <a:rPr sz="1850" dirty="0">
                  <a:latin typeface="Symbol"/>
                  <a:cs typeface="Symbol"/>
                </a:rPr>
                <a:t></a:t>
              </a:r>
              <a:r>
                <a:rPr sz="1850" dirty="0">
                  <a:latin typeface="Times New Roman"/>
                  <a:cs typeface="Times New Roman"/>
                </a:rPr>
                <a:t>	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2935998" y="3371087"/>
              <a:ext cx="32131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1  </a:t>
              </a:r>
              <a:r>
                <a:rPr sz="1400" spc="-140" dirty="0">
                  <a:latin typeface="Times New Roman"/>
                  <a:cs typeface="Times New Roman"/>
                </a:rPr>
                <a:t> </a:t>
              </a:r>
              <a:r>
                <a:rPr sz="1850" dirty="0">
                  <a:latin typeface="Symbol"/>
                  <a:cs typeface="Symbol"/>
                </a:rPr>
                <a:t>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3782958" y="3371087"/>
              <a:ext cx="445134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42900" algn="l"/>
                </a:tabLst>
              </a:pPr>
              <a:r>
                <a:rPr sz="1850" dirty="0">
                  <a:latin typeface="Symbol"/>
                  <a:cs typeface="Symbol"/>
                </a:rPr>
                <a:t></a:t>
              </a:r>
              <a:r>
                <a:rPr sz="1850" dirty="0">
                  <a:latin typeface="Times New Roman"/>
                  <a:cs typeface="Times New Roman"/>
                </a:rPr>
                <a:t>	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5170877" y="3421853"/>
              <a:ext cx="114300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5757122" y="3371087"/>
              <a:ext cx="33782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33679" algn="l"/>
                </a:tabLst>
              </a:pPr>
              <a:r>
                <a:rPr sz="1400" spc="-10" dirty="0">
                  <a:latin typeface="Times New Roman"/>
                  <a:cs typeface="Times New Roman"/>
                </a:rPr>
                <a:t>1	</a:t>
              </a:r>
              <a:r>
                <a:rPr sz="1850" spc="-10" dirty="0">
                  <a:latin typeface="Symbol"/>
                  <a:cs typeface="Symbol"/>
                </a:rPr>
                <a:t>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634060" y="3371087"/>
              <a:ext cx="46164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359410" algn="l"/>
                </a:tabLst>
              </a:pPr>
              <a:r>
                <a:rPr sz="1850" dirty="0">
                  <a:latin typeface="Symbol"/>
                  <a:cs typeface="Symbol"/>
                </a:rPr>
                <a:t></a:t>
              </a:r>
              <a:r>
                <a:rPr sz="1850" dirty="0">
                  <a:latin typeface="Times New Roman"/>
                  <a:cs typeface="Times New Roman"/>
                </a:rPr>
                <a:t>	</a:t>
              </a:r>
              <a:r>
                <a:rPr sz="1400" spc="-10" dirty="0"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7630404" y="3371087"/>
              <a:ext cx="35433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50190" algn="l"/>
                </a:tabLst>
              </a:pPr>
              <a:r>
                <a:rPr sz="1400" spc="-10" dirty="0">
                  <a:latin typeface="Times New Roman"/>
                  <a:cs typeface="Times New Roman"/>
                </a:rPr>
                <a:t>1	</a:t>
              </a:r>
              <a:r>
                <a:rPr sz="1850" spc="-10" dirty="0">
                  <a:latin typeface="Symbol"/>
                  <a:cs typeface="Symbol"/>
                </a:rPr>
                <a:t>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4045436" y="2119810"/>
              <a:ext cx="44767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75" baseline="9009" dirty="0">
                  <a:latin typeface="Symbol"/>
                  <a:cs typeface="Symbol"/>
                </a:rPr>
                <a:t></a:t>
              </a:r>
              <a:r>
                <a:rPr sz="2775" spc="-165" baseline="9009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b</a:t>
              </a:r>
              <a:r>
                <a:rPr sz="1850" i="1" spc="-105" dirty="0">
                  <a:latin typeface="Times New Roman"/>
                  <a:cs typeface="Times New Roman"/>
                </a:rPr>
                <a:t> </a:t>
              </a:r>
              <a:r>
                <a:rPr sz="1850" i="1" spc="-595" dirty="0">
                  <a:latin typeface="Times New Roman"/>
                  <a:cs typeface="Times New Roman"/>
                </a:rPr>
                <a:t>b</a:t>
              </a:r>
              <a:r>
                <a:rPr sz="2775" baseline="16516" dirty="0">
                  <a:latin typeface="Times New Roman"/>
                  <a:cs typeface="Times New Roman"/>
                </a:rPr>
                <a:t>ˆ</a:t>
              </a: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687243" y="2119810"/>
              <a:ext cx="48069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75" baseline="9009" dirty="0">
                  <a:latin typeface="Symbol"/>
                  <a:cs typeface="Symbol"/>
                </a:rPr>
                <a:t></a:t>
              </a:r>
              <a:r>
                <a:rPr sz="2775" spc="-165" baseline="9009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b</a:t>
              </a:r>
              <a:r>
                <a:rPr sz="1850" i="1" spc="155" dirty="0">
                  <a:latin typeface="Times New Roman"/>
                  <a:cs typeface="Times New Roman"/>
                </a:rPr>
                <a:t> </a:t>
              </a:r>
              <a:r>
                <a:rPr sz="1850" i="1" spc="-595" dirty="0">
                  <a:latin typeface="Times New Roman"/>
                  <a:cs typeface="Times New Roman"/>
                </a:rPr>
                <a:t>b</a:t>
              </a:r>
              <a:r>
                <a:rPr sz="2775" baseline="16516" dirty="0">
                  <a:latin typeface="Times New Roman"/>
                  <a:cs typeface="Times New Roman"/>
                </a:rPr>
                <a:t>ˆ</a:t>
              </a:r>
              <a:endParaRPr sz="2775" baseline="16516">
                <a:latin typeface="Times New Roman"/>
                <a:cs typeface="Times New Roman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4323086" y="2471425"/>
              <a:ext cx="10477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981648" y="2471425"/>
              <a:ext cx="10477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56705" y="2582909"/>
              <a:ext cx="797560" cy="4089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u="sng" dirty="0">
                  <a:latin typeface="Times New Roman"/>
                  <a:cs typeface="Times New Roman"/>
                </a:rPr>
                <a:t> </a:t>
              </a:r>
              <a:r>
                <a:rPr sz="1850" u="sng" spc="-140" dirty="0">
                  <a:latin typeface="Times New Roman"/>
                  <a:cs typeface="Times New Roman"/>
                </a:rPr>
                <a:t> </a:t>
              </a:r>
              <a:r>
                <a:rPr sz="1850" i="1" u="sng" spc="75" dirty="0">
                  <a:latin typeface="Times New Roman"/>
                  <a:cs typeface="Times New Roman"/>
                </a:rPr>
                <a:t>y</a:t>
              </a:r>
              <a:r>
                <a:rPr sz="1850" u="sng" spc="50" dirty="0">
                  <a:latin typeface="Times New Roman"/>
                  <a:cs typeface="Times New Roman"/>
                </a:rPr>
                <a:t>(</a:t>
              </a:r>
              <a:r>
                <a:rPr sz="1850" i="1" u="sng" dirty="0">
                  <a:latin typeface="Times New Roman"/>
                  <a:cs typeface="Times New Roman"/>
                </a:rPr>
                <a:t>k</a:t>
              </a:r>
              <a:r>
                <a:rPr sz="1850" i="1" spc="-300" dirty="0">
                  <a:latin typeface="Times New Roman"/>
                  <a:cs typeface="Times New Roman"/>
                </a:rPr>
                <a:t> </a:t>
              </a:r>
              <a:r>
                <a:rPr sz="1850" u="sng" dirty="0">
                  <a:latin typeface="Times New Roman"/>
                  <a:cs typeface="Times New Roman"/>
                </a:rPr>
                <a:t>) </a:t>
              </a:r>
              <a:r>
                <a:rPr sz="1850" u="sng" spc="90" dirty="0">
                  <a:latin typeface="Times New Roman"/>
                  <a:cs typeface="Times New Roman"/>
                </a:rPr>
                <a:t> </a:t>
              </a:r>
              <a:r>
                <a:rPr sz="2775" baseline="-36036" dirty="0">
                  <a:latin typeface="Symbol"/>
                  <a:cs typeface="Symbol"/>
                </a:rPr>
                <a:t></a:t>
              </a:r>
              <a:endParaRPr sz="2775" baseline="-36036">
                <a:latin typeface="Symbol"/>
                <a:cs typeface="Symbo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1780788" y="2890097"/>
              <a:ext cx="28384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75" baseline="-7507" dirty="0">
                  <a:latin typeface="Symbol"/>
                  <a:cs typeface="Symbol"/>
                </a:rPr>
                <a:t></a:t>
              </a:r>
              <a:r>
                <a:rPr sz="2775" spc="-165" baseline="-7507" dirty="0">
                  <a:latin typeface="Times New Roman"/>
                  <a:cs typeface="Times New Roman"/>
                </a:rPr>
                <a:t> </a:t>
              </a: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3782958" y="2890097"/>
              <a:ext cx="466090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75" baseline="9009" dirty="0">
                  <a:latin typeface="Symbol"/>
                  <a:cs typeface="Symbol"/>
                </a:rPr>
                <a:t></a:t>
              </a:r>
              <a:r>
                <a:rPr sz="2775" spc="-75" baseline="9009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a</a:t>
              </a:r>
              <a:r>
                <a:rPr sz="1850" i="1" spc="-20" dirty="0">
                  <a:latin typeface="Times New Roman"/>
                  <a:cs typeface="Times New Roman"/>
                </a:rPr>
                <a:t> </a:t>
              </a:r>
              <a:r>
                <a:rPr sz="1850" i="1" spc="-595" dirty="0">
                  <a:latin typeface="Times New Roman"/>
                  <a:cs typeface="Times New Roman"/>
                </a:rPr>
                <a:t>b</a:t>
              </a:r>
              <a:r>
                <a:rPr sz="2775" baseline="16516" dirty="0">
                  <a:latin typeface="Times New Roman"/>
                  <a:cs typeface="Times New Roman"/>
                </a:rPr>
                <a:t>ˆ</a:t>
              </a:r>
              <a:endParaRPr sz="2775" baseline="16516">
                <a:latin typeface="Times New Roman"/>
                <a:cs typeface="Times New Roman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6634060" y="2890097"/>
              <a:ext cx="111569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27405" algn="l"/>
                </a:tabLst>
              </a:pPr>
              <a:r>
                <a:rPr sz="2775" baseline="9009" dirty="0">
                  <a:latin typeface="Symbol"/>
                  <a:cs typeface="Symbol"/>
                </a:rPr>
                <a:t></a:t>
              </a:r>
              <a:r>
                <a:rPr sz="2775" spc="-75" baseline="9009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a </a:t>
              </a:r>
              <a:r>
                <a:rPr sz="1850" i="1" spc="-220" dirty="0">
                  <a:latin typeface="Times New Roman"/>
                  <a:cs typeface="Times New Roman"/>
                </a:rPr>
                <a:t> </a:t>
              </a:r>
              <a:r>
                <a:rPr sz="1850" i="1" spc="-595" dirty="0">
                  <a:latin typeface="Times New Roman"/>
                  <a:cs typeface="Times New Roman"/>
                </a:rPr>
                <a:t>b</a:t>
              </a:r>
              <a:r>
                <a:rPr sz="2775" baseline="16516" dirty="0">
                  <a:latin typeface="Times New Roman"/>
                  <a:cs typeface="Times New Roman"/>
                </a:rPr>
                <a:t>ˆ	</a:t>
              </a:r>
              <a:r>
                <a:rPr sz="1850" i="1" dirty="0">
                  <a:latin typeface="Times New Roman"/>
                  <a:cs typeface="Times New Roman"/>
                </a:rPr>
                <a:t>l </a:t>
              </a:r>
              <a:r>
                <a:rPr sz="1850" i="1" spc="-210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b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95085" y="2918368"/>
              <a:ext cx="55499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51460" algn="l"/>
                </a:tabLst>
              </a:pPr>
              <a:r>
                <a:rPr sz="1850" i="1" dirty="0">
                  <a:latin typeface="Times New Roman"/>
                  <a:cs typeface="Times New Roman"/>
                </a:rPr>
                <a:t>y	</a:t>
              </a:r>
              <a:r>
                <a:rPr sz="1850" spc="50" dirty="0">
                  <a:latin typeface="Times New Roman"/>
                  <a:cs typeface="Times New Roman"/>
                </a:rPr>
                <a:t>(</a:t>
              </a:r>
              <a:r>
                <a:rPr sz="1850" i="1" dirty="0">
                  <a:latin typeface="Times New Roman"/>
                  <a:cs typeface="Times New Roman"/>
                </a:rPr>
                <a:t>k</a:t>
              </a:r>
              <a:r>
                <a:rPr sz="1850" i="1" spc="-300" dirty="0">
                  <a:latin typeface="Times New Roman"/>
                  <a:cs typeface="Times New Roman"/>
                </a:rPr>
                <a:t> </a:t>
              </a:r>
              <a:r>
                <a:rPr sz="1850" dirty="0">
                  <a:latin typeface="Times New Roman"/>
                  <a:cs typeface="Times New Roman"/>
                </a:rPr>
                <a:t>)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1780788" y="3221783"/>
              <a:ext cx="300355" cy="3536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</a:t>
              </a:r>
              <a:r>
                <a:rPr sz="1850" spc="20" dirty="0">
                  <a:latin typeface="Times New Roman"/>
                  <a:cs typeface="Times New Roman"/>
                </a:rPr>
                <a:t> </a:t>
              </a:r>
              <a:r>
                <a:rPr sz="2775" i="1" spc="-892" baseline="-21021" dirty="0">
                  <a:latin typeface="Times New Roman"/>
                  <a:cs typeface="Times New Roman"/>
                </a:rPr>
                <a:t>b</a:t>
              </a:r>
              <a:r>
                <a:rPr sz="2775" baseline="-4504" dirty="0">
                  <a:latin typeface="Times New Roman"/>
                  <a:cs typeface="Times New Roman"/>
                </a:rPr>
                <a:t>ˆ</a:t>
              </a:r>
              <a:endParaRPr sz="2775" baseline="-4504">
                <a:latin typeface="Times New Roman"/>
                <a:cs typeface="Times New Roman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2849594" y="3241724"/>
              <a:ext cx="14795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4026862" y="3241724"/>
              <a:ext cx="14795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5084460" y="3241724"/>
              <a:ext cx="734060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98805" algn="l"/>
                </a:tabLst>
              </a:pP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	</a:t>
              </a: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6894831" y="3241724"/>
              <a:ext cx="796925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61670" algn="l"/>
                </a:tabLst>
              </a:pP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	</a:t>
              </a:r>
              <a:r>
                <a:rPr sz="2775" i="1" spc="-892" baseline="-16516" dirty="0">
                  <a:latin typeface="Times New Roman"/>
                  <a:cs typeface="Times New Roman"/>
                </a:rPr>
                <a:t>b</a:t>
              </a:r>
              <a:r>
                <a:rPr sz="1850" dirty="0">
                  <a:latin typeface="Times New Roman"/>
                  <a:cs typeface="Times New Roman"/>
                </a:rPr>
                <a:t>ˆ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01052" y="3028232"/>
              <a:ext cx="114300" cy="203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i="1" spc="-10" dirty="0">
                  <a:latin typeface="Times New Roman"/>
                  <a:cs typeface="Times New Roman"/>
                </a:rPr>
                <a:t>d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2972531" y="2337796"/>
              <a:ext cx="13081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i="1" dirty="0">
                  <a:latin typeface="Times New Roman"/>
                  <a:cs typeface="Times New Roman"/>
                </a:rPr>
                <a:t>k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3237715" y="2337796"/>
              <a:ext cx="416559" cy="2717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</a:t>
              </a:r>
              <a:r>
                <a:rPr sz="1850" spc="-265" dirty="0">
                  <a:latin typeface="Times New Roman"/>
                  <a:cs typeface="Times New Roman"/>
                </a:rPr>
                <a:t> </a:t>
              </a:r>
              <a:r>
                <a:rPr sz="2775" i="1" baseline="3003" dirty="0">
                  <a:latin typeface="Times New Roman"/>
                  <a:cs typeface="Times New Roman"/>
                </a:rPr>
                <a:t>b</a:t>
              </a:r>
              <a:r>
                <a:rPr sz="2775" i="1" spc="60" baseline="3003" dirty="0">
                  <a:latin typeface="Times New Roman"/>
                  <a:cs typeface="Times New Roman"/>
                </a:rPr>
                <a:t> </a:t>
              </a:r>
              <a:r>
                <a:rPr sz="2775" i="1" baseline="3003" dirty="0">
                  <a:latin typeface="Times New Roman"/>
                  <a:cs typeface="Times New Roman"/>
                </a:rPr>
                <a:t>z</a:t>
              </a:r>
              <a:endParaRPr sz="2775" baseline="3003">
                <a:latin typeface="Times New Roman"/>
                <a:cs typeface="Times New Roman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4621758" y="2333814"/>
              <a:ext cx="1054735" cy="2673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79070" indent="-166370">
                <a:lnSpc>
                  <a:spcPct val="100000"/>
                </a:lnSpc>
                <a:buFont typeface="Symbol"/>
                <a:buChar char=""/>
                <a:tabLst>
                  <a:tab pos="179705" algn="l"/>
                  <a:tab pos="555625" algn="l"/>
                  <a:tab pos="911225" algn="l"/>
                </a:tabLst>
              </a:pPr>
              <a:r>
                <a:rPr sz="1850" i="1" dirty="0">
                  <a:latin typeface="Times New Roman"/>
                  <a:cs typeface="Times New Roman"/>
                </a:rPr>
                <a:t>b	z	</a:t>
              </a:r>
              <a:r>
                <a:rPr sz="1850" dirty="0">
                  <a:latin typeface="Symbol"/>
                  <a:cs typeface="Symbol"/>
                </a:rPr>
                <a:t>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6416819" y="2337796"/>
              <a:ext cx="11811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i="1" dirty="0">
                  <a:latin typeface="Times New Roman"/>
                  <a:cs typeface="Times New Roman"/>
                </a:rPr>
                <a:t>z</a:t>
              </a:r>
              <a:endParaRPr sz="1850">
                <a:latin typeface="Times New Roman"/>
                <a:cs typeface="Times New Roman"/>
              </a:endParaRPr>
            </a:p>
          </p:txBody>
        </p:sp>
        <p:sp>
          <p:nvSpPr>
            <p:cNvPr id="54" name="object 54"/>
            <p:cNvSpPr txBox="1"/>
            <p:nvPr/>
          </p:nvSpPr>
          <p:spPr>
            <a:xfrm>
              <a:off x="2787969" y="2917948"/>
              <a:ext cx="469265" cy="3060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i="1" spc="450" dirty="0">
                  <a:latin typeface="Times New Roman"/>
                  <a:cs typeface="Times New Roman"/>
                </a:rPr>
                <a:t>l</a:t>
              </a:r>
              <a:r>
                <a:rPr sz="1850" i="1" dirty="0">
                  <a:latin typeface="Times New Roman"/>
                  <a:cs typeface="Times New Roman"/>
                </a:rPr>
                <a:t>b </a:t>
              </a:r>
              <a:r>
                <a:rPr sz="1850" i="1" spc="-55" dirty="0">
                  <a:latin typeface="Times New Roman"/>
                  <a:cs typeface="Times New Roman"/>
                </a:rPr>
                <a:t> </a:t>
              </a:r>
              <a:r>
                <a:rPr sz="2775" baseline="9009" dirty="0">
                  <a:latin typeface="Symbol"/>
                  <a:cs typeface="Symbol"/>
                </a:rPr>
                <a:t></a:t>
              </a:r>
              <a:endParaRPr sz="2775" baseline="9009">
                <a:latin typeface="Symbol"/>
                <a:cs typeface="Symbol"/>
              </a:endParaRPr>
            </a:p>
          </p:txBody>
        </p:sp>
        <p:sp>
          <p:nvSpPr>
            <p:cNvPr id="55" name="object 55"/>
            <p:cNvSpPr txBox="1"/>
            <p:nvPr/>
          </p:nvSpPr>
          <p:spPr>
            <a:xfrm>
              <a:off x="5006225" y="2917948"/>
              <a:ext cx="1088390" cy="3060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598805" algn="l"/>
                </a:tabLst>
              </a:pPr>
              <a:r>
                <a:rPr sz="1850" i="1" spc="450" dirty="0">
                  <a:latin typeface="Times New Roman"/>
                  <a:cs typeface="Times New Roman"/>
                </a:rPr>
                <a:t>l</a:t>
              </a:r>
              <a:r>
                <a:rPr sz="1850" i="1" dirty="0">
                  <a:latin typeface="Times New Roman"/>
                  <a:cs typeface="Times New Roman"/>
                </a:rPr>
                <a:t>b	l </a:t>
              </a:r>
              <a:r>
                <a:rPr sz="1850" i="1" spc="-210" dirty="0">
                  <a:latin typeface="Times New Roman"/>
                  <a:cs typeface="Times New Roman"/>
                </a:rPr>
                <a:t> </a:t>
              </a:r>
              <a:r>
                <a:rPr sz="1850" i="1" dirty="0">
                  <a:latin typeface="Times New Roman"/>
                  <a:cs typeface="Times New Roman"/>
                </a:rPr>
                <a:t>b </a:t>
              </a:r>
              <a:r>
                <a:rPr sz="1850" i="1" spc="-55" dirty="0">
                  <a:latin typeface="Times New Roman"/>
                  <a:cs typeface="Times New Roman"/>
                </a:rPr>
                <a:t> </a:t>
              </a:r>
              <a:r>
                <a:rPr sz="2775" baseline="9009" dirty="0">
                  <a:latin typeface="Symbol"/>
                  <a:cs typeface="Symbol"/>
                </a:rPr>
                <a:t></a:t>
              </a:r>
              <a:endParaRPr sz="2775" baseline="9009">
                <a:latin typeface="Symbol"/>
                <a:cs typeface="Symbol"/>
              </a:endParaRPr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3237715" y="2128395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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6753469" y="2128395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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5031402" y="2148136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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59" name="object 59"/>
            <p:cNvSpPr txBox="1"/>
            <p:nvPr/>
          </p:nvSpPr>
          <p:spPr>
            <a:xfrm>
              <a:off x="6283328" y="2148136"/>
              <a:ext cx="116839" cy="481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964"/>
                </a:lnSpc>
              </a:pPr>
              <a:r>
                <a:rPr sz="1850" dirty="0">
                  <a:latin typeface="Symbol"/>
                  <a:cs typeface="Symbol"/>
                </a:rPr>
                <a:t></a:t>
              </a:r>
              <a:endParaRPr sz="1850">
                <a:latin typeface="Symbol"/>
                <a:cs typeface="Symbol"/>
              </a:endParaRPr>
            </a:p>
            <a:p>
              <a:pPr marL="12700">
                <a:lnSpc>
                  <a:spcPts val="1964"/>
                </a:lnSpc>
              </a:pPr>
              <a:r>
                <a:rPr sz="1850" spc="-72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3878867" y="2333814"/>
              <a:ext cx="15557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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1" name="object 61"/>
            <p:cNvSpPr txBox="1"/>
            <p:nvPr/>
          </p:nvSpPr>
          <p:spPr>
            <a:xfrm>
              <a:off x="6753469" y="2346172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2" name="object 62"/>
            <p:cNvSpPr txBox="1"/>
            <p:nvPr/>
          </p:nvSpPr>
          <p:spPr>
            <a:xfrm>
              <a:off x="4045436" y="2365901"/>
              <a:ext cx="2540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50" spc="-720" dirty="0">
                  <a:latin typeface="Symbol"/>
                  <a:cs typeface="Symbol"/>
                </a:rPr>
                <a:t>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3" name="object 63"/>
            <p:cNvSpPr txBox="1"/>
            <p:nvPr/>
          </p:nvSpPr>
          <p:spPr>
            <a:xfrm>
              <a:off x="5031402" y="2365901"/>
              <a:ext cx="2540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50" spc="-72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4" name="object 64"/>
            <p:cNvSpPr txBox="1"/>
            <p:nvPr/>
          </p:nvSpPr>
          <p:spPr>
            <a:xfrm>
              <a:off x="5687243" y="2365901"/>
              <a:ext cx="2540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50" spc="-720" dirty="0">
                  <a:latin typeface="Symbol"/>
                  <a:cs typeface="Symbol"/>
                </a:rPr>
                <a:t>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5" name="object 65"/>
            <p:cNvSpPr txBox="1"/>
            <p:nvPr/>
          </p:nvSpPr>
          <p:spPr>
            <a:xfrm>
              <a:off x="4045436" y="2451972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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5031402" y="2451972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7" name="object 67"/>
            <p:cNvSpPr txBox="1"/>
            <p:nvPr/>
          </p:nvSpPr>
          <p:spPr>
            <a:xfrm>
              <a:off x="5687243" y="2451972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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8" name="object 68"/>
            <p:cNvSpPr txBox="1"/>
            <p:nvPr/>
          </p:nvSpPr>
          <p:spPr>
            <a:xfrm>
              <a:off x="6283328" y="2451972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69" name="object 69"/>
            <p:cNvSpPr txBox="1"/>
            <p:nvPr/>
          </p:nvSpPr>
          <p:spPr>
            <a:xfrm>
              <a:off x="6753469" y="2471700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0" name="object 70"/>
            <p:cNvSpPr txBox="1"/>
            <p:nvPr/>
          </p:nvSpPr>
          <p:spPr>
            <a:xfrm>
              <a:off x="4045436" y="2601038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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1" name="object 71"/>
            <p:cNvSpPr txBox="1"/>
            <p:nvPr/>
          </p:nvSpPr>
          <p:spPr>
            <a:xfrm>
              <a:off x="5031402" y="2601038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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2" name="object 72"/>
            <p:cNvSpPr txBox="1"/>
            <p:nvPr/>
          </p:nvSpPr>
          <p:spPr>
            <a:xfrm>
              <a:off x="5687243" y="2601038"/>
              <a:ext cx="712470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608330" algn="l"/>
                </a:tabLst>
              </a:pPr>
              <a:r>
                <a:rPr sz="1850" dirty="0">
                  <a:latin typeface="Symbol"/>
                  <a:cs typeface="Symbol"/>
                </a:rPr>
                <a:t></a:t>
              </a:r>
              <a:r>
                <a:rPr sz="1850" dirty="0">
                  <a:latin typeface="Times New Roman"/>
                  <a:cs typeface="Times New Roman"/>
                </a:rPr>
                <a:t>	</a:t>
              </a:r>
              <a:r>
                <a:rPr sz="1850" dirty="0">
                  <a:latin typeface="Symbol"/>
                  <a:cs typeface="Symbol"/>
                </a:rPr>
                <a:t>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3" name="object 73"/>
            <p:cNvSpPr txBox="1"/>
            <p:nvPr/>
          </p:nvSpPr>
          <p:spPr>
            <a:xfrm>
              <a:off x="3237715" y="2620767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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4" name="object 74"/>
            <p:cNvSpPr txBox="1"/>
            <p:nvPr/>
          </p:nvSpPr>
          <p:spPr>
            <a:xfrm>
              <a:off x="6753469" y="2620767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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5" name="object 75"/>
            <p:cNvSpPr txBox="1"/>
            <p:nvPr/>
          </p:nvSpPr>
          <p:spPr>
            <a:xfrm>
              <a:off x="7868081" y="2917948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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6" name="object 76"/>
            <p:cNvSpPr txBox="1"/>
            <p:nvPr/>
          </p:nvSpPr>
          <p:spPr>
            <a:xfrm>
              <a:off x="4819657" y="3103626"/>
              <a:ext cx="155575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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7" name="object 77"/>
            <p:cNvSpPr txBox="1"/>
            <p:nvPr/>
          </p:nvSpPr>
          <p:spPr>
            <a:xfrm>
              <a:off x="3140670" y="3221783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8" name="object 78"/>
            <p:cNvSpPr txBox="1"/>
            <p:nvPr/>
          </p:nvSpPr>
          <p:spPr>
            <a:xfrm>
              <a:off x="3782958" y="3221783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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79" name="object 79"/>
            <p:cNvSpPr txBox="1"/>
            <p:nvPr/>
          </p:nvSpPr>
          <p:spPr>
            <a:xfrm>
              <a:off x="5978219" y="3221783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80" name="object 80"/>
            <p:cNvSpPr txBox="1"/>
            <p:nvPr/>
          </p:nvSpPr>
          <p:spPr>
            <a:xfrm>
              <a:off x="6634060" y="3221783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</a:t>
              </a:r>
              <a:endParaRPr sz="1850">
                <a:latin typeface="Symbol"/>
                <a:cs typeface="Symbol"/>
              </a:endParaRPr>
            </a:p>
          </p:txBody>
        </p:sp>
        <p:sp>
          <p:nvSpPr>
            <p:cNvPr id="81" name="object 81"/>
            <p:cNvSpPr txBox="1"/>
            <p:nvPr/>
          </p:nvSpPr>
          <p:spPr>
            <a:xfrm>
              <a:off x="7868081" y="3221783"/>
              <a:ext cx="116839" cy="2635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50" dirty="0">
                  <a:latin typeface="Symbol"/>
                  <a:cs typeface="Symbol"/>
                </a:rPr>
                <a:t></a:t>
              </a:r>
              <a:endParaRPr sz="1850">
                <a:latin typeface="Symbol"/>
                <a:cs typeface="Symbo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51155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3341" y="2246143"/>
            <a:ext cx="14674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6765" y="2091305"/>
            <a:ext cx="4750435" cy="132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b="1" i="1" spc="175" dirty="0">
                <a:latin typeface="Times New Roman"/>
                <a:cs typeface="Times New Roman"/>
              </a:rPr>
              <a:t>x</a:t>
            </a:r>
            <a:r>
              <a:rPr sz="3400" spc="100" dirty="0">
                <a:latin typeface="Times New Roman"/>
                <a:cs typeface="Times New Roman"/>
              </a:rPr>
              <a:t>(</a:t>
            </a:r>
            <a:r>
              <a:rPr sz="3400" i="1" spc="15" dirty="0">
                <a:latin typeface="Times New Roman"/>
                <a:cs typeface="Times New Roman"/>
              </a:rPr>
              <a:t>k</a:t>
            </a:r>
            <a:r>
              <a:rPr sz="3400" i="1" spc="-550" dirty="0">
                <a:latin typeface="Times New Roman"/>
                <a:cs typeface="Times New Roman"/>
              </a:rPr>
              <a:t> </a:t>
            </a:r>
            <a:r>
              <a:rPr sz="3400" spc="10" dirty="0">
                <a:latin typeface="Times New Roman"/>
                <a:cs typeface="Times New Roman"/>
              </a:rPr>
              <a:t>)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15" dirty="0">
                <a:latin typeface="Symbol"/>
                <a:cs typeface="Symbol"/>
              </a:rPr>
              <a:t>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b="1" i="1" spc="30" dirty="0">
                <a:latin typeface="Times New Roman"/>
                <a:cs typeface="Times New Roman"/>
              </a:rPr>
              <a:t>F</a:t>
            </a:r>
            <a:r>
              <a:rPr sz="3400" b="1" i="1" spc="175" dirty="0">
                <a:latin typeface="Times New Roman"/>
                <a:cs typeface="Times New Roman"/>
              </a:rPr>
              <a:t>x</a:t>
            </a:r>
            <a:r>
              <a:rPr sz="3400" spc="100" dirty="0">
                <a:latin typeface="Times New Roman"/>
                <a:cs typeface="Times New Roman"/>
              </a:rPr>
              <a:t>(</a:t>
            </a:r>
            <a:r>
              <a:rPr sz="3400" i="1" spc="15" dirty="0">
                <a:latin typeface="Times New Roman"/>
                <a:cs typeface="Times New Roman"/>
              </a:rPr>
              <a:t>k</a:t>
            </a:r>
            <a:r>
              <a:rPr sz="3400" i="1" spc="-10" dirty="0">
                <a:latin typeface="Times New Roman"/>
                <a:cs typeface="Times New Roman"/>
              </a:rPr>
              <a:t> </a:t>
            </a:r>
            <a:r>
              <a:rPr sz="3400" spc="220" dirty="0">
                <a:latin typeface="Symbol"/>
                <a:cs typeface="Symbol"/>
              </a:rPr>
              <a:t></a:t>
            </a:r>
            <a:r>
              <a:rPr sz="3400" spc="-254" dirty="0">
                <a:latin typeface="Times New Roman"/>
                <a:cs typeface="Times New Roman"/>
              </a:rPr>
              <a:t>1</a:t>
            </a:r>
            <a:r>
              <a:rPr sz="3400" spc="10" dirty="0">
                <a:latin typeface="Times New Roman"/>
                <a:cs typeface="Times New Roman"/>
              </a:rPr>
              <a:t>)</a:t>
            </a:r>
            <a:r>
              <a:rPr sz="3400" spc="-275" dirty="0">
                <a:latin typeface="Times New Roman"/>
                <a:cs typeface="Times New Roman"/>
              </a:rPr>
              <a:t> </a:t>
            </a:r>
            <a:r>
              <a:rPr sz="3400" spc="15" dirty="0">
                <a:latin typeface="Symbol"/>
                <a:cs typeface="Symbol"/>
              </a:rPr>
              <a:t>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b="1" i="1" spc="10" dirty="0">
                <a:latin typeface="Times New Roman"/>
                <a:cs typeface="Times New Roman"/>
              </a:rPr>
              <a:t>g</a:t>
            </a:r>
            <a:r>
              <a:rPr sz="3400" i="1" spc="175" dirty="0">
                <a:latin typeface="Times New Roman"/>
                <a:cs typeface="Times New Roman"/>
              </a:rPr>
              <a:t>u</a:t>
            </a:r>
            <a:r>
              <a:rPr sz="3400" spc="100" dirty="0">
                <a:latin typeface="Times New Roman"/>
                <a:cs typeface="Times New Roman"/>
              </a:rPr>
              <a:t>(</a:t>
            </a:r>
            <a:r>
              <a:rPr sz="3400" i="1" spc="15" dirty="0">
                <a:latin typeface="Times New Roman"/>
                <a:cs typeface="Times New Roman"/>
              </a:rPr>
              <a:t>k</a:t>
            </a:r>
            <a:r>
              <a:rPr sz="3400" i="1" spc="-10" dirty="0">
                <a:latin typeface="Times New Roman"/>
                <a:cs typeface="Times New Roman"/>
              </a:rPr>
              <a:t> </a:t>
            </a:r>
            <a:r>
              <a:rPr sz="3400" spc="220" dirty="0">
                <a:latin typeface="Symbol"/>
                <a:cs typeface="Symbol"/>
              </a:rPr>
              <a:t></a:t>
            </a:r>
            <a:r>
              <a:rPr sz="3400" spc="-260" dirty="0">
                <a:latin typeface="Times New Roman"/>
                <a:cs typeface="Times New Roman"/>
              </a:rPr>
              <a:t>1)</a:t>
            </a:r>
            <a:endParaRPr sz="34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2420"/>
              </a:spcBef>
            </a:pPr>
            <a:r>
              <a:rPr sz="3650" i="1" spc="165" dirty="0">
                <a:latin typeface="Times New Roman"/>
                <a:cs typeface="Times New Roman"/>
              </a:rPr>
              <a:t>y</a:t>
            </a:r>
            <a:r>
              <a:rPr sz="3650" spc="100" dirty="0">
                <a:latin typeface="Times New Roman"/>
                <a:cs typeface="Times New Roman"/>
              </a:rPr>
              <a:t>(</a:t>
            </a:r>
            <a:r>
              <a:rPr sz="3650" i="1" spc="15" dirty="0">
                <a:latin typeface="Times New Roman"/>
                <a:cs typeface="Times New Roman"/>
              </a:rPr>
              <a:t>k</a:t>
            </a:r>
            <a:r>
              <a:rPr sz="3650" i="1" spc="-590" dirty="0">
                <a:latin typeface="Times New Roman"/>
                <a:cs typeface="Times New Roman"/>
              </a:rPr>
              <a:t> </a:t>
            </a:r>
            <a:r>
              <a:rPr sz="3650" spc="10" dirty="0">
                <a:latin typeface="Times New Roman"/>
                <a:cs typeface="Times New Roman"/>
              </a:rPr>
              <a:t>)</a:t>
            </a:r>
            <a:r>
              <a:rPr sz="3650" spc="-65" dirty="0">
                <a:latin typeface="Times New Roman"/>
                <a:cs typeface="Times New Roman"/>
              </a:rPr>
              <a:t> </a:t>
            </a:r>
            <a:r>
              <a:rPr sz="3650" spc="20" dirty="0">
                <a:latin typeface="Symbol"/>
                <a:cs typeface="Symbol"/>
              </a:rPr>
              <a:t></a:t>
            </a:r>
            <a:r>
              <a:rPr sz="3650" spc="-55" dirty="0">
                <a:latin typeface="Times New Roman"/>
                <a:cs typeface="Times New Roman"/>
              </a:rPr>
              <a:t> </a:t>
            </a:r>
            <a:r>
              <a:rPr sz="3650" b="1" i="1" spc="35" dirty="0">
                <a:latin typeface="Times New Roman"/>
                <a:cs typeface="Times New Roman"/>
              </a:rPr>
              <a:t>h</a:t>
            </a:r>
            <a:r>
              <a:rPr sz="3650" b="1" i="1" spc="190" dirty="0">
                <a:latin typeface="Times New Roman"/>
                <a:cs typeface="Times New Roman"/>
              </a:rPr>
              <a:t>x</a:t>
            </a:r>
            <a:r>
              <a:rPr sz="3650" spc="100" dirty="0">
                <a:latin typeface="Times New Roman"/>
                <a:cs typeface="Times New Roman"/>
              </a:rPr>
              <a:t>(</a:t>
            </a:r>
            <a:r>
              <a:rPr sz="3650" i="1" spc="15" dirty="0">
                <a:latin typeface="Times New Roman"/>
                <a:cs typeface="Times New Roman"/>
              </a:rPr>
              <a:t>k</a:t>
            </a:r>
            <a:r>
              <a:rPr sz="3650" i="1" spc="-590" dirty="0">
                <a:latin typeface="Times New Roman"/>
                <a:cs typeface="Times New Roman"/>
              </a:rPr>
              <a:t> </a:t>
            </a:r>
            <a:r>
              <a:rPr sz="3650" spc="10" dirty="0">
                <a:latin typeface="Times New Roman"/>
                <a:cs typeface="Times New Roman"/>
              </a:rPr>
              <a:t>)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133" y="3074235"/>
            <a:ext cx="21380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1800" b="1" spc="2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qu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7337" y="4010340"/>
            <a:ext cx="18389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ro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Al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8165" y="3859710"/>
            <a:ext cx="2982595" cy="497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50" i="1" spc="180" dirty="0">
                <a:latin typeface="Times New Roman"/>
                <a:cs typeface="Times New Roman"/>
              </a:rPr>
              <a:t>u</a:t>
            </a:r>
            <a:r>
              <a:rPr sz="3650" spc="100" dirty="0">
                <a:latin typeface="Times New Roman"/>
                <a:cs typeface="Times New Roman"/>
              </a:rPr>
              <a:t>(</a:t>
            </a:r>
            <a:r>
              <a:rPr sz="3650" i="1" spc="15" dirty="0">
                <a:latin typeface="Times New Roman"/>
                <a:cs typeface="Times New Roman"/>
              </a:rPr>
              <a:t>k</a:t>
            </a:r>
            <a:r>
              <a:rPr sz="3650" i="1" spc="-590" dirty="0">
                <a:latin typeface="Times New Roman"/>
                <a:cs typeface="Times New Roman"/>
              </a:rPr>
              <a:t> </a:t>
            </a:r>
            <a:r>
              <a:rPr sz="3650" spc="10" dirty="0">
                <a:latin typeface="Times New Roman"/>
                <a:cs typeface="Times New Roman"/>
              </a:rPr>
              <a:t>)</a:t>
            </a:r>
            <a:r>
              <a:rPr sz="3650" spc="-65" dirty="0">
                <a:latin typeface="Times New Roman"/>
                <a:cs typeface="Times New Roman"/>
              </a:rPr>
              <a:t> </a:t>
            </a:r>
            <a:r>
              <a:rPr sz="3650" spc="20" dirty="0">
                <a:latin typeface="Symbol"/>
                <a:cs typeface="Symbol"/>
              </a:rPr>
              <a:t></a:t>
            </a:r>
            <a:r>
              <a:rPr sz="3650" spc="-50" dirty="0">
                <a:latin typeface="Times New Roman"/>
                <a:cs typeface="Times New Roman"/>
              </a:rPr>
              <a:t> </a:t>
            </a:r>
            <a:r>
              <a:rPr sz="3650" spc="125" dirty="0">
                <a:latin typeface="Symbol"/>
                <a:cs typeface="Symbol"/>
              </a:rPr>
              <a:t></a:t>
            </a:r>
            <a:r>
              <a:rPr sz="3650" b="1" i="1" spc="15" dirty="0">
                <a:latin typeface="Times New Roman"/>
                <a:cs typeface="Times New Roman"/>
              </a:rPr>
              <a:t>k</a:t>
            </a:r>
            <a:r>
              <a:rPr sz="3650" b="1" i="1" spc="-215" dirty="0">
                <a:latin typeface="Times New Roman"/>
                <a:cs typeface="Times New Roman"/>
              </a:rPr>
              <a:t> </a:t>
            </a:r>
            <a:r>
              <a:rPr sz="3650" spc="5" dirty="0">
                <a:latin typeface="Symbol"/>
                <a:cs typeface="Symbol"/>
              </a:rPr>
              <a:t></a:t>
            </a:r>
            <a:r>
              <a:rPr sz="3650" spc="-160" dirty="0">
                <a:latin typeface="Times New Roman"/>
                <a:cs typeface="Times New Roman"/>
              </a:rPr>
              <a:t> </a:t>
            </a:r>
            <a:r>
              <a:rPr sz="3650" b="1" i="1" spc="190" dirty="0">
                <a:latin typeface="Times New Roman"/>
                <a:cs typeface="Times New Roman"/>
              </a:rPr>
              <a:t>x</a:t>
            </a:r>
            <a:r>
              <a:rPr sz="3650" spc="100" dirty="0">
                <a:latin typeface="Times New Roman"/>
                <a:cs typeface="Times New Roman"/>
              </a:rPr>
              <a:t>(</a:t>
            </a:r>
            <a:r>
              <a:rPr sz="3650" i="1" spc="15" dirty="0">
                <a:latin typeface="Times New Roman"/>
                <a:cs typeface="Times New Roman"/>
              </a:rPr>
              <a:t>k</a:t>
            </a:r>
            <a:r>
              <a:rPr sz="3650" i="1" spc="-585" dirty="0">
                <a:latin typeface="Times New Roman"/>
                <a:cs typeface="Times New Roman"/>
              </a:rPr>
              <a:t> </a:t>
            </a:r>
            <a:r>
              <a:rPr sz="3650" spc="10" dirty="0">
                <a:latin typeface="Times New Roman"/>
                <a:cs typeface="Times New Roman"/>
              </a:rPr>
              <a:t>)</a:t>
            </a:r>
            <a:endParaRPr sz="3650">
              <a:latin typeface="Times New Roman"/>
              <a:cs typeface="Times New Roman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F525DE-6F7F-11E6-7780-6F9EEE33B5C7}"/>
              </a:ext>
            </a:extLst>
          </p:cNvPr>
          <p:cNvGrpSpPr/>
          <p:nvPr/>
        </p:nvGrpSpPr>
        <p:grpSpPr>
          <a:xfrm>
            <a:off x="845133" y="4233710"/>
            <a:ext cx="7299191" cy="2328057"/>
            <a:chOff x="845133" y="4233710"/>
            <a:chExt cx="7299191" cy="2328057"/>
          </a:xfrm>
        </p:grpSpPr>
        <p:sp>
          <p:nvSpPr>
            <p:cNvPr id="8" name="object 8"/>
            <p:cNvSpPr txBox="1"/>
            <p:nvPr/>
          </p:nvSpPr>
          <p:spPr>
            <a:xfrm>
              <a:off x="845133" y="4757126"/>
              <a:ext cx="4857115" cy="8274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b="1" u="heavy" spc="5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r>
                <a:rPr sz="1800" b="1" u="heavy" spc="-10" dirty="0">
                  <a:solidFill>
                    <a:srgbClr val="C00000"/>
                  </a:solidFill>
                  <a:latin typeface="Calibri"/>
                  <a:cs typeface="Calibri"/>
                </a:rPr>
                <a:t>i</a:t>
              </a:r>
              <a:r>
                <a:rPr sz="1800" b="1" u="heavy" spc="-20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1800" b="1" u="heavy" spc="-10" dirty="0">
                  <a:solidFill>
                    <a:srgbClr val="C00000"/>
                  </a:solidFill>
                  <a:latin typeface="Calibri"/>
                  <a:cs typeface="Calibri"/>
                </a:rPr>
                <a:t>i</a:t>
              </a:r>
              <a:r>
                <a:rPr sz="1800" b="1" u="heavy" spc="-5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r>
                <a:rPr sz="1800" b="1" u="heavy" spc="-2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u="heavy" spc="-5" dirty="0">
                  <a:solidFill>
                    <a:srgbClr val="C00000"/>
                  </a:solidFill>
                  <a:latin typeface="Calibri"/>
                  <a:cs typeface="Calibri"/>
                </a:rPr>
                <a:t>l</a:t>
              </a:r>
              <a:r>
                <a:rPr sz="1800" b="1" spc="-3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4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pa</a:t>
              </a:r>
              <a:r>
                <a:rPr sz="1800" b="1" spc="5" dirty="0">
                  <a:solidFill>
                    <a:srgbClr val="C00000"/>
                  </a:solidFill>
                  <a:latin typeface="Calibri"/>
                  <a:cs typeface="Calibri"/>
                </a:rPr>
                <a:t>c</a:t>
              </a: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6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m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od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5" dirty="0">
                  <a:solidFill>
                    <a:srgbClr val="C00000"/>
                  </a:solidFill>
                  <a:latin typeface="Calibri"/>
                  <a:cs typeface="Calibri"/>
                </a:rPr>
                <a:t>l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3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h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15" dirty="0">
                  <a:solidFill>
                    <a:srgbClr val="C00000"/>
                  </a:solidFill>
                  <a:latin typeface="Calibri"/>
                  <a:cs typeface="Calibri"/>
                </a:rPr>
                <a:t>v</a:t>
              </a: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e</a:t>
              </a:r>
              <a:r>
                <a:rPr sz="1800" b="1" spc="-55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i="1" dirty="0">
                  <a:solidFill>
                    <a:srgbClr val="C00000"/>
                  </a:solidFill>
                  <a:latin typeface="Calibri"/>
                  <a:cs typeface="Calibri"/>
                </a:rPr>
                <a:t>n</a:t>
              </a:r>
              <a:r>
                <a:rPr sz="1800" b="1" i="1" spc="-40" dirty="0">
                  <a:solidFill>
                    <a:srgbClr val="C00000"/>
                  </a:solidFill>
                  <a:latin typeface="Times New Roman"/>
                  <a:cs typeface="Times New Roman"/>
                </a:rPr>
                <a:t> </a:t>
              </a:r>
              <a:r>
                <a:rPr sz="1800" b="1" spc="-30" dirty="0">
                  <a:solidFill>
                    <a:srgbClr val="C00000"/>
                  </a:solidFill>
                  <a:latin typeface="Calibri"/>
                  <a:cs typeface="Calibri"/>
                </a:rPr>
                <a:t>s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4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r>
                <a:rPr sz="1800" b="1" spc="-35" dirty="0">
                  <a:solidFill>
                    <a:srgbClr val="C00000"/>
                  </a:solidFill>
                  <a:latin typeface="Calibri"/>
                  <a:cs typeface="Calibri"/>
                </a:rPr>
                <a:t>t</a:t>
              </a:r>
              <a:r>
                <a:rPr sz="1800" b="1" spc="-10" dirty="0">
                  <a:solidFill>
                    <a:srgbClr val="C00000"/>
                  </a:solidFill>
                  <a:latin typeface="Calibri"/>
                  <a:cs typeface="Calibri"/>
                </a:rPr>
                <a:t>es:</a:t>
              </a:r>
              <a:endParaRPr sz="1800">
                <a:latin typeface="Calibri"/>
                <a:cs typeface="Calibri"/>
              </a:endParaRPr>
            </a:p>
            <a:p>
              <a:pPr marL="960119">
                <a:lnSpc>
                  <a:spcPct val="100000"/>
                </a:lnSpc>
                <a:spcBef>
                  <a:spcPts val="275"/>
                </a:spcBef>
                <a:tabLst>
                  <a:tab pos="4048125" algn="l"/>
                  <a:tab pos="4526280" algn="l"/>
                </a:tabLst>
              </a:pPr>
              <a:r>
                <a:rPr sz="2500" i="1" spc="100" dirty="0">
                  <a:latin typeface="Times New Roman"/>
                  <a:cs typeface="Times New Roman"/>
                </a:rPr>
                <a:t>u</a:t>
              </a:r>
              <a:r>
                <a:rPr sz="2500" spc="50" dirty="0">
                  <a:latin typeface="Times New Roman"/>
                  <a:cs typeface="Times New Roman"/>
                </a:rPr>
                <a:t>(</a:t>
              </a:r>
              <a:r>
                <a:rPr sz="2500" i="1" spc="-15" dirty="0">
                  <a:latin typeface="Times New Roman"/>
                  <a:cs typeface="Times New Roman"/>
                </a:rPr>
                <a:t>k</a:t>
              </a:r>
              <a:r>
                <a:rPr sz="2500" i="1" spc="-409" dirty="0">
                  <a:latin typeface="Times New Roman"/>
                  <a:cs typeface="Times New Roman"/>
                </a:rPr>
                <a:t> </a:t>
              </a:r>
              <a:r>
                <a:rPr sz="2500" spc="-10" dirty="0">
                  <a:latin typeface="Times New Roman"/>
                  <a:cs typeface="Times New Roman"/>
                </a:rPr>
                <a:t>)</a:t>
              </a:r>
              <a:r>
                <a:rPr sz="2500" spc="-55" dirty="0">
                  <a:latin typeface="Times New Roman"/>
                  <a:cs typeface="Times New Roman"/>
                </a:rPr>
                <a:t> </a:t>
              </a:r>
              <a:r>
                <a:rPr sz="2500" spc="-15" dirty="0">
                  <a:latin typeface="Symbol"/>
                  <a:cs typeface="Symbol"/>
                </a:rPr>
                <a:t></a:t>
              </a:r>
              <a:r>
                <a:rPr sz="2500" spc="-45" dirty="0">
                  <a:latin typeface="Times New Roman"/>
                  <a:cs typeface="Times New Roman"/>
                </a:rPr>
                <a:t> </a:t>
              </a:r>
              <a:r>
                <a:rPr sz="2500" spc="50" dirty="0">
                  <a:latin typeface="Symbol"/>
                  <a:cs typeface="Symbol"/>
                </a:rPr>
                <a:t></a:t>
              </a:r>
              <a:r>
                <a:rPr sz="2500" b="1" i="1" spc="-15" dirty="0">
                  <a:latin typeface="Times New Roman"/>
                  <a:cs typeface="Times New Roman"/>
                </a:rPr>
                <a:t>k</a:t>
              </a:r>
              <a:r>
                <a:rPr sz="2500" b="1" i="1" spc="-160" dirty="0">
                  <a:latin typeface="Times New Roman"/>
                  <a:cs typeface="Times New Roman"/>
                </a:rPr>
                <a:t> </a:t>
              </a:r>
              <a:r>
                <a:rPr sz="2500" spc="-10" dirty="0">
                  <a:latin typeface="Symbol"/>
                  <a:cs typeface="Symbol"/>
                </a:rPr>
                <a:t></a:t>
              </a:r>
              <a:r>
                <a:rPr sz="2500" spc="-120" dirty="0">
                  <a:latin typeface="Times New Roman"/>
                  <a:cs typeface="Times New Roman"/>
                </a:rPr>
                <a:t> </a:t>
              </a:r>
              <a:r>
                <a:rPr sz="2500" b="1" i="1" spc="100" dirty="0">
                  <a:latin typeface="Times New Roman"/>
                  <a:cs typeface="Times New Roman"/>
                </a:rPr>
                <a:t>x</a:t>
              </a:r>
              <a:r>
                <a:rPr sz="2500" spc="50" dirty="0">
                  <a:latin typeface="Times New Roman"/>
                  <a:cs typeface="Times New Roman"/>
                </a:rPr>
                <a:t>(</a:t>
              </a:r>
              <a:r>
                <a:rPr sz="2500" i="1" spc="-15" dirty="0">
                  <a:latin typeface="Times New Roman"/>
                  <a:cs typeface="Times New Roman"/>
                </a:rPr>
                <a:t>k</a:t>
              </a:r>
              <a:r>
                <a:rPr sz="2500" i="1" spc="-405" dirty="0">
                  <a:latin typeface="Times New Roman"/>
                  <a:cs typeface="Times New Roman"/>
                </a:rPr>
                <a:t> </a:t>
              </a:r>
              <a:r>
                <a:rPr sz="2500" spc="-10" dirty="0">
                  <a:latin typeface="Times New Roman"/>
                  <a:cs typeface="Times New Roman"/>
                </a:rPr>
                <a:t>)</a:t>
              </a:r>
              <a:r>
                <a:rPr sz="2500" spc="-55" dirty="0">
                  <a:latin typeface="Times New Roman"/>
                  <a:cs typeface="Times New Roman"/>
                </a:rPr>
                <a:t> </a:t>
              </a:r>
              <a:r>
                <a:rPr sz="2500" spc="-15" dirty="0">
                  <a:latin typeface="Symbol"/>
                  <a:cs typeface="Symbol"/>
                </a:rPr>
                <a:t></a:t>
              </a:r>
              <a:r>
                <a:rPr sz="2500" spc="-45" dirty="0">
                  <a:latin typeface="Times New Roman"/>
                  <a:cs typeface="Times New Roman"/>
                </a:rPr>
                <a:t> </a:t>
              </a:r>
              <a:r>
                <a:rPr sz="2500" spc="170" dirty="0">
                  <a:latin typeface="Symbol"/>
                  <a:cs typeface="Symbol"/>
                </a:rPr>
                <a:t></a:t>
              </a:r>
              <a:r>
                <a:rPr sz="5100" spc="-412" baseline="-3267" dirty="0">
                  <a:latin typeface="Symbol"/>
                  <a:cs typeface="Symbol"/>
                </a:rPr>
                <a:t></a:t>
              </a:r>
              <a:r>
                <a:rPr sz="2500" i="1" spc="-165" dirty="0">
                  <a:latin typeface="Times New Roman"/>
                  <a:cs typeface="Times New Roman"/>
                </a:rPr>
                <a:t>l</a:t>
              </a:r>
              <a:r>
                <a:rPr sz="2175" spc="-15" baseline="-24904" dirty="0">
                  <a:latin typeface="Times New Roman"/>
                  <a:cs typeface="Times New Roman"/>
                </a:rPr>
                <a:t>1</a:t>
              </a:r>
              <a:r>
                <a:rPr sz="2175" baseline="-24904" dirty="0">
                  <a:latin typeface="Times New Roman"/>
                  <a:cs typeface="Times New Roman"/>
                </a:rPr>
                <a:t>	</a:t>
              </a:r>
              <a:r>
                <a:rPr sz="2500" i="1" spc="-10" dirty="0">
                  <a:latin typeface="Times New Roman"/>
                  <a:cs typeface="Times New Roman"/>
                </a:rPr>
                <a:t>l</a:t>
              </a:r>
              <a:r>
                <a:rPr sz="2175" spc="-15" baseline="-24904" dirty="0">
                  <a:latin typeface="Times New Roman"/>
                  <a:cs typeface="Times New Roman"/>
                </a:rPr>
                <a:t>2</a:t>
              </a:r>
              <a:r>
                <a:rPr sz="2175" baseline="-24904" dirty="0">
                  <a:latin typeface="Times New Roman"/>
                  <a:cs typeface="Times New Roman"/>
                </a:rPr>
                <a:t>	</a:t>
              </a:r>
              <a:r>
                <a:rPr sz="2500" spc="-25" dirty="0">
                  <a:latin typeface="MT Extra"/>
                  <a:cs typeface="MT Extra"/>
                </a:rPr>
                <a:t></a:t>
              </a:r>
              <a:endParaRPr sz="2500">
                <a:latin typeface="MT Extra"/>
                <a:cs typeface="MT Extr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633140" y="5113289"/>
              <a:ext cx="511809" cy="4711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750" i="1" spc="-15" baseline="-3333" dirty="0">
                  <a:latin typeface="Times New Roman"/>
                  <a:cs typeface="Times New Roman"/>
                </a:rPr>
                <a:t>l</a:t>
              </a:r>
              <a:r>
                <a:rPr sz="2175" i="1" spc="-15" baseline="-28735" dirty="0">
                  <a:latin typeface="Times New Roman"/>
                  <a:cs typeface="Times New Roman"/>
                </a:rPr>
                <a:t>n </a:t>
              </a:r>
              <a:r>
                <a:rPr sz="5100" spc="-75" baseline="-5718" dirty="0">
                  <a:latin typeface="Symbol"/>
                  <a:cs typeface="Symbol"/>
                </a:rPr>
                <a:t></a:t>
              </a:r>
              <a:r>
                <a:rPr sz="2500" spc="-10" dirty="0">
                  <a:latin typeface="Symbol"/>
                  <a:cs typeface="Symbol"/>
                </a:rPr>
                <a:t>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997514" y="4233710"/>
              <a:ext cx="1146810" cy="9696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69875" algn="l"/>
                </a:tabLst>
              </a:pPr>
              <a:r>
                <a:rPr sz="3750" spc="-15" baseline="-4444" dirty="0">
                  <a:latin typeface="Symbol"/>
                  <a:cs typeface="Symbol"/>
                </a:rPr>
                <a:t></a:t>
              </a:r>
              <a:r>
                <a:rPr sz="3750" spc="-15" baseline="-4444" dirty="0">
                  <a:latin typeface="Times New Roman"/>
                  <a:cs typeface="Times New Roman"/>
                </a:rPr>
                <a:t>	</a:t>
              </a:r>
              <a:r>
                <a:rPr sz="2500" i="1" spc="-195" dirty="0">
                  <a:latin typeface="Times New Roman"/>
                  <a:cs typeface="Times New Roman"/>
                </a:rPr>
                <a:t>x</a:t>
              </a:r>
              <a:r>
                <a:rPr sz="2175" spc="-15" baseline="-24904" dirty="0">
                  <a:latin typeface="Times New Roman"/>
                  <a:cs typeface="Times New Roman"/>
                </a:rPr>
                <a:t>1</a:t>
              </a:r>
              <a:r>
                <a:rPr sz="2175" spc="-292" baseline="-24904" dirty="0">
                  <a:latin typeface="Times New Roman"/>
                  <a:cs typeface="Times New Roman"/>
                </a:rPr>
                <a:t> </a:t>
              </a:r>
              <a:r>
                <a:rPr sz="2500" spc="50" dirty="0">
                  <a:latin typeface="Times New Roman"/>
                  <a:cs typeface="Times New Roman"/>
                </a:rPr>
                <a:t>(</a:t>
              </a:r>
              <a:r>
                <a:rPr sz="2500" i="1" spc="-15" dirty="0">
                  <a:latin typeface="Times New Roman"/>
                  <a:cs typeface="Times New Roman"/>
                </a:rPr>
                <a:t>k</a:t>
              </a:r>
              <a:r>
                <a:rPr sz="2500" i="1" spc="-409" dirty="0">
                  <a:latin typeface="Times New Roman"/>
                  <a:cs typeface="Times New Roman"/>
                </a:rPr>
                <a:t> </a:t>
              </a:r>
              <a:r>
                <a:rPr sz="2500" spc="-10" dirty="0">
                  <a:latin typeface="Times New Roman"/>
                  <a:cs typeface="Times New Roman"/>
                </a:rPr>
                <a:t>)</a:t>
              </a:r>
              <a:r>
                <a:rPr sz="2500" dirty="0">
                  <a:latin typeface="Times New Roman"/>
                  <a:cs typeface="Times New Roman"/>
                </a:rPr>
                <a:t> </a:t>
              </a:r>
              <a:r>
                <a:rPr sz="2500" spc="-290" dirty="0">
                  <a:latin typeface="Times New Roman"/>
                  <a:cs typeface="Times New Roman"/>
                </a:rPr>
                <a:t> </a:t>
              </a:r>
              <a:r>
                <a:rPr sz="3750" spc="-15" baseline="-4444" dirty="0">
                  <a:latin typeface="Symbol"/>
                  <a:cs typeface="Symbol"/>
                </a:rPr>
                <a:t></a:t>
              </a:r>
              <a:endParaRPr sz="3750" baseline="-4444">
                <a:latin typeface="Symbol"/>
                <a:cs typeface="Symbol"/>
              </a:endParaRPr>
            </a:p>
            <a:p>
              <a:pPr marL="12700">
                <a:lnSpc>
                  <a:spcPct val="100000"/>
                </a:lnSpc>
                <a:spcBef>
                  <a:spcPts val="745"/>
                </a:spcBef>
              </a:pPr>
              <a:r>
                <a:rPr sz="3750" spc="-15" baseline="-26666" dirty="0">
                  <a:latin typeface="Symbol"/>
                  <a:cs typeface="Symbol"/>
                </a:rPr>
                <a:t></a:t>
              </a:r>
              <a:r>
                <a:rPr sz="3750" spc="-15" baseline="-26666" dirty="0">
                  <a:latin typeface="Times New Roman"/>
                  <a:cs typeface="Times New Roman"/>
                </a:rPr>
                <a:t> </a:t>
              </a:r>
              <a:r>
                <a:rPr sz="3750" spc="-465" baseline="-26666" dirty="0">
                  <a:latin typeface="Times New Roman"/>
                  <a:cs typeface="Times New Roman"/>
                </a:rPr>
                <a:t> </a:t>
              </a:r>
              <a:r>
                <a:rPr sz="2500" i="1" spc="-40" dirty="0">
                  <a:latin typeface="Times New Roman"/>
                  <a:cs typeface="Times New Roman"/>
                </a:rPr>
                <a:t>x</a:t>
              </a:r>
              <a:r>
                <a:rPr sz="2175" spc="-15" baseline="-24904" dirty="0">
                  <a:latin typeface="Times New Roman"/>
                  <a:cs typeface="Times New Roman"/>
                </a:rPr>
                <a:t>2</a:t>
              </a:r>
              <a:r>
                <a:rPr sz="2175" spc="-127" baseline="-24904" dirty="0">
                  <a:latin typeface="Times New Roman"/>
                  <a:cs typeface="Times New Roman"/>
                </a:rPr>
                <a:t> </a:t>
              </a:r>
              <a:r>
                <a:rPr sz="2500" spc="50" dirty="0">
                  <a:latin typeface="Times New Roman"/>
                  <a:cs typeface="Times New Roman"/>
                </a:rPr>
                <a:t>(</a:t>
              </a:r>
              <a:r>
                <a:rPr sz="2500" i="1" spc="-15" dirty="0">
                  <a:latin typeface="Times New Roman"/>
                  <a:cs typeface="Times New Roman"/>
                </a:rPr>
                <a:t>k</a:t>
              </a:r>
              <a:r>
                <a:rPr sz="2500" i="1" spc="-409" dirty="0">
                  <a:latin typeface="Times New Roman"/>
                  <a:cs typeface="Times New Roman"/>
                </a:rPr>
                <a:t> </a:t>
              </a:r>
              <a:r>
                <a:rPr sz="2500" spc="-10" dirty="0">
                  <a:latin typeface="Times New Roman"/>
                  <a:cs typeface="Times New Roman"/>
                </a:rPr>
                <a:t>)</a:t>
              </a:r>
              <a:r>
                <a:rPr sz="2500" spc="200" dirty="0">
                  <a:latin typeface="Times New Roman"/>
                  <a:cs typeface="Times New Roman"/>
                </a:rPr>
                <a:t> </a:t>
              </a:r>
              <a:r>
                <a:rPr sz="3750" spc="-15" baseline="-26666" dirty="0">
                  <a:latin typeface="Symbol"/>
                  <a:cs typeface="Symbol"/>
                </a:rPr>
                <a:t></a:t>
              </a:r>
              <a:endParaRPr sz="3750" baseline="-26666">
                <a:latin typeface="Symbol"/>
                <a:cs typeface="Symbo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936532" y="5185889"/>
              <a:ext cx="413384" cy="11823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4765">
                <a:lnSpc>
                  <a:spcPct val="100000"/>
                </a:lnSpc>
              </a:pPr>
              <a:r>
                <a:rPr sz="3750" i="1" spc="-15" baseline="14444" dirty="0">
                  <a:latin typeface="Times New Roman"/>
                  <a:cs typeface="Times New Roman"/>
                </a:rPr>
                <a:t>l</a:t>
              </a:r>
              <a:r>
                <a:rPr sz="1450" i="1" spc="75" dirty="0">
                  <a:latin typeface="Times New Roman"/>
                  <a:cs typeface="Times New Roman"/>
                </a:rPr>
                <a:t>n</a:t>
              </a:r>
              <a:r>
                <a:rPr sz="1450" spc="-85" dirty="0">
                  <a:latin typeface="Symbol"/>
                  <a:cs typeface="Symbol"/>
                </a:rPr>
                <a:t></a:t>
              </a:r>
              <a:r>
                <a:rPr sz="1450" spc="-10" dirty="0">
                  <a:latin typeface="Times New Roman"/>
                  <a:cs typeface="Times New Roman"/>
                </a:rPr>
                <a:t>1</a:t>
              </a:r>
              <a:endParaRPr sz="145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  <a:spcBef>
                  <a:spcPts val="1465"/>
                </a:spcBef>
              </a:pPr>
              <a:r>
                <a:rPr sz="3800" spc="-570" dirty="0">
                  <a:latin typeface="Symbol"/>
                  <a:cs typeface="Symbol"/>
                </a:rPr>
                <a:t></a:t>
              </a:r>
              <a:endParaRPr sz="3800">
                <a:latin typeface="Symbol"/>
                <a:cs typeface="Symbo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997514" y="5661973"/>
              <a:ext cx="1146810" cy="89979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750" spc="-15" baseline="-20000" dirty="0">
                  <a:latin typeface="Symbol"/>
                  <a:cs typeface="Symbol"/>
                </a:rPr>
                <a:t></a:t>
              </a:r>
              <a:r>
                <a:rPr sz="3750" spc="-600" baseline="-20000" dirty="0">
                  <a:latin typeface="Times New Roman"/>
                  <a:cs typeface="Times New Roman"/>
                </a:rPr>
                <a:t> </a:t>
              </a:r>
              <a:r>
                <a:rPr sz="2500" i="1" spc="-40" dirty="0">
                  <a:latin typeface="Times New Roman"/>
                  <a:cs typeface="Times New Roman"/>
                </a:rPr>
                <a:t>x</a:t>
              </a:r>
              <a:r>
                <a:rPr sz="2175" i="1" spc="112" baseline="-24904" dirty="0">
                  <a:latin typeface="Times New Roman"/>
                  <a:cs typeface="Times New Roman"/>
                </a:rPr>
                <a:t>n</a:t>
              </a:r>
              <a:r>
                <a:rPr sz="2175" spc="-127" baseline="-24904" dirty="0">
                  <a:latin typeface="Symbol"/>
                  <a:cs typeface="Symbol"/>
                </a:rPr>
                <a:t></a:t>
              </a:r>
              <a:r>
                <a:rPr sz="2175" spc="-15" baseline="-24904" dirty="0">
                  <a:latin typeface="Times New Roman"/>
                  <a:cs typeface="Times New Roman"/>
                </a:rPr>
                <a:t>1</a:t>
              </a:r>
              <a:r>
                <a:rPr sz="2175" spc="-292" baseline="-24904" dirty="0">
                  <a:latin typeface="Times New Roman"/>
                  <a:cs typeface="Times New Roman"/>
                </a:rPr>
                <a:t> </a:t>
              </a:r>
              <a:r>
                <a:rPr sz="2500" spc="50" dirty="0">
                  <a:latin typeface="Times New Roman"/>
                  <a:cs typeface="Times New Roman"/>
                </a:rPr>
                <a:t>(</a:t>
              </a:r>
              <a:r>
                <a:rPr sz="2500" i="1" spc="-15" dirty="0">
                  <a:latin typeface="Times New Roman"/>
                  <a:cs typeface="Times New Roman"/>
                </a:rPr>
                <a:t>k</a:t>
              </a:r>
              <a:r>
                <a:rPr sz="2500" i="1" spc="-409" dirty="0">
                  <a:latin typeface="Times New Roman"/>
                  <a:cs typeface="Times New Roman"/>
                </a:rPr>
                <a:t> </a:t>
              </a:r>
              <a:r>
                <a:rPr sz="2500" spc="100" dirty="0">
                  <a:latin typeface="Times New Roman"/>
                  <a:cs typeface="Times New Roman"/>
                </a:rPr>
                <a:t>)</a:t>
              </a:r>
              <a:r>
                <a:rPr sz="3750" spc="-15" baseline="-20000" dirty="0">
                  <a:latin typeface="Symbol"/>
                  <a:cs typeface="Symbol"/>
                </a:rPr>
                <a:t></a:t>
              </a:r>
              <a:endParaRPr sz="3750" baseline="-20000">
                <a:latin typeface="Symbol"/>
                <a:cs typeface="Symbol"/>
              </a:endParaRPr>
            </a:p>
            <a:p>
              <a:pPr marL="12700">
                <a:lnSpc>
                  <a:spcPct val="100000"/>
                </a:lnSpc>
                <a:spcBef>
                  <a:spcPts val="745"/>
                </a:spcBef>
              </a:pPr>
              <a:r>
                <a:rPr sz="3750" spc="-1455" baseline="10000" dirty="0">
                  <a:latin typeface="Symbol"/>
                  <a:cs typeface="Symbol"/>
                </a:rPr>
                <a:t></a:t>
              </a:r>
              <a:r>
                <a:rPr sz="3750" spc="-15" baseline="-15555" dirty="0">
                  <a:latin typeface="Symbol"/>
                  <a:cs typeface="Symbol"/>
                </a:rPr>
                <a:t></a:t>
              </a:r>
              <a:r>
                <a:rPr sz="3750" spc="450" baseline="-15555" dirty="0">
                  <a:latin typeface="Times New Roman"/>
                  <a:cs typeface="Times New Roman"/>
                </a:rPr>
                <a:t> </a:t>
              </a:r>
              <a:r>
                <a:rPr sz="2500" i="1" spc="-40" dirty="0">
                  <a:latin typeface="Times New Roman"/>
                  <a:cs typeface="Times New Roman"/>
                </a:rPr>
                <a:t>x</a:t>
              </a:r>
              <a:r>
                <a:rPr sz="2175" i="1" spc="-15" baseline="-24904" dirty="0">
                  <a:latin typeface="Times New Roman"/>
                  <a:cs typeface="Times New Roman"/>
                </a:rPr>
                <a:t>n</a:t>
              </a:r>
              <a:r>
                <a:rPr sz="2175" i="1" spc="-89" baseline="-24904" dirty="0">
                  <a:latin typeface="Times New Roman"/>
                  <a:cs typeface="Times New Roman"/>
                </a:rPr>
                <a:t> </a:t>
              </a:r>
              <a:r>
                <a:rPr sz="2500" spc="50" dirty="0">
                  <a:latin typeface="Times New Roman"/>
                  <a:cs typeface="Times New Roman"/>
                </a:rPr>
                <a:t>(</a:t>
              </a:r>
              <a:r>
                <a:rPr sz="2500" i="1" spc="-15" dirty="0">
                  <a:latin typeface="Times New Roman"/>
                  <a:cs typeface="Times New Roman"/>
                </a:rPr>
                <a:t>k</a:t>
              </a:r>
              <a:r>
                <a:rPr sz="2500" i="1" spc="-409" dirty="0">
                  <a:latin typeface="Times New Roman"/>
                  <a:cs typeface="Times New Roman"/>
                </a:rPr>
                <a:t> </a:t>
              </a:r>
              <a:r>
                <a:rPr sz="2500" spc="-10" dirty="0">
                  <a:latin typeface="Times New Roman"/>
                  <a:cs typeface="Times New Roman"/>
                </a:rPr>
                <a:t>)</a:t>
              </a:r>
              <a:r>
                <a:rPr sz="2500" spc="185" dirty="0">
                  <a:latin typeface="Times New Roman"/>
                  <a:cs typeface="Times New Roman"/>
                </a:rPr>
                <a:t> </a:t>
              </a:r>
              <a:r>
                <a:rPr sz="3750" spc="-1455" baseline="10000" dirty="0">
                  <a:latin typeface="Symbol"/>
                  <a:cs typeface="Symbol"/>
                </a:rPr>
                <a:t></a:t>
              </a:r>
              <a:r>
                <a:rPr sz="3750" spc="-15" baseline="-15555" dirty="0">
                  <a:latin typeface="Symbol"/>
                  <a:cs typeface="Symbol"/>
                </a:rPr>
                <a:t></a:t>
              </a:r>
              <a:endParaRPr sz="3750" baseline="-15555">
                <a:latin typeface="Symbol"/>
                <a:cs typeface="Symbo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997514" y="4555961"/>
              <a:ext cx="1146810" cy="3429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11555" algn="l"/>
                </a:tabLst>
              </a:pPr>
              <a:r>
                <a:rPr sz="2500" spc="-10" dirty="0">
                  <a:latin typeface="Symbol"/>
                  <a:cs typeface="Symbol"/>
                </a:rPr>
                <a:t></a:t>
              </a:r>
              <a:r>
                <a:rPr sz="2500" spc="-10" dirty="0">
                  <a:latin typeface="Times New Roman"/>
                  <a:cs typeface="Times New Roman"/>
                </a:rPr>
                <a:t>	</a:t>
              </a:r>
              <a:r>
                <a:rPr sz="2500" spc="-10" dirty="0">
                  <a:latin typeface="Symbol"/>
                  <a:cs typeface="Symbol"/>
                </a:rPr>
                <a:t>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997002" y="5164288"/>
              <a:ext cx="147320" cy="3429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spc="-10" dirty="0">
                  <a:latin typeface="Symbol"/>
                  <a:cs typeface="Symbol"/>
                </a:rPr>
                <a:t>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6997514" y="5468457"/>
              <a:ext cx="1146810" cy="3429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011555" algn="l"/>
                </a:tabLst>
              </a:pPr>
              <a:r>
                <a:rPr sz="2500" spc="-10" dirty="0">
                  <a:latin typeface="Symbol"/>
                  <a:cs typeface="Symbol"/>
                </a:rPr>
                <a:t></a:t>
              </a:r>
              <a:r>
                <a:rPr sz="2500" spc="-10" dirty="0">
                  <a:latin typeface="Times New Roman"/>
                  <a:cs typeface="Times New Roman"/>
                </a:rPr>
                <a:t>	</a:t>
              </a:r>
              <a:r>
                <a:rPr sz="2500" spc="-10" dirty="0">
                  <a:latin typeface="Symbol"/>
                  <a:cs typeface="Symbol"/>
                </a:rPr>
                <a:t>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7497426" y="5181818"/>
              <a:ext cx="131445" cy="3429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spc="-10" dirty="0">
                  <a:latin typeface="MT Extra"/>
                  <a:cs typeface="MT Extra"/>
                </a:rPr>
                <a:t></a:t>
              </a:r>
              <a:endParaRPr sz="2500">
                <a:latin typeface="MT Extra"/>
                <a:cs typeface="MT Extra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2675803" y="5855368"/>
              <a:ext cx="115570" cy="513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800" spc="-570" dirty="0">
                  <a:latin typeface="Symbol"/>
                  <a:cs typeface="Symbol"/>
                </a:rPr>
                <a:t></a:t>
              </a:r>
              <a:endParaRPr sz="3800">
                <a:latin typeface="Symbol"/>
                <a:cs typeface="Symbo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471369" y="5927145"/>
              <a:ext cx="1078230" cy="2190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64869" algn="l"/>
                </a:tabLst>
              </a:pPr>
              <a:r>
                <a:rPr sz="1500" spc="-10" dirty="0">
                  <a:latin typeface="Symbol"/>
                  <a:cs typeface="Symbol"/>
                </a:rPr>
                <a:t></a:t>
              </a:r>
              <a:r>
                <a:rPr sz="1500" dirty="0">
                  <a:latin typeface="Times New Roman"/>
                  <a:cs typeface="Times New Roman"/>
                </a:rPr>
                <a:t>1	</a:t>
              </a:r>
              <a:r>
                <a:rPr sz="1500" spc="-10" dirty="0">
                  <a:latin typeface="Symbol"/>
                  <a:cs typeface="Symbol"/>
                </a:rPr>
                <a:t></a:t>
              </a:r>
              <a:r>
                <a:rPr sz="1500" dirty="0">
                  <a:latin typeface="Times New Roman"/>
                  <a:cs typeface="Times New Roman"/>
                </a:rPr>
                <a:t>2</a:t>
              </a:r>
              <a:endParaRPr sz="150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2758607" y="5982612"/>
              <a:ext cx="2919730" cy="3568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988694" algn="l"/>
                  <a:tab pos="1856105" algn="l"/>
                </a:tabLst>
              </a:pPr>
              <a:r>
                <a:rPr sz="2150" spc="180" dirty="0">
                  <a:latin typeface="Times New Roman"/>
                  <a:cs typeface="Times New Roman"/>
                </a:rPr>
                <a:t>1</a:t>
              </a:r>
              <a:r>
                <a:rPr sz="2150" dirty="0">
                  <a:latin typeface="Symbol"/>
                  <a:cs typeface="Symbol"/>
                </a:rPr>
                <a:t></a:t>
              </a:r>
              <a:r>
                <a:rPr sz="2150" spc="-130" dirty="0">
                  <a:latin typeface="Times New Roman"/>
                  <a:cs typeface="Times New Roman"/>
                </a:rPr>
                <a:t> </a:t>
              </a:r>
              <a:r>
                <a:rPr sz="2150" i="1" spc="-175" dirty="0">
                  <a:latin typeface="Times New Roman"/>
                  <a:cs typeface="Times New Roman"/>
                </a:rPr>
                <a:t>a</a:t>
              </a:r>
              <a:r>
                <a:rPr sz="2250" spc="179" baseline="-20370" dirty="0">
                  <a:latin typeface="Times New Roman"/>
                  <a:cs typeface="Times New Roman"/>
                </a:rPr>
                <a:t>1</a:t>
              </a:r>
              <a:r>
                <a:rPr sz="2150" i="1" dirty="0">
                  <a:latin typeface="Times New Roman"/>
                  <a:cs typeface="Times New Roman"/>
                </a:rPr>
                <a:t>z	</a:t>
              </a:r>
              <a:r>
                <a:rPr sz="2150" dirty="0">
                  <a:latin typeface="Symbol"/>
                  <a:cs typeface="Symbol"/>
                </a:rPr>
                <a:t></a:t>
              </a:r>
              <a:r>
                <a:rPr sz="2150" spc="-130" dirty="0">
                  <a:latin typeface="Times New Roman"/>
                  <a:cs typeface="Times New Roman"/>
                </a:rPr>
                <a:t> </a:t>
              </a:r>
              <a:r>
                <a:rPr sz="2150" i="1" spc="-10" dirty="0">
                  <a:latin typeface="Times New Roman"/>
                  <a:cs typeface="Times New Roman"/>
                </a:rPr>
                <a:t>a</a:t>
              </a:r>
              <a:r>
                <a:rPr sz="2250" baseline="-20370" dirty="0">
                  <a:latin typeface="Times New Roman"/>
                  <a:cs typeface="Times New Roman"/>
                </a:rPr>
                <a:t>2</a:t>
              </a:r>
              <a:r>
                <a:rPr sz="2250" spc="-209" baseline="-20370" dirty="0">
                  <a:latin typeface="Times New Roman"/>
                  <a:cs typeface="Times New Roman"/>
                </a:rPr>
                <a:t> </a:t>
              </a:r>
              <a:r>
                <a:rPr sz="2150" i="1" dirty="0">
                  <a:latin typeface="Times New Roman"/>
                  <a:cs typeface="Times New Roman"/>
                </a:rPr>
                <a:t>z	</a:t>
              </a:r>
              <a:r>
                <a:rPr sz="2150" spc="175" dirty="0">
                  <a:latin typeface="Symbol"/>
                  <a:cs typeface="Symbol"/>
                </a:rPr>
                <a:t></a:t>
              </a:r>
              <a:r>
                <a:rPr sz="2150" spc="245" dirty="0">
                  <a:latin typeface="MT Extra"/>
                  <a:cs typeface="MT Extra"/>
                </a:rPr>
                <a:t></a:t>
              </a:r>
              <a:r>
                <a:rPr sz="2150" dirty="0">
                  <a:latin typeface="Symbol"/>
                  <a:cs typeface="Symbol"/>
                </a:rPr>
                <a:t></a:t>
              </a:r>
              <a:r>
                <a:rPr sz="2150" spc="-130" dirty="0">
                  <a:latin typeface="Times New Roman"/>
                  <a:cs typeface="Times New Roman"/>
                </a:rPr>
                <a:t> </a:t>
              </a:r>
              <a:r>
                <a:rPr sz="2150" i="1" spc="-10" dirty="0">
                  <a:latin typeface="Times New Roman"/>
                  <a:cs typeface="Times New Roman"/>
                </a:rPr>
                <a:t>a</a:t>
              </a:r>
              <a:r>
                <a:rPr sz="2250" i="1" baseline="-20370" dirty="0">
                  <a:latin typeface="Times New Roman"/>
                  <a:cs typeface="Times New Roman"/>
                </a:rPr>
                <a:t>n</a:t>
              </a:r>
              <a:r>
                <a:rPr sz="2250" i="1" spc="-172" baseline="-20370" dirty="0">
                  <a:latin typeface="Times New Roman"/>
                  <a:cs typeface="Times New Roman"/>
                </a:rPr>
                <a:t> </a:t>
              </a:r>
              <a:r>
                <a:rPr sz="2150" i="1" dirty="0">
                  <a:latin typeface="Times New Roman"/>
                  <a:cs typeface="Times New Roman"/>
                </a:rPr>
                <a:t>z</a:t>
              </a:r>
              <a:endParaRPr sz="215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671993" y="5927145"/>
              <a:ext cx="238125" cy="2190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00" spc="90" dirty="0">
                  <a:latin typeface="Symbol"/>
                  <a:cs typeface="Symbol"/>
                </a:rPr>
                <a:t></a:t>
              </a:r>
              <a:r>
                <a:rPr sz="1500" i="1" dirty="0">
                  <a:latin typeface="Times New Roman"/>
                  <a:cs typeface="Times New Roman"/>
                </a:rPr>
                <a:t>n</a:t>
              </a:r>
              <a:endParaRPr sz="150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28688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483" y="1970432"/>
            <a:ext cx="749871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899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U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tun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204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il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nd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libri"/>
                <a:cs typeface="Calibri"/>
              </a:rPr>
              <a:t>s</a:t>
            </a:r>
            <a:r>
              <a:rPr sz="2400" spc="-45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50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200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se</a:t>
            </a:r>
            <a:r>
              <a:rPr sz="2400" b="1" spc="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Fil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94739" y="6000070"/>
            <a:ext cx="1383030" cy="538480"/>
          </a:xfrm>
          <a:custGeom>
            <a:avLst/>
            <a:gdLst/>
            <a:ahLst/>
            <a:cxnLst/>
            <a:rect l="l" t="t" r="r" b="b"/>
            <a:pathLst>
              <a:path w="1383029" h="538479">
                <a:moveTo>
                  <a:pt x="0" y="538221"/>
                </a:moveTo>
                <a:lnTo>
                  <a:pt x="1382566" y="538221"/>
                </a:lnTo>
                <a:lnTo>
                  <a:pt x="1382566" y="0"/>
                </a:lnTo>
                <a:lnTo>
                  <a:pt x="0" y="0"/>
                </a:lnTo>
                <a:lnTo>
                  <a:pt x="0" y="5382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666422-C557-446C-14E4-CB00F6D84820}"/>
              </a:ext>
            </a:extLst>
          </p:cNvPr>
          <p:cNvGrpSpPr/>
          <p:nvPr/>
        </p:nvGrpSpPr>
        <p:grpSpPr>
          <a:xfrm>
            <a:off x="2160888" y="3642024"/>
            <a:ext cx="6216265" cy="2685547"/>
            <a:chOff x="2160888" y="3642024"/>
            <a:chExt cx="6216265" cy="2685547"/>
          </a:xfrm>
        </p:grpSpPr>
        <p:sp>
          <p:nvSpPr>
            <p:cNvPr id="7" name="object 7"/>
            <p:cNvSpPr/>
            <p:nvPr/>
          </p:nvSpPr>
          <p:spPr>
            <a:xfrm>
              <a:off x="3828806" y="3820704"/>
              <a:ext cx="2280920" cy="551815"/>
            </a:xfrm>
            <a:custGeom>
              <a:avLst/>
              <a:gdLst/>
              <a:ahLst/>
              <a:cxnLst/>
              <a:rect l="l" t="t" r="r" b="b"/>
              <a:pathLst>
                <a:path w="2280920" h="551814">
                  <a:moveTo>
                    <a:pt x="0" y="551450"/>
                  </a:moveTo>
                  <a:lnTo>
                    <a:pt x="2280690" y="551450"/>
                  </a:lnTo>
                  <a:lnTo>
                    <a:pt x="2280690" y="0"/>
                  </a:lnTo>
                  <a:lnTo>
                    <a:pt x="0" y="0"/>
                  </a:lnTo>
                  <a:lnTo>
                    <a:pt x="0" y="551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948852" y="3906222"/>
              <a:ext cx="1741170" cy="2489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25" dirty="0">
                  <a:latin typeface="Times New Roman"/>
                  <a:cs typeface="Times New Roman"/>
                </a:rPr>
                <a:t>C</a:t>
              </a:r>
              <a:r>
                <a:rPr sz="1700" spc="10" dirty="0">
                  <a:latin typeface="Times New Roman"/>
                  <a:cs typeface="Times New Roman"/>
                </a:rPr>
                <a:t>ont</a:t>
              </a:r>
              <a:r>
                <a:rPr sz="1700" dirty="0">
                  <a:latin typeface="Times New Roman"/>
                  <a:cs typeface="Times New Roman"/>
                </a:rPr>
                <a:t>r</a:t>
              </a:r>
              <a:r>
                <a:rPr sz="1700" spc="10" dirty="0">
                  <a:latin typeface="Times New Roman"/>
                  <a:cs typeface="Times New Roman"/>
                </a:rPr>
                <a:t>ol input,</a:t>
              </a:r>
              <a:r>
                <a:rPr sz="1700" dirty="0">
                  <a:latin typeface="Times New Roman"/>
                  <a:cs typeface="Times New Roman"/>
                </a:rPr>
                <a:t> </a:t>
              </a:r>
              <a:r>
                <a:rPr sz="1700" spc="-210" dirty="0">
                  <a:latin typeface="Times New Roman"/>
                  <a:cs typeface="Times New Roman"/>
                </a:rPr>
                <a:t> </a:t>
              </a:r>
              <a:r>
                <a:rPr sz="1750" i="1" spc="60" dirty="0">
                  <a:latin typeface="Times New Roman"/>
                  <a:cs typeface="Times New Roman"/>
                </a:rPr>
                <a:t>u</a:t>
              </a:r>
              <a:r>
                <a:rPr sz="1750" spc="40" dirty="0">
                  <a:latin typeface="Times New Roman"/>
                  <a:cs typeface="Times New Roman"/>
                </a:rPr>
                <a:t>(</a:t>
              </a:r>
              <a:r>
                <a:rPr sz="1750" i="1" spc="140" dirty="0">
                  <a:latin typeface="Times New Roman"/>
                  <a:cs typeface="Times New Roman"/>
                </a:rPr>
                <a:t>k</a:t>
              </a:r>
              <a:r>
                <a:rPr sz="1750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48913" y="3642024"/>
              <a:ext cx="940435" cy="551815"/>
            </a:xfrm>
            <a:custGeom>
              <a:avLst/>
              <a:gdLst/>
              <a:ahLst/>
              <a:cxnLst/>
              <a:rect l="l" t="t" r="r" b="b"/>
              <a:pathLst>
                <a:path w="940435" h="551814">
                  <a:moveTo>
                    <a:pt x="0" y="551462"/>
                  </a:moveTo>
                  <a:lnTo>
                    <a:pt x="940152" y="551462"/>
                  </a:lnTo>
                  <a:lnTo>
                    <a:pt x="940152" y="0"/>
                  </a:lnTo>
                  <a:lnTo>
                    <a:pt x="0" y="0"/>
                  </a:lnTo>
                  <a:lnTo>
                    <a:pt x="0" y="5514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524247" y="3742989"/>
              <a:ext cx="548640" cy="2940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i="1" spc="105" dirty="0">
                  <a:latin typeface="Times New Roman"/>
                  <a:cs typeface="Times New Roman"/>
                </a:rPr>
                <a:t>y</a:t>
              </a:r>
              <a:r>
                <a:rPr sz="2175" i="1" spc="-15" baseline="-17241" dirty="0">
                  <a:latin typeface="Times New Roman"/>
                  <a:cs typeface="Times New Roman"/>
                </a:rPr>
                <a:t>d</a:t>
              </a:r>
              <a:r>
                <a:rPr sz="2175" i="1" spc="37" baseline="-17241" dirty="0">
                  <a:latin typeface="Times New Roman"/>
                  <a:cs typeface="Times New Roman"/>
                </a:rPr>
                <a:t> </a:t>
              </a:r>
              <a:r>
                <a:rPr sz="1700" spc="50" dirty="0">
                  <a:latin typeface="Times New Roman"/>
                  <a:cs typeface="Times New Roman"/>
                </a:rPr>
                <a:t>(</a:t>
              </a:r>
              <a:r>
                <a:rPr sz="1700" i="1" spc="15" dirty="0">
                  <a:latin typeface="Times New Roman"/>
                  <a:cs typeface="Times New Roman"/>
                </a:rPr>
                <a:t>k</a:t>
              </a:r>
              <a:r>
                <a:rPr sz="1700" i="1" spc="-275" dirty="0">
                  <a:latin typeface="Times New Roman"/>
                  <a:cs typeface="Times New Roman"/>
                </a:rPr>
                <a:t> </a:t>
              </a:r>
              <a:r>
                <a:rPr sz="1700" spc="10" dirty="0">
                  <a:latin typeface="Times New Roman"/>
                  <a:cs typeface="Times New Roman"/>
                </a:rPr>
                <a:t>)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95124" y="5430966"/>
              <a:ext cx="539750" cy="580390"/>
            </a:xfrm>
            <a:custGeom>
              <a:avLst/>
              <a:gdLst/>
              <a:ahLst/>
              <a:cxnLst/>
              <a:rect l="l" t="t" r="r" b="b"/>
              <a:pathLst>
                <a:path w="539750" h="580389">
                  <a:moveTo>
                    <a:pt x="0" y="580131"/>
                  </a:moveTo>
                  <a:lnTo>
                    <a:pt x="539758" y="580131"/>
                  </a:lnTo>
                  <a:lnTo>
                    <a:pt x="539758" y="0"/>
                  </a:lnTo>
                  <a:lnTo>
                    <a:pt x="0" y="0"/>
                  </a:lnTo>
                  <a:lnTo>
                    <a:pt x="0" y="580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95108" y="5430965"/>
              <a:ext cx="540385" cy="580390"/>
            </a:xfrm>
            <a:custGeom>
              <a:avLst/>
              <a:gdLst/>
              <a:ahLst/>
              <a:cxnLst/>
              <a:rect l="l" t="t" r="r" b="b"/>
              <a:pathLst>
                <a:path w="540385" h="580389">
                  <a:moveTo>
                    <a:pt x="0" y="0"/>
                  </a:moveTo>
                  <a:lnTo>
                    <a:pt x="0" y="580129"/>
                  </a:lnTo>
                  <a:lnTo>
                    <a:pt x="539773" y="580129"/>
                  </a:lnTo>
                  <a:lnTo>
                    <a:pt x="539773" y="0"/>
                  </a:lnTo>
                  <a:lnTo>
                    <a:pt x="0" y="0"/>
                  </a:lnTo>
                  <a:close/>
                </a:path>
              </a:pathLst>
            </a:custGeom>
            <a:ln w="13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579289" y="5615751"/>
              <a:ext cx="173355" cy="246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b="1" i="1" spc="20" dirty="0">
                  <a:latin typeface="Times New Roman"/>
                  <a:cs typeface="Times New Roman"/>
                </a:rPr>
                <a:t>K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33256" y="4191274"/>
              <a:ext cx="1833880" cy="110489"/>
            </a:xfrm>
            <a:custGeom>
              <a:avLst/>
              <a:gdLst/>
              <a:ahLst/>
              <a:cxnLst/>
              <a:rect l="l" t="t" r="r" b="b"/>
              <a:pathLst>
                <a:path w="1833879" h="110489">
                  <a:moveTo>
                    <a:pt x="1723217" y="0"/>
                  </a:moveTo>
                  <a:lnTo>
                    <a:pt x="1723217" y="46326"/>
                  </a:lnTo>
                  <a:lnTo>
                    <a:pt x="6614" y="46326"/>
                  </a:lnTo>
                  <a:lnTo>
                    <a:pt x="2194" y="50743"/>
                  </a:lnTo>
                  <a:lnTo>
                    <a:pt x="0" y="55150"/>
                  </a:lnTo>
                  <a:lnTo>
                    <a:pt x="2194" y="59567"/>
                  </a:lnTo>
                  <a:lnTo>
                    <a:pt x="4419" y="61767"/>
                  </a:lnTo>
                  <a:lnTo>
                    <a:pt x="6614" y="63971"/>
                  </a:lnTo>
                  <a:lnTo>
                    <a:pt x="1723217" y="63971"/>
                  </a:lnTo>
                  <a:lnTo>
                    <a:pt x="1723217" y="110297"/>
                  </a:lnTo>
                  <a:lnTo>
                    <a:pt x="1833829" y="55150"/>
                  </a:lnTo>
                  <a:lnTo>
                    <a:pt x="17232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3235" y="4237602"/>
              <a:ext cx="1752600" cy="17780"/>
            </a:xfrm>
            <a:custGeom>
              <a:avLst/>
              <a:gdLst/>
              <a:ahLst/>
              <a:cxnLst/>
              <a:rect l="l" t="t" r="r" b="b"/>
              <a:pathLst>
                <a:path w="1752600" h="17779">
                  <a:moveTo>
                    <a:pt x="8851" y="0"/>
                  </a:moveTo>
                  <a:lnTo>
                    <a:pt x="1743154" y="0"/>
                  </a:lnTo>
                  <a:lnTo>
                    <a:pt x="1745382" y="0"/>
                  </a:lnTo>
                  <a:lnTo>
                    <a:pt x="1749777" y="2200"/>
                  </a:lnTo>
                  <a:lnTo>
                    <a:pt x="1752005" y="4416"/>
                  </a:lnTo>
                  <a:lnTo>
                    <a:pt x="1752005" y="8820"/>
                  </a:lnTo>
                  <a:lnTo>
                    <a:pt x="1752005" y="13239"/>
                  </a:lnTo>
                  <a:lnTo>
                    <a:pt x="1749777" y="15440"/>
                  </a:lnTo>
                  <a:lnTo>
                    <a:pt x="1745382" y="17644"/>
                  </a:lnTo>
                  <a:lnTo>
                    <a:pt x="1743154" y="17644"/>
                  </a:lnTo>
                  <a:lnTo>
                    <a:pt x="8851" y="17644"/>
                  </a:lnTo>
                  <a:lnTo>
                    <a:pt x="6623" y="17644"/>
                  </a:lnTo>
                  <a:lnTo>
                    <a:pt x="4425" y="15440"/>
                  </a:lnTo>
                  <a:lnTo>
                    <a:pt x="2228" y="13239"/>
                  </a:lnTo>
                  <a:lnTo>
                    <a:pt x="0" y="8820"/>
                  </a:lnTo>
                  <a:lnTo>
                    <a:pt x="2228" y="4416"/>
                  </a:lnTo>
                  <a:lnTo>
                    <a:pt x="4425" y="2200"/>
                  </a:lnTo>
                  <a:lnTo>
                    <a:pt x="6623" y="0"/>
                  </a:lnTo>
                  <a:lnTo>
                    <a:pt x="885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56488" y="4191286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0"/>
                  </a:moveTo>
                  <a:lnTo>
                    <a:pt x="110585" y="55136"/>
                  </a:lnTo>
                  <a:lnTo>
                    <a:pt x="0" y="110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60888" y="4204515"/>
              <a:ext cx="1420495" cy="110489"/>
            </a:xfrm>
            <a:custGeom>
              <a:avLst/>
              <a:gdLst/>
              <a:ahLst/>
              <a:cxnLst/>
              <a:rect l="l" t="t" r="r" b="b"/>
              <a:pathLst>
                <a:path w="1420495" h="110489">
                  <a:moveTo>
                    <a:pt x="1309564" y="0"/>
                  </a:moveTo>
                  <a:lnTo>
                    <a:pt x="1309564" y="46326"/>
                  </a:lnTo>
                  <a:lnTo>
                    <a:pt x="6632" y="46326"/>
                  </a:lnTo>
                  <a:lnTo>
                    <a:pt x="2203" y="48527"/>
                  </a:lnTo>
                  <a:lnTo>
                    <a:pt x="0" y="52946"/>
                  </a:lnTo>
                  <a:lnTo>
                    <a:pt x="0" y="59554"/>
                  </a:lnTo>
                  <a:lnTo>
                    <a:pt x="2203" y="61767"/>
                  </a:lnTo>
                  <a:lnTo>
                    <a:pt x="6632" y="63971"/>
                  </a:lnTo>
                  <a:lnTo>
                    <a:pt x="1309564" y="63971"/>
                  </a:lnTo>
                  <a:lnTo>
                    <a:pt x="1309564" y="110297"/>
                  </a:lnTo>
                  <a:lnTo>
                    <a:pt x="1420175" y="55147"/>
                  </a:lnTo>
                  <a:lnTo>
                    <a:pt x="1309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60889" y="4250842"/>
              <a:ext cx="1336675" cy="17780"/>
            </a:xfrm>
            <a:custGeom>
              <a:avLst/>
              <a:gdLst/>
              <a:ahLst/>
              <a:cxnLst/>
              <a:rect l="l" t="t" r="r" b="b"/>
              <a:pathLst>
                <a:path w="1336675" h="17779">
                  <a:moveTo>
                    <a:pt x="8845" y="0"/>
                  </a:moveTo>
                  <a:lnTo>
                    <a:pt x="1327249" y="0"/>
                  </a:lnTo>
                  <a:lnTo>
                    <a:pt x="1331675" y="0"/>
                  </a:lnTo>
                  <a:lnTo>
                    <a:pt x="1333904" y="2200"/>
                  </a:lnTo>
                  <a:lnTo>
                    <a:pt x="1336101" y="6619"/>
                  </a:lnTo>
                  <a:lnTo>
                    <a:pt x="1336101" y="8820"/>
                  </a:lnTo>
                  <a:lnTo>
                    <a:pt x="1336101" y="13227"/>
                  </a:lnTo>
                  <a:lnTo>
                    <a:pt x="1333904" y="15440"/>
                  </a:lnTo>
                  <a:lnTo>
                    <a:pt x="1331675" y="17644"/>
                  </a:lnTo>
                  <a:lnTo>
                    <a:pt x="1327249" y="17644"/>
                  </a:lnTo>
                  <a:lnTo>
                    <a:pt x="8845" y="17644"/>
                  </a:lnTo>
                  <a:lnTo>
                    <a:pt x="6632" y="17644"/>
                  </a:lnTo>
                  <a:lnTo>
                    <a:pt x="2203" y="15440"/>
                  </a:lnTo>
                  <a:lnTo>
                    <a:pt x="0" y="13227"/>
                  </a:lnTo>
                  <a:lnTo>
                    <a:pt x="0" y="8820"/>
                  </a:lnTo>
                  <a:lnTo>
                    <a:pt x="0" y="6619"/>
                  </a:lnTo>
                  <a:lnTo>
                    <a:pt x="2203" y="2200"/>
                  </a:lnTo>
                  <a:lnTo>
                    <a:pt x="6632" y="0"/>
                  </a:lnTo>
                  <a:lnTo>
                    <a:pt x="884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0466" y="4204514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0"/>
                  </a:moveTo>
                  <a:lnTo>
                    <a:pt x="110585" y="55148"/>
                  </a:lnTo>
                  <a:lnTo>
                    <a:pt x="0" y="11029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35983" y="3836133"/>
              <a:ext cx="1741170" cy="551815"/>
            </a:xfrm>
            <a:custGeom>
              <a:avLst/>
              <a:gdLst/>
              <a:ahLst/>
              <a:cxnLst/>
              <a:rect l="l" t="t" r="r" b="b"/>
              <a:pathLst>
                <a:path w="1741170" h="551814">
                  <a:moveTo>
                    <a:pt x="0" y="551462"/>
                  </a:moveTo>
                  <a:lnTo>
                    <a:pt x="1740932" y="551462"/>
                  </a:lnTo>
                  <a:lnTo>
                    <a:pt x="1740932" y="0"/>
                  </a:lnTo>
                  <a:lnTo>
                    <a:pt x="0" y="0"/>
                  </a:lnTo>
                  <a:lnTo>
                    <a:pt x="0" y="5514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6756024" y="3917258"/>
              <a:ext cx="1184275" cy="2489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15" dirty="0">
                  <a:latin typeface="Times New Roman"/>
                  <a:cs typeface="Times New Roman"/>
                </a:rPr>
                <a:t>O</a:t>
              </a:r>
              <a:r>
                <a:rPr sz="1700" spc="10" dirty="0">
                  <a:latin typeface="Times New Roman"/>
                  <a:cs typeface="Times New Roman"/>
                </a:rPr>
                <a:t>utput,</a:t>
              </a:r>
              <a:r>
                <a:rPr sz="1700" dirty="0">
                  <a:latin typeface="Times New Roman"/>
                  <a:cs typeface="Times New Roman"/>
                </a:rPr>
                <a:t>  </a:t>
              </a:r>
              <a:r>
                <a:rPr sz="1750" i="1" spc="70" dirty="0">
                  <a:latin typeface="Times New Roman"/>
                  <a:cs typeface="Times New Roman"/>
                </a:rPr>
                <a:t>y</a:t>
              </a:r>
              <a:r>
                <a:rPr sz="1750" spc="40" dirty="0">
                  <a:latin typeface="Times New Roman"/>
                  <a:cs typeface="Times New Roman"/>
                </a:rPr>
                <a:t>(</a:t>
              </a:r>
              <a:r>
                <a:rPr sz="1750" i="1" spc="140" dirty="0">
                  <a:latin typeface="Times New Roman"/>
                  <a:cs typeface="Times New Roman"/>
                </a:rPr>
                <a:t>k</a:t>
              </a:r>
              <a:r>
                <a:rPr sz="1750" dirty="0">
                  <a:latin typeface="Times New Roman"/>
                  <a:cs typeface="Times New Roman"/>
                </a:rPr>
                <a:t>)</a:t>
              </a:r>
              <a:endParaRPr sz="175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653692" y="4204515"/>
              <a:ext cx="1212215" cy="110489"/>
            </a:xfrm>
            <a:custGeom>
              <a:avLst/>
              <a:gdLst/>
              <a:ahLst/>
              <a:cxnLst/>
              <a:rect l="l" t="t" r="r" b="b"/>
              <a:pathLst>
                <a:path w="1212215" h="110489">
                  <a:moveTo>
                    <a:pt x="1101608" y="0"/>
                  </a:moveTo>
                  <a:lnTo>
                    <a:pt x="1101608" y="46326"/>
                  </a:lnTo>
                  <a:lnTo>
                    <a:pt x="6614" y="46326"/>
                  </a:lnTo>
                  <a:lnTo>
                    <a:pt x="4419" y="48527"/>
                  </a:lnTo>
                  <a:lnTo>
                    <a:pt x="2225" y="52946"/>
                  </a:lnTo>
                  <a:lnTo>
                    <a:pt x="0" y="55147"/>
                  </a:lnTo>
                  <a:lnTo>
                    <a:pt x="2225" y="59554"/>
                  </a:lnTo>
                  <a:lnTo>
                    <a:pt x="6614" y="63971"/>
                  </a:lnTo>
                  <a:lnTo>
                    <a:pt x="1101608" y="63971"/>
                  </a:lnTo>
                  <a:lnTo>
                    <a:pt x="1101608" y="110297"/>
                  </a:lnTo>
                  <a:lnTo>
                    <a:pt x="1212220" y="55147"/>
                  </a:lnTo>
                  <a:lnTo>
                    <a:pt x="1101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53678" y="4250842"/>
              <a:ext cx="1130935" cy="17780"/>
            </a:xfrm>
            <a:custGeom>
              <a:avLst/>
              <a:gdLst/>
              <a:ahLst/>
              <a:cxnLst/>
              <a:rect l="l" t="t" r="r" b="b"/>
              <a:pathLst>
                <a:path w="1130934" h="17779">
                  <a:moveTo>
                    <a:pt x="11079" y="0"/>
                  </a:moveTo>
                  <a:lnTo>
                    <a:pt x="1121547" y="0"/>
                  </a:lnTo>
                  <a:lnTo>
                    <a:pt x="1123745" y="0"/>
                  </a:lnTo>
                  <a:lnTo>
                    <a:pt x="1128201" y="2200"/>
                  </a:lnTo>
                  <a:lnTo>
                    <a:pt x="1128201" y="6619"/>
                  </a:lnTo>
                  <a:lnTo>
                    <a:pt x="1130399" y="8820"/>
                  </a:lnTo>
                  <a:lnTo>
                    <a:pt x="1128201" y="13227"/>
                  </a:lnTo>
                  <a:lnTo>
                    <a:pt x="1128201" y="15440"/>
                  </a:lnTo>
                  <a:lnTo>
                    <a:pt x="1123745" y="17644"/>
                  </a:lnTo>
                  <a:lnTo>
                    <a:pt x="1121547" y="17644"/>
                  </a:lnTo>
                  <a:lnTo>
                    <a:pt x="11079" y="17644"/>
                  </a:lnTo>
                  <a:lnTo>
                    <a:pt x="6654" y="17644"/>
                  </a:lnTo>
                  <a:lnTo>
                    <a:pt x="4425" y="15440"/>
                  </a:lnTo>
                  <a:lnTo>
                    <a:pt x="2228" y="13227"/>
                  </a:lnTo>
                  <a:lnTo>
                    <a:pt x="0" y="8820"/>
                  </a:lnTo>
                  <a:lnTo>
                    <a:pt x="2228" y="6619"/>
                  </a:lnTo>
                  <a:lnTo>
                    <a:pt x="4425" y="2200"/>
                  </a:lnTo>
                  <a:lnTo>
                    <a:pt x="6654" y="0"/>
                  </a:lnTo>
                  <a:lnTo>
                    <a:pt x="1107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55325" y="4204514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0"/>
                  </a:moveTo>
                  <a:lnTo>
                    <a:pt x="110585" y="55148"/>
                  </a:lnTo>
                  <a:lnTo>
                    <a:pt x="0" y="11029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37859" y="3873639"/>
              <a:ext cx="940435" cy="746125"/>
            </a:xfrm>
            <a:custGeom>
              <a:avLst/>
              <a:gdLst/>
              <a:ahLst/>
              <a:cxnLst/>
              <a:rect l="l" t="t" r="r" b="b"/>
              <a:pathLst>
                <a:path w="940434" h="746125">
                  <a:moveTo>
                    <a:pt x="0" y="745568"/>
                  </a:moveTo>
                  <a:lnTo>
                    <a:pt x="940140" y="745568"/>
                  </a:lnTo>
                  <a:lnTo>
                    <a:pt x="940140" y="0"/>
                  </a:lnTo>
                  <a:lnTo>
                    <a:pt x="0" y="0"/>
                  </a:lnTo>
                  <a:lnTo>
                    <a:pt x="0" y="7455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37857" y="3873640"/>
              <a:ext cx="940435" cy="746125"/>
            </a:xfrm>
            <a:custGeom>
              <a:avLst/>
              <a:gdLst/>
              <a:ahLst/>
              <a:cxnLst/>
              <a:rect l="l" t="t" r="r" b="b"/>
              <a:pathLst>
                <a:path w="940434" h="746125">
                  <a:moveTo>
                    <a:pt x="0" y="0"/>
                  </a:moveTo>
                  <a:lnTo>
                    <a:pt x="0" y="745568"/>
                  </a:lnTo>
                  <a:lnTo>
                    <a:pt x="940147" y="745568"/>
                  </a:lnTo>
                  <a:lnTo>
                    <a:pt x="940147" y="0"/>
                  </a:lnTo>
                  <a:lnTo>
                    <a:pt x="0" y="0"/>
                  </a:lnTo>
                  <a:close/>
                </a:path>
              </a:pathLst>
            </a:custGeom>
            <a:ln w="13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864534" y="4058424"/>
              <a:ext cx="675640" cy="246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30" dirty="0">
                  <a:latin typeface="Times New Roman"/>
                  <a:cs typeface="Times New Roman"/>
                </a:rPr>
                <a:t>S</a:t>
              </a:r>
              <a:r>
                <a:rPr sz="1700" spc="-20" dirty="0">
                  <a:latin typeface="Times New Roman"/>
                  <a:cs typeface="Times New Roman"/>
                </a:rPr>
                <a:t>y</a:t>
              </a:r>
              <a:r>
                <a:rPr sz="1700" spc="10" dirty="0">
                  <a:latin typeface="Times New Roman"/>
                  <a:cs typeface="Times New Roman"/>
                </a:rPr>
                <a:t>st</a:t>
              </a:r>
              <a:r>
                <a:rPr sz="1700" spc="5" dirty="0">
                  <a:latin typeface="Times New Roman"/>
                  <a:cs typeface="Times New Roman"/>
                </a:rPr>
                <a:t>e</a:t>
              </a:r>
              <a:r>
                <a:rPr sz="1700" spc="25" dirty="0">
                  <a:latin typeface="Times New Roman"/>
                  <a:cs typeface="Times New Roman"/>
                </a:rPr>
                <a:t>m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497000" y="3928789"/>
              <a:ext cx="332105" cy="318135"/>
            </a:xfrm>
            <a:custGeom>
              <a:avLst/>
              <a:gdLst/>
              <a:ahLst/>
              <a:cxnLst/>
              <a:rect l="l" t="t" r="r" b="b"/>
              <a:pathLst>
                <a:path w="332104" h="318135">
                  <a:moveTo>
                    <a:pt x="0" y="317635"/>
                  </a:moveTo>
                  <a:lnTo>
                    <a:pt x="331814" y="317635"/>
                  </a:lnTo>
                  <a:lnTo>
                    <a:pt x="331814" y="0"/>
                  </a:lnTo>
                  <a:lnTo>
                    <a:pt x="0" y="0"/>
                  </a:lnTo>
                  <a:lnTo>
                    <a:pt x="0" y="317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3510854" y="3967283"/>
              <a:ext cx="129539" cy="208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50" spc="-10" dirty="0">
                  <a:latin typeface="Times New Roman"/>
                  <a:cs typeface="Times New Roman"/>
                </a:rPr>
                <a:t>+</a:t>
              </a:r>
              <a:endParaRPr sz="1450"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483742" y="4398632"/>
              <a:ext cx="332105" cy="315595"/>
            </a:xfrm>
            <a:custGeom>
              <a:avLst/>
              <a:gdLst/>
              <a:ahLst/>
              <a:cxnLst/>
              <a:rect l="l" t="t" r="r" b="b"/>
              <a:pathLst>
                <a:path w="332104" h="315595">
                  <a:moveTo>
                    <a:pt x="0" y="315431"/>
                  </a:moveTo>
                  <a:lnTo>
                    <a:pt x="331814" y="315431"/>
                  </a:lnTo>
                  <a:lnTo>
                    <a:pt x="331814" y="0"/>
                  </a:lnTo>
                  <a:lnTo>
                    <a:pt x="0" y="0"/>
                  </a:lnTo>
                  <a:lnTo>
                    <a:pt x="0" y="315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3497570" y="4437133"/>
              <a:ext cx="86995" cy="208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50" spc="-5" dirty="0">
                  <a:latin typeface="Times New Roman"/>
                  <a:cs typeface="Times New Roman"/>
                </a:rPr>
                <a:t>-</a:t>
              </a:r>
              <a:endParaRPr sz="1450">
                <a:latin typeface="Times New Roman"/>
                <a:cs typeface="Times New Roman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574420" y="4122895"/>
              <a:ext cx="234950" cy="234315"/>
            </a:xfrm>
            <a:custGeom>
              <a:avLst/>
              <a:gdLst/>
              <a:ahLst/>
              <a:cxnLst/>
              <a:rect l="l" t="t" r="r" b="b"/>
              <a:pathLst>
                <a:path w="234950" h="234314">
                  <a:moveTo>
                    <a:pt x="128290" y="0"/>
                  </a:moveTo>
                  <a:lnTo>
                    <a:pt x="103967" y="0"/>
                  </a:lnTo>
                  <a:lnTo>
                    <a:pt x="81838" y="4416"/>
                  </a:lnTo>
                  <a:lnTo>
                    <a:pt x="33192" y="33089"/>
                  </a:lnTo>
                  <a:lnTo>
                    <a:pt x="8839" y="70591"/>
                  </a:lnTo>
                  <a:lnTo>
                    <a:pt x="2225" y="92656"/>
                  </a:lnTo>
                  <a:lnTo>
                    <a:pt x="0" y="103680"/>
                  </a:lnTo>
                  <a:lnTo>
                    <a:pt x="0" y="127945"/>
                  </a:lnTo>
                  <a:lnTo>
                    <a:pt x="2225" y="141174"/>
                  </a:lnTo>
                  <a:lnTo>
                    <a:pt x="19903" y="183084"/>
                  </a:lnTo>
                  <a:lnTo>
                    <a:pt x="50871" y="213966"/>
                  </a:lnTo>
                  <a:lnTo>
                    <a:pt x="103967" y="233827"/>
                  </a:lnTo>
                  <a:lnTo>
                    <a:pt x="128290" y="233827"/>
                  </a:lnTo>
                  <a:lnTo>
                    <a:pt x="172547" y="220586"/>
                  </a:lnTo>
                  <a:lnTo>
                    <a:pt x="199095" y="198525"/>
                  </a:lnTo>
                  <a:lnTo>
                    <a:pt x="207934" y="191917"/>
                  </a:lnTo>
                  <a:lnTo>
                    <a:pt x="230063" y="152211"/>
                  </a:lnTo>
                  <a:lnTo>
                    <a:pt x="234482" y="127945"/>
                  </a:lnTo>
                  <a:lnTo>
                    <a:pt x="234482" y="103680"/>
                  </a:lnTo>
                  <a:lnTo>
                    <a:pt x="221223" y="61770"/>
                  </a:lnTo>
                  <a:lnTo>
                    <a:pt x="192450" y="26468"/>
                  </a:lnTo>
                  <a:lnTo>
                    <a:pt x="152643" y="4416"/>
                  </a:lnTo>
                  <a:lnTo>
                    <a:pt x="141579" y="2215"/>
                  </a:lnTo>
                  <a:lnTo>
                    <a:pt x="128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74428" y="4122895"/>
              <a:ext cx="234950" cy="234315"/>
            </a:xfrm>
            <a:custGeom>
              <a:avLst/>
              <a:gdLst/>
              <a:ahLst/>
              <a:cxnLst/>
              <a:rect l="l" t="t" r="r" b="b"/>
              <a:pathLst>
                <a:path w="234950" h="234314">
                  <a:moveTo>
                    <a:pt x="117239" y="0"/>
                  </a:moveTo>
                  <a:lnTo>
                    <a:pt x="103962" y="0"/>
                  </a:lnTo>
                  <a:lnTo>
                    <a:pt x="92912" y="2215"/>
                  </a:lnTo>
                  <a:lnTo>
                    <a:pt x="81863" y="4419"/>
                  </a:lnTo>
                  <a:lnTo>
                    <a:pt x="42030" y="26467"/>
                  </a:lnTo>
                  <a:lnTo>
                    <a:pt x="26555" y="41911"/>
                  </a:lnTo>
                  <a:lnTo>
                    <a:pt x="19901" y="50734"/>
                  </a:lnTo>
                  <a:lnTo>
                    <a:pt x="2197" y="92643"/>
                  </a:lnTo>
                  <a:lnTo>
                    <a:pt x="0" y="103679"/>
                  </a:lnTo>
                  <a:lnTo>
                    <a:pt x="0" y="116907"/>
                  </a:lnTo>
                  <a:lnTo>
                    <a:pt x="0" y="127946"/>
                  </a:lnTo>
                  <a:lnTo>
                    <a:pt x="13277" y="172058"/>
                  </a:lnTo>
                  <a:lnTo>
                    <a:pt x="42030" y="207347"/>
                  </a:lnTo>
                  <a:lnTo>
                    <a:pt x="81863" y="229410"/>
                  </a:lnTo>
                  <a:lnTo>
                    <a:pt x="92912" y="231614"/>
                  </a:lnTo>
                  <a:lnTo>
                    <a:pt x="103962" y="233827"/>
                  </a:lnTo>
                  <a:lnTo>
                    <a:pt x="117239" y="233827"/>
                  </a:lnTo>
                  <a:lnTo>
                    <a:pt x="128289" y="233827"/>
                  </a:lnTo>
                  <a:lnTo>
                    <a:pt x="141566" y="231614"/>
                  </a:lnTo>
                  <a:lnTo>
                    <a:pt x="183597" y="213967"/>
                  </a:lnTo>
                  <a:lnTo>
                    <a:pt x="199103" y="198526"/>
                  </a:lnTo>
                  <a:lnTo>
                    <a:pt x="207924" y="191918"/>
                  </a:lnTo>
                  <a:lnTo>
                    <a:pt x="230053" y="152210"/>
                  </a:lnTo>
                  <a:lnTo>
                    <a:pt x="234479" y="127946"/>
                  </a:lnTo>
                  <a:lnTo>
                    <a:pt x="234479" y="116907"/>
                  </a:lnTo>
                  <a:lnTo>
                    <a:pt x="234479" y="103679"/>
                  </a:lnTo>
                  <a:lnTo>
                    <a:pt x="221202" y="61771"/>
                  </a:lnTo>
                  <a:lnTo>
                    <a:pt x="192449" y="26467"/>
                  </a:lnTo>
                  <a:lnTo>
                    <a:pt x="152646" y="4419"/>
                  </a:lnTo>
                  <a:lnTo>
                    <a:pt x="128289" y="0"/>
                  </a:lnTo>
                  <a:lnTo>
                    <a:pt x="117239" y="0"/>
                  </a:lnTo>
                </a:path>
              </a:pathLst>
            </a:custGeom>
            <a:ln w="132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00984" y="4155983"/>
              <a:ext cx="181610" cy="165735"/>
            </a:xfrm>
            <a:custGeom>
              <a:avLst/>
              <a:gdLst/>
              <a:ahLst/>
              <a:cxnLst/>
              <a:rect l="l" t="t" r="r" b="b"/>
              <a:pathLst>
                <a:path w="181610" h="165735">
                  <a:moveTo>
                    <a:pt x="181369" y="0"/>
                  </a:moveTo>
                  <a:lnTo>
                    <a:pt x="0" y="165438"/>
                  </a:lnTo>
                </a:path>
              </a:pathLst>
            </a:custGeom>
            <a:ln w="132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09835" y="4178046"/>
              <a:ext cx="172720" cy="137160"/>
            </a:xfrm>
            <a:custGeom>
              <a:avLst/>
              <a:gdLst/>
              <a:ahLst/>
              <a:cxnLst/>
              <a:rect l="l" t="t" r="r" b="b"/>
              <a:pathLst>
                <a:path w="172720" h="137160">
                  <a:moveTo>
                    <a:pt x="0" y="0"/>
                  </a:moveTo>
                  <a:lnTo>
                    <a:pt x="172517" y="136767"/>
                  </a:lnTo>
                </a:path>
              </a:pathLst>
            </a:custGeom>
            <a:ln w="13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29925" y="5322880"/>
              <a:ext cx="1411605" cy="812165"/>
            </a:xfrm>
            <a:custGeom>
              <a:avLst/>
              <a:gdLst/>
              <a:ahLst/>
              <a:cxnLst/>
              <a:rect l="l" t="t" r="r" b="b"/>
              <a:pathLst>
                <a:path w="1411604" h="812164">
                  <a:moveTo>
                    <a:pt x="0" y="811743"/>
                  </a:moveTo>
                  <a:lnTo>
                    <a:pt x="1411330" y="811743"/>
                  </a:lnTo>
                  <a:lnTo>
                    <a:pt x="1411330" y="0"/>
                  </a:lnTo>
                  <a:lnTo>
                    <a:pt x="0" y="0"/>
                  </a:lnTo>
                  <a:lnTo>
                    <a:pt x="0" y="811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29933" y="5322878"/>
              <a:ext cx="1411605" cy="812165"/>
            </a:xfrm>
            <a:custGeom>
              <a:avLst/>
              <a:gdLst/>
              <a:ahLst/>
              <a:cxnLst/>
              <a:rect l="l" t="t" r="r" b="b"/>
              <a:pathLst>
                <a:path w="1411604" h="812164">
                  <a:moveTo>
                    <a:pt x="0" y="0"/>
                  </a:moveTo>
                  <a:lnTo>
                    <a:pt x="0" y="811744"/>
                  </a:lnTo>
                  <a:lnTo>
                    <a:pt x="1411335" y="811744"/>
                  </a:lnTo>
                  <a:lnTo>
                    <a:pt x="1411335" y="0"/>
                  </a:lnTo>
                  <a:lnTo>
                    <a:pt x="0" y="0"/>
                  </a:lnTo>
                  <a:close/>
                </a:path>
              </a:pathLst>
            </a:custGeom>
            <a:ln w="13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842417" y="5496640"/>
              <a:ext cx="784860" cy="5086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5080" indent="158750">
                <a:lnSpc>
                  <a:spcPct val="101299"/>
                </a:lnSpc>
              </a:pPr>
              <a:r>
                <a:rPr sz="1700" spc="20" dirty="0">
                  <a:latin typeface="Times New Roman"/>
                  <a:cs typeface="Times New Roman"/>
                </a:rPr>
                <a:t>S</a:t>
              </a:r>
              <a:r>
                <a:rPr sz="1700" spc="5" dirty="0">
                  <a:latin typeface="Times New Roman"/>
                  <a:cs typeface="Times New Roman"/>
                </a:rPr>
                <a:t>ta</a:t>
              </a:r>
              <a:r>
                <a:rPr sz="1700" spc="10" dirty="0">
                  <a:latin typeface="Times New Roman"/>
                  <a:cs typeface="Times New Roman"/>
                </a:rPr>
                <a:t>te</a:t>
              </a:r>
              <a:r>
                <a:rPr sz="1700" spc="5" dirty="0">
                  <a:latin typeface="Times New Roman"/>
                  <a:cs typeface="Times New Roman"/>
                </a:rPr>
                <a:t> </a:t>
              </a:r>
              <a:r>
                <a:rPr sz="1700" spc="15" dirty="0">
                  <a:latin typeface="Times New Roman"/>
                  <a:cs typeface="Times New Roman"/>
                </a:rPr>
                <a:t>obs</a:t>
              </a:r>
              <a:r>
                <a:rPr sz="1700" dirty="0">
                  <a:latin typeface="Times New Roman"/>
                  <a:cs typeface="Times New Roman"/>
                </a:rPr>
                <a:t>er</a:t>
              </a:r>
              <a:r>
                <a:rPr sz="1700" spc="15" dirty="0">
                  <a:latin typeface="Times New Roman"/>
                  <a:cs typeface="Times New Roman"/>
                </a:rPr>
                <a:t>v</a:t>
              </a:r>
              <a:r>
                <a:rPr sz="1700" spc="5" dirty="0">
                  <a:latin typeface="Times New Roman"/>
                  <a:cs typeface="Times New Roman"/>
                </a:rPr>
                <a:t>e</a:t>
              </a:r>
              <a:r>
                <a:rPr sz="1700" spc="10" dirty="0">
                  <a:latin typeface="Times New Roman"/>
                  <a:cs typeface="Times New Roman"/>
                </a:rPr>
                <a:t>r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844186" y="4250841"/>
              <a:ext cx="1141730" cy="1056640"/>
            </a:xfrm>
            <a:custGeom>
              <a:avLst/>
              <a:gdLst/>
              <a:ahLst/>
              <a:cxnLst/>
              <a:rect l="l" t="t" r="r" b="b"/>
              <a:pathLst>
                <a:path w="1141729" h="1056639">
                  <a:moveTo>
                    <a:pt x="11064" y="0"/>
                  </a:moveTo>
                  <a:lnTo>
                    <a:pt x="4419" y="0"/>
                  </a:lnTo>
                  <a:lnTo>
                    <a:pt x="2194" y="2200"/>
                  </a:lnTo>
                  <a:lnTo>
                    <a:pt x="0" y="6620"/>
                  </a:lnTo>
                  <a:lnTo>
                    <a:pt x="0" y="13228"/>
                  </a:lnTo>
                  <a:lnTo>
                    <a:pt x="2194" y="15441"/>
                  </a:lnTo>
                  <a:lnTo>
                    <a:pt x="1055522" y="989502"/>
                  </a:lnTo>
                  <a:lnTo>
                    <a:pt x="1024188" y="1023509"/>
                  </a:lnTo>
                  <a:lnTo>
                    <a:pt x="1141445" y="1056595"/>
                  </a:lnTo>
                  <a:lnTo>
                    <a:pt x="1112214" y="976823"/>
                  </a:lnTo>
                  <a:lnTo>
                    <a:pt x="1067226" y="976823"/>
                  </a:lnTo>
                  <a:lnTo>
                    <a:pt x="15483" y="2200"/>
                  </a:lnTo>
                  <a:lnTo>
                    <a:pt x="11064" y="0"/>
                  </a:lnTo>
                  <a:close/>
                </a:path>
                <a:path w="1141729" h="1056639">
                  <a:moveTo>
                    <a:pt x="1099413" y="941889"/>
                  </a:moveTo>
                  <a:lnTo>
                    <a:pt x="1067226" y="976823"/>
                  </a:lnTo>
                  <a:lnTo>
                    <a:pt x="1112214" y="976823"/>
                  </a:lnTo>
                  <a:lnTo>
                    <a:pt x="1099413" y="941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44166" y="4250842"/>
              <a:ext cx="1083945" cy="1003935"/>
            </a:xfrm>
            <a:custGeom>
              <a:avLst/>
              <a:gdLst/>
              <a:ahLst/>
              <a:cxnLst/>
              <a:rect l="l" t="t" r="r" b="b"/>
              <a:pathLst>
                <a:path w="1083945" h="1003935">
                  <a:moveTo>
                    <a:pt x="15505" y="2200"/>
                  </a:moveTo>
                  <a:lnTo>
                    <a:pt x="1079516" y="988216"/>
                  </a:lnTo>
                  <a:lnTo>
                    <a:pt x="1081714" y="990419"/>
                  </a:lnTo>
                  <a:lnTo>
                    <a:pt x="1083942" y="994824"/>
                  </a:lnTo>
                  <a:lnTo>
                    <a:pt x="1083942" y="997039"/>
                  </a:lnTo>
                  <a:lnTo>
                    <a:pt x="1081714" y="1001444"/>
                  </a:lnTo>
                  <a:lnTo>
                    <a:pt x="1077319" y="1003647"/>
                  </a:lnTo>
                  <a:lnTo>
                    <a:pt x="1075091" y="1003647"/>
                  </a:lnTo>
                  <a:lnTo>
                    <a:pt x="1070665" y="1003647"/>
                  </a:lnTo>
                  <a:lnTo>
                    <a:pt x="1068467" y="1001444"/>
                  </a:lnTo>
                  <a:lnTo>
                    <a:pt x="2228" y="15440"/>
                  </a:lnTo>
                  <a:lnTo>
                    <a:pt x="0" y="13227"/>
                  </a:lnTo>
                  <a:lnTo>
                    <a:pt x="0" y="8820"/>
                  </a:lnTo>
                  <a:lnTo>
                    <a:pt x="0" y="6619"/>
                  </a:lnTo>
                  <a:lnTo>
                    <a:pt x="2228" y="2200"/>
                  </a:lnTo>
                  <a:lnTo>
                    <a:pt x="4425" y="0"/>
                  </a:lnTo>
                  <a:lnTo>
                    <a:pt x="8851" y="0"/>
                  </a:lnTo>
                  <a:lnTo>
                    <a:pt x="11079" y="0"/>
                  </a:lnTo>
                  <a:lnTo>
                    <a:pt x="15505" y="22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68375" y="5192734"/>
              <a:ext cx="117475" cy="114935"/>
            </a:xfrm>
            <a:custGeom>
              <a:avLst/>
              <a:gdLst/>
              <a:ahLst/>
              <a:cxnLst/>
              <a:rect l="l" t="t" r="r" b="b"/>
              <a:pathLst>
                <a:path w="117475" h="114935">
                  <a:moveTo>
                    <a:pt x="75239" y="0"/>
                  </a:moveTo>
                  <a:lnTo>
                    <a:pt x="117239" y="114703"/>
                  </a:lnTo>
                  <a:lnTo>
                    <a:pt x="0" y="81616"/>
                  </a:lnTo>
                  <a:lnTo>
                    <a:pt x="75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98823" y="4264069"/>
              <a:ext cx="822960" cy="1043940"/>
            </a:xfrm>
            <a:custGeom>
              <a:avLst/>
              <a:gdLst/>
              <a:ahLst/>
              <a:cxnLst/>
              <a:rect l="l" t="t" r="r" b="b"/>
              <a:pathLst>
                <a:path w="822959" h="1043939">
                  <a:moveTo>
                    <a:pt x="24353" y="924245"/>
                  </a:moveTo>
                  <a:lnTo>
                    <a:pt x="0" y="1043366"/>
                  </a:lnTo>
                  <a:lnTo>
                    <a:pt x="110611" y="990420"/>
                  </a:lnTo>
                  <a:lnTo>
                    <a:pt x="75163" y="963238"/>
                  </a:lnTo>
                  <a:lnTo>
                    <a:pt x="84284" y="951677"/>
                  </a:lnTo>
                  <a:lnTo>
                    <a:pt x="60106" y="951677"/>
                  </a:lnTo>
                  <a:lnTo>
                    <a:pt x="24353" y="924245"/>
                  </a:lnTo>
                  <a:close/>
                </a:path>
                <a:path w="822959" h="1043939">
                  <a:moveTo>
                    <a:pt x="816284" y="0"/>
                  </a:moveTo>
                  <a:lnTo>
                    <a:pt x="814059" y="0"/>
                  </a:lnTo>
                  <a:lnTo>
                    <a:pt x="809640" y="2212"/>
                  </a:lnTo>
                  <a:lnTo>
                    <a:pt x="807445" y="4416"/>
                  </a:lnTo>
                  <a:lnTo>
                    <a:pt x="60106" y="951677"/>
                  </a:lnTo>
                  <a:lnTo>
                    <a:pt x="84284" y="951677"/>
                  </a:lnTo>
                  <a:lnTo>
                    <a:pt x="822929" y="15441"/>
                  </a:lnTo>
                  <a:lnTo>
                    <a:pt x="822929" y="6620"/>
                  </a:lnTo>
                  <a:lnTo>
                    <a:pt x="820704" y="2212"/>
                  </a:lnTo>
                  <a:lnTo>
                    <a:pt x="8162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45290" y="4264070"/>
              <a:ext cx="776605" cy="981710"/>
            </a:xfrm>
            <a:custGeom>
              <a:avLst/>
              <a:gdLst/>
              <a:ahLst/>
              <a:cxnLst/>
              <a:rect l="l" t="t" r="r" b="b"/>
              <a:pathLst>
                <a:path w="776604" h="981710">
                  <a:moveTo>
                    <a:pt x="776451" y="15440"/>
                  </a:moveTo>
                  <a:lnTo>
                    <a:pt x="17703" y="977192"/>
                  </a:lnTo>
                  <a:lnTo>
                    <a:pt x="13277" y="979395"/>
                  </a:lnTo>
                  <a:lnTo>
                    <a:pt x="11079" y="981596"/>
                  </a:lnTo>
                  <a:lnTo>
                    <a:pt x="6623" y="979395"/>
                  </a:lnTo>
                  <a:lnTo>
                    <a:pt x="4425" y="979395"/>
                  </a:lnTo>
                  <a:lnTo>
                    <a:pt x="2228" y="977192"/>
                  </a:lnTo>
                  <a:lnTo>
                    <a:pt x="0" y="972775"/>
                  </a:lnTo>
                  <a:lnTo>
                    <a:pt x="0" y="968368"/>
                  </a:lnTo>
                  <a:lnTo>
                    <a:pt x="2228" y="966155"/>
                  </a:lnTo>
                  <a:lnTo>
                    <a:pt x="760975" y="4416"/>
                  </a:lnTo>
                  <a:lnTo>
                    <a:pt x="763173" y="2212"/>
                  </a:lnTo>
                  <a:lnTo>
                    <a:pt x="767599" y="0"/>
                  </a:lnTo>
                  <a:lnTo>
                    <a:pt x="769827" y="0"/>
                  </a:lnTo>
                  <a:lnTo>
                    <a:pt x="774253" y="2212"/>
                  </a:lnTo>
                  <a:lnTo>
                    <a:pt x="776451" y="6619"/>
                  </a:lnTo>
                  <a:lnTo>
                    <a:pt x="776451" y="8820"/>
                  </a:lnTo>
                  <a:lnTo>
                    <a:pt x="776451" y="13239"/>
                  </a:lnTo>
                  <a:lnTo>
                    <a:pt x="776451" y="154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98833" y="5188314"/>
              <a:ext cx="111125" cy="119380"/>
            </a:xfrm>
            <a:custGeom>
              <a:avLst/>
              <a:gdLst/>
              <a:ahLst/>
              <a:cxnLst/>
              <a:rect l="l" t="t" r="r" b="b"/>
              <a:pathLst>
                <a:path w="111125" h="119379">
                  <a:moveTo>
                    <a:pt x="110616" y="66175"/>
                  </a:moveTo>
                  <a:lnTo>
                    <a:pt x="0" y="119123"/>
                  </a:lnTo>
                  <a:lnTo>
                    <a:pt x="24327" y="0"/>
                  </a:lnTo>
                  <a:lnTo>
                    <a:pt x="110616" y="6617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34864" y="5666982"/>
              <a:ext cx="604520" cy="110489"/>
            </a:xfrm>
            <a:custGeom>
              <a:avLst/>
              <a:gdLst/>
              <a:ahLst/>
              <a:cxnLst/>
              <a:rect l="l" t="t" r="r" b="b"/>
              <a:pathLst>
                <a:path w="604520" h="110489">
                  <a:moveTo>
                    <a:pt x="110611" y="0"/>
                  </a:moveTo>
                  <a:lnTo>
                    <a:pt x="0" y="55150"/>
                  </a:lnTo>
                  <a:lnTo>
                    <a:pt x="110611" y="110301"/>
                  </a:lnTo>
                  <a:lnTo>
                    <a:pt x="110611" y="63971"/>
                  </a:lnTo>
                  <a:lnTo>
                    <a:pt x="599480" y="63971"/>
                  </a:lnTo>
                  <a:lnTo>
                    <a:pt x="601705" y="61770"/>
                  </a:lnTo>
                  <a:lnTo>
                    <a:pt x="603900" y="57351"/>
                  </a:lnTo>
                  <a:lnTo>
                    <a:pt x="603900" y="50746"/>
                  </a:lnTo>
                  <a:lnTo>
                    <a:pt x="601705" y="48530"/>
                  </a:lnTo>
                  <a:lnTo>
                    <a:pt x="599480" y="46326"/>
                  </a:lnTo>
                  <a:lnTo>
                    <a:pt x="110611" y="46326"/>
                  </a:lnTo>
                  <a:lnTo>
                    <a:pt x="110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18943" y="5713308"/>
              <a:ext cx="520065" cy="17780"/>
            </a:xfrm>
            <a:custGeom>
              <a:avLst/>
              <a:gdLst/>
              <a:ahLst/>
              <a:cxnLst/>
              <a:rect l="l" t="t" r="r" b="b"/>
              <a:pathLst>
                <a:path w="520064" h="17779">
                  <a:moveTo>
                    <a:pt x="510990" y="17647"/>
                  </a:moveTo>
                  <a:lnTo>
                    <a:pt x="8851" y="17647"/>
                  </a:lnTo>
                  <a:lnTo>
                    <a:pt x="4425" y="17647"/>
                  </a:lnTo>
                  <a:lnTo>
                    <a:pt x="2197" y="15443"/>
                  </a:lnTo>
                  <a:lnTo>
                    <a:pt x="0" y="11027"/>
                  </a:lnTo>
                  <a:lnTo>
                    <a:pt x="0" y="8823"/>
                  </a:lnTo>
                  <a:lnTo>
                    <a:pt x="0" y="4419"/>
                  </a:lnTo>
                  <a:lnTo>
                    <a:pt x="2197" y="2203"/>
                  </a:lnTo>
                  <a:lnTo>
                    <a:pt x="4425" y="0"/>
                  </a:lnTo>
                  <a:lnTo>
                    <a:pt x="8851" y="0"/>
                  </a:lnTo>
                  <a:lnTo>
                    <a:pt x="510990" y="0"/>
                  </a:lnTo>
                  <a:lnTo>
                    <a:pt x="515416" y="0"/>
                  </a:lnTo>
                  <a:lnTo>
                    <a:pt x="517644" y="2203"/>
                  </a:lnTo>
                  <a:lnTo>
                    <a:pt x="519842" y="4419"/>
                  </a:lnTo>
                  <a:lnTo>
                    <a:pt x="519842" y="8823"/>
                  </a:lnTo>
                  <a:lnTo>
                    <a:pt x="519842" y="11027"/>
                  </a:lnTo>
                  <a:lnTo>
                    <a:pt x="517644" y="15443"/>
                  </a:lnTo>
                  <a:lnTo>
                    <a:pt x="515416" y="17647"/>
                  </a:lnTo>
                  <a:lnTo>
                    <a:pt x="510990" y="1764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34882" y="5666983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110585" y="110296"/>
                  </a:moveTo>
                  <a:lnTo>
                    <a:pt x="0" y="55148"/>
                  </a:lnTo>
                  <a:lnTo>
                    <a:pt x="110585" y="0"/>
                  </a:lnTo>
                  <a:lnTo>
                    <a:pt x="110585" y="1102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18224" y="5722132"/>
              <a:ext cx="664210" cy="0"/>
            </a:xfrm>
            <a:custGeom>
              <a:avLst/>
              <a:gdLst/>
              <a:ahLst/>
              <a:cxnLst/>
              <a:rect l="l" t="t" r="r" b="b"/>
              <a:pathLst>
                <a:path w="664210">
                  <a:moveTo>
                    <a:pt x="663637" y="0"/>
                  </a:moveTo>
                  <a:lnTo>
                    <a:pt x="0" y="0"/>
                  </a:lnTo>
                </a:path>
              </a:pathLst>
            </a:custGeom>
            <a:ln w="132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62903" y="4369951"/>
              <a:ext cx="111125" cy="1361440"/>
            </a:xfrm>
            <a:custGeom>
              <a:avLst/>
              <a:gdLst/>
              <a:ahLst/>
              <a:cxnLst/>
              <a:rect l="l" t="t" r="r" b="b"/>
              <a:pathLst>
                <a:path w="111125" h="1361439">
                  <a:moveTo>
                    <a:pt x="64160" y="110297"/>
                  </a:moveTo>
                  <a:lnTo>
                    <a:pt x="46451" y="110297"/>
                  </a:lnTo>
                  <a:lnTo>
                    <a:pt x="46451" y="1354394"/>
                  </a:lnTo>
                  <a:lnTo>
                    <a:pt x="48676" y="1358801"/>
                  </a:lnTo>
                  <a:lnTo>
                    <a:pt x="53096" y="1361002"/>
                  </a:lnTo>
                  <a:lnTo>
                    <a:pt x="59740" y="1361002"/>
                  </a:lnTo>
                  <a:lnTo>
                    <a:pt x="61935" y="1358801"/>
                  </a:lnTo>
                  <a:lnTo>
                    <a:pt x="64160" y="1354394"/>
                  </a:lnTo>
                  <a:lnTo>
                    <a:pt x="64160" y="110297"/>
                  </a:lnTo>
                  <a:close/>
                </a:path>
                <a:path w="111125" h="1361439">
                  <a:moveTo>
                    <a:pt x="55321" y="0"/>
                  </a:moveTo>
                  <a:lnTo>
                    <a:pt x="0" y="110297"/>
                  </a:lnTo>
                  <a:lnTo>
                    <a:pt x="110611" y="110297"/>
                  </a:lnTo>
                  <a:lnTo>
                    <a:pt x="553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09372" y="4453770"/>
              <a:ext cx="17780" cy="1277620"/>
            </a:xfrm>
            <a:custGeom>
              <a:avLst/>
              <a:gdLst/>
              <a:ahLst/>
              <a:cxnLst/>
              <a:rect l="l" t="t" r="r" b="b"/>
              <a:pathLst>
                <a:path w="17779" h="1277620">
                  <a:moveTo>
                    <a:pt x="0" y="1268361"/>
                  </a:moveTo>
                  <a:lnTo>
                    <a:pt x="0" y="8823"/>
                  </a:lnTo>
                  <a:lnTo>
                    <a:pt x="0" y="4419"/>
                  </a:lnTo>
                  <a:lnTo>
                    <a:pt x="2197" y="2215"/>
                  </a:lnTo>
                  <a:lnTo>
                    <a:pt x="6623" y="0"/>
                  </a:lnTo>
                  <a:lnTo>
                    <a:pt x="8851" y="0"/>
                  </a:lnTo>
                  <a:lnTo>
                    <a:pt x="13247" y="0"/>
                  </a:lnTo>
                  <a:lnTo>
                    <a:pt x="15475" y="2215"/>
                  </a:lnTo>
                  <a:lnTo>
                    <a:pt x="17703" y="4419"/>
                  </a:lnTo>
                  <a:lnTo>
                    <a:pt x="17703" y="8823"/>
                  </a:lnTo>
                  <a:lnTo>
                    <a:pt x="17703" y="1268361"/>
                  </a:lnTo>
                  <a:lnTo>
                    <a:pt x="17703" y="1270565"/>
                  </a:lnTo>
                  <a:lnTo>
                    <a:pt x="15475" y="1274981"/>
                  </a:lnTo>
                  <a:lnTo>
                    <a:pt x="13247" y="1277185"/>
                  </a:lnTo>
                  <a:lnTo>
                    <a:pt x="8851" y="1277185"/>
                  </a:lnTo>
                  <a:lnTo>
                    <a:pt x="6623" y="1277185"/>
                  </a:lnTo>
                  <a:lnTo>
                    <a:pt x="2197" y="1274981"/>
                  </a:lnTo>
                  <a:lnTo>
                    <a:pt x="0" y="1270565"/>
                  </a:lnTo>
                  <a:lnTo>
                    <a:pt x="0" y="126836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62915" y="4369950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110299"/>
                  </a:moveTo>
                  <a:lnTo>
                    <a:pt x="55308" y="0"/>
                  </a:lnTo>
                  <a:lnTo>
                    <a:pt x="110616" y="110299"/>
                  </a:lnTo>
                  <a:lnTo>
                    <a:pt x="0" y="11029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4154579" y="6081192"/>
              <a:ext cx="1061720" cy="246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15" dirty="0">
                  <a:latin typeface="Times New Roman"/>
                  <a:cs typeface="Times New Roman"/>
                </a:rPr>
                <a:t>G</a:t>
              </a:r>
              <a:r>
                <a:rPr sz="1700" spc="5" dirty="0">
                  <a:latin typeface="Times New Roman"/>
                  <a:cs typeface="Times New Roman"/>
                </a:rPr>
                <a:t>a</a:t>
              </a:r>
              <a:r>
                <a:rPr sz="1700" spc="10" dirty="0">
                  <a:latin typeface="Times New Roman"/>
                  <a:cs typeface="Times New Roman"/>
                </a:rPr>
                <a:t>in </a:t>
              </a:r>
              <a:r>
                <a:rPr sz="1700" spc="15" dirty="0">
                  <a:latin typeface="Times New Roman"/>
                  <a:cs typeface="Times New Roman"/>
                </a:rPr>
                <a:t>v</a:t>
              </a:r>
              <a:r>
                <a:rPr sz="1700" spc="5" dirty="0">
                  <a:latin typeface="Times New Roman"/>
                  <a:cs typeface="Times New Roman"/>
                </a:rPr>
                <a:t>ec</a:t>
              </a:r>
              <a:r>
                <a:rPr sz="1700" spc="10" dirty="0">
                  <a:latin typeface="Times New Roman"/>
                  <a:cs typeface="Times New Roman"/>
                </a:rPr>
                <a:t>tor</a:t>
              </a:r>
              <a:endParaRPr sz="170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ll</a:t>
            </a:r>
            <a:r>
              <a:rPr spc="-10" dirty="0">
                <a:latin typeface="Calibri"/>
                <a:cs typeface="Calibri"/>
              </a:rPr>
              <a:t>ab</a:t>
            </a:r>
            <a:r>
              <a:rPr spc="-5" dirty="0">
                <a:latin typeface="Calibri"/>
                <a:cs typeface="Calibri"/>
              </a:rPr>
              <a:t>ilit</a:t>
            </a:r>
            <a:r>
              <a:rPr dirty="0">
                <a:latin typeface="Calibri"/>
                <a:cs typeface="Calibri"/>
              </a:rPr>
              <a:t>y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hab</a:t>
            </a:r>
            <a:r>
              <a:rPr spc="-5" dirty="0">
                <a:latin typeface="Calibri"/>
                <a:cs typeface="Calibri"/>
              </a:rPr>
              <a:t>ility)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8976" y="2078445"/>
            <a:ext cx="7639050" cy="1791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libri"/>
                <a:cs typeface="Calibri"/>
              </a:rPr>
              <a:t>s</a:t>
            </a:r>
            <a:r>
              <a:rPr sz="2400" spc="-45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cr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b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llabl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3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un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5" dirty="0">
                <a:latin typeface="Calibri"/>
                <a:cs typeface="Calibri"/>
              </a:rPr>
              <a:t>il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4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ili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8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16043" y="4142812"/>
            <a:ext cx="1875789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31875" algn="l"/>
              </a:tabLst>
            </a:pPr>
            <a:r>
              <a:rPr sz="3300" b="1" i="1" baseline="-25252" dirty="0">
                <a:latin typeface="Times New Roman"/>
                <a:cs typeface="Times New Roman"/>
              </a:rPr>
              <a:t>F</a:t>
            </a:r>
            <a:r>
              <a:rPr sz="3300" b="1" i="1" spc="-330" baseline="-25252" dirty="0">
                <a:latin typeface="Times New Roman"/>
                <a:cs typeface="Times New Roman"/>
              </a:rPr>
              <a:t> </a:t>
            </a:r>
            <a:r>
              <a:rPr sz="1650" i="1" spc="60" dirty="0">
                <a:latin typeface="Times New Roman"/>
                <a:cs typeface="Times New Roman"/>
              </a:rPr>
              <a:t>n</a:t>
            </a:r>
            <a:r>
              <a:rPr sz="1650" spc="55" dirty="0">
                <a:latin typeface="Symbol"/>
                <a:cs typeface="Symbol"/>
              </a:rPr>
              <a:t></a:t>
            </a:r>
            <a:r>
              <a:rPr sz="1650" dirty="0">
                <a:latin typeface="Times New Roman"/>
                <a:cs typeface="Times New Roman"/>
              </a:rPr>
              <a:t>2</a:t>
            </a:r>
            <a:r>
              <a:rPr sz="1650" spc="-185" dirty="0">
                <a:latin typeface="Times New Roman"/>
                <a:cs typeface="Times New Roman"/>
              </a:rPr>
              <a:t> </a:t>
            </a:r>
            <a:r>
              <a:rPr sz="3300" b="1" i="1" baseline="-25252" dirty="0">
                <a:latin typeface="Times New Roman"/>
                <a:cs typeface="Times New Roman"/>
              </a:rPr>
              <a:t>g	F</a:t>
            </a:r>
            <a:r>
              <a:rPr sz="3300" b="1" i="1" spc="-330" baseline="-25252" dirty="0">
                <a:latin typeface="Times New Roman"/>
                <a:cs typeface="Times New Roman"/>
              </a:rPr>
              <a:t> </a:t>
            </a:r>
            <a:r>
              <a:rPr sz="1650" i="1" spc="60" dirty="0">
                <a:latin typeface="Times New Roman"/>
                <a:cs typeface="Times New Roman"/>
              </a:rPr>
              <a:t>n</a:t>
            </a:r>
            <a:r>
              <a:rPr sz="1650" spc="-130" dirty="0">
                <a:latin typeface="Symbol"/>
                <a:cs typeface="Symbol"/>
              </a:rPr>
              <a:t></a:t>
            </a:r>
            <a:r>
              <a:rPr sz="1650" spc="100" dirty="0">
                <a:latin typeface="Times New Roman"/>
                <a:cs typeface="Times New Roman"/>
              </a:rPr>
              <a:t>1</a:t>
            </a:r>
            <a:r>
              <a:rPr sz="3300" b="1" i="1" spc="270" baseline="-25252" dirty="0">
                <a:latin typeface="Times New Roman"/>
                <a:cs typeface="Times New Roman"/>
              </a:rPr>
              <a:t>g</a:t>
            </a:r>
            <a:r>
              <a:rPr sz="3300" baseline="-15151" dirty="0">
                <a:latin typeface="Symbol"/>
                <a:cs typeface="Symbol"/>
              </a:rPr>
              <a:t></a:t>
            </a:r>
            <a:endParaRPr sz="3300" baseline="-15151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7367" y="4346316"/>
            <a:ext cx="130810" cy="23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7386" y="4159893"/>
            <a:ext cx="1980564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2105" algn="l"/>
                <a:tab pos="1113155" algn="l"/>
                <a:tab pos="1686560" algn="l"/>
              </a:tabLst>
            </a:pPr>
            <a:r>
              <a:rPr sz="2200" b="1" i="1" dirty="0">
                <a:latin typeface="Times New Roman"/>
                <a:cs typeface="Times New Roman"/>
              </a:rPr>
              <a:t>S	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3300" baseline="10101" dirty="0">
                <a:latin typeface="Symbol"/>
                <a:cs typeface="Symbol"/>
              </a:rPr>
              <a:t></a:t>
            </a:r>
            <a:r>
              <a:rPr sz="3300" spc="-480" baseline="10101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g	</a:t>
            </a:r>
            <a:r>
              <a:rPr sz="2200" b="1" i="1" spc="10" dirty="0">
                <a:latin typeface="Times New Roman"/>
                <a:cs typeface="Times New Roman"/>
              </a:rPr>
              <a:t>F</a:t>
            </a:r>
            <a:r>
              <a:rPr sz="2200" b="1" i="1" dirty="0">
                <a:latin typeface="Times New Roman"/>
                <a:cs typeface="Times New Roman"/>
              </a:rPr>
              <a:t>g	</a:t>
            </a:r>
            <a:r>
              <a:rPr sz="2200" dirty="0">
                <a:latin typeface="MT Extra"/>
                <a:cs typeface="MT Extra"/>
              </a:rPr>
              <a:t></a:t>
            </a:r>
            <a:endParaRPr sz="2200">
              <a:latin typeface="MT Extra"/>
              <a:cs typeface="MT Ext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0288" y="4360013"/>
            <a:ext cx="3542029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20745" algn="l"/>
              </a:tabLst>
            </a:pPr>
            <a:r>
              <a:rPr sz="2200" dirty="0">
                <a:latin typeface="Symbol"/>
                <a:cs typeface="Symbol"/>
              </a:rPr>
              <a:t>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Symbol"/>
                <a:cs typeface="Symbol"/>
              </a:rPr>
              <a:t></a:t>
            </a:r>
            <a:endParaRPr sz="22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b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15" dirty="0">
                <a:latin typeface="Calibri"/>
                <a:cs typeface="Calibri"/>
              </a:rPr>
              <a:t>r</a:t>
            </a:r>
            <a:r>
              <a:rPr spc="-80" dirty="0">
                <a:latin typeface="Calibri"/>
                <a:cs typeface="Calibri"/>
              </a:rPr>
              <a:t>v</a:t>
            </a:r>
            <a:r>
              <a:rPr spc="-10" dirty="0">
                <a:latin typeface="Calibri"/>
                <a:cs typeface="Calibri"/>
              </a:rPr>
              <a:t>ab</a:t>
            </a:r>
            <a:r>
              <a:rPr spc="-5" dirty="0">
                <a:latin typeface="Calibri"/>
                <a:cs typeface="Calibri"/>
              </a:rPr>
              <a:t>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2078183"/>
            <a:ext cx="7967345" cy="360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04139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80" dirty="0">
                <a:latin typeface="Calibri"/>
                <a:cs typeface="Calibri"/>
              </a:rPr>
              <a:t>’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s.</a:t>
            </a:r>
            <a:endParaRPr sz="2600">
              <a:latin typeface="Calibri"/>
              <a:cs typeface="Calibri"/>
            </a:endParaRPr>
          </a:p>
          <a:p>
            <a:pPr marL="241300" marR="48260" indent="-228600">
              <a:lnSpc>
                <a:spcPts val="2800"/>
              </a:lnSpc>
              <a:spcBef>
                <a:spcPts val="105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noni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ru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oll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noni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m.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…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8779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7146925" cy="399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N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: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I</a:t>
            </a:r>
            <a:r>
              <a:rPr sz="2600" u="heavy" spc="-30" dirty="0">
                <a:latin typeface="Calibri"/>
                <a:cs typeface="Calibri"/>
              </a:rPr>
              <a:t>n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20" dirty="0">
                <a:latin typeface="Calibri"/>
                <a:cs typeface="Calibri"/>
              </a:rPr>
              <a:t>g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a</a:t>
            </a:r>
            <a:r>
              <a:rPr sz="2600" u="heavy" dirty="0">
                <a:latin typeface="Calibri"/>
                <a:cs typeface="Calibri"/>
              </a:rPr>
              <a:t>l-</a:t>
            </a:r>
            <a:r>
              <a:rPr sz="2600" u="heavy" spc="-5" dirty="0">
                <a:latin typeface="Calibri"/>
                <a:cs typeface="Calibri"/>
              </a:rPr>
              <a:t>O</a:t>
            </a:r>
            <a:r>
              <a:rPr sz="2600" u="heavy" spc="5" dirty="0">
                <a:latin typeface="Calibri"/>
                <a:cs typeface="Calibri"/>
              </a:rPr>
              <a:t>f</a:t>
            </a:r>
            <a:r>
              <a:rPr sz="2600" u="heavy" dirty="0">
                <a:latin typeface="Calibri"/>
                <a:cs typeface="Calibri"/>
              </a:rPr>
              <a:t>-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20" dirty="0">
                <a:latin typeface="Calibri"/>
                <a:cs typeface="Calibri"/>
              </a:rPr>
              <a:t>r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00">
              <a:latin typeface="Times New Roman"/>
              <a:cs typeface="Times New Roman"/>
            </a:endParaRPr>
          </a:p>
          <a:p>
            <a:pPr marL="2578735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67390" y="3428987"/>
            <a:ext cx="1002665" cy="0"/>
          </a:xfrm>
          <a:custGeom>
            <a:avLst/>
            <a:gdLst/>
            <a:ahLst/>
            <a:cxnLst/>
            <a:rect l="l" t="t" r="r" b="b"/>
            <a:pathLst>
              <a:path w="1002664">
                <a:moveTo>
                  <a:pt x="0" y="0"/>
                </a:moveTo>
                <a:lnTo>
                  <a:pt x="1002508" y="0"/>
                </a:lnTo>
              </a:path>
            </a:pathLst>
          </a:custGeom>
          <a:ln w="6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92894" y="3260878"/>
            <a:ext cx="820419" cy="45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42" baseline="-34722" dirty="0">
                <a:latin typeface="Symbol"/>
                <a:cs typeface="Symbol"/>
              </a:rPr>
              <a:t></a:t>
            </a:r>
            <a:r>
              <a:rPr sz="3000" baseline="-34722" dirty="0">
                <a:latin typeface="Times New Roman"/>
                <a:cs typeface="Times New Roman"/>
              </a:rPr>
              <a:t>1</a:t>
            </a:r>
            <a:r>
              <a:rPr sz="3000" spc="-232" baseline="-34722" dirty="0">
                <a:latin typeface="Times New Roman"/>
                <a:cs typeface="Times New Roman"/>
              </a:rPr>
              <a:t> </a:t>
            </a:r>
            <a:r>
              <a:rPr sz="2200" i="1" spc="105" dirty="0">
                <a:latin typeface="Times New Roman"/>
                <a:cs typeface="Times New Roman"/>
              </a:rPr>
              <a:t>u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2740" y="3540578"/>
            <a:ext cx="760730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i="1" spc="-190" dirty="0">
                <a:latin typeface="Times New Roman"/>
                <a:cs typeface="Times New Roman"/>
              </a:rPr>
              <a:t>a</a:t>
            </a:r>
            <a:r>
              <a:rPr sz="3000" spc="67" baseline="-15277" dirty="0">
                <a:latin typeface="Times New Roman"/>
                <a:cs typeface="Times New Roman"/>
              </a:rPr>
              <a:t>1</a:t>
            </a:r>
            <a:r>
              <a:rPr sz="2200" i="1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4110" y="3256471"/>
            <a:ext cx="71945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80" dirty="0">
                <a:latin typeface="Times New Roman"/>
                <a:cs typeface="Times New Roman"/>
              </a:rPr>
              <a:t>y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8241" y="2977990"/>
            <a:ext cx="280670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95" dirty="0">
                <a:latin typeface="Symbol"/>
                <a:cs typeface="Symbol"/>
              </a:rPr>
              <a:t>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9314" y="3087166"/>
            <a:ext cx="36957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295" dirty="0">
                <a:latin typeface="Times New Roman"/>
                <a:cs typeface="Times New Roman"/>
              </a:rPr>
              <a:t>b</a:t>
            </a:r>
            <a:r>
              <a:rPr sz="3000" spc="67" baseline="-15277" dirty="0">
                <a:latin typeface="Times New Roman"/>
                <a:cs typeface="Times New Roman"/>
              </a:rPr>
              <a:t>1</a:t>
            </a:r>
            <a:r>
              <a:rPr sz="2200" i="1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863" y="688068"/>
            <a:ext cx="1840864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57510" y="899121"/>
            <a:ext cx="1002665" cy="0"/>
          </a:xfrm>
          <a:custGeom>
            <a:avLst/>
            <a:gdLst/>
            <a:ahLst/>
            <a:cxnLst/>
            <a:rect l="l" t="t" r="r" b="b"/>
            <a:pathLst>
              <a:path w="1002664">
                <a:moveTo>
                  <a:pt x="0" y="0"/>
                </a:moveTo>
                <a:lnTo>
                  <a:pt x="1002508" y="0"/>
                </a:lnTo>
              </a:path>
            </a:pathLst>
          </a:custGeom>
          <a:ln w="6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81875" y="731036"/>
            <a:ext cx="521334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05" dirty="0">
                <a:latin typeface="Times New Roman"/>
                <a:cs typeface="Times New Roman"/>
              </a:rPr>
              <a:t>u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2860" y="1010736"/>
            <a:ext cx="760730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i="1" spc="-190" dirty="0">
                <a:latin typeface="Times New Roman"/>
                <a:cs typeface="Times New Roman"/>
              </a:rPr>
              <a:t>a</a:t>
            </a:r>
            <a:r>
              <a:rPr sz="3000" spc="67" baseline="-15277" dirty="0">
                <a:latin typeface="Times New Roman"/>
                <a:cs typeface="Times New Roman"/>
              </a:rPr>
              <a:t>1</a:t>
            </a:r>
            <a:r>
              <a:rPr sz="2200" i="1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4219" y="726629"/>
            <a:ext cx="71945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80" dirty="0">
                <a:latin typeface="Times New Roman"/>
                <a:cs typeface="Times New Roman"/>
              </a:rPr>
              <a:t>y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3002" y="905872"/>
            <a:ext cx="280670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95" dirty="0">
                <a:latin typeface="Symbol"/>
                <a:cs typeface="Symbol"/>
              </a:rPr>
              <a:t>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8348" y="448148"/>
            <a:ext cx="280670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95" dirty="0">
                <a:latin typeface="Symbol"/>
                <a:cs typeface="Symbol"/>
              </a:rPr>
              <a:t>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9435" y="557324"/>
            <a:ext cx="36957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295" dirty="0">
                <a:latin typeface="Times New Roman"/>
                <a:cs typeface="Times New Roman"/>
              </a:rPr>
              <a:t>b</a:t>
            </a:r>
            <a:r>
              <a:rPr sz="3000" spc="67" baseline="-15277" dirty="0">
                <a:latin typeface="Times New Roman"/>
                <a:cs typeface="Times New Roman"/>
              </a:rPr>
              <a:t>1</a:t>
            </a:r>
            <a:r>
              <a:rPr sz="2200" i="1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303" y="1817947"/>
            <a:ext cx="5860415" cy="1224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524125">
              <a:lnSpc>
                <a:spcPct val="100000"/>
              </a:lnSpc>
            </a:pPr>
            <a:r>
              <a:rPr sz="2200" i="1" spc="95" dirty="0">
                <a:latin typeface="Times New Roman"/>
                <a:cs typeface="Times New Roman"/>
              </a:rPr>
              <a:t>y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65" dirty="0">
                <a:latin typeface="Symbol"/>
                <a:cs typeface="Symbol"/>
              </a:rPr>
              <a:t></a:t>
            </a:r>
            <a:r>
              <a:rPr sz="2200" i="1" spc="-185" dirty="0">
                <a:latin typeface="Times New Roman"/>
                <a:cs typeface="Times New Roman"/>
              </a:rPr>
              <a:t>a</a:t>
            </a:r>
            <a:r>
              <a:rPr sz="3000" spc="217" baseline="-15277" dirty="0">
                <a:latin typeface="Times New Roman"/>
                <a:cs typeface="Times New Roman"/>
              </a:rPr>
              <a:t>1</a:t>
            </a:r>
            <a:r>
              <a:rPr sz="2200" i="1" spc="95" dirty="0">
                <a:latin typeface="Times New Roman"/>
                <a:cs typeface="Times New Roman"/>
              </a:rPr>
              <a:t>y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k</a:t>
            </a:r>
            <a:r>
              <a:rPr sz="2200" i="1" spc="30" dirty="0">
                <a:latin typeface="Times New Roman"/>
                <a:cs typeface="Times New Roman"/>
              </a:rPr>
              <a:t> </a:t>
            </a:r>
            <a:r>
              <a:rPr sz="2200" spc="175" dirty="0">
                <a:latin typeface="Symbol"/>
                <a:cs typeface="Symbol"/>
              </a:rPr>
              <a:t></a:t>
            </a:r>
            <a:r>
              <a:rPr sz="2200" spc="-170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i="1" spc="-295" dirty="0">
                <a:latin typeface="Times New Roman"/>
                <a:cs typeface="Times New Roman"/>
              </a:rPr>
              <a:t>b</a:t>
            </a:r>
            <a:r>
              <a:rPr sz="3000" spc="-195" baseline="-15277" dirty="0">
                <a:latin typeface="Times New Roman"/>
                <a:cs typeface="Times New Roman"/>
              </a:rPr>
              <a:t>1</a:t>
            </a:r>
            <a:r>
              <a:rPr sz="2200" i="1" spc="105" dirty="0">
                <a:latin typeface="Times New Roman"/>
                <a:cs typeface="Times New Roman"/>
              </a:rPr>
              <a:t>u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k</a:t>
            </a:r>
            <a:r>
              <a:rPr sz="2200" i="1" spc="30" dirty="0">
                <a:latin typeface="Times New Roman"/>
                <a:cs typeface="Times New Roman"/>
              </a:rPr>
              <a:t> </a:t>
            </a:r>
            <a:r>
              <a:rPr sz="2200" spc="175" dirty="0">
                <a:latin typeface="Symbol"/>
                <a:cs typeface="Symbol"/>
              </a:rPr>
              <a:t></a:t>
            </a:r>
            <a:r>
              <a:rPr sz="2200" spc="-170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I</a:t>
            </a:r>
            <a:r>
              <a:rPr sz="2200" b="1" spc="-20" dirty="0">
                <a:latin typeface="Arial"/>
                <a:cs typeface="Arial"/>
              </a:rPr>
              <a:t>n</a:t>
            </a:r>
            <a:r>
              <a:rPr sz="2200" b="1" spc="-5" dirty="0">
                <a:latin typeface="Arial"/>
                <a:cs typeface="Arial"/>
              </a:rPr>
              <a:t>teg</a:t>
            </a:r>
            <a:r>
              <a:rPr sz="2200" b="1" dirty="0">
                <a:latin typeface="Arial"/>
                <a:cs typeface="Arial"/>
              </a:rPr>
              <a:t>r</a:t>
            </a:r>
            <a:r>
              <a:rPr sz="2200" b="1" spc="-5" dirty="0">
                <a:latin typeface="Arial"/>
                <a:cs typeface="Arial"/>
              </a:rPr>
              <a:t>al</a:t>
            </a:r>
            <a:r>
              <a:rPr sz="2200" b="1" spc="5" dirty="0">
                <a:latin typeface="Arial"/>
                <a:cs typeface="Arial"/>
              </a:rPr>
              <a:t>-</a:t>
            </a:r>
            <a:r>
              <a:rPr sz="2200" b="1" spc="-20" dirty="0">
                <a:latin typeface="Arial"/>
                <a:cs typeface="Arial"/>
              </a:rPr>
              <a:t>o</a:t>
            </a:r>
            <a:r>
              <a:rPr sz="2200" b="1" spc="-5" dirty="0">
                <a:latin typeface="Arial"/>
                <a:cs typeface="Arial"/>
              </a:rPr>
              <a:t>f</a:t>
            </a:r>
            <a:r>
              <a:rPr sz="2200" b="1" spc="5" dirty="0">
                <a:latin typeface="Arial"/>
                <a:cs typeface="Arial"/>
              </a:rPr>
              <a:t>-</a:t>
            </a:r>
            <a:r>
              <a:rPr sz="2200" b="1" spc="-5" dirty="0">
                <a:latin typeface="Arial"/>
                <a:cs typeface="Arial"/>
              </a:rPr>
              <a:t>e</a:t>
            </a:r>
            <a:r>
              <a:rPr sz="2200" b="1" dirty="0">
                <a:latin typeface="Arial"/>
                <a:cs typeface="Arial"/>
              </a:rPr>
              <a:t>rr</a:t>
            </a:r>
            <a:r>
              <a:rPr sz="2200" b="1" spc="-5" dirty="0">
                <a:latin typeface="Arial"/>
                <a:cs typeface="Arial"/>
              </a:rPr>
              <a:t>o</a:t>
            </a:r>
            <a:r>
              <a:rPr sz="2200" b="1" dirty="0">
                <a:latin typeface="Arial"/>
                <a:cs typeface="Arial"/>
              </a:rPr>
              <a:t>r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tat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ab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…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12406" y="3704728"/>
            <a:ext cx="762635" cy="0"/>
          </a:xfrm>
          <a:custGeom>
            <a:avLst/>
            <a:gdLst/>
            <a:ahLst/>
            <a:cxnLst/>
            <a:rect l="l" t="t" r="r" b="b"/>
            <a:pathLst>
              <a:path w="762635">
                <a:moveTo>
                  <a:pt x="0" y="0"/>
                </a:moveTo>
                <a:lnTo>
                  <a:pt x="762394" y="0"/>
                </a:lnTo>
              </a:path>
            </a:pathLst>
          </a:custGeom>
          <a:ln w="6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88706" y="3476903"/>
            <a:ext cx="1703070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-265" dirty="0">
                <a:latin typeface="Symbol"/>
                <a:cs typeface="Symbol"/>
              </a:rPr>
              <a:t></a:t>
            </a:r>
            <a:r>
              <a:rPr sz="2150" i="1" spc="65" dirty="0">
                <a:latin typeface="Times New Roman"/>
                <a:cs typeface="Times New Roman"/>
              </a:rPr>
              <a:t>y</a:t>
            </a:r>
            <a:r>
              <a:rPr sz="2925" i="1" spc="22" baseline="-15669" dirty="0">
                <a:latin typeface="Times New Roman"/>
                <a:cs typeface="Times New Roman"/>
              </a:rPr>
              <a:t>d</a:t>
            </a:r>
            <a:r>
              <a:rPr sz="2925" i="1" spc="-52" baseline="-15669" dirty="0">
                <a:latin typeface="Times New Roman"/>
                <a:cs typeface="Times New Roman"/>
              </a:rPr>
              <a:t> </a:t>
            </a:r>
            <a:r>
              <a:rPr sz="2150" spc="70" dirty="0">
                <a:latin typeface="Times New Roman"/>
                <a:cs typeface="Times New Roman"/>
              </a:rPr>
              <a:t>(</a:t>
            </a:r>
            <a:r>
              <a:rPr sz="2150" i="1" spc="15" dirty="0">
                <a:latin typeface="Times New Roman"/>
                <a:cs typeface="Times New Roman"/>
              </a:rPr>
              <a:t>k</a:t>
            </a:r>
            <a:r>
              <a:rPr sz="2150" i="1" spc="-34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Times New Roman"/>
                <a:cs typeface="Times New Roman"/>
              </a:rPr>
              <a:t>)</a:t>
            </a:r>
            <a:r>
              <a:rPr sz="2150" spc="-130" dirty="0"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Symbol"/>
                <a:cs typeface="Symbol"/>
              </a:rPr>
              <a:t></a:t>
            </a:r>
            <a:r>
              <a:rPr sz="2150" spc="85" dirty="0">
                <a:latin typeface="Times New Roman"/>
                <a:cs typeface="Times New Roman"/>
              </a:rPr>
              <a:t> </a:t>
            </a:r>
            <a:r>
              <a:rPr sz="2150" i="1" spc="100" dirty="0">
                <a:latin typeface="Times New Roman"/>
                <a:cs typeface="Times New Roman"/>
              </a:rPr>
              <a:t>y</a:t>
            </a:r>
            <a:r>
              <a:rPr sz="2150" spc="70" dirty="0">
                <a:latin typeface="Times New Roman"/>
                <a:cs typeface="Times New Roman"/>
              </a:rPr>
              <a:t>(</a:t>
            </a:r>
            <a:r>
              <a:rPr sz="2150" i="1" spc="15" dirty="0">
                <a:latin typeface="Times New Roman"/>
                <a:cs typeface="Times New Roman"/>
              </a:rPr>
              <a:t>k</a:t>
            </a:r>
            <a:r>
              <a:rPr sz="2150" i="1" spc="-345" dirty="0">
                <a:latin typeface="Times New Roman"/>
                <a:cs typeface="Times New Roman"/>
              </a:rPr>
              <a:t> </a:t>
            </a:r>
            <a:r>
              <a:rPr sz="2150" spc="-65" dirty="0">
                <a:latin typeface="Times New Roman"/>
                <a:cs typeface="Times New Roman"/>
              </a:rPr>
              <a:t>)</a:t>
            </a:r>
            <a:r>
              <a:rPr sz="2700" spc="-260" dirty="0">
                <a:latin typeface="Symbol"/>
                <a:cs typeface="Symbol"/>
              </a:rPr>
              <a:t>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77492" y="3711242"/>
            <a:ext cx="80073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0" dirty="0">
                <a:latin typeface="Times New Roman"/>
                <a:cs typeface="Times New Roman"/>
              </a:rPr>
              <a:t>1</a:t>
            </a:r>
            <a:r>
              <a:rPr sz="2150" spc="-325" dirty="0"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Symbol"/>
                <a:cs typeface="Symbol"/>
              </a:rPr>
              <a:t></a:t>
            </a:r>
            <a:r>
              <a:rPr sz="2150" spc="-20" dirty="0">
                <a:latin typeface="Times New Roman"/>
                <a:cs typeface="Times New Roman"/>
              </a:rPr>
              <a:t> </a:t>
            </a:r>
            <a:r>
              <a:rPr sz="2150" i="1" spc="15" dirty="0">
                <a:latin typeface="Times New Roman"/>
                <a:cs typeface="Times New Roman"/>
              </a:rPr>
              <a:t>z</a:t>
            </a:r>
            <a:r>
              <a:rPr sz="2150" i="1" spc="-345" dirty="0">
                <a:latin typeface="Times New Roman"/>
                <a:cs typeface="Times New Roman"/>
              </a:rPr>
              <a:t> </a:t>
            </a:r>
            <a:r>
              <a:rPr sz="2925" spc="-112" baseline="28490" dirty="0">
                <a:latin typeface="Symbol"/>
                <a:cs typeface="Symbol"/>
              </a:rPr>
              <a:t></a:t>
            </a:r>
            <a:r>
              <a:rPr sz="2925" spc="22" baseline="28490" dirty="0">
                <a:latin typeface="Times New Roman"/>
                <a:cs typeface="Times New Roman"/>
              </a:rPr>
              <a:t>1</a:t>
            </a:r>
            <a:endParaRPr sz="2925" baseline="2849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0866" y="3367062"/>
            <a:ext cx="16510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0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2401" y="3533676"/>
            <a:ext cx="706120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120" dirty="0">
                <a:latin typeface="Times New Roman"/>
                <a:cs typeface="Times New Roman"/>
              </a:rPr>
              <a:t>z</a:t>
            </a:r>
            <a:r>
              <a:rPr sz="2150" spc="70" dirty="0">
                <a:latin typeface="Times New Roman"/>
                <a:cs typeface="Times New Roman"/>
              </a:rPr>
              <a:t>(</a:t>
            </a:r>
            <a:r>
              <a:rPr sz="2150" i="1" spc="15" dirty="0">
                <a:latin typeface="Times New Roman"/>
                <a:cs typeface="Times New Roman"/>
              </a:rPr>
              <a:t>k</a:t>
            </a:r>
            <a:r>
              <a:rPr sz="2150" i="1" spc="-34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Times New Roman"/>
                <a:cs typeface="Times New Roman"/>
              </a:rPr>
              <a:t>)</a:t>
            </a:r>
            <a:r>
              <a:rPr sz="2150" spc="-55" dirty="0"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0471" y="4463349"/>
            <a:ext cx="5198110" cy="126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05" dirty="0">
                <a:latin typeface="Times New Roman"/>
                <a:cs typeface="Times New Roman"/>
              </a:rPr>
              <a:t>z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i="1" spc="105" dirty="0">
                <a:latin typeface="Times New Roman"/>
                <a:cs typeface="Times New Roman"/>
              </a:rPr>
              <a:t>z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20" dirty="0">
                <a:latin typeface="Times New Roman"/>
                <a:cs typeface="Times New Roman"/>
              </a:rPr>
              <a:t> </a:t>
            </a:r>
            <a:r>
              <a:rPr sz="2200" spc="175" dirty="0">
                <a:latin typeface="Symbol"/>
                <a:cs typeface="Symbol"/>
              </a:rPr>
              <a:t></a:t>
            </a:r>
            <a:r>
              <a:rPr sz="2200" spc="-170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229" dirty="0">
                <a:latin typeface="Times New Roman"/>
                <a:cs typeface="Times New Roman"/>
              </a:rPr>
              <a:t> </a:t>
            </a:r>
            <a:r>
              <a:rPr sz="2700" spc="-260" dirty="0">
                <a:latin typeface="Symbol"/>
                <a:cs typeface="Symbol"/>
              </a:rPr>
              <a:t></a:t>
            </a:r>
            <a:r>
              <a:rPr sz="2200" i="1" spc="30" dirty="0">
                <a:latin typeface="Times New Roman"/>
                <a:cs typeface="Times New Roman"/>
              </a:rPr>
              <a:t>y</a:t>
            </a:r>
            <a:r>
              <a:rPr sz="3000" i="1" baseline="-15277" dirty="0">
                <a:latin typeface="Times New Roman"/>
                <a:cs typeface="Times New Roman"/>
              </a:rPr>
              <a:t>d</a:t>
            </a:r>
            <a:r>
              <a:rPr sz="3000" i="1" spc="-67" baseline="-15277" dirty="0">
                <a:latin typeface="Times New Roman"/>
                <a:cs typeface="Times New Roman"/>
              </a:rPr>
              <a:t> 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65" dirty="0">
                <a:latin typeface="Times New Roman"/>
                <a:cs typeface="Times New Roman"/>
              </a:rPr>
              <a:t>(</a:t>
            </a:r>
            <a:r>
              <a:rPr sz="2200" i="1" spc="175" dirty="0">
                <a:latin typeface="Times New Roman"/>
                <a:cs typeface="Times New Roman"/>
              </a:rPr>
              <a:t>k</a:t>
            </a:r>
            <a:r>
              <a:rPr sz="2200" spc="-70" dirty="0">
                <a:latin typeface="Times New Roman"/>
                <a:cs typeface="Times New Roman"/>
              </a:rPr>
              <a:t>)</a:t>
            </a:r>
            <a:r>
              <a:rPr sz="2700" spc="-260" dirty="0">
                <a:latin typeface="Symbol"/>
                <a:cs typeface="Symbol"/>
              </a:rPr>
              <a:t></a:t>
            </a:r>
            <a:endParaRPr sz="27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sz="2200" i="1" spc="114" dirty="0">
                <a:latin typeface="Times New Roman"/>
                <a:cs typeface="Times New Roman"/>
              </a:rPr>
              <a:t>z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i="1" spc="110" dirty="0">
                <a:latin typeface="Times New Roman"/>
                <a:cs typeface="Times New Roman"/>
              </a:rPr>
              <a:t>z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25" dirty="0">
                <a:latin typeface="Times New Roman"/>
                <a:cs typeface="Times New Roman"/>
              </a:rPr>
              <a:t> </a:t>
            </a:r>
            <a:r>
              <a:rPr sz="2200" spc="175" dirty="0">
                <a:latin typeface="Symbol"/>
                <a:cs typeface="Symbol"/>
              </a:rPr>
              <a:t></a:t>
            </a:r>
            <a:r>
              <a:rPr sz="2200" spc="-170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y</a:t>
            </a:r>
            <a:r>
              <a:rPr sz="3000" i="1" baseline="-15277" dirty="0">
                <a:latin typeface="Times New Roman"/>
                <a:cs typeface="Times New Roman"/>
              </a:rPr>
              <a:t>d</a:t>
            </a:r>
            <a:r>
              <a:rPr sz="3000" i="1" spc="-60" baseline="-15277" dirty="0">
                <a:latin typeface="Times New Roman"/>
                <a:cs typeface="Times New Roman"/>
              </a:rPr>
              <a:t> 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i="1" spc="-190" dirty="0">
                <a:latin typeface="Times New Roman"/>
                <a:cs typeface="Times New Roman"/>
              </a:rPr>
              <a:t>a</a:t>
            </a:r>
            <a:r>
              <a:rPr sz="3000" spc="217" baseline="-15277" dirty="0">
                <a:latin typeface="Times New Roman"/>
                <a:cs typeface="Times New Roman"/>
              </a:rPr>
              <a:t>1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25" dirty="0">
                <a:latin typeface="Times New Roman"/>
                <a:cs typeface="Times New Roman"/>
              </a:rPr>
              <a:t> </a:t>
            </a:r>
            <a:r>
              <a:rPr sz="2200" spc="175" dirty="0">
                <a:latin typeface="Symbol"/>
                <a:cs typeface="Symbol"/>
              </a:rPr>
              <a:t></a:t>
            </a:r>
            <a:r>
              <a:rPr sz="2200" spc="-170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spc="-204" dirty="0">
                <a:latin typeface="Times New Roman"/>
                <a:cs typeface="Times New Roman"/>
              </a:rPr>
              <a:t> </a:t>
            </a:r>
            <a:r>
              <a:rPr sz="2200" i="1" spc="-295" dirty="0">
                <a:latin typeface="Times New Roman"/>
                <a:cs typeface="Times New Roman"/>
              </a:rPr>
              <a:t>b</a:t>
            </a:r>
            <a:r>
              <a:rPr sz="3000" spc="-195" baseline="-15277" dirty="0">
                <a:latin typeface="Times New Roman"/>
                <a:cs typeface="Times New Roman"/>
              </a:rPr>
              <a:t>1</a:t>
            </a:r>
            <a:r>
              <a:rPr sz="2200" i="1" spc="105" dirty="0">
                <a:latin typeface="Times New Roman"/>
                <a:cs typeface="Times New Roman"/>
              </a:rPr>
              <a:t>u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25" dirty="0">
                <a:latin typeface="Times New Roman"/>
                <a:cs typeface="Times New Roman"/>
              </a:rPr>
              <a:t> </a:t>
            </a:r>
            <a:r>
              <a:rPr sz="2200" spc="175" dirty="0">
                <a:latin typeface="Symbol"/>
                <a:cs typeface="Symbol"/>
              </a:rPr>
              <a:t></a:t>
            </a:r>
            <a:r>
              <a:rPr sz="2200" spc="-170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72824" y="5059679"/>
            <a:ext cx="6118860" cy="934719"/>
          </a:xfrm>
          <a:custGeom>
            <a:avLst/>
            <a:gdLst/>
            <a:ahLst/>
            <a:cxnLst/>
            <a:rect l="l" t="t" r="r" b="b"/>
            <a:pathLst>
              <a:path w="6118859" h="934720">
                <a:moveTo>
                  <a:pt x="0" y="467355"/>
                </a:moveTo>
                <a:lnTo>
                  <a:pt x="10141" y="429025"/>
                </a:lnTo>
                <a:lnTo>
                  <a:pt x="40042" y="391547"/>
                </a:lnTo>
                <a:lnTo>
                  <a:pt x="88915" y="355043"/>
                </a:lnTo>
                <a:lnTo>
                  <a:pt x="155972" y="319634"/>
                </a:lnTo>
                <a:lnTo>
                  <a:pt x="240425" y="285438"/>
                </a:lnTo>
                <a:lnTo>
                  <a:pt x="341488" y="252577"/>
                </a:lnTo>
                <a:lnTo>
                  <a:pt x="458373" y="221171"/>
                </a:lnTo>
                <a:lnTo>
                  <a:pt x="590293" y="191340"/>
                </a:lnTo>
                <a:lnTo>
                  <a:pt x="736460" y="163204"/>
                </a:lnTo>
                <a:lnTo>
                  <a:pt x="896087" y="136884"/>
                </a:lnTo>
                <a:lnTo>
                  <a:pt x="1068387" y="112499"/>
                </a:lnTo>
                <a:lnTo>
                  <a:pt x="1252572" y="90171"/>
                </a:lnTo>
                <a:lnTo>
                  <a:pt x="1447855" y="70019"/>
                </a:lnTo>
                <a:lnTo>
                  <a:pt x="1653448" y="52164"/>
                </a:lnTo>
                <a:lnTo>
                  <a:pt x="1868565" y="36726"/>
                </a:lnTo>
                <a:lnTo>
                  <a:pt x="2092417" y="23825"/>
                </a:lnTo>
                <a:lnTo>
                  <a:pt x="2324218" y="13582"/>
                </a:lnTo>
                <a:lnTo>
                  <a:pt x="2563179" y="6116"/>
                </a:lnTo>
                <a:lnTo>
                  <a:pt x="2808514" y="1549"/>
                </a:lnTo>
                <a:lnTo>
                  <a:pt x="3059436" y="0"/>
                </a:lnTo>
                <a:lnTo>
                  <a:pt x="3310354" y="1549"/>
                </a:lnTo>
                <a:lnTo>
                  <a:pt x="3555687" y="6116"/>
                </a:lnTo>
                <a:lnTo>
                  <a:pt x="3794646" y="13582"/>
                </a:lnTo>
                <a:lnTo>
                  <a:pt x="4026445" y="23825"/>
                </a:lnTo>
                <a:lnTo>
                  <a:pt x="4250296" y="36726"/>
                </a:lnTo>
                <a:lnTo>
                  <a:pt x="4465412" y="52164"/>
                </a:lnTo>
                <a:lnTo>
                  <a:pt x="4671005" y="70019"/>
                </a:lnTo>
                <a:lnTo>
                  <a:pt x="4866287" y="90171"/>
                </a:lnTo>
                <a:lnTo>
                  <a:pt x="5050473" y="112499"/>
                </a:lnTo>
                <a:lnTo>
                  <a:pt x="5222773" y="136884"/>
                </a:lnTo>
                <a:lnTo>
                  <a:pt x="5382400" y="163204"/>
                </a:lnTo>
                <a:lnTo>
                  <a:pt x="5528568" y="191340"/>
                </a:lnTo>
                <a:lnTo>
                  <a:pt x="5660488" y="221171"/>
                </a:lnTo>
                <a:lnTo>
                  <a:pt x="5777374" y="252577"/>
                </a:lnTo>
                <a:lnTo>
                  <a:pt x="5878438" y="285438"/>
                </a:lnTo>
                <a:lnTo>
                  <a:pt x="5962892" y="319634"/>
                </a:lnTo>
                <a:lnTo>
                  <a:pt x="6029949" y="355043"/>
                </a:lnTo>
                <a:lnTo>
                  <a:pt x="6078822" y="391547"/>
                </a:lnTo>
                <a:lnTo>
                  <a:pt x="6108723" y="429025"/>
                </a:lnTo>
                <a:lnTo>
                  <a:pt x="6118865" y="467355"/>
                </a:lnTo>
                <a:lnTo>
                  <a:pt x="6108723" y="505686"/>
                </a:lnTo>
                <a:lnTo>
                  <a:pt x="6078822" y="543164"/>
                </a:lnTo>
                <a:lnTo>
                  <a:pt x="6029949" y="579668"/>
                </a:lnTo>
                <a:lnTo>
                  <a:pt x="5962892" y="615079"/>
                </a:lnTo>
                <a:lnTo>
                  <a:pt x="5878438" y="649275"/>
                </a:lnTo>
                <a:lnTo>
                  <a:pt x="5777374" y="682136"/>
                </a:lnTo>
                <a:lnTo>
                  <a:pt x="5660488" y="713543"/>
                </a:lnTo>
                <a:lnTo>
                  <a:pt x="5528568" y="743375"/>
                </a:lnTo>
                <a:lnTo>
                  <a:pt x="5382400" y="771512"/>
                </a:lnTo>
                <a:lnTo>
                  <a:pt x="5222773" y="797833"/>
                </a:lnTo>
                <a:lnTo>
                  <a:pt x="5050473" y="822219"/>
                </a:lnTo>
                <a:lnTo>
                  <a:pt x="4866287" y="844548"/>
                </a:lnTo>
                <a:lnTo>
                  <a:pt x="4671005" y="864700"/>
                </a:lnTo>
                <a:lnTo>
                  <a:pt x="4465412" y="882556"/>
                </a:lnTo>
                <a:lnTo>
                  <a:pt x="4250296" y="897995"/>
                </a:lnTo>
                <a:lnTo>
                  <a:pt x="4026445" y="910896"/>
                </a:lnTo>
                <a:lnTo>
                  <a:pt x="3794646" y="921140"/>
                </a:lnTo>
                <a:lnTo>
                  <a:pt x="3555687" y="928606"/>
                </a:lnTo>
                <a:lnTo>
                  <a:pt x="3310354" y="933174"/>
                </a:lnTo>
                <a:lnTo>
                  <a:pt x="3059436" y="934724"/>
                </a:lnTo>
                <a:lnTo>
                  <a:pt x="2808514" y="933174"/>
                </a:lnTo>
                <a:lnTo>
                  <a:pt x="2563179" y="928606"/>
                </a:lnTo>
                <a:lnTo>
                  <a:pt x="2324218" y="921140"/>
                </a:lnTo>
                <a:lnTo>
                  <a:pt x="2092417" y="910896"/>
                </a:lnTo>
                <a:lnTo>
                  <a:pt x="1868565" y="897995"/>
                </a:lnTo>
                <a:lnTo>
                  <a:pt x="1653448" y="882556"/>
                </a:lnTo>
                <a:lnTo>
                  <a:pt x="1447855" y="864700"/>
                </a:lnTo>
                <a:lnTo>
                  <a:pt x="1252572" y="844548"/>
                </a:lnTo>
                <a:lnTo>
                  <a:pt x="1068387" y="822219"/>
                </a:lnTo>
                <a:lnTo>
                  <a:pt x="896087" y="797833"/>
                </a:lnTo>
                <a:lnTo>
                  <a:pt x="736460" y="771512"/>
                </a:lnTo>
                <a:lnTo>
                  <a:pt x="590293" y="743375"/>
                </a:lnTo>
                <a:lnTo>
                  <a:pt x="458373" y="713543"/>
                </a:lnTo>
                <a:lnTo>
                  <a:pt x="341488" y="682136"/>
                </a:lnTo>
                <a:lnTo>
                  <a:pt x="240425" y="649275"/>
                </a:lnTo>
                <a:lnTo>
                  <a:pt x="155972" y="615079"/>
                </a:lnTo>
                <a:lnTo>
                  <a:pt x="88915" y="579668"/>
                </a:lnTo>
                <a:lnTo>
                  <a:pt x="40042" y="543164"/>
                </a:lnTo>
                <a:lnTo>
                  <a:pt x="10141" y="505686"/>
                </a:lnTo>
                <a:lnTo>
                  <a:pt x="0" y="467355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83835" y="1496049"/>
            <a:ext cx="4069079" cy="934719"/>
          </a:xfrm>
          <a:custGeom>
            <a:avLst/>
            <a:gdLst/>
            <a:ahLst/>
            <a:cxnLst/>
            <a:rect l="l" t="t" r="r" b="b"/>
            <a:pathLst>
              <a:path w="4069079" h="934719">
                <a:moveTo>
                  <a:pt x="0" y="467380"/>
                </a:moveTo>
                <a:lnTo>
                  <a:pt x="6744" y="429046"/>
                </a:lnTo>
                <a:lnTo>
                  <a:pt x="26628" y="391566"/>
                </a:lnTo>
                <a:lnTo>
                  <a:pt x="59128" y="355060"/>
                </a:lnTo>
                <a:lnTo>
                  <a:pt x="103721" y="319648"/>
                </a:lnTo>
                <a:lnTo>
                  <a:pt x="159883" y="285451"/>
                </a:lnTo>
                <a:lnTo>
                  <a:pt x="227090" y="252588"/>
                </a:lnTo>
                <a:lnTo>
                  <a:pt x="304819" y="221180"/>
                </a:lnTo>
                <a:lnTo>
                  <a:pt x="392546" y="191348"/>
                </a:lnTo>
                <a:lnTo>
                  <a:pt x="489747" y="163210"/>
                </a:lnTo>
                <a:lnTo>
                  <a:pt x="595899" y="136889"/>
                </a:lnTo>
                <a:lnTo>
                  <a:pt x="710479" y="112504"/>
                </a:lnTo>
                <a:lnTo>
                  <a:pt x="832963" y="90174"/>
                </a:lnTo>
                <a:lnTo>
                  <a:pt x="962826" y="70022"/>
                </a:lnTo>
                <a:lnTo>
                  <a:pt x="1099547" y="52166"/>
                </a:lnTo>
                <a:lnTo>
                  <a:pt x="1242600" y="36727"/>
                </a:lnTo>
                <a:lnTo>
                  <a:pt x="1391462" y="23826"/>
                </a:lnTo>
                <a:lnTo>
                  <a:pt x="1545610" y="13582"/>
                </a:lnTo>
                <a:lnTo>
                  <a:pt x="1704521" y="6117"/>
                </a:lnTo>
                <a:lnTo>
                  <a:pt x="1867670" y="1549"/>
                </a:lnTo>
                <a:lnTo>
                  <a:pt x="2034533" y="0"/>
                </a:lnTo>
                <a:lnTo>
                  <a:pt x="2201397" y="1549"/>
                </a:lnTo>
                <a:lnTo>
                  <a:pt x="2364546" y="6117"/>
                </a:lnTo>
                <a:lnTo>
                  <a:pt x="2523457" y="13582"/>
                </a:lnTo>
                <a:lnTo>
                  <a:pt x="2677605" y="23826"/>
                </a:lnTo>
                <a:lnTo>
                  <a:pt x="2826468" y="36727"/>
                </a:lnTo>
                <a:lnTo>
                  <a:pt x="2969522" y="52166"/>
                </a:lnTo>
                <a:lnTo>
                  <a:pt x="3106242" y="70022"/>
                </a:lnTo>
                <a:lnTo>
                  <a:pt x="3236106" y="90174"/>
                </a:lnTo>
                <a:lnTo>
                  <a:pt x="3358590" y="112504"/>
                </a:lnTo>
                <a:lnTo>
                  <a:pt x="3473170" y="136889"/>
                </a:lnTo>
                <a:lnTo>
                  <a:pt x="3579323" y="163210"/>
                </a:lnTo>
                <a:lnTo>
                  <a:pt x="3676525" y="191348"/>
                </a:lnTo>
                <a:lnTo>
                  <a:pt x="3764252" y="221180"/>
                </a:lnTo>
                <a:lnTo>
                  <a:pt x="3841982" y="252588"/>
                </a:lnTo>
                <a:lnTo>
                  <a:pt x="3909189" y="285451"/>
                </a:lnTo>
                <a:lnTo>
                  <a:pt x="3965351" y="319648"/>
                </a:lnTo>
                <a:lnTo>
                  <a:pt x="4009944" y="355060"/>
                </a:lnTo>
                <a:lnTo>
                  <a:pt x="4042445" y="391566"/>
                </a:lnTo>
                <a:lnTo>
                  <a:pt x="4062329" y="429046"/>
                </a:lnTo>
                <a:lnTo>
                  <a:pt x="4069073" y="467380"/>
                </a:lnTo>
                <a:lnTo>
                  <a:pt x="4062329" y="505709"/>
                </a:lnTo>
                <a:lnTo>
                  <a:pt x="4042445" y="543185"/>
                </a:lnTo>
                <a:lnTo>
                  <a:pt x="4009944" y="579688"/>
                </a:lnTo>
                <a:lnTo>
                  <a:pt x="3965351" y="615096"/>
                </a:lnTo>
                <a:lnTo>
                  <a:pt x="3909189" y="649291"/>
                </a:lnTo>
                <a:lnTo>
                  <a:pt x="3841982" y="682152"/>
                </a:lnTo>
                <a:lnTo>
                  <a:pt x="3764252" y="713557"/>
                </a:lnTo>
                <a:lnTo>
                  <a:pt x="3676525" y="743388"/>
                </a:lnTo>
                <a:lnTo>
                  <a:pt x="3579323" y="771524"/>
                </a:lnTo>
                <a:lnTo>
                  <a:pt x="3473170" y="797844"/>
                </a:lnTo>
                <a:lnTo>
                  <a:pt x="3358590" y="822228"/>
                </a:lnTo>
                <a:lnTo>
                  <a:pt x="3236106" y="844557"/>
                </a:lnTo>
                <a:lnTo>
                  <a:pt x="3106242" y="864709"/>
                </a:lnTo>
                <a:lnTo>
                  <a:pt x="2969522" y="882564"/>
                </a:lnTo>
                <a:lnTo>
                  <a:pt x="2826468" y="898002"/>
                </a:lnTo>
                <a:lnTo>
                  <a:pt x="2677605" y="910903"/>
                </a:lnTo>
                <a:lnTo>
                  <a:pt x="2523457" y="921147"/>
                </a:lnTo>
                <a:lnTo>
                  <a:pt x="2364546" y="928613"/>
                </a:lnTo>
                <a:lnTo>
                  <a:pt x="2201397" y="933180"/>
                </a:lnTo>
                <a:lnTo>
                  <a:pt x="2034533" y="934730"/>
                </a:lnTo>
                <a:lnTo>
                  <a:pt x="1867670" y="933180"/>
                </a:lnTo>
                <a:lnTo>
                  <a:pt x="1704521" y="928613"/>
                </a:lnTo>
                <a:lnTo>
                  <a:pt x="1545610" y="921147"/>
                </a:lnTo>
                <a:lnTo>
                  <a:pt x="1391462" y="910903"/>
                </a:lnTo>
                <a:lnTo>
                  <a:pt x="1242600" y="898002"/>
                </a:lnTo>
                <a:lnTo>
                  <a:pt x="1099547" y="882564"/>
                </a:lnTo>
                <a:lnTo>
                  <a:pt x="962826" y="864709"/>
                </a:lnTo>
                <a:lnTo>
                  <a:pt x="832963" y="844557"/>
                </a:lnTo>
                <a:lnTo>
                  <a:pt x="710479" y="822228"/>
                </a:lnTo>
                <a:lnTo>
                  <a:pt x="595899" y="797844"/>
                </a:lnTo>
                <a:lnTo>
                  <a:pt x="489747" y="771524"/>
                </a:lnTo>
                <a:lnTo>
                  <a:pt x="392546" y="743388"/>
                </a:lnTo>
                <a:lnTo>
                  <a:pt x="304819" y="713557"/>
                </a:lnTo>
                <a:lnTo>
                  <a:pt x="227090" y="682152"/>
                </a:lnTo>
                <a:lnTo>
                  <a:pt x="159883" y="649291"/>
                </a:lnTo>
                <a:lnTo>
                  <a:pt x="103721" y="615096"/>
                </a:lnTo>
                <a:lnTo>
                  <a:pt x="59128" y="579688"/>
                </a:lnTo>
                <a:lnTo>
                  <a:pt x="26628" y="543185"/>
                </a:lnTo>
                <a:lnTo>
                  <a:pt x="6744" y="505709"/>
                </a:lnTo>
                <a:lnTo>
                  <a:pt x="0" y="467380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1783" y="876930"/>
            <a:ext cx="151828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40"/>
              </a:lnSpc>
            </a:pP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605" y="5424366"/>
            <a:ext cx="4699000" cy="1252220"/>
          </a:xfrm>
          <a:custGeom>
            <a:avLst/>
            <a:gdLst/>
            <a:ahLst/>
            <a:cxnLst/>
            <a:rect l="l" t="t" r="r" b="b"/>
            <a:pathLst>
              <a:path w="4699000" h="1252220">
                <a:moveTo>
                  <a:pt x="0" y="216756"/>
                </a:moveTo>
                <a:lnTo>
                  <a:pt x="11407" y="211162"/>
                </a:lnTo>
                <a:lnTo>
                  <a:pt x="22878" y="205686"/>
                </a:lnTo>
                <a:lnTo>
                  <a:pt x="34359" y="200232"/>
                </a:lnTo>
                <a:lnTo>
                  <a:pt x="45800" y="194705"/>
                </a:lnTo>
                <a:lnTo>
                  <a:pt x="81926" y="174886"/>
                </a:lnTo>
                <a:lnTo>
                  <a:pt x="123697" y="147610"/>
                </a:lnTo>
                <a:lnTo>
                  <a:pt x="150475" y="129084"/>
                </a:lnTo>
                <a:lnTo>
                  <a:pt x="161803" y="135565"/>
                </a:lnTo>
                <a:lnTo>
                  <a:pt x="197036" y="155259"/>
                </a:lnTo>
                <a:lnTo>
                  <a:pt x="246403" y="166167"/>
                </a:lnTo>
                <a:lnTo>
                  <a:pt x="286157" y="169511"/>
                </a:lnTo>
                <a:lnTo>
                  <a:pt x="324718" y="172074"/>
                </a:lnTo>
                <a:lnTo>
                  <a:pt x="374748" y="174794"/>
                </a:lnTo>
                <a:lnTo>
                  <a:pt x="387075" y="175424"/>
                </a:lnTo>
                <a:lnTo>
                  <a:pt x="399350" y="176055"/>
                </a:lnTo>
                <a:lnTo>
                  <a:pt x="411584" y="176700"/>
                </a:lnTo>
                <a:lnTo>
                  <a:pt x="423785" y="177369"/>
                </a:lnTo>
                <a:lnTo>
                  <a:pt x="435965" y="178074"/>
                </a:lnTo>
                <a:lnTo>
                  <a:pt x="450586" y="176607"/>
                </a:lnTo>
                <a:lnTo>
                  <a:pt x="489556" y="172693"/>
                </a:lnTo>
                <a:lnTo>
                  <a:pt x="533998" y="160111"/>
                </a:lnTo>
                <a:lnTo>
                  <a:pt x="557497" y="141685"/>
                </a:lnTo>
                <a:lnTo>
                  <a:pt x="558004" y="140638"/>
                </a:lnTo>
                <a:lnTo>
                  <a:pt x="558629" y="140052"/>
                </a:lnTo>
                <a:lnTo>
                  <a:pt x="559649" y="139949"/>
                </a:lnTo>
                <a:lnTo>
                  <a:pt x="561341" y="140350"/>
                </a:lnTo>
                <a:lnTo>
                  <a:pt x="563981" y="141277"/>
                </a:lnTo>
                <a:lnTo>
                  <a:pt x="567846" y="142751"/>
                </a:lnTo>
                <a:lnTo>
                  <a:pt x="573214" y="144794"/>
                </a:lnTo>
                <a:lnTo>
                  <a:pt x="580360" y="147427"/>
                </a:lnTo>
                <a:lnTo>
                  <a:pt x="589563" y="150672"/>
                </a:lnTo>
                <a:lnTo>
                  <a:pt x="602395" y="159211"/>
                </a:lnTo>
                <a:lnTo>
                  <a:pt x="613079" y="167933"/>
                </a:lnTo>
                <a:lnTo>
                  <a:pt x="622829" y="174977"/>
                </a:lnTo>
                <a:lnTo>
                  <a:pt x="632862" y="178482"/>
                </a:lnTo>
                <a:lnTo>
                  <a:pt x="645125" y="176030"/>
                </a:lnTo>
                <a:lnTo>
                  <a:pt x="676473" y="148508"/>
                </a:lnTo>
                <a:lnTo>
                  <a:pt x="697525" y="116510"/>
                </a:lnTo>
                <a:lnTo>
                  <a:pt x="710182" y="119270"/>
                </a:lnTo>
                <a:lnTo>
                  <a:pt x="722533" y="122835"/>
                </a:lnTo>
                <a:lnTo>
                  <a:pt x="734788" y="126030"/>
                </a:lnTo>
                <a:lnTo>
                  <a:pt x="747156" y="127679"/>
                </a:lnTo>
                <a:lnTo>
                  <a:pt x="765836" y="127481"/>
                </a:lnTo>
                <a:lnTo>
                  <a:pt x="810776" y="123678"/>
                </a:lnTo>
                <a:lnTo>
                  <a:pt x="824588" y="116028"/>
                </a:lnTo>
                <a:lnTo>
                  <a:pt x="824806" y="115353"/>
                </a:lnTo>
                <a:lnTo>
                  <a:pt x="825296" y="115021"/>
                </a:lnTo>
                <a:lnTo>
                  <a:pt x="826382" y="115097"/>
                </a:lnTo>
                <a:lnTo>
                  <a:pt x="828388" y="115645"/>
                </a:lnTo>
                <a:lnTo>
                  <a:pt x="831641" y="116729"/>
                </a:lnTo>
                <a:lnTo>
                  <a:pt x="836464" y="118414"/>
                </a:lnTo>
                <a:lnTo>
                  <a:pt x="843183" y="120765"/>
                </a:lnTo>
                <a:lnTo>
                  <a:pt x="852123" y="123846"/>
                </a:lnTo>
                <a:lnTo>
                  <a:pt x="891061" y="118272"/>
                </a:lnTo>
                <a:lnTo>
                  <a:pt x="895847" y="116561"/>
                </a:lnTo>
                <a:lnTo>
                  <a:pt x="898982" y="115460"/>
                </a:lnTo>
                <a:lnTo>
                  <a:pt x="900787" y="114904"/>
                </a:lnTo>
                <a:lnTo>
                  <a:pt x="901580" y="114828"/>
                </a:lnTo>
                <a:lnTo>
                  <a:pt x="901682" y="115166"/>
                </a:lnTo>
                <a:lnTo>
                  <a:pt x="901410" y="115852"/>
                </a:lnTo>
                <a:lnTo>
                  <a:pt x="901086" y="116822"/>
                </a:lnTo>
                <a:lnTo>
                  <a:pt x="948489" y="127514"/>
                </a:lnTo>
                <a:lnTo>
                  <a:pt x="965204" y="127721"/>
                </a:lnTo>
                <a:lnTo>
                  <a:pt x="970761" y="127359"/>
                </a:lnTo>
                <a:lnTo>
                  <a:pt x="1020049" y="120450"/>
                </a:lnTo>
                <a:lnTo>
                  <a:pt x="1069408" y="112495"/>
                </a:lnTo>
                <a:lnTo>
                  <a:pt x="1112228" y="105338"/>
                </a:lnTo>
                <a:lnTo>
                  <a:pt x="1122379" y="103623"/>
                </a:lnTo>
                <a:lnTo>
                  <a:pt x="1129515" y="102421"/>
                </a:lnTo>
                <a:lnTo>
                  <a:pt x="1141741" y="107131"/>
                </a:lnTo>
                <a:lnTo>
                  <a:pt x="1153629" y="112064"/>
                </a:lnTo>
                <a:lnTo>
                  <a:pt x="1165691" y="114903"/>
                </a:lnTo>
                <a:lnTo>
                  <a:pt x="1213855" y="113348"/>
                </a:lnTo>
                <a:lnTo>
                  <a:pt x="1257940" y="105806"/>
                </a:lnTo>
                <a:lnTo>
                  <a:pt x="1302699" y="91385"/>
                </a:lnTo>
                <a:lnTo>
                  <a:pt x="1316311" y="95354"/>
                </a:lnTo>
                <a:lnTo>
                  <a:pt x="1352462" y="123904"/>
                </a:lnTo>
                <a:lnTo>
                  <a:pt x="1395119" y="149548"/>
                </a:lnTo>
                <a:lnTo>
                  <a:pt x="1407721" y="152539"/>
                </a:lnTo>
                <a:lnTo>
                  <a:pt x="1422988" y="142466"/>
                </a:lnTo>
                <a:lnTo>
                  <a:pt x="1435954" y="133667"/>
                </a:lnTo>
                <a:lnTo>
                  <a:pt x="1446904" y="126073"/>
                </a:lnTo>
                <a:lnTo>
                  <a:pt x="1456123" y="119615"/>
                </a:lnTo>
                <a:lnTo>
                  <a:pt x="1463895" y="114226"/>
                </a:lnTo>
                <a:lnTo>
                  <a:pt x="1496061" y="100488"/>
                </a:lnTo>
                <a:lnTo>
                  <a:pt x="1501666" y="100659"/>
                </a:lnTo>
                <a:lnTo>
                  <a:pt x="1508099" y="101351"/>
                </a:lnTo>
                <a:lnTo>
                  <a:pt x="1515644" y="102495"/>
                </a:lnTo>
                <a:lnTo>
                  <a:pt x="1524585" y="104022"/>
                </a:lnTo>
                <a:lnTo>
                  <a:pt x="1535208" y="105865"/>
                </a:lnTo>
                <a:lnTo>
                  <a:pt x="1547797" y="107954"/>
                </a:lnTo>
                <a:lnTo>
                  <a:pt x="1562635" y="110221"/>
                </a:lnTo>
                <a:lnTo>
                  <a:pt x="1580008" y="112598"/>
                </a:lnTo>
                <a:lnTo>
                  <a:pt x="1600199" y="115017"/>
                </a:lnTo>
                <a:lnTo>
                  <a:pt x="1616467" y="120745"/>
                </a:lnTo>
                <a:lnTo>
                  <a:pt x="1629740" y="125904"/>
                </a:lnTo>
                <a:lnTo>
                  <a:pt x="1640537" y="130416"/>
                </a:lnTo>
                <a:lnTo>
                  <a:pt x="1649375" y="134203"/>
                </a:lnTo>
                <a:lnTo>
                  <a:pt x="1656770" y="137186"/>
                </a:lnTo>
                <a:lnTo>
                  <a:pt x="1663241" y="139286"/>
                </a:lnTo>
                <a:lnTo>
                  <a:pt x="1669306" y="140424"/>
                </a:lnTo>
                <a:lnTo>
                  <a:pt x="1675480" y="140523"/>
                </a:lnTo>
                <a:lnTo>
                  <a:pt x="1682283" y="139503"/>
                </a:lnTo>
                <a:lnTo>
                  <a:pt x="1724049" y="123331"/>
                </a:lnTo>
                <a:lnTo>
                  <a:pt x="1757584" y="106226"/>
                </a:lnTo>
                <a:lnTo>
                  <a:pt x="1772259" y="107569"/>
                </a:lnTo>
                <a:lnTo>
                  <a:pt x="1785253" y="110357"/>
                </a:lnTo>
                <a:lnTo>
                  <a:pt x="1797077" y="113303"/>
                </a:lnTo>
                <a:lnTo>
                  <a:pt x="1808245" y="115121"/>
                </a:lnTo>
                <a:lnTo>
                  <a:pt x="1853832" y="104651"/>
                </a:lnTo>
                <a:lnTo>
                  <a:pt x="1890366" y="81134"/>
                </a:lnTo>
                <a:lnTo>
                  <a:pt x="1899955" y="74404"/>
                </a:lnTo>
                <a:lnTo>
                  <a:pt x="1911163" y="67590"/>
                </a:lnTo>
                <a:lnTo>
                  <a:pt x="1925012" y="61335"/>
                </a:lnTo>
                <a:lnTo>
                  <a:pt x="1937175" y="57067"/>
                </a:lnTo>
                <a:lnTo>
                  <a:pt x="1948156" y="53788"/>
                </a:lnTo>
                <a:lnTo>
                  <a:pt x="1961565" y="61760"/>
                </a:lnTo>
                <a:lnTo>
                  <a:pt x="1972017" y="67989"/>
                </a:lnTo>
                <a:lnTo>
                  <a:pt x="1979866" y="72634"/>
                </a:lnTo>
                <a:lnTo>
                  <a:pt x="1985465" y="75856"/>
                </a:lnTo>
                <a:lnTo>
                  <a:pt x="1989168" y="77814"/>
                </a:lnTo>
                <a:lnTo>
                  <a:pt x="1991328" y="78668"/>
                </a:lnTo>
                <a:lnTo>
                  <a:pt x="1992299" y="78577"/>
                </a:lnTo>
                <a:lnTo>
                  <a:pt x="1992432" y="77702"/>
                </a:lnTo>
                <a:lnTo>
                  <a:pt x="1992083" y="76202"/>
                </a:lnTo>
                <a:lnTo>
                  <a:pt x="1991604" y="74237"/>
                </a:lnTo>
                <a:lnTo>
                  <a:pt x="1991348" y="71966"/>
                </a:lnTo>
                <a:lnTo>
                  <a:pt x="2014292" y="60872"/>
                </a:lnTo>
                <a:lnTo>
                  <a:pt x="2025494" y="60935"/>
                </a:lnTo>
                <a:lnTo>
                  <a:pt x="2069804" y="66730"/>
                </a:lnTo>
                <a:lnTo>
                  <a:pt x="2105659" y="80867"/>
                </a:lnTo>
                <a:lnTo>
                  <a:pt x="2117416" y="86382"/>
                </a:lnTo>
                <a:lnTo>
                  <a:pt x="2129206" y="91638"/>
                </a:lnTo>
                <a:lnTo>
                  <a:pt x="2141107" y="96241"/>
                </a:lnTo>
                <a:lnTo>
                  <a:pt x="2153195" y="99795"/>
                </a:lnTo>
                <a:lnTo>
                  <a:pt x="2165550" y="101903"/>
                </a:lnTo>
                <a:lnTo>
                  <a:pt x="2692408" y="115017"/>
                </a:lnTo>
                <a:lnTo>
                  <a:pt x="2700777" y="125060"/>
                </a:lnTo>
                <a:lnTo>
                  <a:pt x="2727579" y="152243"/>
                </a:lnTo>
                <a:lnTo>
                  <a:pt x="2758375" y="156273"/>
                </a:lnTo>
                <a:lnTo>
                  <a:pt x="2769755" y="154747"/>
                </a:lnTo>
                <a:lnTo>
                  <a:pt x="2807354" y="125032"/>
                </a:lnTo>
                <a:lnTo>
                  <a:pt x="2814667" y="117004"/>
                </a:lnTo>
                <a:lnTo>
                  <a:pt x="2849374" y="95599"/>
                </a:lnTo>
                <a:lnTo>
                  <a:pt x="2870092" y="89609"/>
                </a:lnTo>
                <a:lnTo>
                  <a:pt x="2882609" y="91913"/>
                </a:lnTo>
                <a:lnTo>
                  <a:pt x="2895338" y="93702"/>
                </a:lnTo>
                <a:lnTo>
                  <a:pt x="2907694" y="96314"/>
                </a:lnTo>
                <a:lnTo>
                  <a:pt x="2919090" y="101084"/>
                </a:lnTo>
                <a:lnTo>
                  <a:pt x="2927583" y="110819"/>
                </a:lnTo>
                <a:lnTo>
                  <a:pt x="2932946" y="122966"/>
                </a:lnTo>
                <a:lnTo>
                  <a:pt x="2938386" y="134063"/>
                </a:lnTo>
                <a:lnTo>
                  <a:pt x="2951791" y="138311"/>
                </a:lnTo>
                <a:lnTo>
                  <a:pt x="2963882" y="138338"/>
                </a:lnTo>
                <a:lnTo>
                  <a:pt x="2974953" y="135661"/>
                </a:lnTo>
                <a:lnTo>
                  <a:pt x="2985296" y="131799"/>
                </a:lnTo>
                <a:lnTo>
                  <a:pt x="2995205" y="128267"/>
                </a:lnTo>
                <a:lnTo>
                  <a:pt x="3032945" y="136433"/>
                </a:lnTo>
                <a:lnTo>
                  <a:pt x="3069824" y="149455"/>
                </a:lnTo>
                <a:lnTo>
                  <a:pt x="3081232" y="152780"/>
                </a:lnTo>
                <a:lnTo>
                  <a:pt x="3123911" y="146146"/>
                </a:lnTo>
                <a:lnTo>
                  <a:pt x="3142460" y="137518"/>
                </a:lnTo>
                <a:lnTo>
                  <a:pt x="3152502" y="133260"/>
                </a:lnTo>
                <a:lnTo>
                  <a:pt x="3192545" y="125844"/>
                </a:lnTo>
                <a:lnTo>
                  <a:pt x="3231763" y="121730"/>
                </a:lnTo>
                <a:lnTo>
                  <a:pt x="3280779" y="117793"/>
                </a:lnTo>
                <a:lnTo>
                  <a:pt x="3292676" y="116870"/>
                </a:lnTo>
                <a:lnTo>
                  <a:pt x="3332898" y="118799"/>
                </a:lnTo>
                <a:lnTo>
                  <a:pt x="3358847" y="122322"/>
                </a:lnTo>
                <a:lnTo>
                  <a:pt x="3371141" y="124026"/>
                </a:lnTo>
                <a:lnTo>
                  <a:pt x="3383109" y="125535"/>
                </a:lnTo>
                <a:lnTo>
                  <a:pt x="3394846" y="126731"/>
                </a:lnTo>
                <a:lnTo>
                  <a:pt x="3406449" y="127497"/>
                </a:lnTo>
                <a:lnTo>
                  <a:pt x="3426960" y="127441"/>
                </a:lnTo>
                <a:lnTo>
                  <a:pt x="3473597" y="125798"/>
                </a:lnTo>
                <a:lnTo>
                  <a:pt x="3515405" y="119268"/>
                </a:lnTo>
                <a:lnTo>
                  <a:pt x="3556540" y="106383"/>
                </a:lnTo>
                <a:lnTo>
                  <a:pt x="3591976" y="82396"/>
                </a:lnTo>
                <a:lnTo>
                  <a:pt x="3601411" y="75429"/>
                </a:lnTo>
                <a:lnTo>
                  <a:pt x="3610509" y="69242"/>
                </a:lnTo>
                <a:lnTo>
                  <a:pt x="3651544" y="49331"/>
                </a:lnTo>
                <a:lnTo>
                  <a:pt x="3690152" y="38207"/>
                </a:lnTo>
                <a:lnTo>
                  <a:pt x="3708403" y="25982"/>
                </a:lnTo>
                <a:lnTo>
                  <a:pt x="3721019" y="27521"/>
                </a:lnTo>
                <a:lnTo>
                  <a:pt x="3733623" y="29269"/>
                </a:lnTo>
                <a:lnTo>
                  <a:pt x="3746223" y="31123"/>
                </a:lnTo>
                <a:lnTo>
                  <a:pt x="3758822" y="32979"/>
                </a:lnTo>
                <a:lnTo>
                  <a:pt x="3771427" y="34735"/>
                </a:lnTo>
                <a:lnTo>
                  <a:pt x="3784041" y="36288"/>
                </a:lnTo>
                <a:lnTo>
                  <a:pt x="3796672" y="37535"/>
                </a:lnTo>
                <a:lnTo>
                  <a:pt x="3809322" y="38372"/>
                </a:lnTo>
                <a:lnTo>
                  <a:pt x="3821999" y="38697"/>
                </a:lnTo>
                <a:lnTo>
                  <a:pt x="3844735" y="38455"/>
                </a:lnTo>
                <a:lnTo>
                  <a:pt x="3884312" y="35441"/>
                </a:lnTo>
                <a:lnTo>
                  <a:pt x="3892955" y="30595"/>
                </a:lnTo>
                <a:lnTo>
                  <a:pt x="3891632" y="28928"/>
                </a:lnTo>
                <a:lnTo>
                  <a:pt x="3879217" y="23650"/>
                </a:lnTo>
                <a:lnTo>
                  <a:pt x="3879579" y="23739"/>
                </a:lnTo>
                <a:lnTo>
                  <a:pt x="3927074" y="34106"/>
                </a:lnTo>
                <a:lnTo>
                  <a:pt x="3949714" y="38698"/>
                </a:lnTo>
                <a:lnTo>
                  <a:pt x="3958591" y="47998"/>
                </a:lnTo>
                <a:lnTo>
                  <a:pt x="3993887" y="81029"/>
                </a:lnTo>
                <a:lnTo>
                  <a:pt x="4029475" y="90386"/>
                </a:lnTo>
                <a:lnTo>
                  <a:pt x="4044470" y="86560"/>
                </a:lnTo>
                <a:lnTo>
                  <a:pt x="4080746" y="56365"/>
                </a:lnTo>
                <a:lnTo>
                  <a:pt x="4086641" y="47446"/>
                </a:lnTo>
                <a:lnTo>
                  <a:pt x="4092255" y="39044"/>
                </a:lnTo>
                <a:lnTo>
                  <a:pt x="4120459" y="7607"/>
                </a:lnTo>
                <a:lnTo>
                  <a:pt x="4150632" y="0"/>
                </a:lnTo>
                <a:lnTo>
                  <a:pt x="4160267" y="1208"/>
                </a:lnTo>
                <a:lnTo>
                  <a:pt x="4210899" y="20907"/>
                </a:lnTo>
                <a:lnTo>
                  <a:pt x="4246016" y="47895"/>
                </a:lnTo>
                <a:lnTo>
                  <a:pt x="4258323" y="91545"/>
                </a:lnTo>
                <a:lnTo>
                  <a:pt x="4259660" y="102452"/>
                </a:lnTo>
                <a:lnTo>
                  <a:pt x="4261513" y="112801"/>
                </a:lnTo>
                <a:lnTo>
                  <a:pt x="4292925" y="152567"/>
                </a:lnTo>
                <a:lnTo>
                  <a:pt x="4327475" y="169205"/>
                </a:lnTo>
                <a:lnTo>
                  <a:pt x="4350853" y="176875"/>
                </a:lnTo>
                <a:lnTo>
                  <a:pt x="4365172" y="174747"/>
                </a:lnTo>
                <a:lnTo>
                  <a:pt x="4402116" y="160845"/>
                </a:lnTo>
                <a:lnTo>
                  <a:pt x="4443679" y="133810"/>
                </a:lnTo>
                <a:lnTo>
                  <a:pt x="4469292" y="115821"/>
                </a:lnTo>
                <a:lnTo>
                  <a:pt x="4484120" y="120599"/>
                </a:lnTo>
                <a:lnTo>
                  <a:pt x="4496553" y="124629"/>
                </a:lnTo>
                <a:lnTo>
                  <a:pt x="4506881" y="127995"/>
                </a:lnTo>
                <a:lnTo>
                  <a:pt x="4515390" y="130780"/>
                </a:lnTo>
                <a:lnTo>
                  <a:pt x="4522368" y="133066"/>
                </a:lnTo>
                <a:lnTo>
                  <a:pt x="4528104" y="134936"/>
                </a:lnTo>
                <a:lnTo>
                  <a:pt x="4571300" y="146680"/>
                </a:lnTo>
                <a:lnTo>
                  <a:pt x="4580441" y="148936"/>
                </a:lnTo>
                <a:lnTo>
                  <a:pt x="4591505" y="151686"/>
                </a:lnTo>
                <a:lnTo>
                  <a:pt x="4603777" y="162425"/>
                </a:lnTo>
                <a:lnTo>
                  <a:pt x="4614488" y="171704"/>
                </a:lnTo>
                <a:lnTo>
                  <a:pt x="4645347" y="205347"/>
                </a:lnTo>
                <a:lnTo>
                  <a:pt x="4661767" y="247047"/>
                </a:lnTo>
                <a:lnTo>
                  <a:pt x="4671693" y="286999"/>
                </a:lnTo>
                <a:lnTo>
                  <a:pt x="4674281" y="306842"/>
                </a:lnTo>
                <a:lnTo>
                  <a:pt x="4674210" y="310378"/>
                </a:lnTo>
                <a:lnTo>
                  <a:pt x="4673921" y="312871"/>
                </a:lnTo>
                <a:lnTo>
                  <a:pt x="4673562" y="314620"/>
                </a:lnTo>
                <a:lnTo>
                  <a:pt x="4673283" y="315921"/>
                </a:lnTo>
                <a:lnTo>
                  <a:pt x="4673234" y="317072"/>
                </a:lnTo>
                <a:lnTo>
                  <a:pt x="4686112" y="337527"/>
                </a:lnTo>
                <a:lnTo>
                  <a:pt x="4691846" y="345973"/>
                </a:lnTo>
                <a:lnTo>
                  <a:pt x="4699003" y="356653"/>
                </a:lnTo>
                <a:lnTo>
                  <a:pt x="4698430" y="369283"/>
                </a:lnTo>
                <a:lnTo>
                  <a:pt x="4698015" y="381933"/>
                </a:lnTo>
                <a:lnTo>
                  <a:pt x="4697363" y="432659"/>
                </a:lnTo>
                <a:lnTo>
                  <a:pt x="4697303" y="445353"/>
                </a:lnTo>
                <a:lnTo>
                  <a:pt x="4697224" y="458045"/>
                </a:lnTo>
                <a:lnTo>
                  <a:pt x="4696133" y="508717"/>
                </a:lnTo>
                <a:lnTo>
                  <a:pt x="4692373" y="559057"/>
                </a:lnTo>
                <a:lnTo>
                  <a:pt x="4680745" y="603929"/>
                </a:lnTo>
                <a:lnTo>
                  <a:pt x="4657746" y="607379"/>
                </a:lnTo>
                <a:lnTo>
                  <a:pt x="4645985" y="616807"/>
                </a:lnTo>
                <a:lnTo>
                  <a:pt x="4623272" y="649911"/>
                </a:lnTo>
                <a:lnTo>
                  <a:pt x="4611216" y="683899"/>
                </a:lnTo>
                <a:lnTo>
                  <a:pt x="4613618" y="699123"/>
                </a:lnTo>
                <a:lnTo>
                  <a:pt x="4615675" y="712896"/>
                </a:lnTo>
                <a:lnTo>
                  <a:pt x="4625549" y="759121"/>
                </a:lnTo>
                <a:lnTo>
                  <a:pt x="4651451" y="805047"/>
                </a:lnTo>
                <a:lnTo>
                  <a:pt x="4677603" y="831670"/>
                </a:lnTo>
                <a:lnTo>
                  <a:pt x="4685344" y="838997"/>
                </a:lnTo>
                <a:lnTo>
                  <a:pt x="4690704" y="851199"/>
                </a:lnTo>
                <a:lnTo>
                  <a:pt x="4695884" y="862993"/>
                </a:lnTo>
                <a:lnTo>
                  <a:pt x="4698847" y="874902"/>
                </a:lnTo>
                <a:lnTo>
                  <a:pt x="4698085" y="887534"/>
                </a:lnTo>
                <a:lnTo>
                  <a:pt x="4687341" y="926235"/>
                </a:lnTo>
                <a:lnTo>
                  <a:pt x="4667583" y="959671"/>
                </a:lnTo>
                <a:lnTo>
                  <a:pt x="4635375" y="984812"/>
                </a:lnTo>
                <a:lnTo>
                  <a:pt x="4626110" y="990422"/>
                </a:lnTo>
                <a:lnTo>
                  <a:pt x="4627360" y="1003549"/>
                </a:lnTo>
                <a:lnTo>
                  <a:pt x="4629592" y="1016260"/>
                </a:lnTo>
                <a:lnTo>
                  <a:pt x="4632136" y="1028698"/>
                </a:lnTo>
                <a:lnTo>
                  <a:pt x="4634318" y="1041005"/>
                </a:lnTo>
                <a:lnTo>
                  <a:pt x="4635466" y="1053323"/>
                </a:lnTo>
                <a:lnTo>
                  <a:pt x="4634921" y="1066675"/>
                </a:lnTo>
                <a:lnTo>
                  <a:pt x="4633426" y="1079594"/>
                </a:lnTo>
                <a:lnTo>
                  <a:pt x="4631259" y="1092167"/>
                </a:lnTo>
                <a:lnTo>
                  <a:pt x="4628699" y="1104484"/>
                </a:lnTo>
                <a:lnTo>
                  <a:pt x="4626023" y="1116633"/>
                </a:lnTo>
                <a:lnTo>
                  <a:pt x="4623510" y="1128701"/>
                </a:lnTo>
                <a:lnTo>
                  <a:pt x="4616016" y="1169749"/>
                </a:lnTo>
                <a:lnTo>
                  <a:pt x="4604396" y="1215229"/>
                </a:lnTo>
                <a:lnTo>
                  <a:pt x="4593974" y="1241438"/>
                </a:lnTo>
                <a:lnTo>
                  <a:pt x="4588630" y="125206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16599" y="1325357"/>
            <a:ext cx="6044565" cy="93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7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7525" y="2742268"/>
            <a:ext cx="90360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-6410" dirty="0">
                <a:latin typeface="Symbol"/>
                <a:cs typeface="Symbol"/>
              </a:rPr>
              <a:t></a:t>
            </a:r>
            <a:r>
              <a:rPr sz="3900" spc="-450" baseline="-6410" dirty="0">
                <a:latin typeface="Times New Roman"/>
                <a:cs typeface="Times New Roman"/>
              </a:rPr>
              <a:t> </a:t>
            </a:r>
            <a:r>
              <a:rPr sz="2600" i="1" spc="90" dirty="0">
                <a:latin typeface="Times New Roman"/>
                <a:cs typeface="Times New Roman"/>
              </a:rPr>
              <a:t>y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)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endParaRPr sz="3900" baseline="-641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967" y="2737000"/>
            <a:ext cx="1510665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44" baseline="-6410" dirty="0">
                <a:latin typeface="Times New Roman"/>
                <a:cs typeface="Times New Roman"/>
              </a:rPr>
              <a:t> </a:t>
            </a:r>
            <a:r>
              <a:rPr sz="3900" spc="-15" baseline="-6410" dirty="0">
                <a:latin typeface="Symbol"/>
                <a:cs typeface="Symbol"/>
              </a:rPr>
              <a:t></a:t>
            </a:r>
            <a:r>
              <a:rPr sz="3900" spc="-442" baseline="-6410" dirty="0">
                <a:latin typeface="Times New Roman"/>
                <a:cs typeface="Times New Roman"/>
              </a:rPr>
              <a:t> </a:t>
            </a:r>
            <a:r>
              <a:rPr sz="2600" i="1" spc="90" dirty="0">
                <a:latin typeface="Times New Roman"/>
                <a:cs typeface="Times New Roman"/>
              </a:rPr>
              <a:t>y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spc="145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105" dirty="0">
                <a:latin typeface="Times New Roman"/>
                <a:cs typeface="Times New Roman"/>
              </a:rPr>
              <a:t>)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endParaRPr sz="3900" baseline="-641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5249" y="2979389"/>
            <a:ext cx="2862580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1205" algn="l"/>
                <a:tab pos="2496820" algn="l"/>
              </a:tabLst>
            </a:pPr>
            <a:r>
              <a:rPr sz="3900" spc="-15" baseline="-19230" dirty="0">
                <a:latin typeface="Symbol"/>
                <a:cs typeface="Symbol"/>
              </a:rPr>
              <a:t></a:t>
            </a:r>
            <a:r>
              <a:rPr sz="3900" spc="-209" baseline="-1923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Symbol"/>
                <a:cs typeface="Symbol"/>
              </a:rPr>
              <a:t>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3900" spc="-15" baseline="-19230" dirty="0">
                <a:latin typeface="Symbol"/>
                <a:cs typeface="Symbol"/>
              </a:rPr>
              <a:t></a:t>
            </a:r>
            <a:r>
              <a:rPr sz="3900" baseline="-19230" dirty="0">
                <a:latin typeface="Times New Roman"/>
                <a:cs typeface="Times New Roman"/>
              </a:rPr>
              <a:t>	</a:t>
            </a:r>
            <a:r>
              <a:rPr sz="3900" spc="-15" baseline="-19230" dirty="0">
                <a:latin typeface="Symbol"/>
                <a:cs typeface="Symbol"/>
              </a:rPr>
              <a:t></a:t>
            </a:r>
            <a:r>
              <a:rPr sz="3900" spc="-525" baseline="-19230" dirty="0">
                <a:latin typeface="Times New Roman"/>
                <a:cs typeface="Times New Roman"/>
              </a:rPr>
              <a:t> </a:t>
            </a:r>
            <a:r>
              <a:rPr sz="2600" i="1" spc="100" dirty="0">
                <a:latin typeface="Times New Roman"/>
                <a:cs typeface="Times New Roman"/>
              </a:rPr>
              <a:t>u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spc="145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Symbol"/>
                <a:cs typeface="Symbol"/>
              </a:rPr>
              <a:t>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3900" spc="-15" baseline="-19230" dirty="0">
                <a:latin typeface="Symbol"/>
                <a:cs typeface="Symbol"/>
              </a:rPr>
              <a:t></a:t>
            </a:r>
            <a:r>
              <a:rPr sz="3900" baseline="-19230" dirty="0">
                <a:latin typeface="Times New Roman"/>
                <a:cs typeface="Times New Roman"/>
              </a:rPr>
              <a:t>	</a:t>
            </a:r>
            <a:r>
              <a:rPr sz="3900" spc="-15" baseline="-19230" dirty="0">
                <a:latin typeface="Symbol"/>
                <a:cs typeface="Symbol"/>
              </a:rPr>
              <a:t></a:t>
            </a:r>
            <a:r>
              <a:rPr sz="3900" spc="-37" baseline="-19230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7316" y="2984334"/>
            <a:ext cx="42989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7525" y="3236937"/>
            <a:ext cx="90360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-11752" dirty="0">
                <a:latin typeface="Symbol"/>
                <a:cs typeface="Symbol"/>
              </a:rPr>
              <a:t></a:t>
            </a:r>
            <a:r>
              <a:rPr sz="3900" spc="-442" baseline="-11752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z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405" dirty="0">
                <a:latin typeface="Times New Roman"/>
                <a:cs typeface="Times New Roman"/>
              </a:rPr>
              <a:t> </a:t>
            </a:r>
            <a:r>
              <a:rPr sz="3900" spc="-15" baseline="-11752" dirty="0">
                <a:latin typeface="Symbol"/>
                <a:cs typeface="Symbol"/>
              </a:rPr>
              <a:t></a:t>
            </a:r>
            <a:endParaRPr sz="3900" baseline="-11752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56967" y="3232004"/>
            <a:ext cx="1510665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-10683" dirty="0">
                <a:latin typeface="Symbol"/>
                <a:cs typeface="Symbol"/>
              </a:rPr>
              <a:t></a:t>
            </a:r>
            <a:r>
              <a:rPr sz="3900" spc="44" baseline="-10683" dirty="0">
                <a:latin typeface="Times New Roman"/>
                <a:cs typeface="Times New Roman"/>
              </a:rPr>
              <a:t> </a:t>
            </a:r>
            <a:r>
              <a:rPr sz="3900" spc="-15" baseline="-10683" dirty="0">
                <a:latin typeface="Symbol"/>
                <a:cs typeface="Symbol"/>
              </a:rPr>
              <a:t></a:t>
            </a:r>
            <a:r>
              <a:rPr sz="3900" spc="-442" baseline="-10683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z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 </a:t>
            </a:r>
            <a:r>
              <a:rPr sz="2600" spc="145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405" dirty="0">
                <a:latin typeface="Times New Roman"/>
                <a:cs typeface="Times New Roman"/>
              </a:rPr>
              <a:t> </a:t>
            </a:r>
            <a:r>
              <a:rPr sz="3900" spc="-15" baseline="-10683" dirty="0">
                <a:latin typeface="Symbol"/>
                <a:cs typeface="Symbol"/>
              </a:rPr>
              <a:t></a:t>
            </a:r>
            <a:endParaRPr sz="3900" baseline="-10683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3165" y="3107308"/>
            <a:ext cx="16827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15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7231" y="2773600"/>
            <a:ext cx="15240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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4711" y="2773600"/>
            <a:ext cx="21977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1785" algn="l"/>
                <a:tab pos="1758314" algn="l"/>
                <a:tab pos="2057400" algn="l"/>
              </a:tabLst>
            </a:pPr>
            <a:r>
              <a:rPr sz="2600" spc="-10" dirty="0">
                <a:latin typeface="Symbol"/>
                <a:cs typeface="Symbol"/>
              </a:rPr>
              <a:t>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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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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7525" y="2979389"/>
            <a:ext cx="1371600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63905" algn="l"/>
              </a:tabLst>
            </a:pPr>
            <a:r>
              <a:rPr sz="2600" spc="-10" dirty="0">
                <a:latin typeface="Symbol"/>
                <a:cs typeface="Symbol"/>
              </a:rPr>
              <a:t>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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3900" spc="-22" baseline="19230" dirty="0">
                <a:latin typeface="Symbol"/>
                <a:cs typeface="Symbol"/>
              </a:rPr>
              <a:t></a:t>
            </a:r>
            <a:r>
              <a:rPr sz="3900" spc="-44" baseline="192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Symbol"/>
                <a:cs typeface="Symbol"/>
              </a:rPr>
              <a:t>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6967" y="3096130"/>
            <a:ext cx="36576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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Symbol"/>
                <a:cs typeface="Symbol"/>
              </a:rPr>
              <a:t>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7231" y="3298620"/>
            <a:ext cx="15240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4711" y="3298620"/>
            <a:ext cx="45148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1785" algn="l"/>
              </a:tabLst>
            </a:pPr>
            <a:r>
              <a:rPr sz="2600" spc="-10" dirty="0">
                <a:latin typeface="Symbol"/>
                <a:cs typeface="Symbol"/>
              </a:rPr>
              <a:t>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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00531" y="3298620"/>
            <a:ext cx="45148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1785" algn="l"/>
              </a:tabLst>
            </a:pPr>
            <a:r>
              <a:rPr sz="2600" spc="-10" dirty="0">
                <a:latin typeface="Symbol"/>
                <a:cs typeface="Symbol"/>
              </a:rPr>
              <a:t>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</a:t>
            </a:r>
            <a:endParaRPr sz="26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1783" y="876930"/>
            <a:ext cx="151828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40"/>
              </a:lnSpc>
            </a:pP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6599" y="1325357"/>
            <a:ext cx="6044565" cy="93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7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400" y="2737000"/>
            <a:ext cx="6822440" cy="603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14575" algn="l"/>
              </a:tabLst>
            </a:pPr>
            <a:r>
              <a:rPr sz="3900" spc="-15" baseline="-6410" dirty="0">
                <a:latin typeface="Symbol"/>
                <a:cs typeface="Symbol"/>
              </a:rPr>
              <a:t></a:t>
            </a:r>
            <a:r>
              <a:rPr sz="3900" spc="-442" baseline="-6410" dirty="0">
                <a:latin typeface="Times New Roman"/>
                <a:cs typeface="Times New Roman"/>
              </a:rPr>
              <a:t> </a:t>
            </a:r>
            <a:r>
              <a:rPr sz="2600" i="1" spc="90" dirty="0">
                <a:latin typeface="Times New Roman"/>
                <a:cs typeface="Times New Roman"/>
              </a:rPr>
              <a:t>y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)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-7" baseline="-6410" dirty="0">
                <a:latin typeface="Times New Roman"/>
                <a:cs typeface="Times New Roman"/>
              </a:rPr>
              <a:t> </a:t>
            </a:r>
            <a:r>
              <a:rPr sz="3900" spc="-22" baseline="-40598" dirty="0">
                <a:latin typeface="Symbol"/>
                <a:cs typeface="Symbol"/>
              </a:rPr>
              <a:t></a:t>
            </a:r>
            <a:r>
              <a:rPr sz="3900" spc="-44" baseline="-40598" dirty="0">
                <a:latin typeface="Times New Roman"/>
                <a:cs typeface="Times New Roman"/>
              </a:rPr>
              <a:t> </a:t>
            </a:r>
            <a:r>
              <a:rPr sz="3900" spc="150" baseline="-6410" dirty="0">
                <a:latin typeface="Symbol"/>
                <a:cs typeface="Symbol"/>
              </a:rPr>
              <a:t></a:t>
            </a:r>
            <a:r>
              <a:rPr sz="2600" spc="65" dirty="0">
                <a:latin typeface="Symbol"/>
                <a:cs typeface="Symbol"/>
              </a:rPr>
              <a:t></a:t>
            </a:r>
            <a:r>
              <a:rPr sz="2600" i="1" spc="-280" dirty="0">
                <a:latin typeface="Times New Roman"/>
                <a:cs typeface="Times New Roman"/>
              </a:rPr>
              <a:t>a</a:t>
            </a:r>
            <a:r>
              <a:rPr sz="3375" spc="-22" baseline="-17283" dirty="0">
                <a:latin typeface="Times New Roman"/>
                <a:cs typeface="Times New Roman"/>
              </a:rPr>
              <a:t>1</a:t>
            </a:r>
            <a:r>
              <a:rPr sz="3375" baseline="-17283" dirty="0">
                <a:latin typeface="Times New Roman"/>
                <a:cs typeface="Times New Roman"/>
              </a:rPr>
              <a:t>	</a:t>
            </a:r>
            <a:r>
              <a:rPr sz="2600" spc="75" dirty="0">
                <a:latin typeface="Times New Roman"/>
                <a:cs typeface="Times New Roman"/>
              </a:rPr>
              <a:t>0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52" baseline="-6410" dirty="0">
                <a:latin typeface="Times New Roman"/>
                <a:cs typeface="Times New Roman"/>
              </a:rPr>
              <a:t> </a:t>
            </a:r>
            <a:r>
              <a:rPr sz="3900" spc="-15" baseline="-6410" dirty="0">
                <a:latin typeface="Symbol"/>
                <a:cs typeface="Symbol"/>
              </a:rPr>
              <a:t></a:t>
            </a:r>
            <a:r>
              <a:rPr sz="3900" spc="-442" baseline="-6410" dirty="0">
                <a:latin typeface="Times New Roman"/>
                <a:cs typeface="Times New Roman"/>
              </a:rPr>
              <a:t> </a:t>
            </a:r>
            <a:r>
              <a:rPr sz="2600" i="1" spc="90" dirty="0">
                <a:latin typeface="Times New Roman"/>
                <a:cs typeface="Times New Roman"/>
              </a:rPr>
              <a:t>y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 </a:t>
            </a:r>
            <a:r>
              <a:rPr sz="2600" spc="145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105" dirty="0">
                <a:latin typeface="Times New Roman"/>
                <a:cs typeface="Times New Roman"/>
              </a:rPr>
              <a:t>)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-202" baseline="-6410" dirty="0">
                <a:latin typeface="Times New Roman"/>
                <a:cs typeface="Times New Roman"/>
              </a:rPr>
              <a:t> </a:t>
            </a:r>
            <a:r>
              <a:rPr sz="3900" spc="-22" baseline="-40598" dirty="0">
                <a:latin typeface="Symbol"/>
                <a:cs typeface="Symbol"/>
              </a:rPr>
              <a:t></a:t>
            </a:r>
            <a:r>
              <a:rPr sz="3900" spc="-187" baseline="-40598" dirty="0">
                <a:latin typeface="Times New Roman"/>
                <a:cs typeface="Times New Roman"/>
              </a:rPr>
              <a:t> </a:t>
            </a:r>
            <a:r>
              <a:rPr sz="3900" spc="37" baseline="-6410" dirty="0">
                <a:latin typeface="Symbol"/>
                <a:cs typeface="Symbol"/>
              </a:rPr>
              <a:t></a:t>
            </a:r>
            <a:r>
              <a:rPr sz="2600" i="1" spc="-405" dirty="0">
                <a:latin typeface="Times New Roman"/>
                <a:cs typeface="Times New Roman"/>
              </a:rPr>
              <a:t>b</a:t>
            </a:r>
            <a:r>
              <a:rPr sz="3375" spc="202" baseline="-17283" dirty="0">
                <a:latin typeface="Times New Roman"/>
                <a:cs typeface="Times New Roman"/>
              </a:rPr>
              <a:t>1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-525" baseline="-6410" dirty="0">
                <a:latin typeface="Times New Roman"/>
                <a:cs typeface="Times New Roman"/>
              </a:rPr>
              <a:t> </a:t>
            </a:r>
            <a:r>
              <a:rPr sz="3900" i="1" spc="165" baseline="-40598" dirty="0">
                <a:latin typeface="Times New Roman"/>
                <a:cs typeface="Times New Roman"/>
              </a:rPr>
              <a:t>u</a:t>
            </a:r>
            <a:r>
              <a:rPr sz="3900" spc="82" baseline="-40598" dirty="0">
                <a:latin typeface="Times New Roman"/>
                <a:cs typeface="Times New Roman"/>
              </a:rPr>
              <a:t>(</a:t>
            </a:r>
            <a:r>
              <a:rPr sz="3900" i="1" spc="-22" baseline="-40598" dirty="0">
                <a:latin typeface="Times New Roman"/>
                <a:cs typeface="Times New Roman"/>
              </a:rPr>
              <a:t>k</a:t>
            </a:r>
            <a:r>
              <a:rPr sz="3900" i="1" spc="-15" baseline="-40598" dirty="0">
                <a:latin typeface="Times New Roman"/>
                <a:cs typeface="Times New Roman"/>
              </a:rPr>
              <a:t> </a:t>
            </a:r>
            <a:r>
              <a:rPr sz="3900" spc="217" baseline="-40598" dirty="0">
                <a:latin typeface="Symbol"/>
                <a:cs typeface="Symbol"/>
              </a:rPr>
              <a:t></a:t>
            </a:r>
            <a:r>
              <a:rPr sz="3900" spc="-322" baseline="-40598" dirty="0">
                <a:latin typeface="Times New Roman"/>
                <a:cs typeface="Times New Roman"/>
              </a:rPr>
              <a:t>1</a:t>
            </a:r>
            <a:r>
              <a:rPr sz="3900" spc="-15" baseline="-40598" dirty="0">
                <a:latin typeface="Times New Roman"/>
                <a:cs typeface="Times New Roman"/>
              </a:rPr>
              <a:t>)</a:t>
            </a:r>
            <a:r>
              <a:rPr sz="3900" spc="-315" baseline="-40598" dirty="0">
                <a:latin typeface="Times New Roman"/>
                <a:cs typeface="Times New Roman"/>
              </a:rPr>
              <a:t> </a:t>
            </a:r>
            <a:r>
              <a:rPr sz="3900" spc="-22" baseline="-40598" dirty="0">
                <a:latin typeface="Symbol"/>
                <a:cs typeface="Symbol"/>
              </a:rPr>
              <a:t></a:t>
            </a:r>
            <a:r>
              <a:rPr sz="3900" spc="-195" baseline="-40598" dirty="0">
                <a:latin typeface="Times New Roman"/>
                <a:cs typeface="Times New Roman"/>
              </a:rPr>
              <a:t> </a:t>
            </a:r>
            <a:r>
              <a:rPr sz="3900" spc="97" baseline="-6410" dirty="0">
                <a:latin typeface="Symbol"/>
                <a:cs typeface="Symbol"/>
              </a:rPr>
              <a:t></a:t>
            </a:r>
            <a:r>
              <a:rPr sz="2600" spc="75" dirty="0">
                <a:latin typeface="Times New Roman"/>
                <a:cs typeface="Times New Roman"/>
              </a:rPr>
              <a:t>0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-37" baseline="-6410" dirty="0">
                <a:latin typeface="Times New Roman"/>
                <a:cs typeface="Times New Roman"/>
              </a:rPr>
              <a:t> </a:t>
            </a:r>
            <a:r>
              <a:rPr sz="3900" i="1" spc="-22" baseline="-40598" dirty="0">
                <a:latin typeface="Times New Roman"/>
                <a:cs typeface="Times New Roman"/>
              </a:rPr>
              <a:t>y</a:t>
            </a:r>
            <a:endParaRPr sz="3900" baseline="-4059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85499" y="2984453"/>
            <a:ext cx="42989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400" y="3095831"/>
            <a:ext cx="903605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22435" dirty="0">
                <a:latin typeface="Symbol"/>
                <a:cs typeface="Symbol"/>
              </a:rPr>
              <a:t></a:t>
            </a:r>
            <a:r>
              <a:rPr sz="3900" spc="-442" baseline="22435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z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409" dirty="0">
                <a:latin typeface="Times New Roman"/>
                <a:cs typeface="Times New Roman"/>
              </a:rPr>
              <a:t> </a:t>
            </a:r>
            <a:r>
              <a:rPr sz="3900" spc="-15" baseline="22435" dirty="0">
                <a:latin typeface="Symbol"/>
                <a:cs typeface="Symbol"/>
              </a:rPr>
              <a:t></a:t>
            </a:r>
            <a:endParaRPr sz="3900" baseline="22435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2362" y="3095831"/>
            <a:ext cx="1510665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22435" dirty="0">
                <a:latin typeface="Symbol"/>
                <a:cs typeface="Symbol"/>
              </a:rPr>
              <a:t></a:t>
            </a:r>
            <a:r>
              <a:rPr sz="3900" spc="52" baseline="22435" dirty="0">
                <a:latin typeface="Times New Roman"/>
                <a:cs typeface="Times New Roman"/>
              </a:rPr>
              <a:t> </a:t>
            </a:r>
            <a:r>
              <a:rPr sz="3900" spc="-15" baseline="22435" dirty="0">
                <a:latin typeface="Symbol"/>
                <a:cs typeface="Symbol"/>
              </a:rPr>
              <a:t></a:t>
            </a:r>
            <a:r>
              <a:rPr sz="3900" spc="-442" baseline="22435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z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spc="145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405" dirty="0">
                <a:latin typeface="Times New Roman"/>
                <a:cs typeface="Times New Roman"/>
              </a:rPr>
              <a:t> </a:t>
            </a:r>
            <a:r>
              <a:rPr sz="3900" spc="-15" baseline="22435" dirty="0">
                <a:latin typeface="Symbol"/>
                <a:cs typeface="Symbol"/>
              </a:rPr>
              <a:t></a:t>
            </a:r>
            <a:endParaRPr sz="3900" baseline="22435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1461" y="3107308"/>
            <a:ext cx="16827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15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3188" y="3095831"/>
            <a:ext cx="15240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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0287" y="3095831"/>
            <a:ext cx="231965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1005" algn="l"/>
                <a:tab pos="1867535" algn="l"/>
                <a:tab pos="2179955" algn="l"/>
              </a:tabLst>
            </a:pPr>
            <a:r>
              <a:rPr sz="2600" spc="-10" dirty="0">
                <a:latin typeface="Symbol"/>
                <a:cs typeface="Symbol"/>
              </a:rPr>
              <a:t>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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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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3400" y="3298202"/>
            <a:ext cx="15240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5115" y="3298202"/>
            <a:ext cx="62039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80695" algn="l"/>
              </a:tabLst>
            </a:pPr>
            <a:r>
              <a:rPr sz="2600" spc="-10" dirty="0">
                <a:latin typeface="Symbol"/>
                <a:cs typeface="Symbol"/>
              </a:rPr>
              <a:t>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2362" y="3298202"/>
            <a:ext cx="36576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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0789" y="3298202"/>
            <a:ext cx="100012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2120" algn="l"/>
                <a:tab pos="860425" algn="l"/>
              </a:tabLst>
            </a:pPr>
            <a:r>
              <a:rPr sz="2600" spc="-10" dirty="0">
                <a:latin typeface="Symbol"/>
                <a:cs typeface="Symbol"/>
              </a:rPr>
              <a:t>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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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15322" y="3298202"/>
            <a:ext cx="46482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5120" algn="l"/>
              </a:tabLst>
            </a:pPr>
            <a:r>
              <a:rPr sz="2600" spc="-10" dirty="0">
                <a:latin typeface="Symbol"/>
                <a:cs typeface="Symbol"/>
              </a:rPr>
              <a:t>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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1605" y="5424366"/>
            <a:ext cx="4699000" cy="1252220"/>
          </a:xfrm>
          <a:custGeom>
            <a:avLst/>
            <a:gdLst/>
            <a:ahLst/>
            <a:cxnLst/>
            <a:rect l="l" t="t" r="r" b="b"/>
            <a:pathLst>
              <a:path w="4699000" h="1252220">
                <a:moveTo>
                  <a:pt x="0" y="216756"/>
                </a:moveTo>
                <a:lnTo>
                  <a:pt x="11407" y="211162"/>
                </a:lnTo>
                <a:lnTo>
                  <a:pt x="22878" y="205686"/>
                </a:lnTo>
                <a:lnTo>
                  <a:pt x="34359" y="200232"/>
                </a:lnTo>
                <a:lnTo>
                  <a:pt x="45800" y="194705"/>
                </a:lnTo>
                <a:lnTo>
                  <a:pt x="81926" y="174886"/>
                </a:lnTo>
                <a:lnTo>
                  <a:pt x="123697" y="147610"/>
                </a:lnTo>
                <a:lnTo>
                  <a:pt x="150475" y="129084"/>
                </a:lnTo>
                <a:lnTo>
                  <a:pt x="161803" y="135565"/>
                </a:lnTo>
                <a:lnTo>
                  <a:pt x="197036" y="155259"/>
                </a:lnTo>
                <a:lnTo>
                  <a:pt x="246403" y="166167"/>
                </a:lnTo>
                <a:lnTo>
                  <a:pt x="286157" y="169511"/>
                </a:lnTo>
                <a:lnTo>
                  <a:pt x="324718" y="172074"/>
                </a:lnTo>
                <a:lnTo>
                  <a:pt x="374748" y="174794"/>
                </a:lnTo>
                <a:lnTo>
                  <a:pt x="387075" y="175424"/>
                </a:lnTo>
                <a:lnTo>
                  <a:pt x="399350" y="176055"/>
                </a:lnTo>
                <a:lnTo>
                  <a:pt x="411584" y="176700"/>
                </a:lnTo>
                <a:lnTo>
                  <a:pt x="423785" y="177369"/>
                </a:lnTo>
                <a:lnTo>
                  <a:pt x="435965" y="178074"/>
                </a:lnTo>
                <a:lnTo>
                  <a:pt x="450586" y="176607"/>
                </a:lnTo>
                <a:lnTo>
                  <a:pt x="489556" y="172693"/>
                </a:lnTo>
                <a:lnTo>
                  <a:pt x="533998" y="160111"/>
                </a:lnTo>
                <a:lnTo>
                  <a:pt x="557497" y="141685"/>
                </a:lnTo>
                <a:lnTo>
                  <a:pt x="558004" y="140638"/>
                </a:lnTo>
                <a:lnTo>
                  <a:pt x="558629" y="140052"/>
                </a:lnTo>
                <a:lnTo>
                  <a:pt x="559649" y="139949"/>
                </a:lnTo>
                <a:lnTo>
                  <a:pt x="561341" y="140350"/>
                </a:lnTo>
                <a:lnTo>
                  <a:pt x="563981" y="141277"/>
                </a:lnTo>
                <a:lnTo>
                  <a:pt x="567846" y="142751"/>
                </a:lnTo>
                <a:lnTo>
                  <a:pt x="573214" y="144794"/>
                </a:lnTo>
                <a:lnTo>
                  <a:pt x="580360" y="147427"/>
                </a:lnTo>
                <a:lnTo>
                  <a:pt x="589563" y="150672"/>
                </a:lnTo>
                <a:lnTo>
                  <a:pt x="602395" y="159211"/>
                </a:lnTo>
                <a:lnTo>
                  <a:pt x="613079" y="167933"/>
                </a:lnTo>
                <a:lnTo>
                  <a:pt x="622829" y="174977"/>
                </a:lnTo>
                <a:lnTo>
                  <a:pt x="632862" y="178482"/>
                </a:lnTo>
                <a:lnTo>
                  <a:pt x="645125" y="176030"/>
                </a:lnTo>
                <a:lnTo>
                  <a:pt x="676473" y="148508"/>
                </a:lnTo>
                <a:lnTo>
                  <a:pt x="697525" y="116510"/>
                </a:lnTo>
                <a:lnTo>
                  <a:pt x="710182" y="119270"/>
                </a:lnTo>
                <a:lnTo>
                  <a:pt x="722533" y="122835"/>
                </a:lnTo>
                <a:lnTo>
                  <a:pt x="734788" y="126030"/>
                </a:lnTo>
                <a:lnTo>
                  <a:pt x="747156" y="127679"/>
                </a:lnTo>
                <a:lnTo>
                  <a:pt x="765836" y="127481"/>
                </a:lnTo>
                <a:lnTo>
                  <a:pt x="810776" y="123678"/>
                </a:lnTo>
                <a:lnTo>
                  <a:pt x="824588" y="116028"/>
                </a:lnTo>
                <a:lnTo>
                  <a:pt x="824806" y="115353"/>
                </a:lnTo>
                <a:lnTo>
                  <a:pt x="825296" y="115021"/>
                </a:lnTo>
                <a:lnTo>
                  <a:pt x="826382" y="115097"/>
                </a:lnTo>
                <a:lnTo>
                  <a:pt x="828388" y="115645"/>
                </a:lnTo>
                <a:lnTo>
                  <a:pt x="831641" y="116729"/>
                </a:lnTo>
                <a:lnTo>
                  <a:pt x="836464" y="118414"/>
                </a:lnTo>
                <a:lnTo>
                  <a:pt x="843183" y="120765"/>
                </a:lnTo>
                <a:lnTo>
                  <a:pt x="852123" y="123846"/>
                </a:lnTo>
                <a:lnTo>
                  <a:pt x="891061" y="118272"/>
                </a:lnTo>
                <a:lnTo>
                  <a:pt x="895847" y="116561"/>
                </a:lnTo>
                <a:lnTo>
                  <a:pt x="898982" y="115460"/>
                </a:lnTo>
                <a:lnTo>
                  <a:pt x="900787" y="114904"/>
                </a:lnTo>
                <a:lnTo>
                  <a:pt x="901580" y="114828"/>
                </a:lnTo>
                <a:lnTo>
                  <a:pt x="901682" y="115166"/>
                </a:lnTo>
                <a:lnTo>
                  <a:pt x="901410" y="115852"/>
                </a:lnTo>
                <a:lnTo>
                  <a:pt x="901086" y="116822"/>
                </a:lnTo>
                <a:lnTo>
                  <a:pt x="948489" y="127514"/>
                </a:lnTo>
                <a:lnTo>
                  <a:pt x="965204" y="127721"/>
                </a:lnTo>
                <a:lnTo>
                  <a:pt x="970761" y="127359"/>
                </a:lnTo>
                <a:lnTo>
                  <a:pt x="1020049" y="120450"/>
                </a:lnTo>
                <a:lnTo>
                  <a:pt x="1069408" y="112495"/>
                </a:lnTo>
                <a:lnTo>
                  <a:pt x="1112228" y="105338"/>
                </a:lnTo>
                <a:lnTo>
                  <a:pt x="1122379" y="103623"/>
                </a:lnTo>
                <a:lnTo>
                  <a:pt x="1129515" y="102421"/>
                </a:lnTo>
                <a:lnTo>
                  <a:pt x="1141741" y="107131"/>
                </a:lnTo>
                <a:lnTo>
                  <a:pt x="1153629" y="112064"/>
                </a:lnTo>
                <a:lnTo>
                  <a:pt x="1165691" y="114903"/>
                </a:lnTo>
                <a:lnTo>
                  <a:pt x="1213855" y="113348"/>
                </a:lnTo>
                <a:lnTo>
                  <a:pt x="1257940" y="105806"/>
                </a:lnTo>
                <a:lnTo>
                  <a:pt x="1302699" y="91385"/>
                </a:lnTo>
                <a:lnTo>
                  <a:pt x="1316311" y="95354"/>
                </a:lnTo>
                <a:lnTo>
                  <a:pt x="1352462" y="123904"/>
                </a:lnTo>
                <a:lnTo>
                  <a:pt x="1395119" y="149548"/>
                </a:lnTo>
                <a:lnTo>
                  <a:pt x="1407721" y="152539"/>
                </a:lnTo>
                <a:lnTo>
                  <a:pt x="1422988" y="142466"/>
                </a:lnTo>
                <a:lnTo>
                  <a:pt x="1435954" y="133667"/>
                </a:lnTo>
                <a:lnTo>
                  <a:pt x="1446904" y="126073"/>
                </a:lnTo>
                <a:lnTo>
                  <a:pt x="1456123" y="119615"/>
                </a:lnTo>
                <a:lnTo>
                  <a:pt x="1463895" y="114226"/>
                </a:lnTo>
                <a:lnTo>
                  <a:pt x="1496061" y="100488"/>
                </a:lnTo>
                <a:lnTo>
                  <a:pt x="1501666" y="100659"/>
                </a:lnTo>
                <a:lnTo>
                  <a:pt x="1508099" y="101351"/>
                </a:lnTo>
                <a:lnTo>
                  <a:pt x="1515644" y="102495"/>
                </a:lnTo>
                <a:lnTo>
                  <a:pt x="1524585" y="104022"/>
                </a:lnTo>
                <a:lnTo>
                  <a:pt x="1535208" y="105865"/>
                </a:lnTo>
                <a:lnTo>
                  <a:pt x="1547797" y="107954"/>
                </a:lnTo>
                <a:lnTo>
                  <a:pt x="1562635" y="110221"/>
                </a:lnTo>
                <a:lnTo>
                  <a:pt x="1580008" y="112598"/>
                </a:lnTo>
                <a:lnTo>
                  <a:pt x="1600199" y="115017"/>
                </a:lnTo>
                <a:lnTo>
                  <a:pt x="1616467" y="120745"/>
                </a:lnTo>
                <a:lnTo>
                  <a:pt x="1629740" y="125904"/>
                </a:lnTo>
                <a:lnTo>
                  <a:pt x="1640537" y="130416"/>
                </a:lnTo>
                <a:lnTo>
                  <a:pt x="1649375" y="134203"/>
                </a:lnTo>
                <a:lnTo>
                  <a:pt x="1656770" y="137186"/>
                </a:lnTo>
                <a:lnTo>
                  <a:pt x="1663241" y="139286"/>
                </a:lnTo>
                <a:lnTo>
                  <a:pt x="1669306" y="140424"/>
                </a:lnTo>
                <a:lnTo>
                  <a:pt x="1675480" y="140523"/>
                </a:lnTo>
                <a:lnTo>
                  <a:pt x="1682283" y="139503"/>
                </a:lnTo>
                <a:lnTo>
                  <a:pt x="1724049" y="123331"/>
                </a:lnTo>
                <a:lnTo>
                  <a:pt x="1757584" y="106226"/>
                </a:lnTo>
                <a:lnTo>
                  <a:pt x="1772259" y="107569"/>
                </a:lnTo>
                <a:lnTo>
                  <a:pt x="1785253" y="110357"/>
                </a:lnTo>
                <a:lnTo>
                  <a:pt x="1797077" y="113303"/>
                </a:lnTo>
                <a:lnTo>
                  <a:pt x="1808245" y="115121"/>
                </a:lnTo>
                <a:lnTo>
                  <a:pt x="1853832" y="104651"/>
                </a:lnTo>
                <a:lnTo>
                  <a:pt x="1890366" y="81134"/>
                </a:lnTo>
                <a:lnTo>
                  <a:pt x="1899955" y="74404"/>
                </a:lnTo>
                <a:lnTo>
                  <a:pt x="1911163" y="67590"/>
                </a:lnTo>
                <a:lnTo>
                  <a:pt x="1925012" y="61335"/>
                </a:lnTo>
                <a:lnTo>
                  <a:pt x="1937175" y="57067"/>
                </a:lnTo>
                <a:lnTo>
                  <a:pt x="1948156" y="53788"/>
                </a:lnTo>
                <a:lnTo>
                  <a:pt x="1961565" y="61760"/>
                </a:lnTo>
                <a:lnTo>
                  <a:pt x="1972017" y="67989"/>
                </a:lnTo>
                <a:lnTo>
                  <a:pt x="1979866" y="72634"/>
                </a:lnTo>
                <a:lnTo>
                  <a:pt x="1985465" y="75856"/>
                </a:lnTo>
                <a:lnTo>
                  <a:pt x="1989168" y="77814"/>
                </a:lnTo>
                <a:lnTo>
                  <a:pt x="1991328" y="78668"/>
                </a:lnTo>
                <a:lnTo>
                  <a:pt x="1992299" y="78577"/>
                </a:lnTo>
                <a:lnTo>
                  <a:pt x="1992432" y="77702"/>
                </a:lnTo>
                <a:lnTo>
                  <a:pt x="1992083" y="76202"/>
                </a:lnTo>
                <a:lnTo>
                  <a:pt x="1991604" y="74237"/>
                </a:lnTo>
                <a:lnTo>
                  <a:pt x="1991348" y="71966"/>
                </a:lnTo>
                <a:lnTo>
                  <a:pt x="2014292" y="60872"/>
                </a:lnTo>
                <a:lnTo>
                  <a:pt x="2025494" y="60935"/>
                </a:lnTo>
                <a:lnTo>
                  <a:pt x="2069804" y="66730"/>
                </a:lnTo>
                <a:lnTo>
                  <a:pt x="2105659" y="80867"/>
                </a:lnTo>
                <a:lnTo>
                  <a:pt x="2117416" y="86382"/>
                </a:lnTo>
                <a:lnTo>
                  <a:pt x="2129206" y="91638"/>
                </a:lnTo>
                <a:lnTo>
                  <a:pt x="2141107" y="96241"/>
                </a:lnTo>
                <a:lnTo>
                  <a:pt x="2153195" y="99795"/>
                </a:lnTo>
                <a:lnTo>
                  <a:pt x="2165550" y="101903"/>
                </a:lnTo>
                <a:lnTo>
                  <a:pt x="2692408" y="115017"/>
                </a:lnTo>
                <a:lnTo>
                  <a:pt x="2700777" y="125060"/>
                </a:lnTo>
                <a:lnTo>
                  <a:pt x="2727579" y="152243"/>
                </a:lnTo>
                <a:lnTo>
                  <a:pt x="2758375" y="156273"/>
                </a:lnTo>
                <a:lnTo>
                  <a:pt x="2769755" y="154747"/>
                </a:lnTo>
                <a:lnTo>
                  <a:pt x="2807354" y="125032"/>
                </a:lnTo>
                <a:lnTo>
                  <a:pt x="2814667" y="117004"/>
                </a:lnTo>
                <a:lnTo>
                  <a:pt x="2849374" y="95599"/>
                </a:lnTo>
                <a:lnTo>
                  <a:pt x="2870092" y="89609"/>
                </a:lnTo>
                <a:lnTo>
                  <a:pt x="2882609" y="91913"/>
                </a:lnTo>
                <a:lnTo>
                  <a:pt x="2895338" y="93702"/>
                </a:lnTo>
                <a:lnTo>
                  <a:pt x="2907694" y="96314"/>
                </a:lnTo>
                <a:lnTo>
                  <a:pt x="2919090" y="101084"/>
                </a:lnTo>
                <a:lnTo>
                  <a:pt x="2927583" y="110819"/>
                </a:lnTo>
                <a:lnTo>
                  <a:pt x="2932946" y="122966"/>
                </a:lnTo>
                <a:lnTo>
                  <a:pt x="2938386" y="134063"/>
                </a:lnTo>
                <a:lnTo>
                  <a:pt x="2951791" y="138311"/>
                </a:lnTo>
                <a:lnTo>
                  <a:pt x="2963882" y="138338"/>
                </a:lnTo>
                <a:lnTo>
                  <a:pt x="2974953" y="135661"/>
                </a:lnTo>
                <a:lnTo>
                  <a:pt x="2985296" y="131799"/>
                </a:lnTo>
                <a:lnTo>
                  <a:pt x="2995205" y="128267"/>
                </a:lnTo>
                <a:lnTo>
                  <a:pt x="3032945" y="136433"/>
                </a:lnTo>
                <a:lnTo>
                  <a:pt x="3069824" y="149455"/>
                </a:lnTo>
                <a:lnTo>
                  <a:pt x="3081232" y="152780"/>
                </a:lnTo>
                <a:lnTo>
                  <a:pt x="3123911" y="146146"/>
                </a:lnTo>
                <a:lnTo>
                  <a:pt x="3142460" y="137518"/>
                </a:lnTo>
                <a:lnTo>
                  <a:pt x="3152502" y="133260"/>
                </a:lnTo>
                <a:lnTo>
                  <a:pt x="3192545" y="125844"/>
                </a:lnTo>
                <a:lnTo>
                  <a:pt x="3231763" y="121730"/>
                </a:lnTo>
                <a:lnTo>
                  <a:pt x="3280779" y="117793"/>
                </a:lnTo>
                <a:lnTo>
                  <a:pt x="3292676" y="116870"/>
                </a:lnTo>
                <a:lnTo>
                  <a:pt x="3332898" y="118799"/>
                </a:lnTo>
                <a:lnTo>
                  <a:pt x="3358847" y="122322"/>
                </a:lnTo>
                <a:lnTo>
                  <a:pt x="3371141" y="124026"/>
                </a:lnTo>
                <a:lnTo>
                  <a:pt x="3383109" y="125535"/>
                </a:lnTo>
                <a:lnTo>
                  <a:pt x="3394846" y="126731"/>
                </a:lnTo>
                <a:lnTo>
                  <a:pt x="3406449" y="127497"/>
                </a:lnTo>
                <a:lnTo>
                  <a:pt x="3426960" y="127441"/>
                </a:lnTo>
                <a:lnTo>
                  <a:pt x="3473597" y="125798"/>
                </a:lnTo>
                <a:lnTo>
                  <a:pt x="3515405" y="119268"/>
                </a:lnTo>
                <a:lnTo>
                  <a:pt x="3556540" y="106383"/>
                </a:lnTo>
                <a:lnTo>
                  <a:pt x="3591976" y="82396"/>
                </a:lnTo>
                <a:lnTo>
                  <a:pt x="3601411" y="75429"/>
                </a:lnTo>
                <a:lnTo>
                  <a:pt x="3610509" y="69242"/>
                </a:lnTo>
                <a:lnTo>
                  <a:pt x="3651544" y="49331"/>
                </a:lnTo>
                <a:lnTo>
                  <a:pt x="3690152" y="38207"/>
                </a:lnTo>
                <a:lnTo>
                  <a:pt x="3708403" y="25982"/>
                </a:lnTo>
                <a:lnTo>
                  <a:pt x="3721019" y="27521"/>
                </a:lnTo>
                <a:lnTo>
                  <a:pt x="3733623" y="29269"/>
                </a:lnTo>
                <a:lnTo>
                  <a:pt x="3746223" y="31123"/>
                </a:lnTo>
                <a:lnTo>
                  <a:pt x="3758822" y="32979"/>
                </a:lnTo>
                <a:lnTo>
                  <a:pt x="3771427" y="34735"/>
                </a:lnTo>
                <a:lnTo>
                  <a:pt x="3784041" y="36288"/>
                </a:lnTo>
                <a:lnTo>
                  <a:pt x="3796672" y="37535"/>
                </a:lnTo>
                <a:lnTo>
                  <a:pt x="3809322" y="38372"/>
                </a:lnTo>
                <a:lnTo>
                  <a:pt x="3821999" y="38697"/>
                </a:lnTo>
                <a:lnTo>
                  <a:pt x="3844735" y="38455"/>
                </a:lnTo>
                <a:lnTo>
                  <a:pt x="3884312" y="35441"/>
                </a:lnTo>
                <a:lnTo>
                  <a:pt x="3892955" y="30595"/>
                </a:lnTo>
                <a:lnTo>
                  <a:pt x="3891632" y="28928"/>
                </a:lnTo>
                <a:lnTo>
                  <a:pt x="3879217" y="23650"/>
                </a:lnTo>
                <a:lnTo>
                  <a:pt x="3879579" y="23739"/>
                </a:lnTo>
                <a:lnTo>
                  <a:pt x="3927074" y="34106"/>
                </a:lnTo>
                <a:lnTo>
                  <a:pt x="3949714" y="38698"/>
                </a:lnTo>
                <a:lnTo>
                  <a:pt x="3958591" y="47998"/>
                </a:lnTo>
                <a:lnTo>
                  <a:pt x="3993887" y="81029"/>
                </a:lnTo>
                <a:lnTo>
                  <a:pt x="4029475" y="90386"/>
                </a:lnTo>
                <a:lnTo>
                  <a:pt x="4044470" y="86560"/>
                </a:lnTo>
                <a:lnTo>
                  <a:pt x="4080746" y="56365"/>
                </a:lnTo>
                <a:lnTo>
                  <a:pt x="4086641" y="47446"/>
                </a:lnTo>
                <a:lnTo>
                  <a:pt x="4092255" y="39044"/>
                </a:lnTo>
                <a:lnTo>
                  <a:pt x="4120459" y="7607"/>
                </a:lnTo>
                <a:lnTo>
                  <a:pt x="4150632" y="0"/>
                </a:lnTo>
                <a:lnTo>
                  <a:pt x="4160267" y="1208"/>
                </a:lnTo>
                <a:lnTo>
                  <a:pt x="4210899" y="20907"/>
                </a:lnTo>
                <a:lnTo>
                  <a:pt x="4246016" y="47895"/>
                </a:lnTo>
                <a:lnTo>
                  <a:pt x="4258323" y="91545"/>
                </a:lnTo>
                <a:lnTo>
                  <a:pt x="4259660" y="102452"/>
                </a:lnTo>
                <a:lnTo>
                  <a:pt x="4261513" y="112801"/>
                </a:lnTo>
                <a:lnTo>
                  <a:pt x="4292925" y="152567"/>
                </a:lnTo>
                <a:lnTo>
                  <a:pt x="4327475" y="169205"/>
                </a:lnTo>
                <a:lnTo>
                  <a:pt x="4350853" y="176875"/>
                </a:lnTo>
                <a:lnTo>
                  <a:pt x="4365172" y="174747"/>
                </a:lnTo>
                <a:lnTo>
                  <a:pt x="4402116" y="160845"/>
                </a:lnTo>
                <a:lnTo>
                  <a:pt x="4443679" y="133810"/>
                </a:lnTo>
                <a:lnTo>
                  <a:pt x="4469292" y="115821"/>
                </a:lnTo>
                <a:lnTo>
                  <a:pt x="4484120" y="120599"/>
                </a:lnTo>
                <a:lnTo>
                  <a:pt x="4496553" y="124629"/>
                </a:lnTo>
                <a:lnTo>
                  <a:pt x="4506881" y="127995"/>
                </a:lnTo>
                <a:lnTo>
                  <a:pt x="4515390" y="130780"/>
                </a:lnTo>
                <a:lnTo>
                  <a:pt x="4522368" y="133066"/>
                </a:lnTo>
                <a:lnTo>
                  <a:pt x="4528104" y="134936"/>
                </a:lnTo>
                <a:lnTo>
                  <a:pt x="4571300" y="146680"/>
                </a:lnTo>
                <a:lnTo>
                  <a:pt x="4580441" y="148936"/>
                </a:lnTo>
                <a:lnTo>
                  <a:pt x="4591505" y="151686"/>
                </a:lnTo>
                <a:lnTo>
                  <a:pt x="4603777" y="162425"/>
                </a:lnTo>
                <a:lnTo>
                  <a:pt x="4614488" y="171704"/>
                </a:lnTo>
                <a:lnTo>
                  <a:pt x="4645347" y="205347"/>
                </a:lnTo>
                <a:lnTo>
                  <a:pt x="4661767" y="247047"/>
                </a:lnTo>
                <a:lnTo>
                  <a:pt x="4671693" y="286999"/>
                </a:lnTo>
                <a:lnTo>
                  <a:pt x="4674281" y="306842"/>
                </a:lnTo>
                <a:lnTo>
                  <a:pt x="4674210" y="310378"/>
                </a:lnTo>
                <a:lnTo>
                  <a:pt x="4673921" y="312871"/>
                </a:lnTo>
                <a:lnTo>
                  <a:pt x="4673562" y="314620"/>
                </a:lnTo>
                <a:lnTo>
                  <a:pt x="4673283" y="315921"/>
                </a:lnTo>
                <a:lnTo>
                  <a:pt x="4673234" y="317072"/>
                </a:lnTo>
                <a:lnTo>
                  <a:pt x="4686112" y="337527"/>
                </a:lnTo>
                <a:lnTo>
                  <a:pt x="4691846" y="345973"/>
                </a:lnTo>
                <a:lnTo>
                  <a:pt x="4699003" y="356653"/>
                </a:lnTo>
                <a:lnTo>
                  <a:pt x="4698430" y="369283"/>
                </a:lnTo>
                <a:lnTo>
                  <a:pt x="4698015" y="381933"/>
                </a:lnTo>
                <a:lnTo>
                  <a:pt x="4697363" y="432659"/>
                </a:lnTo>
                <a:lnTo>
                  <a:pt x="4697303" y="445353"/>
                </a:lnTo>
                <a:lnTo>
                  <a:pt x="4697224" y="458045"/>
                </a:lnTo>
                <a:lnTo>
                  <a:pt x="4696133" y="508717"/>
                </a:lnTo>
                <a:lnTo>
                  <a:pt x="4692373" y="559057"/>
                </a:lnTo>
                <a:lnTo>
                  <a:pt x="4680745" y="603929"/>
                </a:lnTo>
                <a:lnTo>
                  <a:pt x="4657746" y="607379"/>
                </a:lnTo>
                <a:lnTo>
                  <a:pt x="4645985" y="616807"/>
                </a:lnTo>
                <a:lnTo>
                  <a:pt x="4623272" y="649911"/>
                </a:lnTo>
                <a:lnTo>
                  <a:pt x="4611216" y="683899"/>
                </a:lnTo>
                <a:lnTo>
                  <a:pt x="4613618" y="699123"/>
                </a:lnTo>
                <a:lnTo>
                  <a:pt x="4615675" y="712896"/>
                </a:lnTo>
                <a:lnTo>
                  <a:pt x="4625549" y="759121"/>
                </a:lnTo>
                <a:lnTo>
                  <a:pt x="4651451" y="805047"/>
                </a:lnTo>
                <a:lnTo>
                  <a:pt x="4677603" y="831670"/>
                </a:lnTo>
                <a:lnTo>
                  <a:pt x="4685344" y="838997"/>
                </a:lnTo>
                <a:lnTo>
                  <a:pt x="4690704" y="851199"/>
                </a:lnTo>
                <a:lnTo>
                  <a:pt x="4695884" y="862993"/>
                </a:lnTo>
                <a:lnTo>
                  <a:pt x="4698847" y="874902"/>
                </a:lnTo>
                <a:lnTo>
                  <a:pt x="4698085" y="887534"/>
                </a:lnTo>
                <a:lnTo>
                  <a:pt x="4687341" y="926235"/>
                </a:lnTo>
                <a:lnTo>
                  <a:pt x="4667583" y="959671"/>
                </a:lnTo>
                <a:lnTo>
                  <a:pt x="4635375" y="984812"/>
                </a:lnTo>
                <a:lnTo>
                  <a:pt x="4626110" y="990422"/>
                </a:lnTo>
                <a:lnTo>
                  <a:pt x="4627360" y="1003549"/>
                </a:lnTo>
                <a:lnTo>
                  <a:pt x="4629592" y="1016260"/>
                </a:lnTo>
                <a:lnTo>
                  <a:pt x="4632136" y="1028698"/>
                </a:lnTo>
                <a:lnTo>
                  <a:pt x="4634318" y="1041005"/>
                </a:lnTo>
                <a:lnTo>
                  <a:pt x="4635466" y="1053323"/>
                </a:lnTo>
                <a:lnTo>
                  <a:pt x="4634921" y="1066675"/>
                </a:lnTo>
                <a:lnTo>
                  <a:pt x="4633426" y="1079594"/>
                </a:lnTo>
                <a:lnTo>
                  <a:pt x="4631259" y="1092167"/>
                </a:lnTo>
                <a:lnTo>
                  <a:pt x="4628699" y="1104484"/>
                </a:lnTo>
                <a:lnTo>
                  <a:pt x="4626023" y="1116633"/>
                </a:lnTo>
                <a:lnTo>
                  <a:pt x="4623510" y="1128701"/>
                </a:lnTo>
                <a:lnTo>
                  <a:pt x="4616016" y="1169749"/>
                </a:lnTo>
                <a:lnTo>
                  <a:pt x="4604396" y="1215229"/>
                </a:lnTo>
                <a:lnTo>
                  <a:pt x="4593974" y="1241438"/>
                </a:lnTo>
                <a:lnTo>
                  <a:pt x="4588630" y="125206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3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16599" y="1325357"/>
            <a:ext cx="6044565" cy="93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7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6506" y="2734191"/>
            <a:ext cx="1851660" cy="601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-6410" dirty="0">
                <a:latin typeface="Symbol"/>
                <a:cs typeface="Symbol"/>
              </a:rPr>
              <a:t></a:t>
            </a:r>
            <a:r>
              <a:rPr sz="3900" spc="-434" baseline="-6410" dirty="0">
                <a:latin typeface="Times New Roman"/>
                <a:cs typeface="Times New Roman"/>
              </a:rPr>
              <a:t> </a:t>
            </a:r>
            <a:r>
              <a:rPr sz="2600" i="1" spc="90" dirty="0">
                <a:latin typeface="Times New Roman"/>
                <a:cs typeface="Times New Roman"/>
              </a:rPr>
              <a:t>y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)</a:t>
            </a:r>
            <a:r>
              <a:rPr sz="3900" spc="-15" baseline="-6410" dirty="0">
                <a:latin typeface="Symbol"/>
                <a:cs typeface="Symbol"/>
              </a:rPr>
              <a:t></a:t>
            </a:r>
            <a:r>
              <a:rPr sz="3900" spc="-15" baseline="-6410" dirty="0">
                <a:latin typeface="Times New Roman"/>
                <a:cs typeface="Times New Roman"/>
              </a:rPr>
              <a:t> </a:t>
            </a:r>
            <a:r>
              <a:rPr sz="3900" spc="-22" baseline="-40598" dirty="0">
                <a:latin typeface="Symbol"/>
                <a:cs typeface="Symbol"/>
              </a:rPr>
              <a:t></a:t>
            </a:r>
            <a:r>
              <a:rPr sz="3900" spc="-44" baseline="-40598" dirty="0">
                <a:latin typeface="Times New Roman"/>
                <a:cs typeface="Times New Roman"/>
              </a:rPr>
              <a:t> </a:t>
            </a:r>
            <a:r>
              <a:rPr sz="3900" spc="150" baseline="-5341" dirty="0">
                <a:latin typeface="Symbol"/>
                <a:cs typeface="Symbol"/>
              </a:rPr>
              <a:t></a:t>
            </a:r>
            <a:r>
              <a:rPr sz="3900" spc="97" baseline="1068" dirty="0">
                <a:latin typeface="Symbol"/>
                <a:cs typeface="Symbol"/>
              </a:rPr>
              <a:t></a:t>
            </a:r>
            <a:r>
              <a:rPr sz="3900" i="1" spc="-419" baseline="1068" dirty="0">
                <a:latin typeface="Times New Roman"/>
                <a:cs typeface="Times New Roman"/>
              </a:rPr>
              <a:t>a</a:t>
            </a:r>
            <a:r>
              <a:rPr sz="3300" spc="15" baseline="-16414" dirty="0">
                <a:latin typeface="Times New Roman"/>
                <a:cs typeface="Times New Roman"/>
              </a:rPr>
              <a:t>1</a:t>
            </a:r>
            <a:endParaRPr sz="3300" baseline="-1641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9353" y="2738798"/>
            <a:ext cx="532130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03470" algn="l"/>
              </a:tabLst>
            </a:pPr>
            <a:r>
              <a:rPr sz="3900" spc="112" baseline="41666" dirty="0">
                <a:latin typeface="Times New Roman"/>
                <a:cs typeface="Times New Roman"/>
              </a:rPr>
              <a:t>0</a:t>
            </a:r>
            <a:r>
              <a:rPr sz="3900" spc="-15" baseline="35256" dirty="0">
                <a:latin typeface="Symbol"/>
                <a:cs typeface="Symbol"/>
              </a:rPr>
              <a:t></a:t>
            </a:r>
            <a:r>
              <a:rPr sz="3900" spc="44" baseline="35256" dirty="0">
                <a:latin typeface="Times New Roman"/>
                <a:cs typeface="Times New Roman"/>
              </a:rPr>
              <a:t> </a:t>
            </a:r>
            <a:r>
              <a:rPr sz="3900" spc="-15" baseline="34188" dirty="0">
                <a:latin typeface="Symbol"/>
                <a:cs typeface="Symbol"/>
              </a:rPr>
              <a:t></a:t>
            </a:r>
            <a:r>
              <a:rPr sz="3900" spc="-434" baseline="34188" dirty="0">
                <a:latin typeface="Times New Roman"/>
                <a:cs typeface="Times New Roman"/>
              </a:rPr>
              <a:t> </a:t>
            </a:r>
            <a:r>
              <a:rPr sz="3900" i="1" spc="135" baseline="40598" dirty="0">
                <a:latin typeface="Times New Roman"/>
                <a:cs typeface="Times New Roman"/>
              </a:rPr>
              <a:t>y</a:t>
            </a:r>
            <a:r>
              <a:rPr sz="3900" spc="97" baseline="40598" dirty="0">
                <a:latin typeface="Times New Roman"/>
                <a:cs typeface="Times New Roman"/>
              </a:rPr>
              <a:t>(</a:t>
            </a:r>
            <a:r>
              <a:rPr sz="3900" i="1" spc="-22" baseline="40598" dirty="0">
                <a:latin typeface="Times New Roman"/>
                <a:cs typeface="Times New Roman"/>
              </a:rPr>
              <a:t>k </a:t>
            </a:r>
            <a:r>
              <a:rPr sz="3900" spc="217" baseline="40598" dirty="0">
                <a:latin typeface="Symbol"/>
                <a:cs typeface="Symbol"/>
              </a:rPr>
              <a:t></a:t>
            </a:r>
            <a:r>
              <a:rPr sz="3900" spc="-322" baseline="40598" dirty="0">
                <a:latin typeface="Times New Roman"/>
                <a:cs typeface="Times New Roman"/>
              </a:rPr>
              <a:t>1</a:t>
            </a:r>
            <a:r>
              <a:rPr sz="3900" spc="157" baseline="40598" dirty="0">
                <a:latin typeface="Times New Roman"/>
                <a:cs typeface="Times New Roman"/>
              </a:rPr>
              <a:t>)</a:t>
            </a:r>
            <a:r>
              <a:rPr sz="3900" spc="-15" baseline="34188" dirty="0">
                <a:latin typeface="Symbol"/>
                <a:cs typeface="Symbol"/>
              </a:rPr>
              <a:t></a:t>
            </a:r>
            <a:r>
              <a:rPr sz="3900" spc="-209" baseline="34188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Symbol"/>
                <a:cs typeface="Symbol"/>
              </a:rPr>
              <a:t>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3900" spc="-15" baseline="35256" dirty="0">
                <a:latin typeface="Symbol"/>
                <a:cs typeface="Symbol"/>
              </a:rPr>
              <a:t></a:t>
            </a:r>
            <a:r>
              <a:rPr sz="3900" spc="202" baseline="35256" dirty="0">
                <a:latin typeface="Times New Roman"/>
                <a:cs typeface="Times New Roman"/>
              </a:rPr>
              <a:t> </a:t>
            </a:r>
            <a:r>
              <a:rPr sz="3900" i="1" spc="-607" baseline="41666" dirty="0">
                <a:latin typeface="Times New Roman"/>
                <a:cs typeface="Times New Roman"/>
              </a:rPr>
              <a:t>b</a:t>
            </a:r>
            <a:r>
              <a:rPr sz="3300" spc="15" baseline="31565" dirty="0">
                <a:latin typeface="Times New Roman"/>
                <a:cs typeface="Times New Roman"/>
              </a:rPr>
              <a:t>1</a:t>
            </a:r>
            <a:r>
              <a:rPr sz="3300" baseline="31565" dirty="0">
                <a:latin typeface="Times New Roman"/>
                <a:cs typeface="Times New Roman"/>
              </a:rPr>
              <a:t> </a:t>
            </a:r>
            <a:r>
              <a:rPr sz="3300" spc="-292" baseline="31565" dirty="0">
                <a:latin typeface="Times New Roman"/>
                <a:cs typeface="Times New Roman"/>
              </a:rPr>
              <a:t> </a:t>
            </a:r>
            <a:r>
              <a:rPr sz="3900" spc="-15" baseline="35256" dirty="0">
                <a:latin typeface="Symbol"/>
                <a:cs typeface="Symbol"/>
              </a:rPr>
              <a:t></a:t>
            </a:r>
            <a:r>
              <a:rPr sz="3900" spc="-525" baseline="35256" dirty="0">
                <a:latin typeface="Times New Roman"/>
                <a:cs typeface="Times New Roman"/>
              </a:rPr>
              <a:t> </a:t>
            </a:r>
            <a:r>
              <a:rPr sz="2600" i="1" spc="100" dirty="0">
                <a:latin typeface="Times New Roman"/>
                <a:cs typeface="Times New Roman"/>
              </a:rPr>
              <a:t>u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 </a:t>
            </a:r>
            <a:r>
              <a:rPr sz="2600" spc="150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21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Symbol"/>
                <a:cs typeface="Symbol"/>
              </a:rPr>
              <a:t>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3900" spc="97" baseline="34188" dirty="0">
                <a:latin typeface="Symbol"/>
                <a:cs typeface="Symbol"/>
              </a:rPr>
              <a:t></a:t>
            </a:r>
            <a:r>
              <a:rPr sz="3900" spc="112" baseline="40598" dirty="0">
                <a:latin typeface="Times New Roman"/>
                <a:cs typeface="Times New Roman"/>
              </a:rPr>
              <a:t>0</a:t>
            </a:r>
            <a:r>
              <a:rPr sz="3900" spc="-15" baseline="34188" dirty="0">
                <a:latin typeface="Symbol"/>
                <a:cs typeface="Symbol"/>
              </a:rPr>
              <a:t></a:t>
            </a:r>
            <a:r>
              <a:rPr sz="3900" spc="-37" baseline="34188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Times New Roman"/>
                <a:cs typeface="Times New Roman"/>
              </a:rPr>
              <a:t>y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6672" y="3092224"/>
            <a:ext cx="536575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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3900" i="1" spc="-419" baseline="-22435" dirty="0">
                <a:latin typeface="Times New Roman"/>
                <a:cs typeface="Times New Roman"/>
              </a:rPr>
              <a:t>a</a:t>
            </a:r>
            <a:r>
              <a:rPr sz="3300" spc="15" baseline="-44191" dirty="0">
                <a:latin typeface="Times New Roman"/>
                <a:cs typeface="Times New Roman"/>
              </a:rPr>
              <a:t>1</a:t>
            </a:r>
            <a:endParaRPr sz="3300" baseline="-4419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4176" y="3092224"/>
            <a:ext cx="751840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100" dirty="0">
                <a:latin typeface="Symbol"/>
                <a:cs typeface="Symbol"/>
              </a:rPr>
              <a:t></a:t>
            </a:r>
            <a:r>
              <a:rPr sz="3900" spc="-22" baseline="-22435" dirty="0">
                <a:latin typeface="Symbol"/>
                <a:cs typeface="Symbol"/>
              </a:rPr>
              <a:t></a:t>
            </a:r>
            <a:r>
              <a:rPr sz="3900" i="1" spc="-607" baseline="-22435" dirty="0">
                <a:latin typeface="Times New Roman"/>
                <a:cs typeface="Times New Roman"/>
              </a:rPr>
              <a:t>b</a:t>
            </a:r>
            <a:r>
              <a:rPr sz="3300" spc="247" baseline="-44191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Symbol"/>
                <a:cs typeface="Symbol"/>
              </a:rPr>
              <a:t>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6389" y="3092224"/>
            <a:ext cx="1690370" cy="50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150" baseline="1068" dirty="0">
                <a:latin typeface="Times New Roman"/>
                <a:cs typeface="Times New Roman"/>
              </a:rPr>
              <a:t>1</a:t>
            </a:r>
            <a:r>
              <a:rPr sz="3900" spc="-15" baseline="23504" dirty="0">
                <a:latin typeface="Symbol"/>
                <a:cs typeface="Symbol"/>
              </a:rPr>
              <a:t></a:t>
            </a:r>
            <a:r>
              <a:rPr sz="3900" spc="44" baseline="23504" dirty="0">
                <a:latin typeface="Times New Roman"/>
                <a:cs typeface="Times New Roman"/>
              </a:rPr>
              <a:t> </a:t>
            </a:r>
            <a:r>
              <a:rPr sz="3900" spc="-15" baseline="22435" dirty="0">
                <a:latin typeface="Symbol"/>
                <a:cs typeface="Symbol"/>
              </a:rPr>
              <a:t></a:t>
            </a:r>
            <a:r>
              <a:rPr sz="3900" spc="-442" baseline="22435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z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 </a:t>
            </a:r>
            <a:r>
              <a:rPr sz="2600" spc="145" dirty="0">
                <a:latin typeface="Symbol"/>
                <a:cs typeface="Symbol"/>
              </a:rPr>
              <a:t></a:t>
            </a:r>
            <a:r>
              <a:rPr sz="2600" spc="-215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409" dirty="0">
                <a:latin typeface="Times New Roman"/>
                <a:cs typeface="Times New Roman"/>
              </a:rPr>
              <a:t> </a:t>
            </a:r>
            <a:r>
              <a:rPr sz="3900" spc="-15" baseline="22435" dirty="0">
                <a:latin typeface="Symbol"/>
                <a:cs typeface="Symbol"/>
              </a:rPr>
              <a:t></a:t>
            </a:r>
            <a:endParaRPr sz="3900" baseline="22435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6507" y="3096832"/>
            <a:ext cx="904240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spc="-15" baseline="22435" dirty="0">
                <a:latin typeface="Symbol"/>
                <a:cs typeface="Symbol"/>
              </a:rPr>
              <a:t></a:t>
            </a:r>
            <a:r>
              <a:rPr sz="3900" spc="-442" baseline="22435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z</a:t>
            </a:r>
            <a:r>
              <a:rPr sz="2600" spc="55" dirty="0">
                <a:latin typeface="Times New Roman"/>
                <a:cs typeface="Times New Roman"/>
              </a:rPr>
              <a:t>(</a:t>
            </a:r>
            <a:r>
              <a:rPr sz="2600" i="1" spc="-15" dirty="0">
                <a:latin typeface="Times New Roman"/>
                <a:cs typeface="Times New Roman"/>
              </a:rPr>
              <a:t>k</a:t>
            </a:r>
            <a:r>
              <a:rPr sz="2600" i="1" spc="-4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)</a:t>
            </a:r>
            <a:r>
              <a:rPr sz="2600" spc="-409" dirty="0">
                <a:latin typeface="Times New Roman"/>
                <a:cs typeface="Times New Roman"/>
              </a:rPr>
              <a:t> </a:t>
            </a:r>
            <a:r>
              <a:rPr sz="3900" spc="-15" baseline="22435" dirty="0">
                <a:latin typeface="Symbol"/>
                <a:cs typeface="Symbol"/>
              </a:rPr>
              <a:t></a:t>
            </a:r>
            <a:endParaRPr sz="3900" baseline="22435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0169" y="3096832"/>
            <a:ext cx="464820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40" dirty="0">
                <a:latin typeface="Symbol"/>
                <a:cs typeface="Symbol"/>
              </a:rPr>
              <a:t></a:t>
            </a:r>
            <a:r>
              <a:rPr sz="3900" spc="142" baseline="-22435" dirty="0">
                <a:latin typeface="Times New Roman"/>
                <a:cs typeface="Times New Roman"/>
              </a:rPr>
              <a:t>1</a:t>
            </a:r>
            <a:r>
              <a:rPr sz="2600" spc="-10" dirty="0">
                <a:latin typeface="Symbol"/>
                <a:cs typeface="Symbol"/>
              </a:rPr>
              <a:t>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76711" y="3108705"/>
            <a:ext cx="16827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0" dirty="0"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6504" y="3298881"/>
            <a:ext cx="15240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8339" y="3298881"/>
            <a:ext cx="620395" cy="359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80059" algn="l"/>
              </a:tabLst>
            </a:pPr>
            <a:r>
              <a:rPr sz="3900" spc="-15" baseline="1068" dirty="0">
                <a:latin typeface="Symbol"/>
                <a:cs typeface="Symbol"/>
              </a:rPr>
              <a:t></a:t>
            </a:r>
            <a:r>
              <a:rPr sz="3900" spc="-15" baseline="1068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650" y="3298881"/>
            <a:ext cx="365760" cy="359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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3900" spc="-15" baseline="1068" dirty="0">
                <a:latin typeface="Symbol"/>
                <a:cs typeface="Symbol"/>
              </a:rPr>
              <a:t></a:t>
            </a:r>
            <a:endParaRPr sz="3900" baseline="1068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24398" y="3298881"/>
            <a:ext cx="591820" cy="359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1484" algn="l"/>
              </a:tabLst>
            </a:pPr>
            <a:r>
              <a:rPr sz="3900" spc="-15" baseline="1068" dirty="0">
                <a:latin typeface="Symbol"/>
                <a:cs typeface="Symbol"/>
              </a:rPr>
              <a:t></a:t>
            </a:r>
            <a:r>
              <a:rPr sz="3900" spc="-15" baseline="1068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0166" y="3298881"/>
            <a:ext cx="46482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5120" algn="l"/>
              </a:tabLst>
            </a:pPr>
            <a:r>
              <a:rPr sz="2600" spc="-10" dirty="0">
                <a:latin typeface="Symbol"/>
                <a:cs typeface="Symbol"/>
              </a:rPr>
              <a:t></a:t>
            </a:r>
            <a:r>
              <a:rPr sz="2600" spc="-1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Symbol"/>
                <a:cs typeface="Symbol"/>
              </a:rPr>
              <a:t>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63632" y="3303489"/>
            <a:ext cx="15240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Symbol"/>
                <a:cs typeface="Symbol"/>
              </a:rPr>
              <a:t>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2481" y="4283302"/>
            <a:ext cx="158305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110" dirty="0">
                <a:latin typeface="Times New Roman"/>
                <a:cs typeface="Times New Roman"/>
              </a:rPr>
              <a:t>y</a:t>
            </a:r>
            <a:r>
              <a:rPr sz="2700" spc="75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195" dirty="0">
                <a:latin typeface="Times New Roman"/>
                <a:cs typeface="Times New Roman"/>
              </a:rPr>
              <a:t> </a:t>
            </a:r>
            <a:r>
              <a:rPr sz="3450" spc="-655" dirty="0">
                <a:latin typeface="Symbol"/>
                <a:cs typeface="Symbol"/>
              </a:rPr>
              <a:t></a:t>
            </a:r>
            <a:r>
              <a:rPr sz="2700" dirty="0">
                <a:latin typeface="Times New Roman"/>
                <a:cs typeface="Times New Roman"/>
              </a:rPr>
              <a:t>1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spc="20" dirty="0">
                <a:latin typeface="Times New Roman"/>
                <a:cs typeface="Times New Roman"/>
              </a:rPr>
              <a:t>0</a:t>
            </a:r>
            <a:r>
              <a:rPr sz="3450" spc="-265" dirty="0">
                <a:latin typeface="Symbol"/>
                <a:cs typeface="Symbol"/>
              </a:rPr>
              <a:t></a:t>
            </a:r>
            <a:endParaRPr sz="34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67724" y="4486047"/>
            <a:ext cx="92900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3590" algn="l"/>
              </a:tabLst>
            </a:pPr>
            <a:r>
              <a:rPr sz="2700" dirty="0">
                <a:latin typeface="Symbol"/>
                <a:cs typeface="Symbol"/>
              </a:rPr>
              <a:t>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dirty="0">
                <a:latin typeface="Symbol"/>
                <a:cs typeface="Symbol"/>
              </a:rPr>
              <a:t>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67724" y="4696966"/>
            <a:ext cx="92900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3590" algn="l"/>
              </a:tabLst>
            </a:pPr>
            <a:r>
              <a:rPr sz="2700" dirty="0">
                <a:latin typeface="Symbol"/>
                <a:cs typeface="Symbol"/>
              </a:rPr>
              <a:t>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dirty="0">
                <a:latin typeface="Symbol"/>
                <a:cs typeface="Symbol"/>
              </a:rPr>
              <a:t>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67724" y="4118118"/>
            <a:ext cx="929005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50" baseline="-6172" dirty="0">
                <a:latin typeface="Symbol"/>
                <a:cs typeface="Symbol"/>
              </a:rPr>
              <a:t></a:t>
            </a:r>
            <a:r>
              <a:rPr sz="4050" spc="-532" baseline="-6172" dirty="0">
                <a:latin typeface="Times New Roman"/>
                <a:cs typeface="Times New Roman"/>
              </a:rPr>
              <a:t> </a:t>
            </a:r>
            <a:r>
              <a:rPr sz="2700" i="1" spc="110" dirty="0">
                <a:latin typeface="Times New Roman"/>
                <a:cs typeface="Times New Roman"/>
              </a:rPr>
              <a:t>y</a:t>
            </a:r>
            <a:r>
              <a:rPr sz="2700" spc="75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40" dirty="0">
                <a:latin typeface="Times New Roman"/>
                <a:cs typeface="Times New Roman"/>
              </a:rPr>
              <a:t> </a:t>
            </a:r>
            <a:r>
              <a:rPr sz="2700" spc="70" dirty="0">
                <a:latin typeface="Times New Roman"/>
                <a:cs typeface="Times New Roman"/>
              </a:rPr>
              <a:t>)</a:t>
            </a:r>
            <a:r>
              <a:rPr sz="4050" baseline="-6172" dirty="0">
                <a:latin typeface="Symbol"/>
                <a:cs typeface="Symbol"/>
              </a:rPr>
              <a:t></a:t>
            </a:r>
            <a:endParaRPr sz="4050" baseline="-6172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0783" y="4633409"/>
            <a:ext cx="59817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130" dirty="0">
                <a:latin typeface="Times New Roman"/>
                <a:cs typeface="Times New Roman"/>
              </a:rPr>
              <a:t>z</a:t>
            </a:r>
            <a:r>
              <a:rPr sz="2700" spc="75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1605" y="5424366"/>
            <a:ext cx="4699000" cy="1252220"/>
          </a:xfrm>
          <a:custGeom>
            <a:avLst/>
            <a:gdLst/>
            <a:ahLst/>
            <a:cxnLst/>
            <a:rect l="l" t="t" r="r" b="b"/>
            <a:pathLst>
              <a:path w="4699000" h="1252220">
                <a:moveTo>
                  <a:pt x="0" y="216756"/>
                </a:moveTo>
                <a:lnTo>
                  <a:pt x="11407" y="211162"/>
                </a:lnTo>
                <a:lnTo>
                  <a:pt x="22878" y="205686"/>
                </a:lnTo>
                <a:lnTo>
                  <a:pt x="34359" y="200232"/>
                </a:lnTo>
                <a:lnTo>
                  <a:pt x="45800" y="194705"/>
                </a:lnTo>
                <a:lnTo>
                  <a:pt x="81926" y="174886"/>
                </a:lnTo>
                <a:lnTo>
                  <a:pt x="123697" y="147610"/>
                </a:lnTo>
                <a:lnTo>
                  <a:pt x="150475" y="129084"/>
                </a:lnTo>
                <a:lnTo>
                  <a:pt x="161803" y="135565"/>
                </a:lnTo>
                <a:lnTo>
                  <a:pt x="197036" y="155259"/>
                </a:lnTo>
                <a:lnTo>
                  <a:pt x="246403" y="166167"/>
                </a:lnTo>
                <a:lnTo>
                  <a:pt x="286157" y="169511"/>
                </a:lnTo>
                <a:lnTo>
                  <a:pt x="324718" y="172074"/>
                </a:lnTo>
                <a:lnTo>
                  <a:pt x="374748" y="174794"/>
                </a:lnTo>
                <a:lnTo>
                  <a:pt x="387075" y="175424"/>
                </a:lnTo>
                <a:lnTo>
                  <a:pt x="399350" y="176055"/>
                </a:lnTo>
                <a:lnTo>
                  <a:pt x="411584" y="176700"/>
                </a:lnTo>
                <a:lnTo>
                  <a:pt x="423785" y="177369"/>
                </a:lnTo>
                <a:lnTo>
                  <a:pt x="435965" y="178074"/>
                </a:lnTo>
                <a:lnTo>
                  <a:pt x="450586" y="176607"/>
                </a:lnTo>
                <a:lnTo>
                  <a:pt x="489556" y="172693"/>
                </a:lnTo>
                <a:lnTo>
                  <a:pt x="533998" y="160111"/>
                </a:lnTo>
                <a:lnTo>
                  <a:pt x="557497" y="141685"/>
                </a:lnTo>
                <a:lnTo>
                  <a:pt x="558004" y="140638"/>
                </a:lnTo>
                <a:lnTo>
                  <a:pt x="558629" y="140052"/>
                </a:lnTo>
                <a:lnTo>
                  <a:pt x="559649" y="139949"/>
                </a:lnTo>
                <a:lnTo>
                  <a:pt x="561341" y="140350"/>
                </a:lnTo>
                <a:lnTo>
                  <a:pt x="563981" y="141277"/>
                </a:lnTo>
                <a:lnTo>
                  <a:pt x="567846" y="142751"/>
                </a:lnTo>
                <a:lnTo>
                  <a:pt x="573214" y="144794"/>
                </a:lnTo>
                <a:lnTo>
                  <a:pt x="580360" y="147427"/>
                </a:lnTo>
                <a:lnTo>
                  <a:pt x="589563" y="150672"/>
                </a:lnTo>
                <a:lnTo>
                  <a:pt x="602395" y="159211"/>
                </a:lnTo>
                <a:lnTo>
                  <a:pt x="613079" y="167933"/>
                </a:lnTo>
                <a:lnTo>
                  <a:pt x="622829" y="174977"/>
                </a:lnTo>
                <a:lnTo>
                  <a:pt x="632862" y="178482"/>
                </a:lnTo>
                <a:lnTo>
                  <a:pt x="645125" y="176030"/>
                </a:lnTo>
                <a:lnTo>
                  <a:pt x="676473" y="148508"/>
                </a:lnTo>
                <a:lnTo>
                  <a:pt x="697525" y="116510"/>
                </a:lnTo>
                <a:lnTo>
                  <a:pt x="710182" y="119270"/>
                </a:lnTo>
                <a:lnTo>
                  <a:pt x="722533" y="122835"/>
                </a:lnTo>
                <a:lnTo>
                  <a:pt x="734788" y="126030"/>
                </a:lnTo>
                <a:lnTo>
                  <a:pt x="747156" y="127679"/>
                </a:lnTo>
                <a:lnTo>
                  <a:pt x="765836" y="127481"/>
                </a:lnTo>
                <a:lnTo>
                  <a:pt x="810776" y="123678"/>
                </a:lnTo>
                <a:lnTo>
                  <a:pt x="824588" y="116028"/>
                </a:lnTo>
                <a:lnTo>
                  <a:pt x="824806" y="115353"/>
                </a:lnTo>
                <a:lnTo>
                  <a:pt x="825296" y="115021"/>
                </a:lnTo>
                <a:lnTo>
                  <a:pt x="826382" y="115097"/>
                </a:lnTo>
                <a:lnTo>
                  <a:pt x="828388" y="115645"/>
                </a:lnTo>
                <a:lnTo>
                  <a:pt x="831641" y="116729"/>
                </a:lnTo>
                <a:lnTo>
                  <a:pt x="836464" y="118414"/>
                </a:lnTo>
                <a:lnTo>
                  <a:pt x="843183" y="120765"/>
                </a:lnTo>
                <a:lnTo>
                  <a:pt x="852123" y="123846"/>
                </a:lnTo>
                <a:lnTo>
                  <a:pt x="891061" y="118272"/>
                </a:lnTo>
                <a:lnTo>
                  <a:pt x="895847" y="116561"/>
                </a:lnTo>
                <a:lnTo>
                  <a:pt x="898982" y="115460"/>
                </a:lnTo>
                <a:lnTo>
                  <a:pt x="900787" y="114904"/>
                </a:lnTo>
                <a:lnTo>
                  <a:pt x="901580" y="114828"/>
                </a:lnTo>
                <a:lnTo>
                  <a:pt x="901682" y="115166"/>
                </a:lnTo>
                <a:lnTo>
                  <a:pt x="901410" y="115852"/>
                </a:lnTo>
                <a:lnTo>
                  <a:pt x="901086" y="116822"/>
                </a:lnTo>
                <a:lnTo>
                  <a:pt x="948489" y="127514"/>
                </a:lnTo>
                <a:lnTo>
                  <a:pt x="965204" y="127721"/>
                </a:lnTo>
                <a:lnTo>
                  <a:pt x="970761" y="127359"/>
                </a:lnTo>
                <a:lnTo>
                  <a:pt x="1020049" y="120450"/>
                </a:lnTo>
                <a:lnTo>
                  <a:pt x="1069408" y="112495"/>
                </a:lnTo>
                <a:lnTo>
                  <a:pt x="1112228" y="105338"/>
                </a:lnTo>
                <a:lnTo>
                  <a:pt x="1122379" y="103623"/>
                </a:lnTo>
                <a:lnTo>
                  <a:pt x="1129515" y="102421"/>
                </a:lnTo>
                <a:lnTo>
                  <a:pt x="1141741" y="107131"/>
                </a:lnTo>
                <a:lnTo>
                  <a:pt x="1153629" y="112064"/>
                </a:lnTo>
                <a:lnTo>
                  <a:pt x="1165691" y="114903"/>
                </a:lnTo>
                <a:lnTo>
                  <a:pt x="1213855" y="113348"/>
                </a:lnTo>
                <a:lnTo>
                  <a:pt x="1257940" y="105806"/>
                </a:lnTo>
                <a:lnTo>
                  <a:pt x="1302699" y="91385"/>
                </a:lnTo>
                <a:lnTo>
                  <a:pt x="1316311" y="95354"/>
                </a:lnTo>
                <a:lnTo>
                  <a:pt x="1352462" y="123904"/>
                </a:lnTo>
                <a:lnTo>
                  <a:pt x="1395119" y="149548"/>
                </a:lnTo>
                <a:lnTo>
                  <a:pt x="1407721" y="152539"/>
                </a:lnTo>
                <a:lnTo>
                  <a:pt x="1422988" y="142466"/>
                </a:lnTo>
                <a:lnTo>
                  <a:pt x="1435954" y="133667"/>
                </a:lnTo>
                <a:lnTo>
                  <a:pt x="1446904" y="126073"/>
                </a:lnTo>
                <a:lnTo>
                  <a:pt x="1456123" y="119615"/>
                </a:lnTo>
                <a:lnTo>
                  <a:pt x="1463895" y="114226"/>
                </a:lnTo>
                <a:lnTo>
                  <a:pt x="1496061" y="100488"/>
                </a:lnTo>
                <a:lnTo>
                  <a:pt x="1501666" y="100659"/>
                </a:lnTo>
                <a:lnTo>
                  <a:pt x="1508099" y="101351"/>
                </a:lnTo>
                <a:lnTo>
                  <a:pt x="1515644" y="102495"/>
                </a:lnTo>
                <a:lnTo>
                  <a:pt x="1524585" y="104022"/>
                </a:lnTo>
                <a:lnTo>
                  <a:pt x="1535208" y="105865"/>
                </a:lnTo>
                <a:lnTo>
                  <a:pt x="1547797" y="107954"/>
                </a:lnTo>
                <a:lnTo>
                  <a:pt x="1562635" y="110221"/>
                </a:lnTo>
                <a:lnTo>
                  <a:pt x="1580008" y="112598"/>
                </a:lnTo>
                <a:lnTo>
                  <a:pt x="1600199" y="115017"/>
                </a:lnTo>
                <a:lnTo>
                  <a:pt x="1616467" y="120745"/>
                </a:lnTo>
                <a:lnTo>
                  <a:pt x="1629740" y="125904"/>
                </a:lnTo>
                <a:lnTo>
                  <a:pt x="1640537" y="130416"/>
                </a:lnTo>
                <a:lnTo>
                  <a:pt x="1649375" y="134203"/>
                </a:lnTo>
                <a:lnTo>
                  <a:pt x="1656770" y="137186"/>
                </a:lnTo>
                <a:lnTo>
                  <a:pt x="1663241" y="139286"/>
                </a:lnTo>
                <a:lnTo>
                  <a:pt x="1669306" y="140424"/>
                </a:lnTo>
                <a:lnTo>
                  <a:pt x="1675480" y="140523"/>
                </a:lnTo>
                <a:lnTo>
                  <a:pt x="1682283" y="139503"/>
                </a:lnTo>
                <a:lnTo>
                  <a:pt x="1724049" y="123331"/>
                </a:lnTo>
                <a:lnTo>
                  <a:pt x="1757584" y="106226"/>
                </a:lnTo>
                <a:lnTo>
                  <a:pt x="1772259" y="107569"/>
                </a:lnTo>
                <a:lnTo>
                  <a:pt x="1785253" y="110357"/>
                </a:lnTo>
                <a:lnTo>
                  <a:pt x="1797077" y="113303"/>
                </a:lnTo>
                <a:lnTo>
                  <a:pt x="1808245" y="115121"/>
                </a:lnTo>
                <a:lnTo>
                  <a:pt x="1853832" y="104651"/>
                </a:lnTo>
                <a:lnTo>
                  <a:pt x="1890366" y="81134"/>
                </a:lnTo>
                <a:lnTo>
                  <a:pt x="1899955" y="74404"/>
                </a:lnTo>
                <a:lnTo>
                  <a:pt x="1911163" y="67590"/>
                </a:lnTo>
                <a:lnTo>
                  <a:pt x="1925012" y="61335"/>
                </a:lnTo>
                <a:lnTo>
                  <a:pt x="1937175" y="57067"/>
                </a:lnTo>
                <a:lnTo>
                  <a:pt x="1948156" y="53788"/>
                </a:lnTo>
                <a:lnTo>
                  <a:pt x="1961565" y="61760"/>
                </a:lnTo>
                <a:lnTo>
                  <a:pt x="1972017" y="67989"/>
                </a:lnTo>
                <a:lnTo>
                  <a:pt x="1979866" y="72634"/>
                </a:lnTo>
                <a:lnTo>
                  <a:pt x="1985465" y="75856"/>
                </a:lnTo>
                <a:lnTo>
                  <a:pt x="1989168" y="77814"/>
                </a:lnTo>
                <a:lnTo>
                  <a:pt x="1991328" y="78668"/>
                </a:lnTo>
                <a:lnTo>
                  <a:pt x="1992299" y="78577"/>
                </a:lnTo>
                <a:lnTo>
                  <a:pt x="1992432" y="77702"/>
                </a:lnTo>
                <a:lnTo>
                  <a:pt x="1992083" y="76202"/>
                </a:lnTo>
                <a:lnTo>
                  <a:pt x="1991604" y="74237"/>
                </a:lnTo>
                <a:lnTo>
                  <a:pt x="1991348" y="71966"/>
                </a:lnTo>
                <a:lnTo>
                  <a:pt x="2014292" y="60872"/>
                </a:lnTo>
                <a:lnTo>
                  <a:pt x="2025494" y="60935"/>
                </a:lnTo>
                <a:lnTo>
                  <a:pt x="2069804" y="66730"/>
                </a:lnTo>
                <a:lnTo>
                  <a:pt x="2105659" y="80867"/>
                </a:lnTo>
                <a:lnTo>
                  <a:pt x="2117416" y="86382"/>
                </a:lnTo>
                <a:lnTo>
                  <a:pt x="2129206" y="91638"/>
                </a:lnTo>
                <a:lnTo>
                  <a:pt x="2141107" y="96241"/>
                </a:lnTo>
                <a:lnTo>
                  <a:pt x="2153195" y="99795"/>
                </a:lnTo>
                <a:lnTo>
                  <a:pt x="2165550" y="101903"/>
                </a:lnTo>
                <a:lnTo>
                  <a:pt x="2692408" y="115017"/>
                </a:lnTo>
                <a:lnTo>
                  <a:pt x="2700777" y="125060"/>
                </a:lnTo>
                <a:lnTo>
                  <a:pt x="2727579" y="152243"/>
                </a:lnTo>
                <a:lnTo>
                  <a:pt x="2758375" y="156273"/>
                </a:lnTo>
                <a:lnTo>
                  <a:pt x="2769755" y="154747"/>
                </a:lnTo>
                <a:lnTo>
                  <a:pt x="2807354" y="125032"/>
                </a:lnTo>
                <a:lnTo>
                  <a:pt x="2814667" y="117004"/>
                </a:lnTo>
                <a:lnTo>
                  <a:pt x="2849374" y="95599"/>
                </a:lnTo>
                <a:lnTo>
                  <a:pt x="2870092" y="89609"/>
                </a:lnTo>
                <a:lnTo>
                  <a:pt x="2882609" y="91913"/>
                </a:lnTo>
                <a:lnTo>
                  <a:pt x="2895338" y="93702"/>
                </a:lnTo>
                <a:lnTo>
                  <a:pt x="2907694" y="96314"/>
                </a:lnTo>
                <a:lnTo>
                  <a:pt x="2919090" y="101084"/>
                </a:lnTo>
                <a:lnTo>
                  <a:pt x="2927583" y="110819"/>
                </a:lnTo>
                <a:lnTo>
                  <a:pt x="2932946" y="122966"/>
                </a:lnTo>
                <a:lnTo>
                  <a:pt x="2938386" y="134063"/>
                </a:lnTo>
                <a:lnTo>
                  <a:pt x="2951791" y="138311"/>
                </a:lnTo>
                <a:lnTo>
                  <a:pt x="2963882" y="138338"/>
                </a:lnTo>
                <a:lnTo>
                  <a:pt x="2974953" y="135661"/>
                </a:lnTo>
                <a:lnTo>
                  <a:pt x="2985296" y="131799"/>
                </a:lnTo>
                <a:lnTo>
                  <a:pt x="2995205" y="128267"/>
                </a:lnTo>
                <a:lnTo>
                  <a:pt x="3032945" y="136433"/>
                </a:lnTo>
                <a:lnTo>
                  <a:pt x="3069824" y="149455"/>
                </a:lnTo>
                <a:lnTo>
                  <a:pt x="3081232" y="152780"/>
                </a:lnTo>
                <a:lnTo>
                  <a:pt x="3123911" y="146146"/>
                </a:lnTo>
                <a:lnTo>
                  <a:pt x="3142460" y="137518"/>
                </a:lnTo>
                <a:lnTo>
                  <a:pt x="3152502" y="133260"/>
                </a:lnTo>
                <a:lnTo>
                  <a:pt x="3192545" y="125844"/>
                </a:lnTo>
                <a:lnTo>
                  <a:pt x="3231763" y="121730"/>
                </a:lnTo>
                <a:lnTo>
                  <a:pt x="3280779" y="117793"/>
                </a:lnTo>
                <a:lnTo>
                  <a:pt x="3292676" y="116870"/>
                </a:lnTo>
                <a:lnTo>
                  <a:pt x="3332898" y="118799"/>
                </a:lnTo>
                <a:lnTo>
                  <a:pt x="3358847" y="122322"/>
                </a:lnTo>
                <a:lnTo>
                  <a:pt x="3371141" y="124026"/>
                </a:lnTo>
                <a:lnTo>
                  <a:pt x="3383109" y="125535"/>
                </a:lnTo>
                <a:lnTo>
                  <a:pt x="3394846" y="126731"/>
                </a:lnTo>
                <a:lnTo>
                  <a:pt x="3406449" y="127497"/>
                </a:lnTo>
                <a:lnTo>
                  <a:pt x="3426960" y="127441"/>
                </a:lnTo>
                <a:lnTo>
                  <a:pt x="3473597" y="125798"/>
                </a:lnTo>
                <a:lnTo>
                  <a:pt x="3515405" y="119268"/>
                </a:lnTo>
                <a:lnTo>
                  <a:pt x="3556540" y="106383"/>
                </a:lnTo>
                <a:lnTo>
                  <a:pt x="3591976" y="82396"/>
                </a:lnTo>
                <a:lnTo>
                  <a:pt x="3601411" y="75429"/>
                </a:lnTo>
                <a:lnTo>
                  <a:pt x="3610509" y="69242"/>
                </a:lnTo>
                <a:lnTo>
                  <a:pt x="3651544" y="49331"/>
                </a:lnTo>
                <a:lnTo>
                  <a:pt x="3690152" y="38207"/>
                </a:lnTo>
                <a:lnTo>
                  <a:pt x="3708403" y="25982"/>
                </a:lnTo>
                <a:lnTo>
                  <a:pt x="3721019" y="27521"/>
                </a:lnTo>
                <a:lnTo>
                  <a:pt x="3733623" y="29269"/>
                </a:lnTo>
                <a:lnTo>
                  <a:pt x="3746223" y="31123"/>
                </a:lnTo>
                <a:lnTo>
                  <a:pt x="3758822" y="32979"/>
                </a:lnTo>
                <a:lnTo>
                  <a:pt x="3771427" y="34735"/>
                </a:lnTo>
                <a:lnTo>
                  <a:pt x="3784041" y="36288"/>
                </a:lnTo>
                <a:lnTo>
                  <a:pt x="3796672" y="37535"/>
                </a:lnTo>
                <a:lnTo>
                  <a:pt x="3809322" y="38372"/>
                </a:lnTo>
                <a:lnTo>
                  <a:pt x="3821999" y="38697"/>
                </a:lnTo>
                <a:lnTo>
                  <a:pt x="3844735" y="38455"/>
                </a:lnTo>
                <a:lnTo>
                  <a:pt x="3884312" y="35441"/>
                </a:lnTo>
                <a:lnTo>
                  <a:pt x="3892955" y="30595"/>
                </a:lnTo>
                <a:lnTo>
                  <a:pt x="3891632" y="28928"/>
                </a:lnTo>
                <a:lnTo>
                  <a:pt x="3879217" y="23650"/>
                </a:lnTo>
                <a:lnTo>
                  <a:pt x="3879579" y="23739"/>
                </a:lnTo>
                <a:lnTo>
                  <a:pt x="3927074" y="34106"/>
                </a:lnTo>
                <a:lnTo>
                  <a:pt x="3949714" y="38698"/>
                </a:lnTo>
                <a:lnTo>
                  <a:pt x="3958591" y="47998"/>
                </a:lnTo>
                <a:lnTo>
                  <a:pt x="3993887" y="81029"/>
                </a:lnTo>
                <a:lnTo>
                  <a:pt x="4029475" y="90386"/>
                </a:lnTo>
                <a:lnTo>
                  <a:pt x="4044470" y="86560"/>
                </a:lnTo>
                <a:lnTo>
                  <a:pt x="4080746" y="56365"/>
                </a:lnTo>
                <a:lnTo>
                  <a:pt x="4086641" y="47446"/>
                </a:lnTo>
                <a:lnTo>
                  <a:pt x="4092255" y="39044"/>
                </a:lnTo>
                <a:lnTo>
                  <a:pt x="4120459" y="7607"/>
                </a:lnTo>
                <a:lnTo>
                  <a:pt x="4150632" y="0"/>
                </a:lnTo>
                <a:lnTo>
                  <a:pt x="4160267" y="1208"/>
                </a:lnTo>
                <a:lnTo>
                  <a:pt x="4210899" y="20907"/>
                </a:lnTo>
                <a:lnTo>
                  <a:pt x="4246016" y="47895"/>
                </a:lnTo>
                <a:lnTo>
                  <a:pt x="4258323" y="91545"/>
                </a:lnTo>
                <a:lnTo>
                  <a:pt x="4259660" y="102452"/>
                </a:lnTo>
                <a:lnTo>
                  <a:pt x="4261513" y="112801"/>
                </a:lnTo>
                <a:lnTo>
                  <a:pt x="4292925" y="152567"/>
                </a:lnTo>
                <a:lnTo>
                  <a:pt x="4327475" y="169205"/>
                </a:lnTo>
                <a:lnTo>
                  <a:pt x="4350853" y="176875"/>
                </a:lnTo>
                <a:lnTo>
                  <a:pt x="4365172" y="174747"/>
                </a:lnTo>
                <a:lnTo>
                  <a:pt x="4402116" y="160845"/>
                </a:lnTo>
                <a:lnTo>
                  <a:pt x="4443679" y="133810"/>
                </a:lnTo>
                <a:lnTo>
                  <a:pt x="4469292" y="115821"/>
                </a:lnTo>
                <a:lnTo>
                  <a:pt x="4484120" y="120599"/>
                </a:lnTo>
                <a:lnTo>
                  <a:pt x="4496553" y="124629"/>
                </a:lnTo>
                <a:lnTo>
                  <a:pt x="4506881" y="127995"/>
                </a:lnTo>
                <a:lnTo>
                  <a:pt x="4515390" y="130780"/>
                </a:lnTo>
                <a:lnTo>
                  <a:pt x="4522368" y="133066"/>
                </a:lnTo>
                <a:lnTo>
                  <a:pt x="4528104" y="134936"/>
                </a:lnTo>
                <a:lnTo>
                  <a:pt x="4571300" y="146680"/>
                </a:lnTo>
                <a:lnTo>
                  <a:pt x="4580441" y="148936"/>
                </a:lnTo>
                <a:lnTo>
                  <a:pt x="4591505" y="151686"/>
                </a:lnTo>
                <a:lnTo>
                  <a:pt x="4603777" y="162425"/>
                </a:lnTo>
                <a:lnTo>
                  <a:pt x="4614488" y="171704"/>
                </a:lnTo>
                <a:lnTo>
                  <a:pt x="4645347" y="205347"/>
                </a:lnTo>
                <a:lnTo>
                  <a:pt x="4661767" y="247047"/>
                </a:lnTo>
                <a:lnTo>
                  <a:pt x="4671693" y="286999"/>
                </a:lnTo>
                <a:lnTo>
                  <a:pt x="4674281" y="306842"/>
                </a:lnTo>
                <a:lnTo>
                  <a:pt x="4674210" y="310378"/>
                </a:lnTo>
                <a:lnTo>
                  <a:pt x="4673921" y="312871"/>
                </a:lnTo>
                <a:lnTo>
                  <a:pt x="4673562" y="314620"/>
                </a:lnTo>
                <a:lnTo>
                  <a:pt x="4673283" y="315921"/>
                </a:lnTo>
                <a:lnTo>
                  <a:pt x="4673234" y="317072"/>
                </a:lnTo>
                <a:lnTo>
                  <a:pt x="4686112" y="337527"/>
                </a:lnTo>
                <a:lnTo>
                  <a:pt x="4691846" y="345973"/>
                </a:lnTo>
                <a:lnTo>
                  <a:pt x="4699003" y="356653"/>
                </a:lnTo>
                <a:lnTo>
                  <a:pt x="4698430" y="369283"/>
                </a:lnTo>
                <a:lnTo>
                  <a:pt x="4698015" y="381933"/>
                </a:lnTo>
                <a:lnTo>
                  <a:pt x="4697363" y="432659"/>
                </a:lnTo>
                <a:lnTo>
                  <a:pt x="4697303" y="445353"/>
                </a:lnTo>
                <a:lnTo>
                  <a:pt x="4697224" y="458045"/>
                </a:lnTo>
                <a:lnTo>
                  <a:pt x="4696133" y="508717"/>
                </a:lnTo>
                <a:lnTo>
                  <a:pt x="4692373" y="559057"/>
                </a:lnTo>
                <a:lnTo>
                  <a:pt x="4680745" y="603929"/>
                </a:lnTo>
                <a:lnTo>
                  <a:pt x="4657746" y="607379"/>
                </a:lnTo>
                <a:lnTo>
                  <a:pt x="4645985" y="616807"/>
                </a:lnTo>
                <a:lnTo>
                  <a:pt x="4623272" y="649911"/>
                </a:lnTo>
                <a:lnTo>
                  <a:pt x="4611216" y="683899"/>
                </a:lnTo>
                <a:lnTo>
                  <a:pt x="4613618" y="699123"/>
                </a:lnTo>
                <a:lnTo>
                  <a:pt x="4615675" y="712896"/>
                </a:lnTo>
                <a:lnTo>
                  <a:pt x="4625549" y="759121"/>
                </a:lnTo>
                <a:lnTo>
                  <a:pt x="4651451" y="805047"/>
                </a:lnTo>
                <a:lnTo>
                  <a:pt x="4677603" y="831670"/>
                </a:lnTo>
                <a:lnTo>
                  <a:pt x="4685344" y="838997"/>
                </a:lnTo>
                <a:lnTo>
                  <a:pt x="4690704" y="851199"/>
                </a:lnTo>
                <a:lnTo>
                  <a:pt x="4695884" y="862993"/>
                </a:lnTo>
                <a:lnTo>
                  <a:pt x="4698847" y="874902"/>
                </a:lnTo>
                <a:lnTo>
                  <a:pt x="4698085" y="887534"/>
                </a:lnTo>
                <a:lnTo>
                  <a:pt x="4687341" y="926235"/>
                </a:lnTo>
                <a:lnTo>
                  <a:pt x="4667583" y="959671"/>
                </a:lnTo>
                <a:lnTo>
                  <a:pt x="4635375" y="984812"/>
                </a:lnTo>
                <a:lnTo>
                  <a:pt x="4626110" y="990422"/>
                </a:lnTo>
                <a:lnTo>
                  <a:pt x="4627360" y="1003549"/>
                </a:lnTo>
                <a:lnTo>
                  <a:pt x="4629592" y="1016260"/>
                </a:lnTo>
                <a:lnTo>
                  <a:pt x="4632136" y="1028698"/>
                </a:lnTo>
                <a:lnTo>
                  <a:pt x="4634318" y="1041005"/>
                </a:lnTo>
                <a:lnTo>
                  <a:pt x="4635466" y="1053323"/>
                </a:lnTo>
                <a:lnTo>
                  <a:pt x="4634921" y="1066675"/>
                </a:lnTo>
                <a:lnTo>
                  <a:pt x="4633426" y="1079594"/>
                </a:lnTo>
                <a:lnTo>
                  <a:pt x="4631259" y="1092167"/>
                </a:lnTo>
                <a:lnTo>
                  <a:pt x="4628699" y="1104484"/>
                </a:lnTo>
                <a:lnTo>
                  <a:pt x="4626023" y="1116633"/>
                </a:lnTo>
                <a:lnTo>
                  <a:pt x="4623510" y="1128701"/>
                </a:lnTo>
                <a:lnTo>
                  <a:pt x="4616016" y="1169749"/>
                </a:lnTo>
                <a:lnTo>
                  <a:pt x="4604396" y="1215229"/>
                </a:lnTo>
                <a:lnTo>
                  <a:pt x="4593974" y="1241438"/>
                </a:lnTo>
                <a:lnTo>
                  <a:pt x="4588630" y="125206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404" y="815678"/>
            <a:ext cx="419417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ith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6689" y="5859223"/>
            <a:ext cx="3019425" cy="822325"/>
          </a:xfrm>
          <a:custGeom>
            <a:avLst/>
            <a:gdLst/>
            <a:ahLst/>
            <a:cxnLst/>
            <a:rect l="l" t="t" r="r" b="b"/>
            <a:pathLst>
              <a:path w="3019425" h="822325">
                <a:moveTo>
                  <a:pt x="0" y="136442"/>
                </a:moveTo>
                <a:lnTo>
                  <a:pt x="11858" y="131872"/>
                </a:lnTo>
                <a:lnTo>
                  <a:pt x="23785" y="127462"/>
                </a:lnTo>
                <a:lnTo>
                  <a:pt x="35694" y="123010"/>
                </a:lnTo>
                <a:lnTo>
                  <a:pt x="71432" y="105947"/>
                </a:lnTo>
                <a:lnTo>
                  <a:pt x="91708" y="91240"/>
                </a:lnTo>
                <a:lnTo>
                  <a:pt x="105568" y="84953"/>
                </a:lnTo>
                <a:lnTo>
                  <a:pt x="142725" y="71247"/>
                </a:lnTo>
                <a:lnTo>
                  <a:pt x="164945" y="64351"/>
                </a:lnTo>
                <a:lnTo>
                  <a:pt x="175629" y="60958"/>
                </a:lnTo>
                <a:lnTo>
                  <a:pt x="215895" y="47550"/>
                </a:lnTo>
                <a:lnTo>
                  <a:pt x="228383" y="49877"/>
                </a:lnTo>
                <a:lnTo>
                  <a:pt x="241106" y="51680"/>
                </a:lnTo>
                <a:lnTo>
                  <a:pt x="280575" y="79664"/>
                </a:lnTo>
                <a:lnTo>
                  <a:pt x="286458" y="90945"/>
                </a:lnTo>
                <a:lnTo>
                  <a:pt x="297615" y="101853"/>
                </a:lnTo>
                <a:lnTo>
                  <a:pt x="308174" y="109939"/>
                </a:lnTo>
                <a:lnTo>
                  <a:pt x="318128" y="116286"/>
                </a:lnTo>
                <a:lnTo>
                  <a:pt x="327469" y="121979"/>
                </a:lnTo>
                <a:lnTo>
                  <a:pt x="340476" y="121492"/>
                </a:lnTo>
                <a:lnTo>
                  <a:pt x="379133" y="119977"/>
                </a:lnTo>
                <a:lnTo>
                  <a:pt x="417328" y="118248"/>
                </a:lnTo>
                <a:lnTo>
                  <a:pt x="467717" y="115323"/>
                </a:lnTo>
                <a:lnTo>
                  <a:pt x="517715" y="111327"/>
                </a:lnTo>
                <a:lnTo>
                  <a:pt x="531152" y="110144"/>
                </a:lnTo>
                <a:lnTo>
                  <a:pt x="569510" y="105830"/>
                </a:lnTo>
                <a:lnTo>
                  <a:pt x="616325" y="86303"/>
                </a:lnTo>
                <a:lnTo>
                  <a:pt x="635473" y="70072"/>
                </a:lnTo>
                <a:lnTo>
                  <a:pt x="644852" y="62348"/>
                </a:lnTo>
                <a:lnTo>
                  <a:pt x="656223" y="54393"/>
                </a:lnTo>
                <a:lnTo>
                  <a:pt x="666890" y="47257"/>
                </a:lnTo>
                <a:lnTo>
                  <a:pt x="677060" y="40601"/>
                </a:lnTo>
                <a:lnTo>
                  <a:pt x="688891" y="47872"/>
                </a:lnTo>
                <a:lnTo>
                  <a:pt x="699630" y="55733"/>
                </a:lnTo>
                <a:lnTo>
                  <a:pt x="709763" y="63649"/>
                </a:lnTo>
                <a:lnTo>
                  <a:pt x="719780" y="71088"/>
                </a:lnTo>
                <a:lnTo>
                  <a:pt x="730169" y="77514"/>
                </a:lnTo>
                <a:lnTo>
                  <a:pt x="741419" y="82393"/>
                </a:lnTo>
                <a:lnTo>
                  <a:pt x="754018" y="85191"/>
                </a:lnTo>
                <a:lnTo>
                  <a:pt x="768993" y="84413"/>
                </a:lnTo>
                <a:lnTo>
                  <a:pt x="817256" y="67269"/>
                </a:lnTo>
                <a:lnTo>
                  <a:pt x="840261" y="51640"/>
                </a:lnTo>
                <a:lnTo>
                  <a:pt x="844263" y="48955"/>
                </a:lnTo>
                <a:lnTo>
                  <a:pt x="846970" y="47435"/>
                </a:lnTo>
                <a:lnTo>
                  <a:pt x="848705" y="47024"/>
                </a:lnTo>
                <a:lnTo>
                  <a:pt x="849791" y="47664"/>
                </a:lnTo>
                <a:lnTo>
                  <a:pt x="850551" y="49296"/>
                </a:lnTo>
                <a:lnTo>
                  <a:pt x="851308" y="51862"/>
                </a:lnTo>
                <a:lnTo>
                  <a:pt x="852385" y="55306"/>
                </a:lnTo>
                <a:lnTo>
                  <a:pt x="885687" y="90507"/>
                </a:lnTo>
                <a:lnTo>
                  <a:pt x="909893" y="97014"/>
                </a:lnTo>
                <a:lnTo>
                  <a:pt x="918246" y="85557"/>
                </a:lnTo>
                <a:lnTo>
                  <a:pt x="924730" y="76398"/>
                </a:lnTo>
                <a:lnTo>
                  <a:pt x="929602" y="69347"/>
                </a:lnTo>
                <a:lnTo>
                  <a:pt x="933120" y="64211"/>
                </a:lnTo>
                <a:lnTo>
                  <a:pt x="935541" y="60800"/>
                </a:lnTo>
                <a:lnTo>
                  <a:pt x="937123" y="58922"/>
                </a:lnTo>
                <a:lnTo>
                  <a:pt x="938124" y="58387"/>
                </a:lnTo>
                <a:lnTo>
                  <a:pt x="938800" y="59003"/>
                </a:lnTo>
                <a:lnTo>
                  <a:pt x="939410" y="60578"/>
                </a:lnTo>
                <a:lnTo>
                  <a:pt x="940210" y="62922"/>
                </a:lnTo>
                <a:lnTo>
                  <a:pt x="941459" y="65844"/>
                </a:lnTo>
                <a:lnTo>
                  <a:pt x="986523" y="85162"/>
                </a:lnTo>
                <a:lnTo>
                  <a:pt x="999013" y="82815"/>
                </a:lnTo>
                <a:lnTo>
                  <a:pt x="1039431" y="53756"/>
                </a:lnTo>
                <a:lnTo>
                  <a:pt x="1046335" y="44033"/>
                </a:lnTo>
                <a:lnTo>
                  <a:pt x="1053601" y="35346"/>
                </a:lnTo>
                <a:lnTo>
                  <a:pt x="1085675" y="12334"/>
                </a:lnTo>
                <a:lnTo>
                  <a:pt x="1120212" y="0"/>
                </a:lnTo>
                <a:lnTo>
                  <a:pt x="1134746" y="8316"/>
                </a:lnTo>
                <a:lnTo>
                  <a:pt x="1146904" y="15215"/>
                </a:lnTo>
                <a:lnTo>
                  <a:pt x="1184700" y="32686"/>
                </a:lnTo>
                <a:lnTo>
                  <a:pt x="1195840" y="33984"/>
                </a:lnTo>
                <a:lnTo>
                  <a:pt x="1202003" y="33897"/>
                </a:lnTo>
                <a:lnTo>
                  <a:pt x="1209045" y="33481"/>
                </a:lnTo>
                <a:lnTo>
                  <a:pt x="1217326" y="32856"/>
                </a:lnTo>
                <a:lnTo>
                  <a:pt x="1227209" y="32143"/>
                </a:lnTo>
                <a:lnTo>
                  <a:pt x="1239054" y="31464"/>
                </a:lnTo>
                <a:lnTo>
                  <a:pt x="1253224" y="30938"/>
                </a:lnTo>
                <a:lnTo>
                  <a:pt x="1270081" y="30687"/>
                </a:lnTo>
                <a:lnTo>
                  <a:pt x="1289985" y="30831"/>
                </a:lnTo>
                <a:lnTo>
                  <a:pt x="1340382" y="32790"/>
                </a:lnTo>
                <a:lnTo>
                  <a:pt x="1384264" y="35820"/>
                </a:lnTo>
                <a:lnTo>
                  <a:pt x="1422223" y="39100"/>
                </a:lnTo>
                <a:lnTo>
                  <a:pt x="1460153" y="42696"/>
                </a:lnTo>
                <a:lnTo>
                  <a:pt x="1472794" y="43916"/>
                </a:lnTo>
                <a:lnTo>
                  <a:pt x="1485436" y="45130"/>
                </a:lnTo>
                <a:lnTo>
                  <a:pt x="1498080" y="46327"/>
                </a:lnTo>
                <a:lnTo>
                  <a:pt x="1510725" y="47498"/>
                </a:lnTo>
                <a:lnTo>
                  <a:pt x="1522887" y="51960"/>
                </a:lnTo>
                <a:lnTo>
                  <a:pt x="1572636" y="62681"/>
                </a:lnTo>
                <a:lnTo>
                  <a:pt x="1610844" y="64952"/>
                </a:lnTo>
                <a:lnTo>
                  <a:pt x="1623444" y="65571"/>
                </a:lnTo>
                <a:lnTo>
                  <a:pt x="1673067" y="70039"/>
                </a:lnTo>
                <a:lnTo>
                  <a:pt x="1709041" y="83983"/>
                </a:lnTo>
                <a:lnTo>
                  <a:pt x="1718683" y="91865"/>
                </a:lnTo>
                <a:lnTo>
                  <a:pt x="1732230" y="87656"/>
                </a:lnTo>
                <a:lnTo>
                  <a:pt x="1775144" y="62289"/>
                </a:lnTo>
                <a:lnTo>
                  <a:pt x="1796292" y="44944"/>
                </a:lnTo>
                <a:lnTo>
                  <a:pt x="1806415" y="38166"/>
                </a:lnTo>
                <a:lnTo>
                  <a:pt x="1821388" y="36905"/>
                </a:lnTo>
                <a:lnTo>
                  <a:pt x="1833464" y="39619"/>
                </a:lnTo>
                <a:lnTo>
                  <a:pt x="1843740" y="43905"/>
                </a:lnTo>
                <a:lnTo>
                  <a:pt x="1853314" y="47359"/>
                </a:lnTo>
                <a:lnTo>
                  <a:pt x="1891246" y="53534"/>
                </a:lnTo>
                <a:lnTo>
                  <a:pt x="1916356" y="56739"/>
                </a:lnTo>
                <a:lnTo>
                  <a:pt x="1928860" y="58317"/>
                </a:lnTo>
                <a:lnTo>
                  <a:pt x="1941330" y="59991"/>
                </a:lnTo>
                <a:lnTo>
                  <a:pt x="1951934" y="67005"/>
                </a:lnTo>
                <a:lnTo>
                  <a:pt x="1960515" y="72775"/>
                </a:lnTo>
                <a:lnTo>
                  <a:pt x="1967347" y="77397"/>
                </a:lnTo>
                <a:lnTo>
                  <a:pt x="1972706" y="80967"/>
                </a:lnTo>
                <a:lnTo>
                  <a:pt x="1976868" y="83580"/>
                </a:lnTo>
                <a:lnTo>
                  <a:pt x="1980107" y="85331"/>
                </a:lnTo>
                <a:lnTo>
                  <a:pt x="1982700" y="86317"/>
                </a:lnTo>
                <a:lnTo>
                  <a:pt x="1984921" y="86633"/>
                </a:lnTo>
                <a:lnTo>
                  <a:pt x="1987045" y="86374"/>
                </a:lnTo>
                <a:lnTo>
                  <a:pt x="1989348" y="85637"/>
                </a:lnTo>
                <a:lnTo>
                  <a:pt x="1992106" y="84516"/>
                </a:lnTo>
                <a:lnTo>
                  <a:pt x="1995593" y="83107"/>
                </a:lnTo>
                <a:lnTo>
                  <a:pt x="2033610" y="75091"/>
                </a:lnTo>
                <a:lnTo>
                  <a:pt x="2082795" y="72946"/>
                </a:lnTo>
                <a:lnTo>
                  <a:pt x="2095488" y="73144"/>
                </a:lnTo>
                <a:lnTo>
                  <a:pt x="2146113" y="76972"/>
                </a:lnTo>
                <a:lnTo>
                  <a:pt x="2184008" y="81445"/>
                </a:lnTo>
                <a:lnTo>
                  <a:pt x="2196640" y="82940"/>
                </a:lnTo>
                <a:lnTo>
                  <a:pt x="2243317" y="81265"/>
                </a:lnTo>
                <a:lnTo>
                  <a:pt x="2282884" y="72597"/>
                </a:lnTo>
                <a:lnTo>
                  <a:pt x="2294917" y="69281"/>
                </a:lnTo>
                <a:lnTo>
                  <a:pt x="2293639" y="69592"/>
                </a:lnTo>
                <a:lnTo>
                  <a:pt x="2336770" y="86704"/>
                </a:lnTo>
                <a:lnTo>
                  <a:pt x="2374816" y="89380"/>
                </a:lnTo>
                <a:lnTo>
                  <a:pt x="2412903" y="91469"/>
                </a:lnTo>
                <a:lnTo>
                  <a:pt x="2451017" y="93160"/>
                </a:lnTo>
                <a:lnTo>
                  <a:pt x="2489146" y="94642"/>
                </a:lnTo>
                <a:lnTo>
                  <a:pt x="2501857" y="95122"/>
                </a:lnTo>
                <a:lnTo>
                  <a:pt x="2514567" y="95606"/>
                </a:lnTo>
                <a:lnTo>
                  <a:pt x="2552690" y="97157"/>
                </a:lnTo>
                <a:lnTo>
                  <a:pt x="2601912" y="107736"/>
                </a:lnTo>
                <a:lnTo>
                  <a:pt x="2614151" y="110820"/>
                </a:lnTo>
                <a:lnTo>
                  <a:pt x="2627173" y="111679"/>
                </a:lnTo>
                <a:lnTo>
                  <a:pt x="2640275" y="112038"/>
                </a:lnTo>
                <a:lnTo>
                  <a:pt x="2653440" y="111976"/>
                </a:lnTo>
                <a:lnTo>
                  <a:pt x="2693141" y="110061"/>
                </a:lnTo>
                <a:lnTo>
                  <a:pt x="2719608" y="108142"/>
                </a:lnTo>
                <a:lnTo>
                  <a:pt x="2732790" y="107229"/>
                </a:lnTo>
                <a:lnTo>
                  <a:pt x="2745914" y="106453"/>
                </a:lnTo>
                <a:lnTo>
                  <a:pt x="2758964" y="105893"/>
                </a:lnTo>
                <a:lnTo>
                  <a:pt x="2771921" y="105630"/>
                </a:lnTo>
                <a:lnTo>
                  <a:pt x="2784770" y="105742"/>
                </a:lnTo>
                <a:lnTo>
                  <a:pt x="2834729" y="111546"/>
                </a:lnTo>
                <a:lnTo>
                  <a:pt x="2878649" y="129698"/>
                </a:lnTo>
                <a:lnTo>
                  <a:pt x="2888482" y="158610"/>
                </a:lnTo>
                <a:lnTo>
                  <a:pt x="2888234" y="170759"/>
                </a:lnTo>
                <a:lnTo>
                  <a:pt x="2887040" y="183575"/>
                </a:lnTo>
                <a:lnTo>
                  <a:pt x="2885390" y="196705"/>
                </a:lnTo>
                <a:lnTo>
                  <a:pt x="2883777" y="209795"/>
                </a:lnTo>
                <a:lnTo>
                  <a:pt x="2882689" y="222492"/>
                </a:lnTo>
                <a:lnTo>
                  <a:pt x="2882617" y="234443"/>
                </a:lnTo>
                <a:lnTo>
                  <a:pt x="2883899" y="247638"/>
                </a:lnTo>
                <a:lnTo>
                  <a:pt x="2885134" y="260683"/>
                </a:lnTo>
                <a:lnTo>
                  <a:pt x="2888627" y="299056"/>
                </a:lnTo>
                <a:lnTo>
                  <a:pt x="2891935" y="336591"/>
                </a:lnTo>
                <a:lnTo>
                  <a:pt x="2893026" y="348984"/>
                </a:lnTo>
                <a:lnTo>
                  <a:pt x="2894123" y="361342"/>
                </a:lnTo>
                <a:lnTo>
                  <a:pt x="2895230" y="373678"/>
                </a:lnTo>
                <a:lnTo>
                  <a:pt x="2892620" y="386864"/>
                </a:lnTo>
                <a:lnTo>
                  <a:pt x="2883727" y="425520"/>
                </a:lnTo>
                <a:lnTo>
                  <a:pt x="2852535" y="468155"/>
                </a:lnTo>
                <a:lnTo>
                  <a:pt x="2819526" y="479300"/>
                </a:lnTo>
                <a:lnTo>
                  <a:pt x="2829363" y="487441"/>
                </a:lnTo>
                <a:lnTo>
                  <a:pt x="2859006" y="511810"/>
                </a:lnTo>
                <a:lnTo>
                  <a:pt x="2899270" y="525209"/>
                </a:lnTo>
                <a:lnTo>
                  <a:pt x="2948235" y="535415"/>
                </a:lnTo>
                <a:lnTo>
                  <a:pt x="2959839" y="537557"/>
                </a:lnTo>
                <a:lnTo>
                  <a:pt x="3007380" y="550174"/>
                </a:lnTo>
                <a:lnTo>
                  <a:pt x="3018894" y="554278"/>
                </a:lnTo>
                <a:lnTo>
                  <a:pt x="2946410" y="580950"/>
                </a:lnTo>
                <a:lnTo>
                  <a:pt x="2937143" y="588408"/>
                </a:lnTo>
                <a:lnTo>
                  <a:pt x="2931295" y="600259"/>
                </a:lnTo>
                <a:lnTo>
                  <a:pt x="2925659" y="612751"/>
                </a:lnTo>
                <a:lnTo>
                  <a:pt x="2914005" y="624033"/>
                </a:lnTo>
                <a:lnTo>
                  <a:pt x="2871316" y="648523"/>
                </a:lnTo>
                <a:lnTo>
                  <a:pt x="2848132" y="656050"/>
                </a:lnTo>
                <a:lnTo>
                  <a:pt x="2838831" y="666350"/>
                </a:lnTo>
                <a:lnTo>
                  <a:pt x="2817706" y="706477"/>
                </a:lnTo>
                <a:lnTo>
                  <a:pt x="2808590" y="750715"/>
                </a:lnTo>
                <a:lnTo>
                  <a:pt x="2806925" y="768893"/>
                </a:lnTo>
                <a:lnTo>
                  <a:pt x="2806939" y="775347"/>
                </a:lnTo>
                <a:lnTo>
                  <a:pt x="2807306" y="780382"/>
                </a:lnTo>
                <a:lnTo>
                  <a:pt x="2807867" y="784251"/>
                </a:lnTo>
                <a:lnTo>
                  <a:pt x="2808461" y="787206"/>
                </a:lnTo>
                <a:lnTo>
                  <a:pt x="2808931" y="789502"/>
                </a:lnTo>
                <a:lnTo>
                  <a:pt x="2809117" y="791392"/>
                </a:lnTo>
                <a:lnTo>
                  <a:pt x="2789110" y="814493"/>
                </a:lnTo>
                <a:lnTo>
                  <a:pt x="2781299" y="82224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00455" y="2269510"/>
            <a:ext cx="2084070" cy="43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87805" algn="l"/>
                <a:tab pos="1978660" algn="l"/>
              </a:tabLst>
            </a:pPr>
            <a:r>
              <a:rPr sz="2200" i="1" spc="90" dirty="0">
                <a:latin typeface="Times New Roman"/>
                <a:cs typeface="Times New Roman"/>
              </a:rPr>
              <a:t>u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Symbol"/>
                <a:cs typeface="Symbol"/>
              </a:rPr>
              <a:t></a:t>
            </a:r>
            <a:r>
              <a:rPr sz="2800" spc="-370" dirty="0">
                <a:latin typeface="Times New Roman"/>
                <a:cs typeface="Times New Roman"/>
              </a:rPr>
              <a:t> </a:t>
            </a:r>
            <a:r>
              <a:rPr sz="2200" i="1" spc="100" dirty="0">
                <a:latin typeface="Times New Roman"/>
                <a:cs typeface="Times New Roman"/>
              </a:rPr>
              <a:t>f</a:t>
            </a:r>
            <a:r>
              <a:rPr sz="2850" spc="-15" baseline="-16081" dirty="0">
                <a:latin typeface="Times New Roman"/>
                <a:cs typeface="Times New Roman"/>
              </a:rPr>
              <a:t>0</a:t>
            </a:r>
            <a:r>
              <a:rPr sz="2850" baseline="-16081" dirty="0">
                <a:latin typeface="Times New Roman"/>
                <a:cs typeface="Times New Roman"/>
              </a:rPr>
              <a:t>	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800" spc="-215" dirty="0">
                <a:latin typeface="Symbol"/>
                <a:cs typeface="Symbol"/>
              </a:rPr>
              <a:t>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7271" y="2433849"/>
            <a:ext cx="758825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8175" algn="l"/>
              </a:tabLst>
            </a:pPr>
            <a:r>
              <a:rPr sz="2200" spc="-10" dirty="0">
                <a:latin typeface="Symbol"/>
                <a:cs typeface="Symbol"/>
              </a:rPr>
              <a:t></a:t>
            </a:r>
            <a:r>
              <a:rPr sz="2200" spc="-1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7271" y="2604739"/>
            <a:ext cx="758825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8175" algn="l"/>
              </a:tabLst>
            </a:pPr>
            <a:r>
              <a:rPr sz="2200" spc="-10" dirty="0">
                <a:latin typeface="Symbol"/>
                <a:cs typeface="Symbol"/>
              </a:rPr>
              <a:t></a:t>
            </a:r>
            <a:r>
              <a:rPr sz="2200" spc="-1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Symbol"/>
                <a:cs typeface="Symbol"/>
              </a:rPr>
              <a:t>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97271" y="2135301"/>
            <a:ext cx="75882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15" baseline="-6313" dirty="0">
                <a:latin typeface="Symbol"/>
                <a:cs typeface="Symbol"/>
              </a:rPr>
              <a:t></a:t>
            </a:r>
            <a:r>
              <a:rPr sz="3300" spc="-442" baseline="-6313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50" dirty="0">
                <a:latin typeface="Times New Roman"/>
                <a:cs typeface="Times New Roman"/>
              </a:rPr>
              <a:t>)</a:t>
            </a:r>
            <a:r>
              <a:rPr sz="3300" spc="-15" baseline="-6313" dirty="0">
                <a:latin typeface="Symbol"/>
                <a:cs typeface="Symbol"/>
              </a:rPr>
              <a:t></a:t>
            </a:r>
            <a:endParaRPr sz="3300" baseline="-6313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7244" y="2553026"/>
            <a:ext cx="490855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95" dirty="0">
                <a:latin typeface="Times New Roman"/>
                <a:cs typeface="Times New Roman"/>
              </a:rPr>
              <a:t>z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24455" y="2440000"/>
            <a:ext cx="10604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10" dirty="0">
                <a:latin typeface="Times New Roman"/>
                <a:cs typeface="Times New Roman"/>
              </a:rPr>
              <a:t>I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2354" y="3242888"/>
            <a:ext cx="2747010" cy="372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90" dirty="0">
                <a:latin typeface="Times New Roman"/>
                <a:cs typeface="Times New Roman"/>
              </a:rPr>
              <a:t>u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i="1" spc="100" dirty="0">
                <a:latin typeface="Times New Roman"/>
                <a:cs typeface="Times New Roman"/>
              </a:rPr>
              <a:t>f</a:t>
            </a:r>
            <a:r>
              <a:rPr sz="2850" spc="-15" baseline="-16081" dirty="0">
                <a:latin typeface="Times New Roman"/>
                <a:cs typeface="Times New Roman"/>
              </a:rPr>
              <a:t>0</a:t>
            </a:r>
            <a:r>
              <a:rPr sz="2850" spc="-254" baseline="-16081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i="1" spc="130" dirty="0">
                <a:latin typeface="Times New Roman"/>
                <a:cs typeface="Times New Roman"/>
              </a:rPr>
              <a:t>k</a:t>
            </a:r>
            <a:r>
              <a:rPr sz="2850" i="1" spc="-15" baseline="-16081" dirty="0">
                <a:latin typeface="Times New Roman"/>
                <a:cs typeface="Times New Roman"/>
              </a:rPr>
              <a:t>I</a:t>
            </a:r>
            <a:r>
              <a:rPr sz="2850" i="1" spc="-67" baseline="-16081" dirty="0">
                <a:latin typeface="Times New Roman"/>
                <a:cs typeface="Times New Roman"/>
              </a:rPr>
              <a:t> </a:t>
            </a:r>
            <a:r>
              <a:rPr sz="2200" i="1" spc="95" dirty="0">
                <a:latin typeface="Times New Roman"/>
                <a:cs typeface="Times New Roman"/>
              </a:rPr>
              <a:t>z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52606" y="4570726"/>
            <a:ext cx="743585" cy="0"/>
          </a:xfrm>
          <a:custGeom>
            <a:avLst/>
            <a:gdLst/>
            <a:ahLst/>
            <a:cxnLst/>
            <a:rect l="l" t="t" r="r" b="b"/>
            <a:pathLst>
              <a:path w="743585">
                <a:moveTo>
                  <a:pt x="0" y="0"/>
                </a:moveTo>
                <a:lnTo>
                  <a:pt x="743346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09862" y="4341429"/>
            <a:ext cx="1696720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-265" dirty="0">
                <a:latin typeface="Symbol"/>
                <a:cs typeface="Symbol"/>
              </a:rPr>
              <a:t></a:t>
            </a:r>
            <a:r>
              <a:rPr sz="2200" i="1" spc="45" dirty="0">
                <a:latin typeface="Times New Roman"/>
                <a:cs typeface="Times New Roman"/>
              </a:rPr>
              <a:t>y</a:t>
            </a:r>
            <a:r>
              <a:rPr sz="2850" i="1" baseline="-16081" dirty="0">
                <a:latin typeface="Times New Roman"/>
                <a:cs typeface="Times New Roman"/>
              </a:rPr>
              <a:t>d</a:t>
            </a:r>
            <a:r>
              <a:rPr sz="2850" i="1" spc="-37" baseline="-16081" dirty="0">
                <a:latin typeface="Times New Roman"/>
                <a:cs typeface="Times New Roman"/>
              </a:rPr>
              <a:t> 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)</a:t>
            </a:r>
            <a:r>
              <a:rPr sz="2700" spc="-260" dirty="0">
                <a:latin typeface="Symbol"/>
                <a:cs typeface="Symbol"/>
              </a:rPr>
              <a:t>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17686" y="4577886"/>
            <a:ext cx="780415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z</a:t>
            </a:r>
            <a:r>
              <a:rPr sz="2200" i="1" spc="-350" dirty="0">
                <a:latin typeface="Times New Roman"/>
                <a:cs typeface="Times New Roman"/>
              </a:rPr>
              <a:t> </a:t>
            </a:r>
            <a:r>
              <a:rPr sz="2850" spc="-232" baseline="29239" dirty="0">
                <a:latin typeface="Symbol"/>
                <a:cs typeface="Symbol"/>
              </a:rPr>
              <a:t></a:t>
            </a:r>
            <a:r>
              <a:rPr sz="2850" baseline="29239" dirty="0">
                <a:latin typeface="Times New Roman"/>
                <a:cs typeface="Times New Roman"/>
              </a:rPr>
              <a:t>1</a:t>
            </a:r>
            <a:endParaRPr sz="2850" baseline="2923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4068" y="4398589"/>
            <a:ext cx="70993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4651" y="4398589"/>
            <a:ext cx="109093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05" dirty="0">
                <a:latin typeface="Times New Roman"/>
                <a:cs typeface="Times New Roman"/>
              </a:rPr>
              <a:t>u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4679" y="4503563"/>
            <a:ext cx="14605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4888" y="4230023"/>
            <a:ext cx="248285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125" dirty="0">
                <a:latin typeface="Times New Roman"/>
                <a:cs typeface="Times New Roman"/>
              </a:rPr>
              <a:t>k</a:t>
            </a:r>
            <a:r>
              <a:rPr sz="2850" i="1" baseline="-16081" dirty="0">
                <a:latin typeface="Times New Roman"/>
                <a:cs typeface="Times New Roman"/>
              </a:rPr>
              <a:t>I</a:t>
            </a:r>
            <a:endParaRPr sz="2850" baseline="-1608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95400" y="3970020"/>
            <a:ext cx="5491480" cy="1181100"/>
          </a:xfrm>
          <a:custGeom>
            <a:avLst/>
            <a:gdLst/>
            <a:ahLst/>
            <a:cxnLst/>
            <a:rect l="l" t="t" r="r" b="b"/>
            <a:pathLst>
              <a:path w="5491480" h="1181100">
                <a:moveTo>
                  <a:pt x="0" y="590549"/>
                </a:moveTo>
                <a:lnTo>
                  <a:pt x="9102" y="542116"/>
                </a:lnTo>
                <a:lnTo>
                  <a:pt x="35937" y="494760"/>
                </a:lnTo>
                <a:lnTo>
                  <a:pt x="79798" y="448635"/>
                </a:lnTo>
                <a:lnTo>
                  <a:pt x="139979" y="403891"/>
                </a:lnTo>
                <a:lnTo>
                  <a:pt x="215773" y="360682"/>
                </a:lnTo>
                <a:lnTo>
                  <a:pt x="306473" y="319159"/>
                </a:lnTo>
                <a:lnTo>
                  <a:pt x="411373" y="279475"/>
                </a:lnTo>
                <a:lnTo>
                  <a:pt x="529767" y="241780"/>
                </a:lnTo>
                <a:lnTo>
                  <a:pt x="660946" y="206227"/>
                </a:lnTo>
                <a:lnTo>
                  <a:pt x="804206" y="172969"/>
                </a:lnTo>
                <a:lnTo>
                  <a:pt x="958839" y="142157"/>
                </a:lnTo>
                <a:lnTo>
                  <a:pt x="1124138" y="113942"/>
                </a:lnTo>
                <a:lnTo>
                  <a:pt x="1299397" y="88478"/>
                </a:lnTo>
                <a:lnTo>
                  <a:pt x="1483909" y="65916"/>
                </a:lnTo>
                <a:lnTo>
                  <a:pt x="1676968" y="46408"/>
                </a:lnTo>
                <a:lnTo>
                  <a:pt x="1877867" y="30106"/>
                </a:lnTo>
                <a:lnTo>
                  <a:pt x="2085899" y="17163"/>
                </a:lnTo>
                <a:lnTo>
                  <a:pt x="2300358" y="7729"/>
                </a:lnTo>
                <a:lnTo>
                  <a:pt x="2520537" y="1957"/>
                </a:lnTo>
                <a:lnTo>
                  <a:pt x="2745729" y="0"/>
                </a:lnTo>
                <a:lnTo>
                  <a:pt x="2970924" y="1957"/>
                </a:lnTo>
                <a:lnTo>
                  <a:pt x="3191106" y="7729"/>
                </a:lnTo>
                <a:lnTo>
                  <a:pt x="3405567" y="17163"/>
                </a:lnTo>
                <a:lnTo>
                  <a:pt x="3613602" y="30106"/>
                </a:lnTo>
                <a:lnTo>
                  <a:pt x="3814503" y="46408"/>
                </a:lnTo>
                <a:lnTo>
                  <a:pt x="4007564" y="65916"/>
                </a:lnTo>
                <a:lnTo>
                  <a:pt x="4192078" y="88478"/>
                </a:lnTo>
                <a:lnTo>
                  <a:pt x="4367339" y="113942"/>
                </a:lnTo>
                <a:lnTo>
                  <a:pt x="4532640" y="142157"/>
                </a:lnTo>
                <a:lnTo>
                  <a:pt x="4687275" y="172969"/>
                </a:lnTo>
                <a:lnTo>
                  <a:pt x="4830536" y="206227"/>
                </a:lnTo>
                <a:lnTo>
                  <a:pt x="4961717" y="241780"/>
                </a:lnTo>
                <a:lnTo>
                  <a:pt x="5080111" y="279475"/>
                </a:lnTo>
                <a:lnTo>
                  <a:pt x="5185013" y="319159"/>
                </a:lnTo>
                <a:lnTo>
                  <a:pt x="5275714" y="360682"/>
                </a:lnTo>
                <a:lnTo>
                  <a:pt x="5351509" y="403891"/>
                </a:lnTo>
                <a:lnTo>
                  <a:pt x="5411690" y="448635"/>
                </a:lnTo>
                <a:lnTo>
                  <a:pt x="5455552" y="494760"/>
                </a:lnTo>
                <a:lnTo>
                  <a:pt x="5482387" y="542116"/>
                </a:lnTo>
                <a:lnTo>
                  <a:pt x="5491490" y="590549"/>
                </a:lnTo>
                <a:lnTo>
                  <a:pt x="5482387" y="638983"/>
                </a:lnTo>
                <a:lnTo>
                  <a:pt x="5455552" y="686339"/>
                </a:lnTo>
                <a:lnTo>
                  <a:pt x="5411690" y="732464"/>
                </a:lnTo>
                <a:lnTo>
                  <a:pt x="5351509" y="777208"/>
                </a:lnTo>
                <a:lnTo>
                  <a:pt x="5275714" y="820417"/>
                </a:lnTo>
                <a:lnTo>
                  <a:pt x="5185013" y="861940"/>
                </a:lnTo>
                <a:lnTo>
                  <a:pt x="5080111" y="901624"/>
                </a:lnTo>
                <a:lnTo>
                  <a:pt x="4961717" y="939319"/>
                </a:lnTo>
                <a:lnTo>
                  <a:pt x="4830536" y="974872"/>
                </a:lnTo>
                <a:lnTo>
                  <a:pt x="4687275" y="1008130"/>
                </a:lnTo>
                <a:lnTo>
                  <a:pt x="4532640" y="1038942"/>
                </a:lnTo>
                <a:lnTo>
                  <a:pt x="4367339" y="1067157"/>
                </a:lnTo>
                <a:lnTo>
                  <a:pt x="4192078" y="1092621"/>
                </a:lnTo>
                <a:lnTo>
                  <a:pt x="4007564" y="1115183"/>
                </a:lnTo>
                <a:lnTo>
                  <a:pt x="3814503" y="1134691"/>
                </a:lnTo>
                <a:lnTo>
                  <a:pt x="3613602" y="1150993"/>
                </a:lnTo>
                <a:lnTo>
                  <a:pt x="3405567" y="1163936"/>
                </a:lnTo>
                <a:lnTo>
                  <a:pt x="3191106" y="1173370"/>
                </a:lnTo>
                <a:lnTo>
                  <a:pt x="2970924" y="1179142"/>
                </a:lnTo>
                <a:lnTo>
                  <a:pt x="2745729" y="1181099"/>
                </a:lnTo>
                <a:lnTo>
                  <a:pt x="2520537" y="1179142"/>
                </a:lnTo>
                <a:lnTo>
                  <a:pt x="2300358" y="1173370"/>
                </a:lnTo>
                <a:lnTo>
                  <a:pt x="2085899" y="1163936"/>
                </a:lnTo>
                <a:lnTo>
                  <a:pt x="1877867" y="1150993"/>
                </a:lnTo>
                <a:lnTo>
                  <a:pt x="1676968" y="1134691"/>
                </a:lnTo>
                <a:lnTo>
                  <a:pt x="1483909" y="1115183"/>
                </a:lnTo>
                <a:lnTo>
                  <a:pt x="1299397" y="1092621"/>
                </a:lnTo>
                <a:lnTo>
                  <a:pt x="1124138" y="1067157"/>
                </a:lnTo>
                <a:lnTo>
                  <a:pt x="958839" y="1038942"/>
                </a:lnTo>
                <a:lnTo>
                  <a:pt x="804206" y="1008130"/>
                </a:lnTo>
                <a:lnTo>
                  <a:pt x="660946" y="974872"/>
                </a:lnTo>
                <a:lnTo>
                  <a:pt x="529767" y="939319"/>
                </a:lnTo>
                <a:lnTo>
                  <a:pt x="411373" y="901624"/>
                </a:lnTo>
                <a:lnTo>
                  <a:pt x="306473" y="861940"/>
                </a:lnTo>
                <a:lnTo>
                  <a:pt x="215773" y="820417"/>
                </a:lnTo>
                <a:lnTo>
                  <a:pt x="139979" y="777208"/>
                </a:lnTo>
                <a:lnTo>
                  <a:pt x="79798" y="732464"/>
                </a:lnTo>
                <a:lnTo>
                  <a:pt x="35937" y="686339"/>
                </a:lnTo>
                <a:lnTo>
                  <a:pt x="9102" y="638983"/>
                </a:lnTo>
                <a:lnTo>
                  <a:pt x="0" y="590549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6132" y="6046402"/>
            <a:ext cx="24104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0" dirty="0">
                <a:latin typeface="Times New Roman"/>
                <a:cs typeface="Times New Roman"/>
              </a:rPr>
              <a:t>u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</a:t>
            </a:r>
            <a:r>
              <a:rPr sz="3000" b="1" spc="15" dirty="0">
                <a:latin typeface="Times New Roman"/>
                <a:cs typeface="Times New Roman"/>
              </a:rPr>
              <a:t>k</a:t>
            </a:r>
            <a:r>
              <a:rPr sz="3000" b="1" spc="-21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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x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531620"/>
            <a:ext cx="8041955" cy="5326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61267" y="889837"/>
            <a:ext cx="819150" cy="0"/>
          </a:xfrm>
          <a:custGeom>
            <a:avLst/>
            <a:gdLst/>
            <a:ahLst/>
            <a:cxnLst/>
            <a:rect l="l" t="t" r="r" b="b"/>
            <a:pathLst>
              <a:path w="819150">
                <a:moveTo>
                  <a:pt x="0" y="0"/>
                </a:moveTo>
                <a:lnTo>
                  <a:pt x="818696" y="0"/>
                </a:lnTo>
              </a:path>
            </a:pathLst>
          </a:custGeom>
          <a:ln w="130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24456" y="634881"/>
            <a:ext cx="3143885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75" spc="-15" baseline="-33033" dirty="0">
                <a:latin typeface="Times New Roman"/>
                <a:cs typeface="Times New Roman"/>
              </a:rPr>
              <a:t>1</a:t>
            </a:r>
            <a:r>
              <a:rPr sz="2775" spc="127" baseline="-33033" dirty="0">
                <a:latin typeface="Times New Roman"/>
                <a:cs typeface="Times New Roman"/>
              </a:rPr>
              <a:t> </a:t>
            </a:r>
            <a:r>
              <a:rPr sz="4875" spc="225" baseline="-2564" dirty="0">
                <a:latin typeface="Symbol"/>
                <a:cs typeface="Symbol"/>
              </a:rPr>
              <a:t></a:t>
            </a:r>
            <a:r>
              <a:rPr sz="2450" i="1" spc="5" dirty="0">
                <a:latin typeface="Times New Roman"/>
                <a:cs typeface="Times New Roman"/>
              </a:rPr>
              <a:t>y</a:t>
            </a:r>
            <a:r>
              <a:rPr sz="2775" i="1" spc="-15" baseline="-19519" dirty="0">
                <a:latin typeface="Times New Roman"/>
                <a:cs typeface="Times New Roman"/>
              </a:rPr>
              <a:t>d</a:t>
            </a:r>
            <a:r>
              <a:rPr sz="2775" i="1" spc="-7" baseline="-19519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204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i="1" spc="95" dirty="0">
                <a:latin typeface="Times New Roman"/>
                <a:cs typeface="Times New Roman"/>
              </a:rPr>
              <a:t>y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)</a:t>
            </a:r>
            <a:r>
              <a:rPr sz="4875" spc="142" baseline="-2564" dirty="0">
                <a:latin typeface="Symbol"/>
                <a:cs typeface="Symbol"/>
              </a:rPr>
              <a:t>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265" dirty="0">
                <a:latin typeface="Times New Roman"/>
                <a:cs typeface="Times New Roman"/>
              </a:rPr>
              <a:t> </a:t>
            </a:r>
            <a:r>
              <a:rPr sz="2450" i="1" spc="75" dirty="0">
                <a:latin typeface="Times New Roman"/>
                <a:cs typeface="Times New Roman"/>
              </a:rPr>
              <a:t>f</a:t>
            </a:r>
            <a:r>
              <a:rPr sz="2775" spc="-15" baseline="-19519" dirty="0">
                <a:latin typeface="Times New Roman"/>
                <a:cs typeface="Times New Roman"/>
              </a:rPr>
              <a:t>0</a:t>
            </a:r>
            <a:r>
              <a:rPr sz="2775" spc="-195" baseline="-19519" dirty="0">
                <a:latin typeface="Times New Roman"/>
                <a:cs typeface="Times New Roman"/>
              </a:rPr>
              <a:t> </a:t>
            </a:r>
            <a:r>
              <a:rPr sz="2450" i="1" spc="95" dirty="0">
                <a:latin typeface="Times New Roman"/>
                <a:cs typeface="Times New Roman"/>
              </a:rPr>
              <a:t>y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262" y="698512"/>
            <a:ext cx="81978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110" dirty="0">
                <a:latin typeface="Times New Roman"/>
                <a:cs typeface="Times New Roman"/>
              </a:rPr>
              <a:t>u</a:t>
            </a:r>
            <a:r>
              <a:rPr sz="2450" spc="65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k</a:t>
            </a:r>
            <a:r>
              <a:rPr sz="2450" i="1" spc="-4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5984" y="902974"/>
            <a:ext cx="715010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spc="185" dirty="0">
                <a:latin typeface="Times New Roman"/>
                <a:cs typeface="Times New Roman"/>
              </a:rPr>
              <a:t>1</a:t>
            </a:r>
            <a:r>
              <a:rPr sz="2450" dirty="0">
                <a:latin typeface="Symbol"/>
                <a:cs typeface="Symbol"/>
              </a:rPr>
              <a:t></a:t>
            </a:r>
            <a:r>
              <a:rPr sz="2450" spc="-80" dirty="0">
                <a:latin typeface="Times New Roman"/>
                <a:cs typeface="Times New Roman"/>
              </a:rPr>
              <a:t> </a:t>
            </a:r>
            <a:r>
              <a:rPr sz="2450" i="1" spc="165" dirty="0">
                <a:latin typeface="Times New Roman"/>
                <a:cs typeface="Times New Roman"/>
              </a:rPr>
              <a:t>z</a:t>
            </a:r>
            <a:r>
              <a:rPr sz="2775" spc="-22" baseline="33033" dirty="0">
                <a:latin typeface="Symbol"/>
                <a:cs typeface="Symbol"/>
              </a:rPr>
              <a:t></a:t>
            </a:r>
            <a:endParaRPr sz="2775" baseline="33033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7942" y="504579"/>
            <a:ext cx="254635" cy="40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95" dirty="0">
                <a:latin typeface="Times New Roman"/>
                <a:cs typeface="Times New Roman"/>
              </a:rPr>
              <a:t>k</a:t>
            </a:r>
            <a:r>
              <a:rPr sz="2775" i="1" spc="-15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9137" y="5123508"/>
            <a:ext cx="569277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b="0" spc="-70" dirty="0">
                <a:solidFill>
                  <a:srgbClr val="C00000"/>
                </a:solidFill>
                <a:latin typeface="Calibri Light"/>
                <a:cs typeface="Calibri Light"/>
              </a:rPr>
              <a:t>Pr</a:t>
            </a:r>
            <a:r>
              <a:rPr sz="3400" b="0" spc="-3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3400" b="0" spc="-5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3400" b="0" spc="-3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3400" b="0" spc="-3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34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3400" b="0" spc="-25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3400" b="0" spc="-5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3400" b="0" spc="-5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3400" b="0" spc="-4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3400" b="0" spc="-2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r>
              <a:rPr sz="3400" b="0" spc="-25" dirty="0">
                <a:solidFill>
                  <a:srgbClr val="C00000"/>
                </a:solidFill>
                <a:latin typeface="Calibri Light"/>
                <a:cs typeface="Calibri Light"/>
              </a:rPr>
              <a:t>-I</a:t>
            </a:r>
            <a:r>
              <a:rPr sz="3400" b="0" spc="-9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3400" b="0" spc="-7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34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3400" b="0" spc="-55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3400" b="0" spc="-1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3400" b="0" spc="-4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34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r>
              <a:rPr sz="3400" b="0" spc="-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b="0" spc="-15" dirty="0">
                <a:solidFill>
                  <a:srgbClr val="C00000"/>
                </a:solidFill>
                <a:latin typeface="Calibri Light"/>
                <a:cs typeface="Calibri Light"/>
              </a:rPr>
              <a:t>(</a:t>
            </a:r>
            <a:r>
              <a:rPr sz="3400" b="0" spc="-3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3400" b="0" spc="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3400" b="0" spc="-15" dirty="0">
                <a:solidFill>
                  <a:srgbClr val="C00000"/>
                </a:solidFill>
                <a:latin typeface="Calibri Light"/>
                <a:cs typeface="Calibri Light"/>
              </a:rPr>
              <a:t>)</a:t>
            </a:r>
            <a:r>
              <a:rPr sz="3400" b="0" spc="-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b="0" spc="-50" dirty="0">
                <a:solidFill>
                  <a:srgbClr val="C00000"/>
                </a:solidFill>
                <a:latin typeface="Calibri Light"/>
                <a:cs typeface="Calibri Light"/>
              </a:rPr>
              <a:t>c</a:t>
            </a:r>
            <a:r>
              <a:rPr sz="3400" b="0" spc="-1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3400" b="0" spc="-5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34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3400" b="0" spc="-9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3400" b="0" spc="-3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3400" b="0" spc="-20" dirty="0">
                <a:solidFill>
                  <a:srgbClr val="C00000"/>
                </a:solidFill>
                <a:latin typeface="Calibri Light"/>
                <a:cs typeface="Calibri Light"/>
              </a:rPr>
              <a:t>l!</a:t>
            </a:r>
            <a:endParaRPr sz="3400">
              <a:latin typeface="Calibri Light"/>
              <a:cs typeface="Calibri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43949" y="1376690"/>
            <a:ext cx="484505" cy="855344"/>
          </a:xfrm>
          <a:custGeom>
            <a:avLst/>
            <a:gdLst/>
            <a:ahLst/>
            <a:cxnLst/>
            <a:rect l="l" t="t" r="r" b="b"/>
            <a:pathLst>
              <a:path w="484504" h="855344">
                <a:moveTo>
                  <a:pt x="0" y="0"/>
                </a:moveTo>
                <a:lnTo>
                  <a:pt x="484327" y="854811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75815" y="2055114"/>
            <a:ext cx="154940" cy="176530"/>
          </a:xfrm>
          <a:custGeom>
            <a:avLst/>
            <a:gdLst/>
            <a:ahLst/>
            <a:cxnLst/>
            <a:rect l="l" t="t" r="r" b="b"/>
            <a:pathLst>
              <a:path w="154939" h="176530">
                <a:moveTo>
                  <a:pt x="154685" y="0"/>
                </a:moveTo>
                <a:lnTo>
                  <a:pt x="152460" y="176387"/>
                </a:lnTo>
                <a:lnTo>
                  <a:pt x="0" y="87629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402" y="815678"/>
            <a:ext cx="36893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9908" y="3837501"/>
            <a:ext cx="1144270" cy="0"/>
          </a:xfrm>
          <a:custGeom>
            <a:avLst/>
            <a:gdLst/>
            <a:ahLst/>
            <a:cxnLst/>
            <a:rect l="l" t="t" r="r" b="b"/>
            <a:pathLst>
              <a:path w="1144270">
                <a:moveTo>
                  <a:pt x="0" y="0"/>
                </a:moveTo>
                <a:lnTo>
                  <a:pt x="1143671" y="0"/>
                </a:lnTo>
              </a:path>
            </a:pathLst>
          </a:custGeom>
          <a:ln w="7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8341" y="3308348"/>
            <a:ext cx="2345690" cy="0"/>
          </a:xfrm>
          <a:custGeom>
            <a:avLst/>
            <a:gdLst/>
            <a:ahLst/>
            <a:cxnLst/>
            <a:rect l="l" t="t" r="r" b="b"/>
            <a:pathLst>
              <a:path w="2345690">
                <a:moveTo>
                  <a:pt x="0" y="0"/>
                </a:moveTo>
                <a:lnTo>
                  <a:pt x="2345679" y="0"/>
                </a:lnTo>
              </a:path>
            </a:pathLst>
          </a:custGeom>
          <a:ln w="148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7508" y="2305990"/>
            <a:ext cx="663575" cy="424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dirty="0">
                <a:latin typeface="Times New Roman"/>
                <a:cs typeface="Times New Roman"/>
              </a:rPr>
              <a:t>b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spc="200" dirty="0">
                <a:latin typeface="Times New Roman"/>
                <a:cs typeface="Times New Roman"/>
              </a:rPr>
              <a:t>z</a:t>
            </a:r>
            <a:r>
              <a:rPr sz="2400" spc="-7" baseline="43402" dirty="0">
                <a:latin typeface="Symbol"/>
                <a:cs typeface="Symbol"/>
              </a:rPr>
              <a:t></a:t>
            </a:r>
            <a:r>
              <a:rPr sz="2400" spc="7" baseline="43402" dirty="0">
                <a:latin typeface="Times New Roman"/>
                <a:cs typeface="Times New Roman"/>
              </a:rPr>
              <a:t>1</a:t>
            </a:r>
            <a:endParaRPr sz="2400" baseline="43402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6643" y="2561307"/>
            <a:ext cx="1217295" cy="473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10"/>
              </a:lnSpc>
              <a:tabLst>
                <a:tab pos="391160" algn="l"/>
                <a:tab pos="1203960" algn="l"/>
              </a:tabLst>
            </a:pPr>
            <a:r>
              <a:rPr sz="1600" u="sng" dirty="0">
                <a:latin typeface="Times New Roman"/>
                <a:cs typeface="Times New Roman"/>
              </a:rPr>
              <a:t> 	</a:t>
            </a:r>
            <a:r>
              <a:rPr sz="1600" u="sng" spc="5" dirty="0">
                <a:latin typeface="Times New Roman"/>
                <a:cs typeface="Times New Roman"/>
              </a:rPr>
              <a:t>1</a:t>
            </a:r>
            <a:r>
              <a:rPr sz="1600" u="sng" dirty="0">
                <a:latin typeface="Times New Roman"/>
                <a:cs typeface="Times New Roman"/>
              </a:rPr>
              <a:t> 	</a:t>
            </a:r>
            <a:endParaRPr sz="1600">
              <a:latin typeface="Times New Roman"/>
              <a:cs typeface="Times New Roman"/>
            </a:endParaRPr>
          </a:p>
          <a:p>
            <a:pPr marR="90170" algn="r">
              <a:lnSpc>
                <a:spcPts val="1910"/>
              </a:lnSpc>
            </a:pPr>
            <a:r>
              <a:rPr sz="1600" spc="-5" dirty="0">
                <a:latin typeface="Symbol"/>
                <a:cs typeface="Symbol"/>
              </a:rPr>
              <a:t></a:t>
            </a: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3213" y="2645601"/>
            <a:ext cx="751205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800"/>
              </a:lnSpc>
            </a:pPr>
            <a:r>
              <a:rPr sz="2800" spc="-15" dirty="0">
                <a:latin typeface="Symbol"/>
                <a:cs typeface="Symbol"/>
              </a:rPr>
              <a:t></a:t>
            </a:r>
            <a:endParaRPr sz="2800">
              <a:latin typeface="Symbol"/>
              <a:cs typeface="Symbol"/>
            </a:endParaRPr>
          </a:p>
          <a:p>
            <a:pPr marR="5080" algn="r">
              <a:lnSpc>
                <a:spcPts val="2800"/>
              </a:lnSpc>
              <a:tabLst>
                <a:tab pos="588645" algn="l"/>
              </a:tabLst>
            </a:pPr>
            <a:r>
              <a:rPr sz="1600" spc="5" dirty="0">
                <a:latin typeface="Times New Roman"/>
                <a:cs typeface="Times New Roman"/>
              </a:rPr>
              <a:t>1	</a:t>
            </a:r>
            <a:r>
              <a:rPr sz="2800" spc="-15" dirty="0">
                <a:latin typeface="Symbol"/>
                <a:cs typeface="Symbol"/>
              </a:rPr>
              <a:t>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8095" y="3364278"/>
            <a:ext cx="66357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i="1" baseline="-24801" dirty="0">
                <a:latin typeface="Times New Roman"/>
                <a:cs typeface="Times New Roman"/>
              </a:rPr>
              <a:t>b</a:t>
            </a:r>
            <a:r>
              <a:rPr sz="4200" i="1" spc="-89" baseline="-24801" dirty="0">
                <a:latin typeface="Times New Roman"/>
                <a:cs typeface="Times New Roman"/>
              </a:rPr>
              <a:t> </a:t>
            </a:r>
            <a:r>
              <a:rPr sz="4200" i="1" spc="300" baseline="-24801" dirty="0">
                <a:latin typeface="Times New Roman"/>
                <a:cs typeface="Times New Roman"/>
              </a:rPr>
              <a:t>z</a:t>
            </a:r>
            <a:r>
              <a:rPr sz="1600" spc="-5" dirty="0">
                <a:latin typeface="Symbol"/>
                <a:cs typeface="Symbol"/>
              </a:rPr>
              <a:t></a:t>
            </a: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5962" y="3619620"/>
            <a:ext cx="12827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5742" y="3840017"/>
            <a:ext cx="12827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2420" y="3858114"/>
            <a:ext cx="1146810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215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70" dirty="0">
                <a:latin typeface="Times New Roman"/>
                <a:cs typeface="Times New Roman"/>
              </a:rPr>
              <a:t> </a:t>
            </a:r>
            <a:r>
              <a:rPr sz="2800" i="1" spc="200" dirty="0">
                <a:latin typeface="Times New Roman"/>
                <a:cs typeface="Times New Roman"/>
              </a:rPr>
              <a:t>z</a:t>
            </a:r>
            <a:r>
              <a:rPr sz="2400" spc="-7" baseline="43402" dirty="0">
                <a:latin typeface="Symbol"/>
                <a:cs typeface="Symbol"/>
              </a:rPr>
              <a:t></a:t>
            </a:r>
            <a:r>
              <a:rPr sz="2400" spc="7" baseline="43402" dirty="0">
                <a:latin typeface="Times New Roman"/>
                <a:cs typeface="Times New Roman"/>
              </a:rPr>
              <a:t>1</a:t>
            </a:r>
            <a:endParaRPr sz="2400" baseline="43402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3765" y="4113433"/>
            <a:ext cx="12827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1833" y="2836292"/>
            <a:ext cx="90678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215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0864" y="3621225"/>
            <a:ext cx="617855" cy="75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3125"/>
              </a:lnSpc>
            </a:pPr>
            <a:r>
              <a:rPr sz="2800" spc="215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-270" dirty="0">
                <a:latin typeface="Times New Roman"/>
                <a:cs typeface="Times New Roman"/>
              </a:rPr>
              <a:t> </a:t>
            </a:r>
            <a:r>
              <a:rPr sz="4200" spc="-22" baseline="-12896" dirty="0">
                <a:latin typeface="Symbol"/>
                <a:cs typeface="Symbol"/>
              </a:rPr>
              <a:t></a:t>
            </a:r>
            <a:endParaRPr sz="4200" baseline="-12896">
              <a:latin typeface="Symbol"/>
              <a:cs typeface="Symbol"/>
            </a:endParaRPr>
          </a:p>
          <a:p>
            <a:pPr marR="5080" algn="r">
              <a:lnSpc>
                <a:spcPts val="3125"/>
              </a:lnSpc>
            </a:pPr>
            <a:r>
              <a:rPr sz="2800" spc="-15" dirty="0">
                <a:latin typeface="Symbol"/>
                <a:cs typeface="Symbol"/>
              </a:rPr>
              <a:t>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02669" y="3627109"/>
            <a:ext cx="374650" cy="744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25"/>
              </a:lnSpc>
            </a:pPr>
            <a:r>
              <a:rPr sz="4200" spc="-22" baseline="-12896" dirty="0">
                <a:latin typeface="Symbol"/>
                <a:cs typeface="Symbol"/>
              </a:rPr>
              <a:t></a:t>
            </a:r>
            <a:r>
              <a:rPr sz="4200" spc="292" baseline="-12896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125"/>
              </a:lnSpc>
            </a:pPr>
            <a:r>
              <a:rPr sz="2800" spc="-15" dirty="0">
                <a:latin typeface="Symbol"/>
                <a:cs typeface="Symbol"/>
              </a:rPr>
              <a:t>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5887" y="2318131"/>
            <a:ext cx="16192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latin typeface="Symbol"/>
                <a:cs typeface="Symbol"/>
              </a:rPr>
              <a:t>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72082" y="2318131"/>
            <a:ext cx="16192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latin typeface="Symbol"/>
                <a:cs typeface="Symbol"/>
              </a:rPr>
              <a:t>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5887" y="2645601"/>
            <a:ext cx="161925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0"/>
              </a:lnSpc>
            </a:pPr>
            <a:r>
              <a:rPr sz="2800" spc="-15" dirty="0">
                <a:latin typeface="Symbol"/>
                <a:cs typeface="Symbol"/>
              </a:rPr>
              <a:t>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ts val="2800"/>
              </a:lnSpc>
            </a:pPr>
            <a:r>
              <a:rPr sz="2800" spc="-15" dirty="0">
                <a:latin typeface="Symbol"/>
                <a:cs typeface="Symbol"/>
              </a:rPr>
              <a:t>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6474" y="3376598"/>
            <a:ext cx="16192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latin typeface="Symbol"/>
                <a:cs typeface="Symbol"/>
              </a:rPr>
              <a:t>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02669" y="3376598"/>
            <a:ext cx="16192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latin typeface="Symbol"/>
                <a:cs typeface="Symbol"/>
              </a:rPr>
              <a:t>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78868" y="4961893"/>
            <a:ext cx="880110" cy="0"/>
          </a:xfrm>
          <a:custGeom>
            <a:avLst/>
            <a:gdLst/>
            <a:ahLst/>
            <a:cxnLst/>
            <a:rect l="l" t="t" r="r" b="b"/>
            <a:pathLst>
              <a:path w="880110">
                <a:moveTo>
                  <a:pt x="0" y="0"/>
                </a:moveTo>
                <a:lnTo>
                  <a:pt x="879583" y="0"/>
                </a:lnTo>
              </a:path>
            </a:pathLst>
          </a:custGeom>
          <a:ln w="148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00973" y="4432732"/>
            <a:ext cx="1144905" cy="0"/>
          </a:xfrm>
          <a:custGeom>
            <a:avLst/>
            <a:gdLst/>
            <a:ahLst/>
            <a:cxnLst/>
            <a:rect l="l" t="t" r="r" b="b"/>
            <a:pathLst>
              <a:path w="1144904">
                <a:moveTo>
                  <a:pt x="0" y="0"/>
                </a:moveTo>
                <a:lnTo>
                  <a:pt x="1144712" y="0"/>
                </a:lnTo>
              </a:path>
            </a:pathLst>
          </a:custGeom>
          <a:ln w="7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31585" y="5491043"/>
            <a:ext cx="1144905" cy="0"/>
          </a:xfrm>
          <a:custGeom>
            <a:avLst/>
            <a:gdLst/>
            <a:ahLst/>
            <a:cxnLst/>
            <a:rect l="l" t="t" r="r" b="b"/>
            <a:pathLst>
              <a:path w="1144904">
                <a:moveTo>
                  <a:pt x="0" y="0"/>
                </a:moveTo>
                <a:lnTo>
                  <a:pt x="1144681" y="0"/>
                </a:lnTo>
              </a:path>
            </a:pathLst>
          </a:custGeom>
          <a:ln w="7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99450" y="4961893"/>
            <a:ext cx="2348230" cy="0"/>
          </a:xfrm>
          <a:custGeom>
            <a:avLst/>
            <a:gdLst/>
            <a:ahLst/>
            <a:cxnLst/>
            <a:rect l="l" t="t" r="r" b="b"/>
            <a:pathLst>
              <a:path w="2348229">
                <a:moveTo>
                  <a:pt x="0" y="0"/>
                </a:moveTo>
                <a:lnTo>
                  <a:pt x="2347757" y="0"/>
                </a:lnTo>
              </a:path>
            </a:pathLst>
          </a:custGeom>
          <a:ln w="148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52849" y="3959519"/>
            <a:ext cx="24066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Symbol"/>
                <a:cs typeface="Symbol"/>
              </a:rPr>
              <a:t></a:t>
            </a: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29278" y="4001544"/>
            <a:ext cx="423545" cy="445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315" dirty="0">
                <a:latin typeface="Times New Roman"/>
                <a:cs typeface="Times New Roman"/>
              </a:rPr>
              <a:t>b</a:t>
            </a:r>
            <a:r>
              <a:rPr sz="2400" spc="7" baseline="-26041" dirty="0">
                <a:latin typeface="Times New Roman"/>
                <a:cs typeface="Times New Roman"/>
              </a:rPr>
              <a:t>1</a:t>
            </a:r>
            <a:r>
              <a:rPr sz="2400" spc="-382" baseline="-26041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80842" y="4453366"/>
            <a:ext cx="24066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Symbol"/>
                <a:cs typeface="Symbol"/>
              </a:rPr>
              <a:t></a:t>
            </a: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95588" y="4708684"/>
            <a:ext cx="12890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93549" y="4988088"/>
            <a:ext cx="24130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Symbol"/>
                <a:cs typeface="Symbol"/>
              </a:rPr>
              <a:t></a:t>
            </a: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9893" y="5017807"/>
            <a:ext cx="664210" cy="424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dirty="0">
                <a:latin typeface="Times New Roman"/>
                <a:cs typeface="Times New Roman"/>
              </a:rPr>
              <a:t>b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spc="200" dirty="0">
                <a:latin typeface="Times New Roman"/>
                <a:cs typeface="Times New Roman"/>
              </a:rPr>
              <a:t>z</a:t>
            </a:r>
            <a:r>
              <a:rPr sz="2400" baseline="43402" dirty="0">
                <a:latin typeface="Symbol"/>
                <a:cs typeface="Symbol"/>
              </a:rPr>
              <a:t></a:t>
            </a:r>
            <a:r>
              <a:rPr sz="2400" spc="7" baseline="43402" dirty="0">
                <a:latin typeface="Times New Roman"/>
                <a:cs typeface="Times New Roman"/>
              </a:rPr>
              <a:t>1</a:t>
            </a:r>
            <a:endParaRPr sz="2400" baseline="43402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98244" y="5273136"/>
            <a:ext cx="12890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79142" y="5493629"/>
            <a:ext cx="12890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03722" y="5511654"/>
            <a:ext cx="1148715" cy="424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220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70" dirty="0">
                <a:latin typeface="Times New Roman"/>
                <a:cs typeface="Times New Roman"/>
              </a:rPr>
              <a:t> </a:t>
            </a:r>
            <a:r>
              <a:rPr sz="2800" i="1" spc="195" dirty="0">
                <a:latin typeface="Times New Roman"/>
                <a:cs typeface="Times New Roman"/>
              </a:rPr>
              <a:t>z</a:t>
            </a:r>
            <a:r>
              <a:rPr sz="2400" baseline="43402" dirty="0">
                <a:latin typeface="Symbol"/>
                <a:cs typeface="Symbol"/>
              </a:rPr>
              <a:t></a:t>
            </a:r>
            <a:r>
              <a:rPr sz="2400" spc="7" baseline="43402" dirty="0">
                <a:latin typeface="Times New Roman"/>
                <a:cs typeface="Times New Roman"/>
              </a:rPr>
              <a:t>1</a:t>
            </a:r>
            <a:endParaRPr sz="2400" baseline="43402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26439" y="5280003"/>
            <a:ext cx="963930" cy="744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1980">
              <a:lnSpc>
                <a:spcPts val="3130"/>
              </a:lnSpc>
            </a:pPr>
            <a:r>
              <a:rPr sz="4200" baseline="-12896" dirty="0">
                <a:latin typeface="Symbol"/>
                <a:cs typeface="Symbol"/>
              </a:rPr>
              <a:t></a:t>
            </a:r>
            <a:r>
              <a:rPr sz="4200" spc="284" baseline="-12896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130"/>
              </a:lnSpc>
              <a:tabLst>
                <a:tab pos="601345" algn="l"/>
              </a:tabLst>
            </a:pPr>
            <a:r>
              <a:rPr sz="1600" spc="5" dirty="0">
                <a:latin typeface="Times New Roman"/>
                <a:cs typeface="Times New Roman"/>
              </a:rPr>
              <a:t>1	</a:t>
            </a:r>
            <a:r>
              <a:rPr sz="2800" spc="5" dirty="0">
                <a:latin typeface="Symbol"/>
                <a:cs typeface="Symbol"/>
              </a:rPr>
              <a:t>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73462" y="4489832"/>
            <a:ext cx="90741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215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51168" y="5024422"/>
            <a:ext cx="64262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220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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98259" y="5068344"/>
            <a:ext cx="792480" cy="95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3125"/>
              </a:lnSpc>
            </a:pPr>
            <a:r>
              <a:rPr sz="4200" baseline="32738" dirty="0">
                <a:latin typeface="Symbol"/>
                <a:cs typeface="Symbol"/>
              </a:rPr>
              <a:t></a:t>
            </a:r>
            <a:r>
              <a:rPr sz="4200" spc="-622" baseline="32738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-270" dirty="0">
                <a:latin typeface="Times New Roman"/>
                <a:cs typeface="Times New Roman"/>
              </a:rPr>
              <a:t> </a:t>
            </a:r>
            <a:r>
              <a:rPr sz="4200" baseline="-12896" dirty="0">
                <a:latin typeface="Symbol"/>
                <a:cs typeface="Symbol"/>
              </a:rPr>
              <a:t></a:t>
            </a:r>
            <a:endParaRPr sz="4200" baseline="-12896">
              <a:latin typeface="Symbol"/>
              <a:cs typeface="Symbol"/>
            </a:endParaRPr>
          </a:p>
          <a:p>
            <a:pPr marR="5080" algn="r">
              <a:lnSpc>
                <a:spcPts val="3125"/>
              </a:lnSpc>
            </a:pPr>
            <a:r>
              <a:rPr sz="2800" dirty="0">
                <a:latin typeface="Symbol"/>
                <a:cs typeface="Symbol"/>
              </a:rPr>
              <a:t>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30512" y="4738431"/>
            <a:ext cx="9398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5" dirty="0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59295" y="4525062"/>
            <a:ext cx="18351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dirty="0"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97351" y="3971660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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84795" y="3971660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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97351" y="4299130"/>
            <a:ext cx="162560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0"/>
              </a:lnSpc>
            </a:pPr>
            <a:r>
              <a:rPr sz="2800" dirty="0">
                <a:latin typeface="Symbol"/>
                <a:cs typeface="Symbol"/>
              </a:rPr>
              <a:t>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ts val="2800"/>
              </a:lnSpc>
            </a:pPr>
            <a:r>
              <a:rPr sz="2800" dirty="0">
                <a:latin typeface="Symbol"/>
                <a:cs typeface="Symbol"/>
              </a:rPr>
              <a:t>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84795" y="4299130"/>
            <a:ext cx="162560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0"/>
              </a:lnSpc>
            </a:pPr>
            <a:r>
              <a:rPr sz="2800" dirty="0">
                <a:latin typeface="Symbol"/>
                <a:cs typeface="Symbol"/>
              </a:rPr>
              <a:t>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ts val="2800"/>
              </a:lnSpc>
            </a:pPr>
            <a:r>
              <a:rPr sz="2800" dirty="0">
                <a:latin typeface="Symbol"/>
                <a:cs typeface="Symbol"/>
              </a:rPr>
              <a:t>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75408" y="4545541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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97907" y="4545541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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75408" y="4844078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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97907" y="4844078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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28319" y="5030137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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15764" y="5030137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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75760" y="5068344"/>
            <a:ext cx="16256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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402" y="815678"/>
            <a:ext cx="36893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55571" y="2988522"/>
            <a:ext cx="791210" cy="0"/>
          </a:xfrm>
          <a:custGeom>
            <a:avLst/>
            <a:gdLst/>
            <a:ahLst/>
            <a:cxnLst/>
            <a:rect l="l" t="t" r="r" b="b"/>
            <a:pathLst>
              <a:path w="791210">
                <a:moveTo>
                  <a:pt x="0" y="0"/>
                </a:moveTo>
                <a:lnTo>
                  <a:pt x="790946" y="0"/>
                </a:lnTo>
              </a:path>
            </a:pathLst>
          </a:custGeom>
          <a:ln w="6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31618" y="3458992"/>
            <a:ext cx="1029335" cy="0"/>
          </a:xfrm>
          <a:custGeom>
            <a:avLst/>
            <a:gdLst/>
            <a:ahLst/>
            <a:cxnLst/>
            <a:rect l="l" t="t" r="r" b="b"/>
            <a:pathLst>
              <a:path w="1029335">
                <a:moveTo>
                  <a:pt x="0" y="0"/>
                </a:moveTo>
                <a:lnTo>
                  <a:pt x="1029289" y="0"/>
                </a:lnTo>
              </a:path>
            </a:pathLst>
          </a:custGeom>
          <a:ln w="6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63217" y="2988522"/>
            <a:ext cx="2111375" cy="0"/>
          </a:xfrm>
          <a:custGeom>
            <a:avLst/>
            <a:gdLst/>
            <a:ahLst/>
            <a:cxnLst/>
            <a:rect l="l" t="t" r="r" b="b"/>
            <a:pathLst>
              <a:path w="2111375">
                <a:moveTo>
                  <a:pt x="0" y="0"/>
                </a:moveTo>
                <a:lnTo>
                  <a:pt x="2111086" y="0"/>
                </a:lnTo>
              </a:path>
            </a:pathLst>
          </a:custGeom>
          <a:ln w="6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48102" y="4880411"/>
            <a:ext cx="791210" cy="0"/>
          </a:xfrm>
          <a:custGeom>
            <a:avLst/>
            <a:gdLst/>
            <a:ahLst/>
            <a:cxnLst/>
            <a:rect l="l" t="t" r="r" b="b"/>
            <a:pathLst>
              <a:path w="791210">
                <a:moveTo>
                  <a:pt x="0" y="0"/>
                </a:moveTo>
                <a:lnTo>
                  <a:pt x="790946" y="0"/>
                </a:lnTo>
              </a:path>
            </a:pathLst>
          </a:custGeom>
          <a:ln w="6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24150" y="5350883"/>
            <a:ext cx="1029335" cy="0"/>
          </a:xfrm>
          <a:custGeom>
            <a:avLst/>
            <a:gdLst/>
            <a:ahLst/>
            <a:cxnLst/>
            <a:rect l="l" t="t" r="r" b="b"/>
            <a:pathLst>
              <a:path w="1029335">
                <a:moveTo>
                  <a:pt x="0" y="0"/>
                </a:moveTo>
                <a:lnTo>
                  <a:pt x="1029289" y="0"/>
                </a:lnTo>
              </a:path>
            </a:pathLst>
          </a:custGeom>
          <a:ln w="6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55718" y="4880420"/>
            <a:ext cx="2111375" cy="0"/>
          </a:xfrm>
          <a:custGeom>
            <a:avLst/>
            <a:gdLst/>
            <a:ahLst/>
            <a:cxnLst/>
            <a:rect l="l" t="t" r="r" b="b"/>
            <a:pathLst>
              <a:path w="2111375">
                <a:moveTo>
                  <a:pt x="0" y="0"/>
                </a:moveTo>
                <a:lnTo>
                  <a:pt x="2111086" y="0"/>
                </a:lnTo>
              </a:path>
            </a:pathLst>
          </a:custGeom>
          <a:ln w="6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79692" y="3934469"/>
            <a:ext cx="3714115" cy="0"/>
          </a:xfrm>
          <a:custGeom>
            <a:avLst/>
            <a:gdLst/>
            <a:ahLst/>
            <a:cxnLst/>
            <a:rect l="l" t="t" r="r" b="b"/>
            <a:pathLst>
              <a:path w="3714115">
                <a:moveTo>
                  <a:pt x="0" y="0"/>
                </a:moveTo>
                <a:lnTo>
                  <a:pt x="3713809" y="0"/>
                </a:lnTo>
              </a:path>
            </a:pathLst>
          </a:custGeom>
          <a:ln w="133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08096" y="2091566"/>
            <a:ext cx="6000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500" i="1" spc="-50" dirty="0">
                <a:latin typeface="Times New Roman"/>
                <a:cs typeface="Times New Roman"/>
              </a:rPr>
              <a:t> </a:t>
            </a:r>
            <a:r>
              <a:rPr sz="2500" i="1" spc="180" dirty="0">
                <a:latin typeface="Times New Roman"/>
                <a:cs typeface="Times New Roman"/>
              </a:rPr>
              <a:t>z</a:t>
            </a:r>
            <a:r>
              <a:rPr sz="2175" spc="-15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1401" y="2320973"/>
            <a:ext cx="109791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5"/>
              </a:lnSpc>
              <a:tabLst>
                <a:tab pos="353060" algn="l"/>
                <a:tab pos="1084580" algn="l"/>
              </a:tabLst>
            </a:pPr>
            <a:r>
              <a:rPr sz="1450" u="sng" dirty="0">
                <a:latin typeface="Times New Roman"/>
                <a:cs typeface="Times New Roman"/>
              </a:rPr>
              <a:t> 	1 	</a:t>
            </a:r>
            <a:endParaRPr sz="1450">
              <a:latin typeface="Times New Roman"/>
              <a:cs typeface="Times New Roman"/>
            </a:endParaRPr>
          </a:p>
          <a:p>
            <a:pPr marR="81280" algn="r">
              <a:lnSpc>
                <a:spcPts val="1725"/>
              </a:lnSpc>
            </a:pPr>
            <a:r>
              <a:rPr sz="1450" spc="-5" dirty="0">
                <a:latin typeface="Symbol"/>
                <a:cs typeface="Symbol"/>
              </a:rPr>
              <a:t></a:t>
            </a:r>
            <a:r>
              <a:rPr sz="14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7468" y="2396719"/>
            <a:ext cx="678815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505"/>
              </a:lnSpc>
            </a:pPr>
            <a:r>
              <a:rPr sz="2500" dirty="0">
                <a:latin typeface="Symbol"/>
                <a:cs typeface="Symbol"/>
              </a:rPr>
              <a:t></a:t>
            </a:r>
            <a:endParaRPr sz="2500">
              <a:latin typeface="Symbol"/>
              <a:cs typeface="Symbol"/>
            </a:endParaRPr>
          </a:p>
          <a:p>
            <a:pPr marR="5080" algn="r">
              <a:lnSpc>
                <a:spcPts val="2505"/>
              </a:lnSpc>
              <a:tabLst>
                <a:tab pos="529590" algn="l"/>
              </a:tabLst>
            </a:pPr>
            <a:r>
              <a:rPr sz="1450" dirty="0">
                <a:latin typeface="Times New Roman"/>
                <a:cs typeface="Times New Roman"/>
              </a:rPr>
              <a:t>1	</a:t>
            </a:r>
            <a:r>
              <a:rPr sz="2500" dirty="0">
                <a:latin typeface="Symbol"/>
                <a:cs typeface="Symbol"/>
              </a:rPr>
              <a:t>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7027" y="3005776"/>
            <a:ext cx="219075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5" dirty="0">
                <a:latin typeface="Symbol"/>
                <a:cs typeface="Symbol"/>
              </a:rPr>
              <a:t></a:t>
            </a:r>
            <a:r>
              <a:rPr sz="14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35621" y="3032482"/>
            <a:ext cx="6000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500" i="1" spc="-50" dirty="0">
                <a:latin typeface="Times New Roman"/>
                <a:cs typeface="Times New Roman"/>
              </a:rPr>
              <a:t> </a:t>
            </a:r>
            <a:r>
              <a:rPr sz="2500" i="1" spc="180" dirty="0">
                <a:latin typeface="Times New Roman"/>
                <a:cs typeface="Times New Roman"/>
              </a:rPr>
              <a:t>z</a:t>
            </a:r>
            <a:r>
              <a:rPr sz="2175" spc="-7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60037" y="3261900"/>
            <a:ext cx="118110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1884" y="3460020"/>
            <a:ext cx="118110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5270" y="3476228"/>
            <a:ext cx="1035685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a</a:t>
            </a:r>
            <a:r>
              <a:rPr sz="2500" i="1" spc="70" dirty="0">
                <a:latin typeface="Times New Roman"/>
                <a:cs typeface="Times New Roman"/>
              </a:rPr>
              <a:t> </a:t>
            </a:r>
            <a:r>
              <a:rPr sz="2500" i="1" spc="175" dirty="0">
                <a:latin typeface="Times New Roman"/>
                <a:cs typeface="Times New Roman"/>
              </a:rPr>
              <a:t>z</a:t>
            </a:r>
            <a:r>
              <a:rPr sz="2175" spc="-7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5217" y="3268144"/>
            <a:ext cx="869315" cy="671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290">
              <a:lnSpc>
                <a:spcPts val="2800"/>
              </a:lnSpc>
            </a:pPr>
            <a:r>
              <a:rPr sz="3750" baseline="-13333" dirty="0">
                <a:latin typeface="Symbol"/>
                <a:cs typeface="Symbol"/>
              </a:rPr>
              <a:t></a:t>
            </a:r>
            <a:r>
              <a:rPr sz="3750" spc="262" baseline="-13333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ts val="2800"/>
              </a:lnSpc>
              <a:tabLst>
                <a:tab pos="542290" algn="l"/>
              </a:tabLst>
            </a:pPr>
            <a:r>
              <a:rPr sz="1450" dirty="0">
                <a:latin typeface="Times New Roman"/>
                <a:cs typeface="Times New Roman"/>
              </a:rPr>
              <a:t>1	</a:t>
            </a:r>
            <a:r>
              <a:rPr sz="2500" dirty="0">
                <a:latin typeface="Symbol"/>
                <a:cs typeface="Symbol"/>
              </a:rPr>
              <a:t>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00761" y="3983423"/>
            <a:ext cx="6000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500" i="1" spc="-50" dirty="0">
                <a:latin typeface="Times New Roman"/>
                <a:cs typeface="Times New Roman"/>
              </a:rPr>
              <a:t> </a:t>
            </a:r>
            <a:r>
              <a:rPr sz="2500" i="1" spc="175" dirty="0">
                <a:latin typeface="Times New Roman"/>
                <a:cs typeface="Times New Roman"/>
              </a:rPr>
              <a:t>z</a:t>
            </a:r>
            <a:r>
              <a:rPr sz="2175" spc="-7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3932" y="4213209"/>
            <a:ext cx="109791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5"/>
              </a:lnSpc>
              <a:tabLst>
                <a:tab pos="353695" algn="l"/>
                <a:tab pos="1084580" algn="l"/>
              </a:tabLst>
            </a:pPr>
            <a:r>
              <a:rPr sz="1450" u="sng" dirty="0">
                <a:latin typeface="Times New Roman"/>
                <a:cs typeface="Times New Roman"/>
              </a:rPr>
              <a:t> 	1 	</a:t>
            </a:r>
            <a:endParaRPr sz="1450">
              <a:latin typeface="Times New Roman"/>
              <a:cs typeface="Times New Roman"/>
            </a:endParaRPr>
          </a:p>
          <a:p>
            <a:pPr marR="80645" algn="r">
              <a:lnSpc>
                <a:spcPts val="1725"/>
              </a:lnSpc>
            </a:pPr>
            <a:r>
              <a:rPr sz="1450" spc="-5" dirty="0">
                <a:latin typeface="Symbol"/>
                <a:cs typeface="Symbol"/>
              </a:rPr>
              <a:t></a:t>
            </a:r>
            <a:r>
              <a:rPr sz="14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30454" y="4288993"/>
            <a:ext cx="678815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505"/>
              </a:lnSpc>
            </a:pPr>
            <a:r>
              <a:rPr sz="2500" dirty="0">
                <a:latin typeface="Symbol"/>
                <a:cs typeface="Symbol"/>
              </a:rPr>
              <a:t></a:t>
            </a:r>
            <a:endParaRPr sz="2500">
              <a:latin typeface="Symbol"/>
              <a:cs typeface="Symbol"/>
            </a:endParaRPr>
          </a:p>
          <a:p>
            <a:pPr marR="5080" algn="r">
              <a:lnSpc>
                <a:spcPts val="2505"/>
              </a:lnSpc>
              <a:tabLst>
                <a:tab pos="529590" algn="l"/>
              </a:tabLst>
            </a:pPr>
            <a:r>
              <a:rPr sz="1450" dirty="0">
                <a:latin typeface="Times New Roman"/>
                <a:cs typeface="Times New Roman"/>
              </a:rPr>
              <a:t>1	</a:t>
            </a:r>
            <a:r>
              <a:rPr sz="2500" dirty="0">
                <a:latin typeface="Symbol"/>
                <a:cs typeface="Symbol"/>
              </a:rPr>
              <a:t>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64644" y="4897633"/>
            <a:ext cx="1157605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50" baseline="-6666" dirty="0">
                <a:latin typeface="Symbol"/>
                <a:cs typeface="Symbol"/>
              </a:rPr>
              <a:t></a:t>
            </a:r>
            <a:r>
              <a:rPr sz="3750" spc="-540" baseline="-6666" dirty="0">
                <a:latin typeface="Times New Roman"/>
                <a:cs typeface="Times New Roman"/>
              </a:rPr>
              <a:t> </a:t>
            </a:r>
            <a:r>
              <a:rPr sz="2500" spc="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i="1" spc="175" dirty="0">
                <a:latin typeface="Times New Roman"/>
                <a:cs typeface="Times New Roman"/>
              </a:rPr>
              <a:t>z</a:t>
            </a:r>
            <a:r>
              <a:rPr sz="2175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 </a:t>
            </a:r>
            <a:r>
              <a:rPr sz="2175" spc="-142" baseline="44061" dirty="0">
                <a:latin typeface="Times New Roman"/>
                <a:cs typeface="Times New Roman"/>
              </a:rPr>
              <a:t> </a:t>
            </a:r>
            <a:r>
              <a:rPr sz="3750" baseline="-6666" dirty="0">
                <a:latin typeface="Symbol"/>
                <a:cs typeface="Symbol"/>
              </a:rPr>
              <a:t></a:t>
            </a:r>
            <a:endParaRPr sz="3750" baseline="-6666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28273" y="4924351"/>
            <a:ext cx="60071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500" i="1" spc="-50" dirty="0">
                <a:latin typeface="Times New Roman"/>
                <a:cs typeface="Times New Roman"/>
              </a:rPr>
              <a:t> </a:t>
            </a:r>
            <a:r>
              <a:rPr sz="2500" i="1" spc="175" dirty="0">
                <a:latin typeface="Times New Roman"/>
                <a:cs typeface="Times New Roman"/>
              </a:rPr>
              <a:t>z</a:t>
            </a:r>
            <a:r>
              <a:rPr sz="2175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53022" y="5154125"/>
            <a:ext cx="118110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14869" y="5352256"/>
            <a:ext cx="118110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97616" y="5368097"/>
            <a:ext cx="1036319" cy="385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204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a</a:t>
            </a:r>
            <a:r>
              <a:rPr sz="2500" i="1" spc="70" dirty="0">
                <a:latin typeface="Times New Roman"/>
                <a:cs typeface="Times New Roman"/>
              </a:rPr>
              <a:t> </a:t>
            </a:r>
            <a:r>
              <a:rPr sz="2500" i="1" spc="175" dirty="0">
                <a:latin typeface="Times New Roman"/>
                <a:cs typeface="Times New Roman"/>
              </a:rPr>
              <a:t>z</a:t>
            </a:r>
            <a:r>
              <a:rPr sz="2175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8215" y="5160096"/>
            <a:ext cx="868680" cy="671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290">
              <a:lnSpc>
                <a:spcPts val="2800"/>
              </a:lnSpc>
            </a:pPr>
            <a:r>
              <a:rPr sz="3750" baseline="-13333" dirty="0">
                <a:latin typeface="Symbol"/>
                <a:cs typeface="Symbol"/>
              </a:rPr>
              <a:t></a:t>
            </a:r>
            <a:r>
              <a:rPr sz="3750" spc="262" baseline="-13333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ts val="2800"/>
              </a:lnSpc>
              <a:tabLst>
                <a:tab pos="542290" algn="l"/>
              </a:tabLst>
            </a:pPr>
            <a:r>
              <a:rPr sz="1450" dirty="0">
                <a:latin typeface="Times New Roman"/>
                <a:cs typeface="Times New Roman"/>
              </a:rPr>
              <a:t>1	</a:t>
            </a:r>
            <a:r>
              <a:rPr sz="2500" dirty="0">
                <a:latin typeface="Symbol"/>
                <a:cs typeface="Symbol"/>
              </a:rPr>
              <a:t>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78061" y="2568074"/>
            <a:ext cx="81851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95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a</a:t>
            </a:r>
            <a:r>
              <a:rPr sz="2500" i="1" spc="7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29394" y="3038503"/>
            <a:ext cx="58039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95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81015" y="3077972"/>
            <a:ext cx="715010" cy="862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800"/>
              </a:lnSpc>
            </a:pPr>
            <a:r>
              <a:rPr sz="3750" baseline="32222" dirty="0">
                <a:latin typeface="Symbol"/>
                <a:cs typeface="Symbol"/>
              </a:rPr>
              <a:t></a:t>
            </a:r>
            <a:r>
              <a:rPr sz="3750" spc="-547" baseline="32222" dirty="0">
                <a:latin typeface="Times New Roman"/>
                <a:cs typeface="Times New Roman"/>
              </a:rPr>
              <a:t> </a:t>
            </a:r>
            <a:r>
              <a:rPr sz="2500" spc="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3750" baseline="-13333" dirty="0">
                <a:latin typeface="Symbol"/>
                <a:cs typeface="Symbol"/>
              </a:rPr>
              <a:t></a:t>
            </a:r>
            <a:endParaRPr sz="3750" baseline="-13333">
              <a:latin typeface="Symbol"/>
              <a:cs typeface="Symbol"/>
            </a:endParaRPr>
          </a:p>
          <a:p>
            <a:pPr marR="5080" algn="r">
              <a:lnSpc>
                <a:spcPts val="2800"/>
              </a:lnSpc>
            </a:pPr>
            <a:r>
              <a:rPr sz="2500" dirty="0">
                <a:latin typeface="Symbol"/>
                <a:cs typeface="Symbol"/>
              </a:rPr>
              <a:t>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70409" y="4460348"/>
            <a:ext cx="81915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a</a:t>
            </a:r>
            <a:r>
              <a:rPr sz="2500" i="1" spc="7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53346" y="4684972"/>
            <a:ext cx="559435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3750" baseline="-14444" dirty="0">
                <a:latin typeface="Symbol"/>
                <a:cs typeface="Symbol"/>
              </a:rPr>
              <a:t></a:t>
            </a:r>
            <a:endParaRPr sz="3750" baseline="-14444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29222" y="5155388"/>
            <a:ext cx="560070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800"/>
              </a:lnSpc>
            </a:pPr>
            <a:r>
              <a:rPr sz="2500" spc="204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240" dirty="0">
                <a:latin typeface="Times New Roman"/>
                <a:cs typeface="Times New Roman"/>
              </a:rPr>
              <a:t> </a:t>
            </a:r>
            <a:r>
              <a:rPr sz="3750" baseline="-13333" dirty="0">
                <a:latin typeface="Symbol"/>
                <a:cs typeface="Symbol"/>
              </a:rPr>
              <a:t></a:t>
            </a:r>
            <a:endParaRPr sz="3750" baseline="-13333">
              <a:latin typeface="Symbol"/>
              <a:cs typeface="Symbol"/>
            </a:endParaRPr>
          </a:p>
          <a:p>
            <a:pPr marR="5080" algn="r">
              <a:lnSpc>
                <a:spcPts val="2800"/>
              </a:lnSpc>
            </a:pPr>
            <a:r>
              <a:rPr sz="2500" dirty="0">
                <a:latin typeface="Symbol"/>
                <a:cs typeface="Symbol"/>
              </a:rPr>
              <a:t>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60422" y="2791442"/>
            <a:ext cx="87630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i="1" dirty="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53029" y="4683299"/>
            <a:ext cx="87630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i="1" dirty="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06469" y="2599739"/>
            <a:ext cx="16764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k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99133" y="4491691"/>
            <a:ext cx="16764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k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19705" y="2102468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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67283" y="2102468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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19705" y="2396719"/>
            <a:ext cx="148590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5"/>
              </a:lnSpc>
            </a:pPr>
            <a:r>
              <a:rPr sz="2500" dirty="0">
                <a:latin typeface="Symbol"/>
                <a:cs typeface="Symbol"/>
              </a:rPr>
              <a:t></a:t>
            </a:r>
            <a:endParaRPr sz="2500">
              <a:latin typeface="Symbol"/>
              <a:cs typeface="Symbol"/>
            </a:endParaRPr>
          </a:p>
          <a:p>
            <a:pPr marL="12700">
              <a:lnSpc>
                <a:spcPts val="2505"/>
              </a:lnSpc>
            </a:pPr>
            <a:r>
              <a:rPr sz="2500" dirty="0">
                <a:latin typeface="Symbol"/>
                <a:cs typeface="Symbol"/>
              </a:rPr>
              <a:t>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71353" y="2618140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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80692" y="2618140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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71353" y="2876447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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80692" y="2876447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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47551" y="3043635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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95129" y="3043635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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71676" y="3077972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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12687" y="3994741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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60265" y="3994741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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12687" y="4288993"/>
            <a:ext cx="148590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5"/>
              </a:lnSpc>
            </a:pPr>
            <a:r>
              <a:rPr sz="2500" dirty="0">
                <a:latin typeface="Symbol"/>
                <a:cs typeface="Symbol"/>
              </a:rPr>
              <a:t></a:t>
            </a:r>
            <a:endParaRPr sz="2500">
              <a:latin typeface="Symbol"/>
              <a:cs typeface="Symbol"/>
            </a:endParaRPr>
          </a:p>
          <a:p>
            <a:pPr marL="12700">
              <a:lnSpc>
                <a:spcPts val="2505"/>
              </a:lnSpc>
            </a:pPr>
            <a:r>
              <a:rPr sz="2500" dirty="0">
                <a:latin typeface="Symbol"/>
                <a:cs typeface="Symbol"/>
              </a:rPr>
              <a:t>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64323" y="4510414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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73662" y="4510414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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3661" y="4768399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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640519" y="4935587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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88097" y="4935587"/>
            <a:ext cx="1485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</a:t>
            </a:r>
            <a:endParaRPr sz="2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402" y="815678"/>
            <a:ext cx="53193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38" y="2176992"/>
            <a:ext cx="7778115" cy="62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320"/>
              </a:lnSpc>
            </a:pPr>
            <a:r>
              <a:rPr sz="2400" spc="-15" dirty="0">
                <a:latin typeface="Calibri"/>
                <a:cs typeface="Calibri"/>
              </a:rPr>
              <a:t>Use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oc</a:t>
            </a:r>
            <a:r>
              <a:rPr sz="2400" spc="-15" dirty="0">
                <a:latin typeface="Calibri"/>
                <a:cs typeface="Calibri"/>
              </a:rPr>
              <a:t>k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pu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nd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4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-l</a:t>
            </a:r>
            <a:r>
              <a:rPr sz="2400" spc="-10" dirty="0">
                <a:latin typeface="Calibri"/>
                <a:cs typeface="Calibri"/>
              </a:rPr>
              <a:t>oo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Fun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06191" y="3420126"/>
            <a:ext cx="5496560" cy="0"/>
          </a:xfrm>
          <a:custGeom>
            <a:avLst/>
            <a:gdLst/>
            <a:ahLst/>
            <a:cxnLst/>
            <a:rect l="l" t="t" r="r" b="b"/>
            <a:pathLst>
              <a:path w="5496559">
                <a:moveTo>
                  <a:pt x="0" y="0"/>
                </a:moveTo>
                <a:lnTo>
                  <a:pt x="5495999" y="0"/>
                </a:lnTo>
              </a:path>
            </a:pathLst>
          </a:custGeom>
          <a:ln w="132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88234" y="2946060"/>
            <a:ext cx="926465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15" dirty="0">
                <a:latin typeface="Times New Roman"/>
                <a:cs typeface="Times New Roman"/>
              </a:rPr>
              <a:t>k </a:t>
            </a:r>
            <a:r>
              <a:rPr sz="2500" i="1" spc="-275" dirty="0">
                <a:latin typeface="Times New Roman"/>
                <a:cs typeface="Times New Roman"/>
              </a:rPr>
              <a:t> </a:t>
            </a:r>
            <a:r>
              <a:rPr sz="2500" i="1" spc="-15" dirty="0">
                <a:latin typeface="Times New Roman"/>
                <a:cs typeface="Times New Roman"/>
              </a:rPr>
              <a:t>b</a:t>
            </a:r>
            <a:r>
              <a:rPr sz="2500" i="1" spc="45" dirty="0">
                <a:latin typeface="Times New Roman"/>
                <a:cs typeface="Times New Roman"/>
              </a:rPr>
              <a:t> </a:t>
            </a:r>
            <a:r>
              <a:rPr sz="2500" i="1" spc="155" dirty="0">
                <a:latin typeface="Times New Roman"/>
                <a:cs typeface="Times New Roman"/>
              </a:rPr>
              <a:t>z</a:t>
            </a:r>
            <a:r>
              <a:rPr sz="2775" spc="-15" baseline="33033" dirty="0">
                <a:latin typeface="Symbol"/>
                <a:cs typeface="Symbol"/>
              </a:rPr>
              <a:t></a:t>
            </a:r>
            <a:r>
              <a:rPr sz="2775" baseline="33033" dirty="0">
                <a:latin typeface="Times New Roman"/>
                <a:cs typeface="Times New Roman"/>
              </a:rPr>
              <a:t>1</a:t>
            </a:r>
            <a:endParaRPr sz="2775" baseline="330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1383" y="3175320"/>
            <a:ext cx="370840" cy="264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8760" algn="l"/>
              </a:tabLst>
            </a:pPr>
            <a:r>
              <a:rPr sz="1850" i="1" dirty="0">
                <a:latin typeface="Times New Roman"/>
                <a:cs typeface="Times New Roman"/>
              </a:rPr>
              <a:t>I	</a:t>
            </a:r>
            <a:r>
              <a:rPr sz="18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0130" y="3433740"/>
            <a:ext cx="27368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0" dirty="0">
                <a:latin typeface="Symbol"/>
                <a:cs typeface="Symbol"/>
              </a:rPr>
              <a:t></a:t>
            </a:r>
            <a:r>
              <a:rPr sz="185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7224" y="3433740"/>
            <a:ext cx="27368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0" dirty="0">
                <a:latin typeface="Symbol"/>
                <a:cs typeface="Symbol"/>
              </a:rPr>
              <a:t></a:t>
            </a:r>
            <a:r>
              <a:rPr sz="1850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0215" y="3511009"/>
            <a:ext cx="304419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37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135" dirty="0">
                <a:latin typeface="Symbol"/>
                <a:cs typeface="Symbol"/>
              </a:rPr>
              <a:t></a:t>
            </a: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75" dirty="0">
                <a:latin typeface="Times New Roman"/>
                <a:cs typeface="Times New Roman"/>
              </a:rPr>
              <a:t>k</a:t>
            </a:r>
            <a:r>
              <a:rPr sz="2775" i="1" baseline="-19519" dirty="0">
                <a:latin typeface="Times New Roman"/>
                <a:cs typeface="Times New Roman"/>
              </a:rPr>
              <a:t>I</a:t>
            </a:r>
            <a:r>
              <a:rPr sz="2775" i="1" spc="-315" baseline="-19519" dirty="0">
                <a:latin typeface="Times New Roman"/>
                <a:cs typeface="Times New Roman"/>
              </a:rPr>
              <a:t> 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2" baseline="-19519" dirty="0">
                <a:latin typeface="Times New Roman"/>
                <a:cs typeface="Times New Roman"/>
              </a:rPr>
              <a:t>1</a:t>
            </a:r>
            <a:r>
              <a:rPr sz="2500" spc="170" dirty="0">
                <a:latin typeface="Times New Roman"/>
                <a:cs typeface="Times New Roman"/>
              </a:rPr>
              <a:t>)</a:t>
            </a:r>
            <a:r>
              <a:rPr sz="2500" i="1" spc="-10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2161" y="3511009"/>
            <a:ext cx="1869439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spc="60" dirty="0">
                <a:latin typeface="Symbol"/>
                <a:cs typeface="Symbol"/>
              </a:rPr>
              <a:t>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baseline="-19519" dirty="0">
                <a:latin typeface="Times New Roman"/>
                <a:cs typeface="Times New Roman"/>
              </a:rPr>
              <a:t>1</a:t>
            </a:r>
            <a:r>
              <a:rPr sz="2775" spc="60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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37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2" baseline="-19519" dirty="0">
                <a:latin typeface="Times New Roman"/>
                <a:cs typeface="Times New Roman"/>
              </a:rPr>
              <a:t>1</a:t>
            </a:r>
            <a:r>
              <a:rPr sz="2500" spc="175" dirty="0">
                <a:latin typeface="Times New Roman"/>
                <a:cs typeface="Times New Roman"/>
              </a:rPr>
              <a:t>)</a:t>
            </a:r>
            <a:r>
              <a:rPr sz="2500" i="1" spc="-10" dirty="0">
                <a:latin typeface="Times New Roman"/>
                <a:cs typeface="Times New Roman"/>
              </a:rPr>
              <a:t>z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9012" y="3225700"/>
            <a:ext cx="811530" cy="34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85" dirty="0">
                <a:latin typeface="Times New Roman"/>
                <a:cs typeface="Times New Roman"/>
              </a:rPr>
              <a:t>y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i="1" spc="200" dirty="0">
                <a:latin typeface="Times New Roman"/>
                <a:cs typeface="Times New Roman"/>
              </a:rPr>
              <a:t>k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73621" y="3230641"/>
            <a:ext cx="73215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5" dirty="0">
                <a:latin typeface="Times New Roman"/>
                <a:cs typeface="Times New Roman"/>
              </a:rPr>
              <a:t>y</a:t>
            </a:r>
            <a:r>
              <a:rPr sz="2775" i="1" baseline="-19519" dirty="0">
                <a:latin typeface="Times New Roman"/>
                <a:cs typeface="Times New Roman"/>
              </a:rPr>
              <a:t>d 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i="1" spc="-15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71072" y="5503141"/>
            <a:ext cx="4053204" cy="0"/>
          </a:xfrm>
          <a:custGeom>
            <a:avLst/>
            <a:gdLst/>
            <a:ahLst/>
            <a:cxnLst/>
            <a:rect l="l" t="t" r="r" b="b"/>
            <a:pathLst>
              <a:path w="4053204">
                <a:moveTo>
                  <a:pt x="0" y="0"/>
                </a:moveTo>
                <a:lnTo>
                  <a:pt x="4052691" y="0"/>
                </a:lnTo>
              </a:path>
            </a:pathLst>
          </a:custGeom>
          <a:ln w="13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04660" y="5385780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4">
                <a:moveTo>
                  <a:pt x="0" y="0"/>
                </a:moveTo>
                <a:lnTo>
                  <a:pt x="160142" y="0"/>
                </a:lnTo>
              </a:path>
            </a:pathLst>
          </a:custGeom>
          <a:ln w="13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78574" y="5385780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4">
                <a:moveTo>
                  <a:pt x="0" y="0"/>
                </a:moveTo>
                <a:lnTo>
                  <a:pt x="160142" y="0"/>
                </a:lnTo>
              </a:path>
            </a:pathLst>
          </a:custGeom>
          <a:ln w="13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85072" y="5259239"/>
            <a:ext cx="37528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1935" algn="l"/>
              </a:tabLst>
            </a:pPr>
            <a:r>
              <a:rPr sz="1850" i="1" spc="10" dirty="0">
                <a:latin typeface="Times New Roman"/>
                <a:cs typeface="Times New Roman"/>
              </a:rPr>
              <a:t>I	</a:t>
            </a:r>
            <a:r>
              <a:rPr sz="1850" spc="1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44922" y="5557057"/>
            <a:ext cx="4065270" cy="415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95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310" dirty="0">
                <a:latin typeface="Times New Roman"/>
                <a:cs typeface="Times New Roman"/>
              </a:rPr>
              <a:t> </a:t>
            </a:r>
            <a:r>
              <a:rPr sz="2500" i="1" spc="80" dirty="0">
                <a:latin typeface="Times New Roman"/>
                <a:cs typeface="Times New Roman"/>
              </a:rPr>
              <a:t>f</a:t>
            </a:r>
            <a:r>
              <a:rPr sz="2775" spc="60" baseline="-19519" dirty="0">
                <a:latin typeface="Times New Roman"/>
                <a:cs typeface="Times New Roman"/>
              </a:rPr>
              <a:t>0</a:t>
            </a:r>
            <a:r>
              <a:rPr sz="2500" i="1" spc="-345" dirty="0">
                <a:latin typeface="Times New Roman"/>
                <a:cs typeface="Times New Roman"/>
              </a:rPr>
              <a:t>b</a:t>
            </a:r>
            <a:r>
              <a:rPr sz="2775" spc="22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-225" dirty="0">
                <a:latin typeface="Times New Roman"/>
                <a:cs typeface="Times New Roman"/>
              </a:rPr>
              <a:t>a</a:t>
            </a:r>
            <a:r>
              <a:rPr sz="2775" spc="22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spc="150" dirty="0">
                <a:latin typeface="Symbol"/>
                <a:cs typeface="Symbol"/>
              </a:rPr>
              <a:t></a:t>
            </a:r>
            <a:r>
              <a:rPr sz="2500" spc="195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100" dirty="0">
                <a:latin typeface="Times New Roman"/>
                <a:cs typeface="Times New Roman"/>
              </a:rPr>
              <a:t>k</a:t>
            </a:r>
            <a:r>
              <a:rPr sz="2775" i="1" spc="15" baseline="-19519" dirty="0">
                <a:latin typeface="Times New Roman"/>
                <a:cs typeface="Times New Roman"/>
              </a:rPr>
              <a:t>I</a:t>
            </a:r>
            <a:r>
              <a:rPr sz="2775" i="1" spc="-307" baseline="-19519" dirty="0">
                <a:latin typeface="Times New Roman"/>
                <a:cs typeface="Times New Roman"/>
              </a:rPr>
              <a:t> </a:t>
            </a:r>
            <a:r>
              <a:rPr sz="2500" i="1" spc="-345" dirty="0">
                <a:latin typeface="Times New Roman"/>
                <a:cs typeface="Times New Roman"/>
              </a:rPr>
              <a:t>b</a:t>
            </a:r>
            <a:r>
              <a:rPr sz="2775" spc="22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i="1" spc="-225" dirty="0">
                <a:latin typeface="Times New Roman"/>
                <a:cs typeface="Times New Roman"/>
              </a:rPr>
              <a:t>a</a:t>
            </a:r>
            <a:r>
              <a:rPr sz="2775" spc="22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275" dirty="0">
                <a:latin typeface="Times New Roman"/>
                <a:cs typeface="Times New Roman"/>
              </a:rPr>
              <a:t> </a:t>
            </a:r>
            <a:r>
              <a:rPr sz="2500" i="1" spc="80" dirty="0">
                <a:latin typeface="Times New Roman"/>
                <a:cs typeface="Times New Roman"/>
              </a:rPr>
              <a:t>f</a:t>
            </a:r>
            <a:r>
              <a:rPr sz="2775" spc="60" baseline="-19519" dirty="0">
                <a:latin typeface="Times New Roman"/>
                <a:cs typeface="Times New Roman"/>
              </a:rPr>
              <a:t>0</a:t>
            </a:r>
            <a:r>
              <a:rPr sz="2500" i="1" spc="-345" dirty="0">
                <a:latin typeface="Times New Roman"/>
                <a:cs typeface="Times New Roman"/>
              </a:rPr>
              <a:t>b</a:t>
            </a:r>
            <a:r>
              <a:rPr sz="2775" spc="22" baseline="-19519" dirty="0">
                <a:latin typeface="Times New Roman"/>
                <a:cs typeface="Times New Roman"/>
              </a:rPr>
              <a:t>1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1908" y="5309205"/>
            <a:ext cx="1502410" cy="34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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55" dirty="0">
                <a:latin typeface="Symbol"/>
                <a:cs typeface="Symbol"/>
              </a:rPr>
              <a:t>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39610" y="5460835"/>
            <a:ext cx="14605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i="1" spc="15" dirty="0">
                <a:latin typeface="Times New Roman"/>
                <a:cs typeface="Times New Roman"/>
              </a:rPr>
              <a:t>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13639" y="5460835"/>
            <a:ext cx="14605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i="1" spc="15" dirty="0">
                <a:latin typeface="Times New Roman"/>
                <a:cs typeface="Times New Roman"/>
              </a:rPr>
              <a:t>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29928" y="5112760"/>
            <a:ext cx="45339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dirty="0">
                <a:latin typeface="Times New Roman"/>
                <a:cs typeface="Times New Roman"/>
              </a:rPr>
              <a:t>k </a:t>
            </a:r>
            <a:r>
              <a:rPr sz="2500" i="1" spc="-26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96158" y="5309205"/>
            <a:ext cx="842010" cy="34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5765" algn="l"/>
              </a:tabLst>
            </a:pPr>
            <a:r>
              <a:rPr sz="2500" i="1" dirty="0">
                <a:latin typeface="Times New Roman"/>
                <a:cs typeface="Times New Roman"/>
              </a:rPr>
              <a:t>y	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y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9070" y="4212790"/>
            <a:ext cx="4397375" cy="62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320"/>
              </a:lnSpc>
            </a:pP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libri"/>
                <a:cs typeface="Calibri"/>
              </a:rPr>
              <a:t>s</a:t>
            </a:r>
            <a:r>
              <a:rPr sz="2400" spc="-45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1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r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0295" y="754349"/>
            <a:ext cx="42837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ction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.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7545" y="1732229"/>
            <a:ext cx="150495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4738" y="1808945"/>
            <a:ext cx="57359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7190" algn="l"/>
              </a:tabLst>
            </a:pPr>
            <a:r>
              <a:rPr sz="2600" i="1" spc="10" dirty="0">
                <a:latin typeface="Times New Roman"/>
                <a:cs typeface="Times New Roman"/>
              </a:rPr>
              <a:t>z	</a:t>
            </a:r>
            <a:r>
              <a:rPr sz="2600" spc="10" dirty="0">
                <a:latin typeface="Symbol"/>
                <a:cs typeface="Symbol"/>
              </a:rPr>
              <a:t>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f</a:t>
            </a:r>
            <a:r>
              <a:rPr sz="2925" spc="37" baseline="-19943" dirty="0">
                <a:latin typeface="Times New Roman"/>
                <a:cs typeface="Times New Roman"/>
              </a:rPr>
              <a:t>0</a:t>
            </a:r>
            <a:r>
              <a:rPr sz="2600" i="1" spc="-360" dirty="0">
                <a:latin typeface="Times New Roman"/>
                <a:cs typeface="Times New Roman"/>
              </a:rPr>
              <a:t>b</a:t>
            </a:r>
            <a:r>
              <a:rPr sz="2925" baseline="-19943" dirty="0"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i="1" spc="-235" dirty="0">
                <a:latin typeface="Times New Roman"/>
                <a:cs typeface="Times New Roman"/>
              </a:rPr>
              <a:t>a</a:t>
            </a:r>
            <a:r>
              <a:rPr sz="2925" baseline="-19943" dirty="0"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Symbol"/>
                <a:cs typeface="Symbol"/>
              </a:rPr>
              <a:t></a:t>
            </a:r>
            <a:r>
              <a:rPr sz="2600" spc="204" dirty="0">
                <a:latin typeface="Times New Roman"/>
                <a:cs typeface="Times New Roman"/>
              </a:rPr>
              <a:t>1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i="1" spc="105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I</a:t>
            </a:r>
            <a:r>
              <a:rPr sz="2925" i="1" spc="-337" baseline="-19943" dirty="0">
                <a:latin typeface="Times New Roman"/>
                <a:cs typeface="Times New Roman"/>
              </a:rPr>
              <a:t> </a:t>
            </a:r>
            <a:r>
              <a:rPr sz="2600" i="1" spc="-360" dirty="0">
                <a:latin typeface="Times New Roman"/>
                <a:cs typeface="Times New Roman"/>
              </a:rPr>
              <a:t>b</a:t>
            </a:r>
            <a:r>
              <a:rPr sz="2925" spc="179" baseline="-19943" dirty="0">
                <a:latin typeface="Times New Roman"/>
                <a:cs typeface="Times New Roman"/>
              </a:rPr>
              <a:t>1</a:t>
            </a:r>
            <a:r>
              <a:rPr sz="2600" spc="190" dirty="0">
                <a:latin typeface="Times New Roman"/>
                <a:cs typeface="Times New Roman"/>
              </a:rPr>
              <a:t>)</a:t>
            </a:r>
            <a:r>
              <a:rPr sz="2600" i="1" spc="10" dirty="0">
                <a:latin typeface="Times New Roman"/>
                <a:cs typeface="Times New Roman"/>
              </a:rPr>
              <a:t>z</a:t>
            </a:r>
            <a:r>
              <a:rPr sz="2600" i="1" spc="-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(</a:t>
            </a:r>
            <a:r>
              <a:rPr sz="2600" spc="75" dirty="0">
                <a:latin typeface="Symbol"/>
                <a:cs typeface="Symbol"/>
              </a:rPr>
              <a:t></a:t>
            </a:r>
            <a:r>
              <a:rPr sz="2600" i="1" spc="-235" dirty="0">
                <a:latin typeface="Times New Roman"/>
                <a:cs typeface="Times New Roman"/>
              </a:rPr>
              <a:t>a</a:t>
            </a:r>
            <a:r>
              <a:rPr sz="2925" baseline="-19943" dirty="0">
                <a:latin typeface="Times New Roman"/>
                <a:cs typeface="Times New Roman"/>
              </a:rPr>
              <a:t>1</a:t>
            </a:r>
            <a:r>
              <a:rPr sz="2925" spc="67" baseline="-1994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85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f</a:t>
            </a:r>
            <a:r>
              <a:rPr sz="2925" spc="37" baseline="-19943" dirty="0">
                <a:latin typeface="Times New Roman"/>
                <a:cs typeface="Times New Roman"/>
              </a:rPr>
              <a:t>0</a:t>
            </a:r>
            <a:r>
              <a:rPr sz="2600" i="1" spc="-355" dirty="0">
                <a:latin typeface="Times New Roman"/>
                <a:cs typeface="Times New Roman"/>
              </a:rPr>
              <a:t>b</a:t>
            </a:r>
            <a:r>
              <a:rPr sz="2925" spc="179" baseline="-19943" dirty="0">
                <a:latin typeface="Times New Roman"/>
                <a:cs typeface="Times New Roman"/>
              </a:rPr>
              <a:t>1</a:t>
            </a:r>
            <a:r>
              <a:rPr sz="2600" dirty="0">
                <a:latin typeface="Times New Roman"/>
                <a:cs typeface="Times New Roman"/>
              </a:rPr>
              <a:t>)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154" y="2245394"/>
            <a:ext cx="7600315" cy="166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ct val="100000"/>
              </a:lnSpc>
            </a:pPr>
            <a:r>
              <a:rPr sz="2650" i="1" spc="-215" dirty="0">
                <a:latin typeface="Times New Roman"/>
                <a:cs typeface="Times New Roman"/>
              </a:rPr>
              <a:t>p</a:t>
            </a:r>
            <a:r>
              <a:rPr sz="3000" spc="-187" baseline="-19444" dirty="0">
                <a:latin typeface="Times New Roman"/>
                <a:cs typeface="Times New Roman"/>
              </a:rPr>
              <a:t>1</a:t>
            </a:r>
            <a:r>
              <a:rPr sz="3000" spc="67" baseline="-19444" dirty="0">
                <a:latin typeface="Times New Roman"/>
                <a:cs typeface="Times New Roman"/>
              </a:rPr>
              <a:t>,</a:t>
            </a:r>
            <a:r>
              <a:rPr sz="3000" spc="15" baseline="-19444" dirty="0">
                <a:latin typeface="Times New Roman"/>
                <a:cs typeface="Times New Roman"/>
              </a:rPr>
              <a:t>2</a:t>
            </a:r>
            <a:r>
              <a:rPr sz="3000" baseline="-19444" dirty="0">
                <a:latin typeface="Times New Roman"/>
                <a:cs typeface="Times New Roman"/>
              </a:rPr>
              <a:t> </a:t>
            </a:r>
            <a:r>
              <a:rPr sz="3000" spc="-195" baseline="-19444" dirty="0">
                <a:latin typeface="Times New Roman"/>
                <a:cs typeface="Times New Roman"/>
              </a:rPr>
              <a:t> </a:t>
            </a:r>
            <a:r>
              <a:rPr sz="2650" spc="25" dirty="0">
                <a:latin typeface="Symbol"/>
                <a:cs typeface="Symbol"/>
              </a:rPr>
              <a:t></a:t>
            </a:r>
            <a:r>
              <a:rPr sz="2650" spc="-75" dirty="0">
                <a:latin typeface="Times New Roman"/>
                <a:cs typeface="Times New Roman"/>
              </a:rPr>
              <a:t> </a:t>
            </a:r>
            <a:r>
              <a:rPr sz="2650" spc="20" dirty="0">
                <a:latin typeface="Times New Roman"/>
                <a:cs typeface="Times New Roman"/>
              </a:rPr>
              <a:t>0.6</a:t>
            </a:r>
            <a:r>
              <a:rPr sz="2650" spc="-240" dirty="0">
                <a:latin typeface="Times New Roman"/>
                <a:cs typeface="Times New Roman"/>
              </a:rPr>
              <a:t> </a:t>
            </a:r>
            <a:r>
              <a:rPr sz="2650" spc="25" dirty="0">
                <a:latin typeface="Symbol"/>
                <a:cs typeface="Symbol"/>
              </a:rPr>
              <a:t></a:t>
            </a:r>
            <a:r>
              <a:rPr sz="2650" spc="-204" dirty="0">
                <a:latin typeface="Times New Roman"/>
                <a:cs typeface="Times New Roman"/>
              </a:rPr>
              <a:t> </a:t>
            </a:r>
            <a:r>
              <a:rPr sz="2650" spc="20" dirty="0">
                <a:latin typeface="Times New Roman"/>
                <a:cs typeface="Times New Roman"/>
              </a:rPr>
              <a:t>0.3</a:t>
            </a:r>
            <a:r>
              <a:rPr sz="2650" spc="-200" dirty="0">
                <a:latin typeface="Times New Roman"/>
                <a:cs typeface="Times New Roman"/>
              </a:rPr>
              <a:t> </a:t>
            </a:r>
            <a:r>
              <a:rPr sz="2650" i="1" spc="10" dirty="0">
                <a:latin typeface="Times New Roman"/>
                <a:cs typeface="Times New Roman"/>
              </a:rPr>
              <a:t>j</a:t>
            </a:r>
            <a:endParaRPr sz="265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1015"/>
              </a:spcBef>
            </a:pPr>
            <a:r>
              <a:rPr sz="2450" i="1" spc="100" dirty="0">
                <a:latin typeface="Times New Roman"/>
                <a:cs typeface="Times New Roman"/>
              </a:rPr>
              <a:t>D</a:t>
            </a:r>
            <a:r>
              <a:rPr sz="2450" spc="195" dirty="0">
                <a:latin typeface="Times New Roman"/>
                <a:cs typeface="Times New Roman"/>
              </a:rPr>
              <a:t>(</a:t>
            </a:r>
            <a:r>
              <a:rPr sz="2450" i="1" spc="130" dirty="0">
                <a:latin typeface="Times New Roman"/>
                <a:cs typeface="Times New Roman"/>
              </a:rPr>
              <a:t>z</a:t>
            </a:r>
            <a:r>
              <a:rPr sz="2450" spc="15" dirty="0">
                <a:latin typeface="Times New Roman"/>
                <a:cs typeface="Times New Roman"/>
              </a:rPr>
              <a:t>)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</a:t>
            </a:r>
            <a:r>
              <a:rPr sz="2450" spc="-110" dirty="0">
                <a:latin typeface="Times New Roman"/>
                <a:cs typeface="Times New Roman"/>
              </a:rPr>
              <a:t> </a:t>
            </a:r>
            <a:r>
              <a:rPr sz="4875" spc="-390" baseline="-3418" dirty="0">
                <a:latin typeface="Symbol"/>
                <a:cs typeface="Symbol"/>
              </a:rPr>
              <a:t></a:t>
            </a:r>
            <a:r>
              <a:rPr sz="4875" spc="-735" baseline="-3418" dirty="0">
                <a:latin typeface="Times New Roman"/>
                <a:cs typeface="Times New Roman"/>
              </a:rPr>
              <a:t> </a:t>
            </a:r>
            <a:r>
              <a:rPr sz="2450" i="1" spc="1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</a:t>
            </a:r>
            <a:r>
              <a:rPr sz="2450" spc="-229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0.6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</a:t>
            </a:r>
            <a:r>
              <a:rPr sz="2450" spc="-190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0.3</a:t>
            </a:r>
            <a:r>
              <a:rPr sz="2450" spc="-185" dirty="0">
                <a:latin typeface="Times New Roman"/>
                <a:cs typeface="Times New Roman"/>
              </a:rPr>
              <a:t> </a:t>
            </a:r>
            <a:r>
              <a:rPr sz="2450" i="1" spc="10" dirty="0">
                <a:latin typeface="Times New Roman"/>
                <a:cs typeface="Times New Roman"/>
              </a:rPr>
              <a:t>j</a:t>
            </a:r>
            <a:r>
              <a:rPr sz="2450" i="1" spc="-360" dirty="0">
                <a:latin typeface="Times New Roman"/>
                <a:cs typeface="Times New Roman"/>
              </a:rPr>
              <a:t> </a:t>
            </a:r>
            <a:r>
              <a:rPr sz="4875" spc="-44" baseline="-3418" dirty="0">
                <a:latin typeface="Symbol"/>
                <a:cs typeface="Symbol"/>
              </a:rPr>
              <a:t></a:t>
            </a:r>
            <a:r>
              <a:rPr sz="4875" spc="-390" baseline="-3418" dirty="0">
                <a:latin typeface="Symbol"/>
                <a:cs typeface="Symbol"/>
              </a:rPr>
              <a:t></a:t>
            </a:r>
            <a:r>
              <a:rPr sz="4875" spc="-735" baseline="-3418" dirty="0">
                <a:latin typeface="Times New Roman"/>
                <a:cs typeface="Times New Roman"/>
              </a:rPr>
              <a:t> </a:t>
            </a:r>
            <a:r>
              <a:rPr sz="2450" i="1" spc="1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</a:t>
            </a:r>
            <a:r>
              <a:rPr sz="2450" spc="-229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0.6</a:t>
            </a:r>
            <a:r>
              <a:rPr sz="2450" spc="-22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</a:t>
            </a:r>
            <a:r>
              <a:rPr sz="2450" spc="-229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0.3</a:t>
            </a:r>
            <a:r>
              <a:rPr sz="2450" spc="-185" dirty="0">
                <a:latin typeface="Times New Roman"/>
                <a:cs typeface="Times New Roman"/>
              </a:rPr>
              <a:t> </a:t>
            </a:r>
            <a:r>
              <a:rPr sz="2450" i="1" spc="10" dirty="0">
                <a:latin typeface="Times New Roman"/>
                <a:cs typeface="Times New Roman"/>
              </a:rPr>
              <a:t>j</a:t>
            </a:r>
            <a:r>
              <a:rPr sz="2450" i="1" spc="-360" dirty="0">
                <a:latin typeface="Times New Roman"/>
                <a:cs typeface="Times New Roman"/>
              </a:rPr>
              <a:t> </a:t>
            </a:r>
            <a:r>
              <a:rPr sz="4875" spc="-390" baseline="-3418" dirty="0">
                <a:latin typeface="Symbol"/>
                <a:cs typeface="Symbol"/>
              </a:rPr>
              <a:t></a:t>
            </a:r>
            <a:r>
              <a:rPr sz="4875" spc="-405" baseline="-3418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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i="1" spc="180" dirty="0">
                <a:latin typeface="Times New Roman"/>
                <a:cs typeface="Times New Roman"/>
              </a:rPr>
              <a:t>z</a:t>
            </a:r>
            <a:r>
              <a:rPr sz="2775" spc="7" baseline="33033" dirty="0">
                <a:latin typeface="Times New Roman"/>
                <a:cs typeface="Times New Roman"/>
              </a:rPr>
              <a:t>2</a:t>
            </a:r>
            <a:r>
              <a:rPr sz="2775" spc="277" baseline="33033" dirty="0">
                <a:latin typeface="Times New Roman"/>
                <a:cs typeface="Times New Roman"/>
              </a:rPr>
              <a:t> </a:t>
            </a:r>
            <a:r>
              <a:rPr sz="2450" spc="175" dirty="0">
                <a:latin typeface="Symbol"/>
                <a:cs typeface="Symbol"/>
              </a:rPr>
              <a:t></a:t>
            </a:r>
            <a:r>
              <a:rPr sz="2450" spc="15" dirty="0">
                <a:latin typeface="Times New Roman"/>
                <a:cs typeface="Times New Roman"/>
              </a:rPr>
              <a:t>1.</a:t>
            </a:r>
            <a:r>
              <a:rPr sz="2450" spc="175" dirty="0">
                <a:latin typeface="Times New Roman"/>
                <a:cs typeface="Times New Roman"/>
              </a:rPr>
              <a:t>2</a:t>
            </a:r>
            <a:r>
              <a:rPr sz="2450" i="1" spc="15" dirty="0">
                <a:latin typeface="Times New Roman"/>
                <a:cs typeface="Times New Roman"/>
              </a:rPr>
              <a:t>z</a:t>
            </a:r>
            <a:r>
              <a:rPr sz="2450" i="1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</a:t>
            </a:r>
            <a:r>
              <a:rPr sz="2450" spc="-190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0.45</a:t>
            </a:r>
            <a:r>
              <a:rPr sz="2450" spc="-105" dirty="0">
                <a:latin typeface="Times New Roman"/>
                <a:cs typeface="Times New Roman"/>
              </a:rPr>
              <a:t> </a:t>
            </a:r>
            <a:r>
              <a:rPr sz="2450" spc="25" dirty="0">
                <a:latin typeface="Symbol"/>
                <a:cs typeface="Symbol"/>
              </a:rPr>
              <a:t></a:t>
            </a:r>
            <a:r>
              <a:rPr sz="2450" spc="-70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0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  <a:tabLst>
                <a:tab pos="3653154" algn="l"/>
                <a:tab pos="4029710" algn="l"/>
              </a:tabLst>
            </a:pP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i="1" spc="70" dirty="0">
                <a:latin typeface="Times New Roman"/>
                <a:cs typeface="Times New Roman"/>
              </a:rPr>
              <a:t>f</a:t>
            </a:r>
            <a:r>
              <a:rPr sz="2775" spc="44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7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spc="7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spc="125" dirty="0">
                <a:latin typeface="Symbol"/>
                <a:cs typeface="Symbol"/>
              </a:rPr>
              <a:t></a:t>
            </a:r>
            <a:r>
              <a:rPr sz="2500" spc="175" dirty="0">
                <a:latin typeface="Times New Roman"/>
                <a:cs typeface="Times New Roman"/>
              </a:rPr>
              <a:t>1</a:t>
            </a:r>
            <a:r>
              <a:rPr sz="2500" spc="-15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8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I</a:t>
            </a:r>
            <a:r>
              <a:rPr sz="2775" i="1" spc="-315" baseline="-19519" dirty="0">
                <a:latin typeface="Times New Roman"/>
                <a:cs typeface="Times New Roman"/>
              </a:rPr>
              <a:t> 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9" baseline="-19519" dirty="0">
                <a:latin typeface="Times New Roman"/>
                <a:cs typeface="Times New Roman"/>
              </a:rPr>
              <a:t>1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Symbol"/>
                <a:cs typeface="Symbol"/>
              </a:rPr>
              <a:t></a:t>
            </a:r>
            <a:r>
              <a:rPr sz="2500" spc="-15" dirty="0">
                <a:latin typeface="Times New Roman"/>
                <a:cs typeface="Times New Roman"/>
              </a:rPr>
              <a:t>1.2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0" dirty="0">
                <a:latin typeface="Times New Roman"/>
                <a:cs typeface="Times New Roman"/>
              </a:rPr>
              <a:t>;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0" dirty="0">
                <a:latin typeface="Times New Roman"/>
                <a:cs typeface="Times New Roman"/>
              </a:rPr>
              <a:t>(</a:t>
            </a:r>
            <a:r>
              <a:rPr sz="2500" spc="50" dirty="0">
                <a:latin typeface="Symbol"/>
                <a:cs typeface="Symbol"/>
              </a:rPr>
              <a:t></a:t>
            </a:r>
            <a:r>
              <a:rPr sz="2500" i="1" spc="-240" dirty="0">
                <a:latin typeface="Times New Roman"/>
                <a:cs typeface="Times New Roman"/>
              </a:rPr>
              <a:t>a</a:t>
            </a:r>
            <a:r>
              <a:rPr sz="2775" spc="7" baseline="-19519" dirty="0">
                <a:latin typeface="Times New Roman"/>
                <a:cs typeface="Times New Roman"/>
              </a:rPr>
              <a:t>1</a:t>
            </a:r>
            <a:r>
              <a:rPr sz="2775" spc="67" baseline="-1951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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f</a:t>
            </a:r>
            <a:r>
              <a:rPr sz="2775" spc="44" baseline="-19519" dirty="0">
                <a:latin typeface="Times New Roman"/>
                <a:cs typeface="Times New Roman"/>
              </a:rPr>
              <a:t>0</a:t>
            </a:r>
            <a:r>
              <a:rPr sz="2500" i="1" spc="-355" dirty="0">
                <a:latin typeface="Times New Roman"/>
                <a:cs typeface="Times New Roman"/>
              </a:rPr>
              <a:t>b</a:t>
            </a:r>
            <a:r>
              <a:rPr sz="2775" spc="179" baseline="-19519" dirty="0">
                <a:latin typeface="Times New Roman"/>
                <a:cs typeface="Times New Roman"/>
              </a:rPr>
              <a:t>1</a:t>
            </a:r>
            <a:r>
              <a:rPr sz="2500" spc="-10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Symbol"/>
                <a:cs typeface="Symbol"/>
              </a:rPr>
              <a:t>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0.45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815" y="4064008"/>
            <a:ext cx="1436370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i="1" spc="75" dirty="0">
                <a:latin typeface="Times New Roman"/>
                <a:cs typeface="Times New Roman"/>
              </a:rPr>
              <a:t>f</a:t>
            </a:r>
            <a:r>
              <a:rPr sz="2775" spc="-15" baseline="-19519" dirty="0">
                <a:latin typeface="Times New Roman"/>
                <a:cs typeface="Times New Roman"/>
              </a:rPr>
              <a:t>0</a:t>
            </a:r>
            <a:r>
              <a:rPr sz="2775" baseline="-19519" dirty="0">
                <a:latin typeface="Times New Roman"/>
                <a:cs typeface="Times New Roman"/>
              </a:rPr>
              <a:t> </a:t>
            </a:r>
            <a:r>
              <a:rPr sz="2775" spc="-202" baseline="-19519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r>
              <a:rPr sz="2450" spc="-8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0.2188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738" y="4036667"/>
            <a:ext cx="1504950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6555" algn="l"/>
              </a:tabLst>
            </a:pPr>
            <a:r>
              <a:rPr sz="2450" i="1" spc="110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I</a:t>
            </a:r>
            <a:r>
              <a:rPr sz="2775" i="1" baseline="-19519" dirty="0">
                <a:latin typeface="Times New Roman"/>
                <a:cs typeface="Times New Roman"/>
              </a:rPr>
              <a:t>	</a:t>
            </a:r>
            <a:r>
              <a:rPr sz="2450" spc="10" dirty="0">
                <a:latin typeface="Symbol"/>
                <a:cs typeface="Symbol"/>
              </a:rPr>
              <a:t></a:t>
            </a:r>
            <a:r>
              <a:rPr sz="2450" spc="-75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Times New Roman"/>
                <a:cs typeface="Times New Roman"/>
              </a:rPr>
              <a:t>0.1563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7129" y="4328160"/>
            <a:ext cx="2600955" cy="2197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9603" y="4699049"/>
            <a:ext cx="6275705" cy="166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320"/>
              </a:lnSpc>
            </a:pPr>
            <a:r>
              <a:rPr sz="2400" spc="-110" dirty="0">
                <a:latin typeface="Calibri"/>
                <a:cs typeface="Calibri"/>
              </a:rPr>
              <a:t>T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s)</a:t>
            </a:r>
            <a:endParaRPr sz="2400">
              <a:latin typeface="Calibri"/>
              <a:cs typeface="Calibri"/>
            </a:endParaRPr>
          </a:p>
          <a:p>
            <a:pPr marL="25400" marR="1076325" indent="-635">
              <a:lnSpc>
                <a:spcPct val="80200"/>
              </a:lnSpc>
              <a:spcBef>
                <a:spcPts val="1300"/>
              </a:spcBef>
            </a:pP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Calibri"/>
                <a:cs typeface="Calibri"/>
              </a:rPr>
              <a:t>f</a:t>
            </a:r>
            <a:r>
              <a:rPr sz="2400" i="1" spc="-15" baseline="-20833" dirty="0">
                <a:latin typeface="Calibri"/>
                <a:cs typeface="Calibri"/>
              </a:rPr>
              <a:t>0</a:t>
            </a:r>
            <a:r>
              <a:rPr sz="2400" i="1" spc="217" baseline="-20833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k</a:t>
            </a:r>
            <a:r>
              <a:rPr sz="2400" i="1" spc="-7" baseline="-20833" dirty="0">
                <a:latin typeface="Calibri"/>
                <a:cs typeface="Calibri"/>
              </a:rPr>
              <a:t>I</a:t>
            </a:r>
            <a:r>
              <a:rPr sz="2400" i="1" spc="172" baseline="-20833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un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5" dirty="0">
                <a:latin typeface="Calibri"/>
                <a:cs typeface="Calibri"/>
              </a:rPr>
              <a:t>fi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6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14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Si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612148" y="2179308"/>
            <a:ext cx="5857240" cy="4396740"/>
          </a:xfrm>
          <a:custGeom>
            <a:avLst/>
            <a:gdLst/>
            <a:ahLst/>
            <a:cxnLst/>
            <a:rect l="l" t="t" r="r" b="b"/>
            <a:pathLst>
              <a:path w="5857240" h="4396740">
                <a:moveTo>
                  <a:pt x="0" y="4396739"/>
                </a:moveTo>
                <a:lnTo>
                  <a:pt x="5857219" y="4396739"/>
                </a:lnTo>
                <a:lnTo>
                  <a:pt x="5857219" y="0"/>
                </a:lnTo>
                <a:lnTo>
                  <a:pt x="0" y="0"/>
                </a:lnTo>
                <a:lnTo>
                  <a:pt x="0" y="4396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5672" y="2514319"/>
            <a:ext cx="4529455" cy="3569970"/>
          </a:xfrm>
          <a:custGeom>
            <a:avLst/>
            <a:gdLst/>
            <a:ahLst/>
            <a:cxnLst/>
            <a:rect l="l" t="t" r="r" b="b"/>
            <a:pathLst>
              <a:path w="4529455" h="3569970">
                <a:moveTo>
                  <a:pt x="0" y="3569726"/>
                </a:moveTo>
                <a:lnTo>
                  <a:pt x="4528901" y="3569726"/>
                </a:lnTo>
                <a:lnTo>
                  <a:pt x="4528901" y="0"/>
                </a:lnTo>
                <a:lnTo>
                  <a:pt x="0" y="0"/>
                </a:lnTo>
                <a:lnTo>
                  <a:pt x="0" y="35697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5673" y="2514318"/>
            <a:ext cx="4529455" cy="3569970"/>
          </a:xfrm>
          <a:custGeom>
            <a:avLst/>
            <a:gdLst/>
            <a:ahLst/>
            <a:cxnLst/>
            <a:rect l="l" t="t" r="r" b="b"/>
            <a:pathLst>
              <a:path w="4529455" h="3569970">
                <a:moveTo>
                  <a:pt x="0" y="0"/>
                </a:moveTo>
                <a:lnTo>
                  <a:pt x="4528914" y="0"/>
                </a:lnTo>
                <a:lnTo>
                  <a:pt x="4528914" y="3569730"/>
                </a:lnTo>
                <a:lnTo>
                  <a:pt x="0" y="3569730"/>
                </a:lnTo>
                <a:lnTo>
                  <a:pt x="0" y="0"/>
                </a:lnTo>
                <a:close/>
              </a:path>
            </a:pathLst>
          </a:custGeom>
          <a:ln w="1046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5673" y="2514318"/>
            <a:ext cx="4529455" cy="0"/>
          </a:xfrm>
          <a:custGeom>
            <a:avLst/>
            <a:gdLst/>
            <a:ahLst/>
            <a:cxnLst/>
            <a:rect l="l" t="t" r="r" b="b"/>
            <a:pathLst>
              <a:path w="4529455">
                <a:moveTo>
                  <a:pt x="0" y="0"/>
                </a:moveTo>
                <a:lnTo>
                  <a:pt x="452891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4588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5673" y="6084048"/>
            <a:ext cx="4529455" cy="0"/>
          </a:xfrm>
          <a:custGeom>
            <a:avLst/>
            <a:gdLst/>
            <a:ahLst/>
            <a:cxnLst/>
            <a:rect l="l" t="t" r="r" b="b"/>
            <a:pathLst>
              <a:path w="4529455">
                <a:moveTo>
                  <a:pt x="0" y="0"/>
                </a:moveTo>
                <a:lnTo>
                  <a:pt x="452891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04588" y="6084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04588" y="2514318"/>
            <a:ext cx="0" cy="3569970"/>
          </a:xfrm>
          <a:custGeom>
            <a:avLst/>
            <a:gdLst/>
            <a:ahLst/>
            <a:cxnLst/>
            <a:rect l="l" t="t" r="r" b="b"/>
            <a:pathLst>
              <a:path h="3569970">
                <a:moveTo>
                  <a:pt x="0" y="3569730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04588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75679" y="2514318"/>
            <a:ext cx="0" cy="3569970"/>
          </a:xfrm>
          <a:custGeom>
            <a:avLst/>
            <a:gdLst/>
            <a:ahLst/>
            <a:cxnLst/>
            <a:rect l="l" t="t" r="r" b="b"/>
            <a:pathLst>
              <a:path h="3569970">
                <a:moveTo>
                  <a:pt x="0" y="3569730"/>
                </a:moveTo>
                <a:lnTo>
                  <a:pt x="0" y="0"/>
                </a:lnTo>
              </a:path>
            </a:pathLst>
          </a:custGeom>
          <a:ln w="10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75673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04588" y="6084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75673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41753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41753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41753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41753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97673" y="6139033"/>
            <a:ext cx="101600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12419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12419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12419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12419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126515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72633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72633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72633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72633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586725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15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132840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32840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32840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32840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046935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93071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93071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93071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93071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507146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25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53272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053272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053272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053272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967356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30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513473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513473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13473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13473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427566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35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984155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984155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984155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984155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898241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40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444387" y="6042175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41873"/>
                </a:moveTo>
                <a:lnTo>
                  <a:pt x="0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44387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44387" y="2514318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89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44387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5358451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45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904588" y="60421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904588" y="25562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818661" y="6139033"/>
            <a:ext cx="17208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50</a:t>
            </a:r>
            <a:endParaRPr sz="105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417510" y="6084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862756" y="6084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091033" y="6013410"/>
            <a:ext cx="25844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-</a:t>
            </a:r>
            <a:r>
              <a:rPr sz="1050" spc="-15" dirty="0">
                <a:latin typeface="Arial"/>
                <a:cs typeface="Arial"/>
              </a:rPr>
              <a:t>0</a:t>
            </a:r>
            <a:r>
              <a:rPr sz="1050" spc="30" dirty="0">
                <a:latin typeface="Arial"/>
                <a:cs typeface="Arial"/>
              </a:rPr>
              <a:t>.</a:t>
            </a:r>
            <a:r>
              <a:rPr sz="1050" spc="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375685" y="5571093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82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17510" y="55710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62756" y="5571093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4183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62756" y="55710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247923" y="5500453"/>
            <a:ext cx="101600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375685" y="5068615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82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17510" y="50686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862756" y="5068615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4183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862756" y="506861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1132872" y="4997968"/>
            <a:ext cx="21653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0</a:t>
            </a:r>
            <a:r>
              <a:rPr sz="1050" spc="30" dirty="0">
                <a:latin typeface="Arial"/>
                <a:cs typeface="Arial"/>
              </a:rPr>
              <a:t>.</a:t>
            </a:r>
            <a:r>
              <a:rPr sz="1050" spc="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375685" y="4555660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82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417510" y="45556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862756" y="4555660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4183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862756" y="45556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132872" y="4485014"/>
            <a:ext cx="21653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0</a:t>
            </a:r>
            <a:r>
              <a:rPr sz="1050" spc="30" dirty="0">
                <a:latin typeface="Arial"/>
                <a:cs typeface="Arial"/>
              </a:rPr>
              <a:t>.</a:t>
            </a:r>
            <a:r>
              <a:rPr sz="1050" spc="5" dirty="0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375685" y="4042705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82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417510" y="404270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862756" y="4042705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4183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862756" y="404270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1132872" y="3972073"/>
            <a:ext cx="21653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0</a:t>
            </a:r>
            <a:r>
              <a:rPr sz="1050" spc="30" dirty="0">
                <a:latin typeface="Arial"/>
                <a:cs typeface="Arial"/>
              </a:rPr>
              <a:t>.</a:t>
            </a:r>
            <a:r>
              <a:rPr sz="1050" spc="5" dirty="0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375685" y="3529769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824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417510" y="35297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862756" y="3529769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4183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862756" y="35297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1132872" y="3459107"/>
            <a:ext cx="21653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0</a:t>
            </a:r>
            <a:r>
              <a:rPr sz="1050" spc="30" dirty="0">
                <a:latin typeface="Arial"/>
                <a:cs typeface="Arial"/>
              </a:rPr>
              <a:t>.</a:t>
            </a:r>
            <a:r>
              <a:rPr sz="1050" spc="5" dirty="0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1375685" y="3027272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837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417522" y="30272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862756" y="3027272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4183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862756" y="30272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247923" y="2956619"/>
            <a:ext cx="101600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417522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862756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1132872" y="2443678"/>
            <a:ext cx="21653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5" dirty="0">
                <a:latin typeface="Arial"/>
                <a:cs typeface="Arial"/>
              </a:rPr>
              <a:t>1</a:t>
            </a:r>
            <a:r>
              <a:rPr sz="1050" spc="30" dirty="0">
                <a:latin typeface="Arial"/>
                <a:cs typeface="Arial"/>
              </a:rPr>
              <a:t>.</a:t>
            </a:r>
            <a:r>
              <a:rPr sz="1050" spc="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904588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904588" y="6084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904588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375685" y="251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375673" y="3027272"/>
            <a:ext cx="4529455" cy="2543810"/>
          </a:xfrm>
          <a:custGeom>
            <a:avLst/>
            <a:gdLst/>
            <a:ahLst/>
            <a:cxnLst/>
            <a:rect l="l" t="t" r="r" b="b"/>
            <a:pathLst>
              <a:path w="4529455" h="2543810">
                <a:moveTo>
                  <a:pt x="0" y="2543820"/>
                </a:moveTo>
                <a:lnTo>
                  <a:pt x="94130" y="2543820"/>
                </a:lnTo>
                <a:lnTo>
                  <a:pt x="188272" y="2543820"/>
                </a:lnTo>
                <a:lnTo>
                  <a:pt x="282402" y="2543820"/>
                </a:lnTo>
                <a:lnTo>
                  <a:pt x="366079" y="0"/>
                </a:lnTo>
                <a:lnTo>
                  <a:pt x="4434771" y="0"/>
                </a:lnTo>
                <a:lnTo>
                  <a:pt x="4528914" y="0"/>
                </a:lnTo>
              </a:path>
            </a:pathLst>
          </a:custGeom>
          <a:ln w="10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375673" y="3027272"/>
            <a:ext cx="4529455" cy="2543810"/>
          </a:xfrm>
          <a:custGeom>
            <a:avLst/>
            <a:gdLst/>
            <a:ahLst/>
            <a:cxnLst/>
            <a:rect l="l" t="t" r="r" b="b"/>
            <a:pathLst>
              <a:path w="4529455" h="2543810">
                <a:moveTo>
                  <a:pt x="0" y="2543820"/>
                </a:moveTo>
                <a:lnTo>
                  <a:pt x="94130" y="2543820"/>
                </a:lnTo>
                <a:lnTo>
                  <a:pt x="188272" y="2543820"/>
                </a:lnTo>
                <a:lnTo>
                  <a:pt x="282402" y="2543820"/>
                </a:lnTo>
                <a:lnTo>
                  <a:pt x="366079" y="2543820"/>
                </a:lnTo>
                <a:lnTo>
                  <a:pt x="460210" y="2449605"/>
                </a:lnTo>
                <a:lnTo>
                  <a:pt x="554343" y="2282110"/>
                </a:lnTo>
                <a:lnTo>
                  <a:pt x="648485" y="2083215"/>
                </a:lnTo>
                <a:lnTo>
                  <a:pt x="742616" y="1873847"/>
                </a:lnTo>
                <a:lnTo>
                  <a:pt x="836746" y="1664475"/>
                </a:lnTo>
                <a:lnTo>
                  <a:pt x="920423" y="1465581"/>
                </a:lnTo>
                <a:lnTo>
                  <a:pt x="1014553" y="1277142"/>
                </a:lnTo>
                <a:lnTo>
                  <a:pt x="1108696" y="1109659"/>
                </a:lnTo>
                <a:lnTo>
                  <a:pt x="1202829" y="952625"/>
                </a:lnTo>
                <a:lnTo>
                  <a:pt x="1296959" y="816538"/>
                </a:lnTo>
                <a:lnTo>
                  <a:pt x="1391089" y="701371"/>
                </a:lnTo>
                <a:lnTo>
                  <a:pt x="1474766" y="596689"/>
                </a:lnTo>
                <a:lnTo>
                  <a:pt x="1568909" y="502495"/>
                </a:lnTo>
                <a:lnTo>
                  <a:pt x="1663039" y="418731"/>
                </a:lnTo>
                <a:lnTo>
                  <a:pt x="1757166" y="355915"/>
                </a:lnTo>
                <a:lnTo>
                  <a:pt x="1851309" y="303589"/>
                </a:lnTo>
                <a:lnTo>
                  <a:pt x="1945451" y="251232"/>
                </a:lnTo>
                <a:lnTo>
                  <a:pt x="2029113" y="209365"/>
                </a:lnTo>
                <a:lnTo>
                  <a:pt x="2123255" y="177957"/>
                </a:lnTo>
                <a:lnTo>
                  <a:pt x="2217398" y="146549"/>
                </a:lnTo>
                <a:lnTo>
                  <a:pt x="2311510" y="115141"/>
                </a:lnTo>
                <a:lnTo>
                  <a:pt x="2405652" y="94223"/>
                </a:lnTo>
                <a:lnTo>
                  <a:pt x="2499794" y="83734"/>
                </a:lnTo>
                <a:lnTo>
                  <a:pt x="2583456" y="62815"/>
                </a:lnTo>
                <a:lnTo>
                  <a:pt x="2677599" y="52326"/>
                </a:lnTo>
                <a:lnTo>
                  <a:pt x="2771741" y="41867"/>
                </a:lnTo>
                <a:lnTo>
                  <a:pt x="2865884" y="31407"/>
                </a:lnTo>
                <a:lnTo>
                  <a:pt x="2959995" y="31407"/>
                </a:lnTo>
                <a:lnTo>
                  <a:pt x="3054138" y="20948"/>
                </a:lnTo>
                <a:lnTo>
                  <a:pt x="3137800" y="20948"/>
                </a:lnTo>
                <a:lnTo>
                  <a:pt x="3231942" y="10489"/>
                </a:lnTo>
                <a:lnTo>
                  <a:pt x="3326085" y="10489"/>
                </a:lnTo>
                <a:lnTo>
                  <a:pt x="3420227" y="10489"/>
                </a:lnTo>
                <a:lnTo>
                  <a:pt x="3514339" y="10489"/>
                </a:lnTo>
                <a:lnTo>
                  <a:pt x="3608481" y="10489"/>
                </a:lnTo>
                <a:lnTo>
                  <a:pt x="3692143" y="0"/>
                </a:lnTo>
                <a:lnTo>
                  <a:pt x="4434771" y="0"/>
                </a:lnTo>
                <a:lnTo>
                  <a:pt x="4528914" y="0"/>
                </a:lnTo>
              </a:path>
            </a:pathLst>
          </a:custGeom>
          <a:ln w="10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904588" y="30272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375673" y="2807448"/>
            <a:ext cx="4529455" cy="2764155"/>
          </a:xfrm>
          <a:custGeom>
            <a:avLst/>
            <a:gdLst/>
            <a:ahLst/>
            <a:cxnLst/>
            <a:rect l="l" t="t" r="r" b="b"/>
            <a:pathLst>
              <a:path w="4529455" h="2764154">
                <a:moveTo>
                  <a:pt x="0" y="2763645"/>
                </a:moveTo>
                <a:lnTo>
                  <a:pt x="94130" y="2763645"/>
                </a:lnTo>
                <a:lnTo>
                  <a:pt x="188272" y="2763645"/>
                </a:lnTo>
                <a:lnTo>
                  <a:pt x="282402" y="2763645"/>
                </a:lnTo>
                <a:lnTo>
                  <a:pt x="366079" y="2763645"/>
                </a:lnTo>
                <a:lnTo>
                  <a:pt x="460210" y="2564750"/>
                </a:lnTo>
                <a:lnTo>
                  <a:pt x="554343" y="2240224"/>
                </a:lnTo>
                <a:lnTo>
                  <a:pt x="648485" y="1852892"/>
                </a:lnTo>
                <a:lnTo>
                  <a:pt x="742616" y="1465571"/>
                </a:lnTo>
                <a:lnTo>
                  <a:pt x="836746" y="1099169"/>
                </a:lnTo>
                <a:lnTo>
                  <a:pt x="920423" y="774646"/>
                </a:lnTo>
                <a:lnTo>
                  <a:pt x="1014553" y="512955"/>
                </a:lnTo>
                <a:lnTo>
                  <a:pt x="1108696" y="314048"/>
                </a:lnTo>
                <a:lnTo>
                  <a:pt x="1202829" y="167498"/>
                </a:lnTo>
                <a:lnTo>
                  <a:pt x="1296959" y="73274"/>
                </a:lnTo>
                <a:lnTo>
                  <a:pt x="1391089" y="20918"/>
                </a:lnTo>
                <a:lnTo>
                  <a:pt x="1474766" y="0"/>
                </a:lnTo>
                <a:lnTo>
                  <a:pt x="1568909" y="0"/>
                </a:lnTo>
                <a:lnTo>
                  <a:pt x="1663039" y="20918"/>
                </a:lnTo>
                <a:lnTo>
                  <a:pt x="1757166" y="52326"/>
                </a:lnTo>
                <a:lnTo>
                  <a:pt x="1851309" y="83734"/>
                </a:lnTo>
                <a:lnTo>
                  <a:pt x="1945451" y="115141"/>
                </a:lnTo>
                <a:lnTo>
                  <a:pt x="2029113" y="146549"/>
                </a:lnTo>
                <a:lnTo>
                  <a:pt x="2123255" y="177957"/>
                </a:lnTo>
                <a:lnTo>
                  <a:pt x="2217398" y="198906"/>
                </a:lnTo>
                <a:lnTo>
                  <a:pt x="2311510" y="209365"/>
                </a:lnTo>
                <a:lnTo>
                  <a:pt x="2405652" y="219824"/>
                </a:lnTo>
                <a:lnTo>
                  <a:pt x="2499794" y="230314"/>
                </a:lnTo>
                <a:lnTo>
                  <a:pt x="3054138" y="230314"/>
                </a:lnTo>
                <a:lnTo>
                  <a:pt x="3137800" y="219824"/>
                </a:lnTo>
                <a:lnTo>
                  <a:pt x="4434771" y="219824"/>
                </a:lnTo>
                <a:lnTo>
                  <a:pt x="4528914" y="219824"/>
                </a:lnTo>
              </a:path>
            </a:pathLst>
          </a:custGeom>
          <a:ln w="10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904588" y="30272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4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375673" y="3027272"/>
            <a:ext cx="4529455" cy="2543810"/>
          </a:xfrm>
          <a:custGeom>
            <a:avLst/>
            <a:gdLst/>
            <a:ahLst/>
            <a:cxnLst/>
            <a:rect l="l" t="t" r="r" b="b"/>
            <a:pathLst>
              <a:path w="4529455" h="2543810">
                <a:moveTo>
                  <a:pt x="0" y="2543820"/>
                </a:moveTo>
                <a:lnTo>
                  <a:pt x="94130" y="2543820"/>
                </a:lnTo>
                <a:lnTo>
                  <a:pt x="188272" y="2543820"/>
                </a:lnTo>
                <a:lnTo>
                  <a:pt x="282402" y="2543820"/>
                </a:lnTo>
                <a:lnTo>
                  <a:pt x="366079" y="2543820"/>
                </a:lnTo>
                <a:lnTo>
                  <a:pt x="460210" y="1298085"/>
                </a:lnTo>
                <a:lnTo>
                  <a:pt x="554343" y="544362"/>
                </a:lnTo>
                <a:lnTo>
                  <a:pt x="648485" y="209365"/>
                </a:lnTo>
                <a:lnTo>
                  <a:pt x="742616" y="73274"/>
                </a:lnTo>
                <a:lnTo>
                  <a:pt x="836746" y="20948"/>
                </a:lnTo>
                <a:lnTo>
                  <a:pt x="920423" y="10489"/>
                </a:lnTo>
                <a:lnTo>
                  <a:pt x="1014553" y="0"/>
                </a:lnTo>
                <a:lnTo>
                  <a:pt x="1108696" y="0"/>
                </a:lnTo>
                <a:lnTo>
                  <a:pt x="1202829" y="0"/>
                </a:lnTo>
                <a:lnTo>
                  <a:pt x="4434771" y="0"/>
                </a:lnTo>
                <a:lnTo>
                  <a:pt x="4528914" y="0"/>
                </a:lnTo>
              </a:path>
            </a:pathLst>
          </a:custGeom>
          <a:ln w="209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624458" y="2851945"/>
            <a:ext cx="642620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C</a:t>
            </a:r>
            <a:r>
              <a:rPr sz="1050" spc="-15" dirty="0">
                <a:latin typeface="Arial"/>
                <a:cs typeface="Arial"/>
              </a:rPr>
              <a:t>o</a:t>
            </a:r>
            <a:r>
              <a:rPr sz="1050" spc="15" dirty="0">
                <a:latin typeface="Arial"/>
                <a:cs typeface="Arial"/>
              </a:rPr>
              <a:t>mm</a:t>
            </a:r>
            <a:r>
              <a:rPr sz="1050" spc="-15" dirty="0">
                <a:latin typeface="Arial"/>
                <a:cs typeface="Arial"/>
              </a:rPr>
              <a:t>and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120147" y="3427743"/>
            <a:ext cx="561340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D</a:t>
            </a:r>
            <a:r>
              <a:rPr sz="1050" spc="-15" dirty="0">
                <a:latin typeface="Arial"/>
                <a:cs typeface="Arial"/>
              </a:rPr>
              <a:t>e</a:t>
            </a:r>
            <a:r>
              <a:rPr sz="1050" spc="45" dirty="0">
                <a:latin typeface="Arial"/>
                <a:cs typeface="Arial"/>
              </a:rPr>
              <a:t>s</a:t>
            </a:r>
            <a:r>
              <a:rPr sz="1050" spc="5" dirty="0">
                <a:latin typeface="Arial"/>
                <a:cs typeface="Arial"/>
              </a:rPr>
              <a:t>i</a:t>
            </a:r>
            <a:r>
              <a:rPr sz="1050" spc="-15" dirty="0">
                <a:latin typeface="Arial"/>
                <a:cs typeface="Arial"/>
              </a:rPr>
              <a:t>g</a:t>
            </a:r>
            <a:r>
              <a:rPr sz="1050" spc="5" dirty="0">
                <a:latin typeface="Arial"/>
                <a:cs typeface="Arial"/>
              </a:rPr>
              <a:t>n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785378" y="2653121"/>
            <a:ext cx="561340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D</a:t>
            </a:r>
            <a:r>
              <a:rPr sz="1050" spc="-15" dirty="0">
                <a:latin typeface="Arial"/>
                <a:cs typeface="Arial"/>
              </a:rPr>
              <a:t>e</a:t>
            </a:r>
            <a:r>
              <a:rPr sz="1050" spc="45" dirty="0">
                <a:latin typeface="Arial"/>
                <a:cs typeface="Arial"/>
              </a:rPr>
              <a:t>s</a:t>
            </a:r>
            <a:r>
              <a:rPr sz="1050" spc="5" dirty="0">
                <a:latin typeface="Arial"/>
                <a:cs typeface="Arial"/>
              </a:rPr>
              <a:t>i</a:t>
            </a:r>
            <a:r>
              <a:rPr sz="1050" spc="-15" dirty="0">
                <a:latin typeface="Arial"/>
                <a:cs typeface="Arial"/>
              </a:rPr>
              <a:t>g</a:t>
            </a:r>
            <a:r>
              <a:rPr sz="1050" spc="5" dirty="0">
                <a:latin typeface="Arial"/>
                <a:cs typeface="Arial"/>
              </a:rPr>
              <a:t>n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4234351" y="1967226"/>
            <a:ext cx="782955" cy="0"/>
          </a:xfrm>
          <a:custGeom>
            <a:avLst/>
            <a:gdLst/>
            <a:ahLst/>
            <a:cxnLst/>
            <a:rect l="l" t="t" r="r" b="b"/>
            <a:pathLst>
              <a:path w="782954">
                <a:moveTo>
                  <a:pt x="0" y="0"/>
                </a:moveTo>
                <a:lnTo>
                  <a:pt x="782524" y="0"/>
                </a:lnTo>
              </a:path>
            </a:pathLst>
          </a:custGeom>
          <a:ln w="117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4851734" y="1737075"/>
            <a:ext cx="3347085" cy="480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75" spc="-15" baseline="-33670" dirty="0">
                <a:latin typeface="Times New Roman"/>
                <a:cs typeface="Times New Roman"/>
              </a:rPr>
              <a:t>1 </a:t>
            </a:r>
            <a:r>
              <a:rPr sz="2475" spc="-209" baseline="-33670" dirty="0">
                <a:latin typeface="Times New Roman"/>
                <a:cs typeface="Times New Roman"/>
              </a:rPr>
              <a:t> </a:t>
            </a:r>
            <a:r>
              <a:rPr sz="4425" spc="-405" baseline="-2824" dirty="0">
                <a:latin typeface="Symbol"/>
                <a:cs typeface="Symbol"/>
              </a:rPr>
              <a:t></a:t>
            </a:r>
            <a:r>
              <a:rPr sz="4425" spc="-532" baseline="-2824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y</a:t>
            </a:r>
            <a:r>
              <a:rPr sz="2475" i="1" spc="-15" baseline="-20202" dirty="0">
                <a:latin typeface="Times New Roman"/>
                <a:cs typeface="Times New Roman"/>
              </a:rPr>
              <a:t>d</a:t>
            </a:r>
            <a:r>
              <a:rPr sz="2475" i="1" baseline="-20202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18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spc="125" dirty="0">
                <a:latin typeface="Times New Roman"/>
                <a:cs typeface="Times New Roman"/>
              </a:rPr>
              <a:t>)</a:t>
            </a:r>
            <a:r>
              <a:rPr sz="4425" spc="-405" baseline="-2824" dirty="0">
                <a:latin typeface="Symbol"/>
                <a:cs typeface="Symbol"/>
              </a:rPr>
              <a:t></a:t>
            </a:r>
            <a:r>
              <a:rPr sz="4425" spc="-600" baseline="-2824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0.2188</a:t>
            </a:r>
            <a:r>
              <a:rPr sz="2200" spc="-345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y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236180" y="1621592"/>
            <a:ext cx="79248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0.1563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442061" y="1794173"/>
            <a:ext cx="735965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85" dirty="0">
                <a:latin typeface="Times New Roman"/>
                <a:cs typeface="Times New Roman"/>
              </a:rPr>
              <a:t>u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k</a:t>
            </a:r>
            <a:r>
              <a:rPr sz="2200" i="1" spc="-3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235453" y="1977681"/>
            <a:ext cx="642620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15" baseline="33670" dirty="0">
                <a:latin typeface="Symbol"/>
                <a:cs typeface="Symbol"/>
              </a:rPr>
              <a:t></a:t>
            </a:r>
            <a:endParaRPr sz="2475" baseline="3367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784080"/>
            <a:ext cx="5342255" cy="876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100" spc="-30" dirty="0">
                <a:latin typeface="Calibri"/>
                <a:cs typeface="Calibri"/>
              </a:rPr>
              <a:t>W</a:t>
            </a:r>
            <a:r>
              <a:rPr sz="3100" spc="-70" dirty="0">
                <a:latin typeface="Calibri"/>
                <a:cs typeface="Calibri"/>
              </a:rPr>
              <a:t>h</a:t>
            </a:r>
            <a:r>
              <a:rPr sz="3100" spc="-15" dirty="0">
                <a:latin typeface="Calibri"/>
                <a:cs typeface="Calibri"/>
              </a:rPr>
              <a:t>y</a:t>
            </a:r>
            <a:r>
              <a:rPr sz="3100" spc="-60" dirty="0">
                <a:latin typeface="Times New Roman"/>
                <a:cs typeface="Times New Roman"/>
              </a:rPr>
              <a:t> </a:t>
            </a:r>
            <a:r>
              <a:rPr sz="3100" spc="-35" dirty="0">
                <a:latin typeface="Calibri"/>
                <a:cs typeface="Calibri"/>
              </a:rPr>
              <a:t>g</a:t>
            </a:r>
            <a:r>
              <a:rPr sz="3100" dirty="0">
                <a:latin typeface="Calibri"/>
                <a:cs typeface="Calibri"/>
              </a:rPr>
              <a:t>o</a:t>
            </a:r>
            <a:r>
              <a:rPr sz="3100" spc="-90" dirty="0">
                <a:latin typeface="Times New Roman"/>
                <a:cs typeface="Times New Roman"/>
              </a:rPr>
              <a:t> </a:t>
            </a:r>
            <a:r>
              <a:rPr sz="3100" spc="-55" dirty="0">
                <a:latin typeface="Calibri"/>
                <a:cs typeface="Calibri"/>
              </a:rPr>
              <a:t>t</a:t>
            </a:r>
            <a:r>
              <a:rPr sz="3100" dirty="0">
                <a:latin typeface="Calibri"/>
                <a:cs typeface="Calibri"/>
              </a:rPr>
              <a:t>o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spc="-15" dirty="0">
                <a:latin typeface="Calibri"/>
                <a:cs typeface="Calibri"/>
              </a:rPr>
              <a:t>t</a:t>
            </a:r>
            <a:r>
              <a:rPr sz="3100" spc="-10" dirty="0">
                <a:latin typeface="Calibri"/>
                <a:cs typeface="Calibri"/>
              </a:rPr>
              <a:t>h</a:t>
            </a:r>
            <a:r>
              <a:rPr sz="3100" spc="-20" dirty="0">
                <a:latin typeface="Calibri"/>
                <a:cs typeface="Calibri"/>
              </a:rPr>
              <a:t>e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spc="-15" dirty="0">
                <a:latin typeface="Calibri"/>
                <a:cs typeface="Calibri"/>
              </a:rPr>
              <a:t>t</a:t>
            </a:r>
            <a:r>
              <a:rPr sz="3100" spc="-80" dirty="0">
                <a:latin typeface="Calibri"/>
                <a:cs typeface="Calibri"/>
              </a:rPr>
              <a:t>r</a:t>
            </a:r>
            <a:r>
              <a:rPr sz="3100" spc="5" dirty="0">
                <a:latin typeface="Calibri"/>
                <a:cs typeface="Calibri"/>
              </a:rPr>
              <a:t>o</a:t>
            </a:r>
            <a:r>
              <a:rPr sz="3100" spc="-15" dirty="0">
                <a:latin typeface="Calibri"/>
                <a:cs typeface="Calibri"/>
              </a:rPr>
              <a:t>u</a:t>
            </a:r>
            <a:r>
              <a:rPr sz="3100" spc="-10" dirty="0">
                <a:latin typeface="Calibri"/>
                <a:cs typeface="Calibri"/>
              </a:rPr>
              <a:t>b</a:t>
            </a:r>
            <a:r>
              <a:rPr sz="3100" spc="5" dirty="0">
                <a:latin typeface="Calibri"/>
                <a:cs typeface="Calibri"/>
              </a:rPr>
              <a:t>l</a:t>
            </a:r>
            <a:r>
              <a:rPr sz="3100" spc="-20" dirty="0">
                <a:latin typeface="Calibri"/>
                <a:cs typeface="Calibri"/>
              </a:rPr>
              <a:t>e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spc="5" dirty="0">
                <a:latin typeface="Calibri"/>
                <a:cs typeface="Calibri"/>
              </a:rPr>
              <a:t>o</a:t>
            </a:r>
            <a:r>
              <a:rPr sz="3100" dirty="0">
                <a:latin typeface="Calibri"/>
                <a:cs typeface="Calibri"/>
              </a:rPr>
              <a:t>f</a:t>
            </a:r>
            <a:r>
              <a:rPr sz="3100" spc="-8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Calibri"/>
                <a:cs typeface="Calibri"/>
              </a:rPr>
              <a:t>d</a:t>
            </a:r>
            <a:r>
              <a:rPr sz="3100" spc="-45" dirty="0">
                <a:latin typeface="Calibri"/>
                <a:cs typeface="Calibri"/>
              </a:rPr>
              <a:t>e</a:t>
            </a:r>
            <a:r>
              <a:rPr sz="3100" spc="-10" dirty="0">
                <a:latin typeface="Calibri"/>
                <a:cs typeface="Calibri"/>
              </a:rPr>
              <a:t>f</a:t>
            </a:r>
            <a:r>
              <a:rPr sz="3100" spc="5" dirty="0">
                <a:latin typeface="Calibri"/>
                <a:cs typeface="Calibri"/>
              </a:rPr>
              <a:t>i</a:t>
            </a:r>
            <a:r>
              <a:rPr sz="3100" spc="-10" dirty="0">
                <a:latin typeface="Calibri"/>
                <a:cs typeface="Calibri"/>
              </a:rPr>
              <a:t>n</a:t>
            </a:r>
            <a:r>
              <a:rPr sz="3100" spc="5" dirty="0">
                <a:latin typeface="Calibri"/>
                <a:cs typeface="Calibri"/>
              </a:rPr>
              <a:t>i</a:t>
            </a:r>
            <a:r>
              <a:rPr sz="3100" spc="-10" dirty="0">
                <a:latin typeface="Calibri"/>
                <a:cs typeface="Calibri"/>
              </a:rPr>
              <a:t>n</a:t>
            </a:r>
            <a:r>
              <a:rPr sz="3100" spc="-15" dirty="0">
                <a:latin typeface="Calibri"/>
                <a:cs typeface="Calibri"/>
              </a:rPr>
              <a:t>g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spc="-15" dirty="0">
                <a:latin typeface="Calibri"/>
                <a:cs typeface="Calibri"/>
              </a:rPr>
              <a:t>t</a:t>
            </a:r>
            <a:r>
              <a:rPr sz="3100" spc="-10" dirty="0">
                <a:latin typeface="Calibri"/>
                <a:cs typeface="Calibri"/>
              </a:rPr>
              <a:t>h</a:t>
            </a:r>
            <a:r>
              <a:rPr sz="3100" spc="-20" dirty="0">
                <a:latin typeface="Calibri"/>
                <a:cs typeface="Calibri"/>
              </a:rPr>
              <a:t>e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spc="-35" dirty="0">
                <a:latin typeface="Calibri"/>
                <a:cs typeface="Calibri"/>
              </a:rPr>
              <a:t>s</a:t>
            </a:r>
            <a:r>
              <a:rPr sz="3100" spc="-55" dirty="0">
                <a:latin typeface="Calibri"/>
                <a:cs typeface="Calibri"/>
              </a:rPr>
              <a:t>t</a:t>
            </a:r>
            <a:r>
              <a:rPr sz="3100" spc="-25" dirty="0">
                <a:latin typeface="Calibri"/>
                <a:cs typeface="Calibri"/>
              </a:rPr>
              <a:t>a</a:t>
            </a:r>
            <a:r>
              <a:rPr sz="3100" spc="-55" dirty="0">
                <a:latin typeface="Calibri"/>
                <a:cs typeface="Calibri"/>
              </a:rPr>
              <a:t>t</a:t>
            </a:r>
            <a:r>
              <a:rPr sz="3100" spc="-20" dirty="0">
                <a:latin typeface="Calibri"/>
                <a:cs typeface="Calibri"/>
              </a:rPr>
              <a:t>e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spc="5" dirty="0">
                <a:latin typeface="Calibri"/>
                <a:cs typeface="Calibri"/>
              </a:rPr>
              <a:t>s</a:t>
            </a:r>
            <a:r>
              <a:rPr sz="3100" spc="-10" dirty="0">
                <a:latin typeface="Calibri"/>
                <a:cs typeface="Calibri"/>
              </a:rPr>
              <a:t>p</a:t>
            </a:r>
            <a:r>
              <a:rPr sz="3100" spc="-5" dirty="0">
                <a:latin typeface="Calibri"/>
                <a:cs typeface="Calibri"/>
              </a:rPr>
              <a:t>a</a:t>
            </a:r>
            <a:r>
              <a:rPr sz="3100" spc="-10" dirty="0">
                <a:latin typeface="Calibri"/>
                <a:cs typeface="Calibri"/>
              </a:rPr>
              <a:t>c</a:t>
            </a:r>
            <a:r>
              <a:rPr sz="3100" spc="-20" dirty="0">
                <a:latin typeface="Calibri"/>
                <a:cs typeface="Calibri"/>
              </a:rPr>
              <a:t>e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Calibri"/>
                <a:cs typeface="Calibri"/>
              </a:rPr>
              <a:t>m</a:t>
            </a:r>
            <a:r>
              <a:rPr sz="3100" spc="5" dirty="0">
                <a:latin typeface="Calibri"/>
                <a:cs typeface="Calibri"/>
              </a:rPr>
              <a:t>o</a:t>
            </a:r>
            <a:r>
              <a:rPr sz="3100" spc="-10" dirty="0">
                <a:latin typeface="Calibri"/>
                <a:cs typeface="Calibri"/>
              </a:rPr>
              <a:t>d</a:t>
            </a:r>
            <a:r>
              <a:rPr sz="3100" spc="-5" dirty="0">
                <a:latin typeface="Calibri"/>
                <a:cs typeface="Calibri"/>
              </a:rPr>
              <a:t>e</a:t>
            </a:r>
            <a:r>
              <a:rPr sz="3100" spc="5" dirty="0">
                <a:latin typeface="Calibri"/>
                <a:cs typeface="Calibri"/>
              </a:rPr>
              <a:t>l</a:t>
            </a:r>
            <a:r>
              <a:rPr sz="3100" dirty="0">
                <a:latin typeface="Calibri"/>
                <a:cs typeface="Calibri"/>
              </a:rPr>
              <a:t>?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056" y="2207888"/>
            <a:ext cx="7255509" cy="365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81660" indent="-228600">
              <a:lnSpc>
                <a:spcPct val="69800"/>
              </a:lnSpc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der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l)</a:t>
            </a:r>
            <a:endParaRPr sz="2600">
              <a:latin typeface="Calibri"/>
              <a:cs typeface="Calibri"/>
            </a:endParaRPr>
          </a:p>
          <a:p>
            <a:pPr marL="241300" marR="256540" indent="-228600">
              <a:lnSpc>
                <a:spcPct val="70500"/>
              </a:lnSpc>
              <a:spcBef>
                <a:spcPts val="980"/>
              </a:spcBef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gh</a:t>
            </a:r>
            <a:r>
              <a:rPr sz="2600" spc="-15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endParaRPr sz="2600">
              <a:latin typeface="Calibri"/>
              <a:cs typeface="Calibri"/>
            </a:endParaRPr>
          </a:p>
          <a:p>
            <a:pPr marL="240665" marR="683260" indent="-227965">
              <a:lnSpc>
                <a:spcPct val="6980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9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LAB</a:t>
            </a:r>
            <a:endParaRPr sz="2600">
              <a:latin typeface="Calibri"/>
              <a:cs typeface="Calibri"/>
            </a:endParaRPr>
          </a:p>
          <a:p>
            <a:pPr marL="240665" marR="252729" indent="-227965">
              <a:lnSpc>
                <a:spcPct val="70200"/>
              </a:lnSpc>
              <a:spcBef>
                <a:spcPts val="9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k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hand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ene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9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0665" marR="5080" indent="-227965">
              <a:lnSpc>
                <a:spcPct val="6980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8779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7146925" cy="399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N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:</a:t>
            </a:r>
            <a:r>
              <a:rPr sz="2600" u="heavy" spc="-5" dirty="0">
                <a:latin typeface="Calibri"/>
                <a:cs typeface="Calibri"/>
              </a:rPr>
              <a:t> O</a:t>
            </a:r>
            <a:r>
              <a:rPr sz="2600" u="heavy" spc="-10" dirty="0">
                <a:latin typeface="Calibri"/>
                <a:cs typeface="Calibri"/>
              </a:rPr>
              <a:t>u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put</a:t>
            </a:r>
            <a:r>
              <a:rPr sz="2600" u="heavy" dirty="0">
                <a:latin typeface="Calibri"/>
                <a:cs typeface="Calibri"/>
              </a:rPr>
              <a:t> S</a:t>
            </a:r>
            <a:r>
              <a:rPr sz="2600" u="heavy" spc="-35" dirty="0">
                <a:latin typeface="Calibri"/>
                <a:cs typeface="Calibri"/>
              </a:rPr>
              <a:t>t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00">
              <a:latin typeface="Times New Roman"/>
              <a:cs typeface="Times New Roman"/>
            </a:endParaRPr>
          </a:p>
          <a:p>
            <a:pPr marL="2578735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Calibri"/>
                <a:cs typeface="Calibri"/>
              </a:rPr>
              <a:t>P</a:t>
            </a:r>
            <a:r>
              <a:rPr spc="-80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105650" cy="264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3,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hand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pl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ty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th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th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mo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el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gh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marR="784860" indent="-228600">
              <a:lnSpc>
                <a:spcPts val="282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cl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lu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th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s…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50945" y="3428984"/>
            <a:ext cx="2221865" cy="0"/>
          </a:xfrm>
          <a:custGeom>
            <a:avLst/>
            <a:gdLst/>
            <a:ahLst/>
            <a:cxnLst/>
            <a:rect l="l" t="t" r="r" b="b"/>
            <a:pathLst>
              <a:path w="2221865">
                <a:moveTo>
                  <a:pt x="0" y="0"/>
                </a:moveTo>
                <a:lnTo>
                  <a:pt x="2221764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16530" y="292821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3329" y="3015510"/>
            <a:ext cx="41592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4322" y="344415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9162" y="344415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4136" y="3525908"/>
            <a:ext cx="87312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6051" y="3525908"/>
            <a:ext cx="72580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buFont typeface="Symbol"/>
              <a:buChar char=""/>
              <a:tabLst>
                <a:tab pos="260350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9207" y="3224061"/>
            <a:ext cx="861694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7275" y="3229441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1840864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77010" y="1823753"/>
            <a:ext cx="2220595" cy="0"/>
          </a:xfrm>
          <a:custGeom>
            <a:avLst/>
            <a:gdLst/>
            <a:ahLst/>
            <a:cxnLst/>
            <a:rect l="l" t="t" r="r" b="b"/>
            <a:pathLst>
              <a:path w="2220595">
                <a:moveTo>
                  <a:pt x="0" y="0"/>
                </a:moveTo>
                <a:lnTo>
                  <a:pt x="2220313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28920" y="1322935"/>
            <a:ext cx="70167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i="1" spc="-22" baseline="-25157" dirty="0">
                <a:latin typeface="Times New Roman"/>
                <a:cs typeface="Times New Roman"/>
              </a:rPr>
              <a:t>b</a:t>
            </a:r>
            <a:r>
              <a:rPr sz="3975" i="1" spc="75" baseline="-25157" dirty="0">
                <a:latin typeface="Times New Roman"/>
                <a:cs typeface="Times New Roman"/>
              </a:rPr>
              <a:t> </a:t>
            </a:r>
            <a:r>
              <a:rPr sz="3975" i="1" spc="247" baseline="-25157" dirty="0">
                <a:latin typeface="Times New Roman"/>
                <a:cs typeface="Times New Roman"/>
              </a:rPr>
              <a:t>z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1399" y="1565596"/>
            <a:ext cx="15176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9907" y="1838785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4068" y="1838785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0323" y="1920580"/>
            <a:ext cx="1926589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13485" algn="l"/>
              </a:tabLst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5754" y="1618779"/>
            <a:ext cx="86106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1735" y="1624160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436" y="2475970"/>
            <a:ext cx="6837680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905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5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32134" y="4121635"/>
            <a:ext cx="949325" cy="0"/>
          </a:xfrm>
          <a:custGeom>
            <a:avLst/>
            <a:gdLst/>
            <a:ahLst/>
            <a:cxnLst/>
            <a:rect l="l" t="t" r="r" b="b"/>
            <a:pathLst>
              <a:path w="949325">
                <a:moveTo>
                  <a:pt x="0" y="0"/>
                </a:moveTo>
                <a:lnTo>
                  <a:pt x="948966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01482" y="3840037"/>
            <a:ext cx="2113915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50" spc="-330" dirty="0">
                <a:latin typeface="Symbol"/>
                <a:cs typeface="Symbol"/>
              </a:rPr>
              <a:t></a:t>
            </a:r>
            <a:r>
              <a:rPr sz="2700" i="1" spc="75" dirty="0">
                <a:latin typeface="Times New Roman"/>
                <a:cs typeface="Times New Roman"/>
              </a:rPr>
              <a:t>y</a:t>
            </a:r>
            <a:r>
              <a:rPr sz="3675" i="1" spc="15" baseline="-15873" dirty="0">
                <a:latin typeface="Times New Roman"/>
                <a:cs typeface="Times New Roman"/>
              </a:rPr>
              <a:t>d</a:t>
            </a:r>
            <a:r>
              <a:rPr sz="3675" i="1" spc="-67" baseline="-15873" dirty="0">
                <a:latin typeface="Times New Roman"/>
                <a:cs typeface="Times New Roman"/>
              </a:rPr>
              <a:t> 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165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100" dirty="0">
                <a:latin typeface="Times New Roman"/>
                <a:cs typeface="Times New Roman"/>
              </a:rPr>
              <a:t> </a:t>
            </a:r>
            <a:r>
              <a:rPr sz="2700" i="1" spc="120" dirty="0">
                <a:latin typeface="Times New Roman"/>
                <a:cs typeface="Times New Roman"/>
              </a:rPr>
              <a:t>y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)</a:t>
            </a:r>
            <a:r>
              <a:rPr sz="3350" spc="-325" dirty="0">
                <a:latin typeface="Symbol"/>
                <a:cs typeface="Symbol"/>
              </a:rPr>
              <a:t>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91765" y="4132975"/>
            <a:ext cx="99060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r>
              <a:rPr sz="2700" spc="-409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i="1" spc="10" dirty="0">
                <a:latin typeface="Times New Roman"/>
                <a:cs typeface="Times New Roman"/>
              </a:rPr>
              <a:t>z</a:t>
            </a:r>
            <a:r>
              <a:rPr sz="2700" i="1" spc="-430" dirty="0">
                <a:latin typeface="Times New Roman"/>
                <a:cs typeface="Times New Roman"/>
              </a:rPr>
              <a:t> </a:t>
            </a:r>
            <a:r>
              <a:rPr sz="3675" spc="-157" baseline="28344" dirty="0">
                <a:latin typeface="Symbol"/>
                <a:cs typeface="Symbol"/>
              </a:rPr>
              <a:t></a:t>
            </a:r>
            <a:r>
              <a:rPr sz="3675" spc="15" baseline="28344" dirty="0">
                <a:latin typeface="Times New Roman"/>
                <a:cs typeface="Times New Roman"/>
              </a:rPr>
              <a:t>1</a:t>
            </a:r>
            <a:endParaRPr sz="3675" baseline="28344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6722" y="3702727"/>
            <a:ext cx="199390" cy="372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9246" y="3911012"/>
            <a:ext cx="872490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145" dirty="0">
                <a:latin typeface="Times New Roman"/>
                <a:cs typeface="Times New Roman"/>
              </a:rPr>
              <a:t>z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8586" y="4813987"/>
            <a:ext cx="7719695" cy="1281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7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</a:t>
            </a:r>
            <a:r>
              <a:rPr sz="2650" spc="60" dirty="0">
                <a:latin typeface="Times New Roman"/>
                <a:cs typeface="Times New Roman"/>
              </a:rPr>
              <a:t> </a:t>
            </a: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40" dirty="0">
                <a:latin typeface="Times New Roman"/>
                <a:cs typeface="Times New Roman"/>
              </a:rPr>
              <a:t> </a:t>
            </a:r>
            <a:r>
              <a:rPr sz="2650" spc="210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-275" dirty="0">
                <a:latin typeface="Times New Roman"/>
                <a:cs typeface="Times New Roman"/>
              </a:rPr>
              <a:t> </a:t>
            </a:r>
            <a:r>
              <a:rPr sz="3300" spc="-325" dirty="0">
                <a:latin typeface="Symbol"/>
                <a:cs typeface="Symbol"/>
              </a:rPr>
              <a:t></a:t>
            </a:r>
            <a:r>
              <a:rPr sz="2650" i="1" spc="65" dirty="0">
                <a:latin typeface="Times New Roman"/>
                <a:cs typeface="Times New Roman"/>
              </a:rPr>
              <a:t>y</a:t>
            </a:r>
            <a:r>
              <a:rPr sz="3675" i="1" spc="-22" baseline="-14739" dirty="0">
                <a:latin typeface="Times New Roman"/>
                <a:cs typeface="Times New Roman"/>
              </a:rPr>
              <a:t>d</a:t>
            </a:r>
            <a:r>
              <a:rPr sz="3675" i="1" spc="-89" baseline="-14739" dirty="0">
                <a:latin typeface="Times New Roman"/>
                <a:cs typeface="Times New Roman"/>
              </a:rPr>
              <a:t> 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</a:t>
            </a:r>
            <a:r>
              <a:rPr sz="2650" spc="9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y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)</a:t>
            </a:r>
            <a:r>
              <a:rPr sz="3300" spc="-320" dirty="0">
                <a:latin typeface="Symbol"/>
                <a:cs typeface="Symbol"/>
              </a:rPr>
              <a:t></a:t>
            </a:r>
            <a:endParaRPr sz="3300">
              <a:latin typeface="Symbol"/>
              <a:cs typeface="Symbol"/>
            </a:endParaRPr>
          </a:p>
          <a:p>
            <a:pPr marL="17145">
              <a:lnSpc>
                <a:spcPct val="100000"/>
              </a:lnSpc>
              <a:spcBef>
                <a:spcPts val="274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09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1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17" y="1559042"/>
            <a:ext cx="7715250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526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09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1596" y="2967832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5365" y="2962964"/>
            <a:ext cx="142684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4629" dirty="0">
                <a:latin typeface="Symbol"/>
                <a:cs typeface="Symbol"/>
              </a:rPr>
              <a:t></a:t>
            </a:r>
            <a:r>
              <a:rPr sz="3600" spc="-262" baseline="-4629" dirty="0">
                <a:latin typeface="Times New Roman"/>
                <a:cs typeface="Times New Roman"/>
              </a:rPr>
              <a:t> </a:t>
            </a:r>
            <a:r>
              <a:rPr sz="3600" spc="-15" baseline="-4629" dirty="0">
                <a:latin typeface="Symbol"/>
                <a:cs typeface="Symbol"/>
              </a:rPr>
              <a:t></a:t>
            </a:r>
            <a:r>
              <a:rPr sz="3600" spc="-67" baseline="-4629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3600" spc="-15" baseline="-4629" dirty="0">
                <a:latin typeface="Symbol"/>
                <a:cs typeface="Symbol"/>
              </a:rPr>
              <a:t></a:t>
            </a:r>
            <a:endParaRPr sz="3600" baseline="-4629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1743" y="3420164"/>
            <a:ext cx="1636395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spc="-412" baseline="-27777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22" baseline="-2777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endParaRPr sz="3600" baseline="-27777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5365" y="3420164"/>
            <a:ext cx="4454525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78025" algn="l"/>
                <a:tab pos="3593465" algn="l"/>
              </a:tabLst>
            </a:pP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262" baseline="-27777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spc="-405" baseline="-27777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202" baseline="-2777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baseline="-27777" dirty="0">
                <a:latin typeface="Times New Roman"/>
                <a:cs typeface="Times New Roman"/>
              </a:rPr>
              <a:t>	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419" baseline="-27777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baseline="-27777" dirty="0">
                <a:latin typeface="Times New Roman"/>
                <a:cs typeface="Times New Roman"/>
              </a:rPr>
              <a:t>	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30" baseline="-2777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1596" y="388223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5365" y="3861517"/>
            <a:ext cx="142684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r>
              <a:rPr sz="3600" spc="-262" baseline="-15046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67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1743" y="2985217"/>
            <a:ext cx="1636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  <a:tab pos="1506220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74276" y="2985217"/>
            <a:ext cx="20351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9560" algn="l"/>
                <a:tab pos="1627505" algn="l"/>
                <a:tab pos="1904364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1743" y="3277218"/>
            <a:ext cx="1636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  <a:tab pos="1506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5365" y="3277218"/>
            <a:ext cx="37236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670" algn="l"/>
                <a:tab pos="1701164" algn="l"/>
                <a:tab pos="1978025" algn="l"/>
                <a:tab pos="3316604" algn="l"/>
                <a:tab pos="359346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1743" y="3861517"/>
            <a:ext cx="14287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7382" y="3861517"/>
            <a:ext cx="58102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r>
              <a:rPr sz="3600" baseline="-18518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74276" y="3861517"/>
            <a:ext cx="419734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r>
              <a:rPr sz="3600" baseline="-18518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989464" y="3861517"/>
            <a:ext cx="419734" cy="979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r>
              <a:rPr sz="3600" baseline="-18518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endParaRPr sz="3600" baseline="-18518">
              <a:latin typeface="Symbol"/>
              <a:cs typeface="Symbol"/>
            </a:endParaRPr>
          </a:p>
          <a:p>
            <a:pPr marL="231775">
              <a:lnSpc>
                <a:spcPct val="100000"/>
              </a:lnSpc>
              <a:spcBef>
                <a:spcPts val="2235"/>
              </a:spcBef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75327" y="4803049"/>
            <a:ext cx="133223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37" baseline="25462" dirty="0">
                <a:latin typeface="Symbol"/>
                <a:cs typeface="Symbol"/>
              </a:rPr>
              <a:t>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37" baseline="25462" dirty="0">
                <a:latin typeface="Symbol"/>
                <a:cs typeface="Symbol"/>
              </a:rPr>
              <a:t>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4973" y="4880997"/>
            <a:ext cx="935355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19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endParaRPr sz="4875" baseline="-3418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08956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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</a:t>
            </a:r>
            <a:r>
              <a:rPr sz="3600" spc="-37" baseline="-17361" dirty="0">
                <a:latin typeface="Symbol"/>
                <a:cs typeface="Symbol"/>
              </a:rPr>
              <a:t>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64572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</a:t>
            </a:r>
            <a:r>
              <a:rPr sz="3600" spc="-37" baseline="-17361" dirty="0">
                <a:latin typeface="Symbol"/>
                <a:cs typeface="Symbol"/>
              </a:rPr>
              <a:t>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48808" y="540698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48515" y="4494215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64572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2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17" y="1559042"/>
            <a:ext cx="7715250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526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09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0163" y="2835814"/>
            <a:ext cx="127508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45819" algn="l"/>
              </a:tabLst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6929" y="2840673"/>
            <a:ext cx="501650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" dirty="0">
                <a:latin typeface="Symbol"/>
                <a:cs typeface="Symbol"/>
              </a:rPr>
              <a:t></a:t>
            </a:r>
            <a:r>
              <a:rPr sz="3600" i="1" spc="-427" baseline="3472" dirty="0">
                <a:latin typeface="Times New Roman"/>
                <a:cs typeface="Times New Roman"/>
              </a:rPr>
              <a:t>b</a:t>
            </a:r>
            <a:r>
              <a:rPr sz="2025" spc="15" baseline="-18518" dirty="0">
                <a:latin typeface="Times New Roman"/>
                <a:cs typeface="Times New Roman"/>
              </a:rPr>
              <a:t>1</a:t>
            </a:r>
            <a:r>
              <a:rPr sz="2025" spc="-142" baseline="-185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6005" y="2840673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4630" y="2835814"/>
            <a:ext cx="159004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6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3832" y="2840673"/>
            <a:ext cx="431800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6461" y="3292192"/>
            <a:ext cx="163639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12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8004" y="3292192"/>
            <a:ext cx="1831339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05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195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5611" y="3292192"/>
            <a:ext cx="249999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9570" algn="l"/>
              </a:tabLst>
            </a:pP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27" baseline="-26620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30" baseline="-266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6005" y="375344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699" y="3732759"/>
            <a:ext cx="142684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395" baseline="-15046" dirty="0">
                <a:latin typeface="Symbol"/>
                <a:cs typeface="Symbol"/>
              </a:rPr>
              <a:t>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67" baseline="2314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395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461" y="28580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72078" y="28580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461" y="3149496"/>
            <a:ext cx="1636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  <a:tab pos="1506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8004" y="3149496"/>
            <a:ext cx="183133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670" algn="l"/>
                <a:tab pos="1701164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5611" y="3149496"/>
            <a:ext cx="1769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50645" algn="l"/>
                <a:tab pos="163957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155" y="3732759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71772" y="3732759"/>
            <a:ext cx="58102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26623" y="3732759"/>
            <a:ext cx="50165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0840" algn="l"/>
              </a:tabLst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3527" y="3732759"/>
            <a:ext cx="43180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99314" y="4494215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59754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15370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075327" y="4803049"/>
            <a:ext cx="133223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37" baseline="25462" dirty="0">
                <a:latin typeface="Symbol"/>
                <a:cs typeface="Symbol"/>
              </a:rPr>
              <a:t>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37" baseline="25462" dirty="0">
                <a:latin typeface="Symbol"/>
                <a:cs typeface="Symbol"/>
              </a:rPr>
              <a:t>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4973" y="4880997"/>
            <a:ext cx="935355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19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endParaRPr sz="4875" baseline="-3418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08956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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</a:t>
            </a:r>
            <a:r>
              <a:rPr sz="3600" spc="-37" baseline="-17361" dirty="0">
                <a:latin typeface="Symbol"/>
                <a:cs typeface="Symbol"/>
              </a:rPr>
              <a:t>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64572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</a:t>
            </a:r>
            <a:r>
              <a:rPr sz="3600" spc="-37" baseline="-17361" dirty="0">
                <a:latin typeface="Symbol"/>
                <a:cs typeface="Symbol"/>
              </a:rPr>
              <a:t>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48808" y="540698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3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17" y="1559042"/>
            <a:ext cx="7715250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526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09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7426" y="2899326"/>
            <a:ext cx="55245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42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0749" y="2899326"/>
            <a:ext cx="2320290" cy="791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2950" algn="l"/>
              </a:tabLst>
            </a:pP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6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  <a:p>
            <a:pPr marL="158750">
              <a:lnSpc>
                <a:spcPct val="100000"/>
              </a:lnSpc>
              <a:spcBef>
                <a:spcPts val="710"/>
              </a:spcBef>
            </a:pPr>
            <a:r>
              <a:rPr sz="2400" spc="-1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53091" y="2904186"/>
            <a:ext cx="501015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" dirty="0">
                <a:latin typeface="Symbol"/>
                <a:cs typeface="Symbol"/>
              </a:rPr>
              <a:t></a:t>
            </a:r>
            <a:r>
              <a:rPr sz="3600" i="1" spc="-427" baseline="3472" dirty="0">
                <a:latin typeface="Times New Roman"/>
                <a:cs typeface="Times New Roman"/>
              </a:rPr>
              <a:t>b</a:t>
            </a:r>
            <a:r>
              <a:rPr sz="2025" spc="15" baseline="-18518" dirty="0">
                <a:latin typeface="Times New Roman"/>
                <a:cs typeface="Times New Roman"/>
              </a:rPr>
              <a:t>1</a:t>
            </a:r>
            <a:r>
              <a:rPr sz="2025" spc="-142" baseline="-185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3818" y="2904186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9444" y="2904186"/>
            <a:ext cx="431165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5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204" y="3355705"/>
            <a:ext cx="192913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63395" algn="l"/>
              </a:tabLst>
            </a:pP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12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01624" y="3355705"/>
            <a:ext cx="470979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65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05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95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195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38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0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19" baseline="-26620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82" baseline="-26620" dirty="0">
                <a:latin typeface="Symbol"/>
                <a:cs typeface="Symbol"/>
              </a:rPr>
              <a:t></a:t>
            </a:r>
            <a:r>
              <a:rPr sz="2400" spc="65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30" baseline="-266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3818" y="381694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4718" y="3796236"/>
            <a:ext cx="142621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r>
              <a:rPr sz="3600" spc="-262" baseline="-15046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67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4204" y="2921508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481" y="2921508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204" y="3213080"/>
            <a:ext cx="16357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7435" algn="l"/>
                <a:tab pos="150558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64718" y="3213080"/>
            <a:ext cx="38163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035" algn="l"/>
                <a:tab pos="1700530" algn="l"/>
                <a:tab pos="2059305" algn="l"/>
                <a:tab pos="3397250" algn="l"/>
                <a:tab pos="368554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204" y="3796236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99481" y="3796236"/>
            <a:ext cx="58039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53091" y="3796236"/>
            <a:ext cx="50101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084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49444" y="3796236"/>
            <a:ext cx="43116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99314" y="4494215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9754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15370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75327" y="4803049"/>
            <a:ext cx="133223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37" baseline="25462" dirty="0">
                <a:latin typeface="Symbol"/>
                <a:cs typeface="Symbol"/>
              </a:rPr>
              <a:t>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37" baseline="25462" dirty="0">
                <a:latin typeface="Symbol"/>
                <a:cs typeface="Symbol"/>
              </a:rPr>
              <a:t>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64973" y="4880997"/>
            <a:ext cx="935355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19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endParaRPr sz="4875" baseline="-3418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08956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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</a:t>
            </a:r>
            <a:r>
              <a:rPr sz="3600" spc="-37" baseline="-17361" dirty="0">
                <a:latin typeface="Symbol"/>
                <a:cs typeface="Symbol"/>
              </a:rPr>
              <a:t>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64572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</a:t>
            </a:r>
            <a:r>
              <a:rPr sz="3600" spc="-37" baseline="-17361" dirty="0">
                <a:latin typeface="Symbol"/>
                <a:cs typeface="Symbol"/>
              </a:rPr>
              <a:t>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48808" y="540698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4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17" y="1559042"/>
            <a:ext cx="7715250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526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09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6654" y="2950114"/>
            <a:ext cx="55245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0200" y="2950114"/>
            <a:ext cx="3024505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2950" algn="l"/>
                <a:tab pos="2595245" algn="l"/>
              </a:tabLst>
            </a:pP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6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87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  <a:spcBef>
                <a:spcPts val="710"/>
              </a:spcBef>
            </a:pP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6362" y="3847059"/>
            <a:ext cx="46482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0" dirty="0">
                <a:latin typeface="Symbol"/>
                <a:cs typeface="Symbol"/>
              </a:rPr>
              <a:t></a:t>
            </a:r>
            <a:r>
              <a:rPr sz="3600" spc="-15" baseline="17361" dirty="0">
                <a:latin typeface="Symbol"/>
                <a:cs typeface="Symbol"/>
              </a:rPr>
              <a:t></a:t>
            </a:r>
            <a:r>
              <a:rPr sz="3600" spc="292" baseline="17361" dirty="0">
                <a:latin typeface="Times New Roman"/>
                <a:cs typeface="Times New Roman"/>
              </a:rPr>
              <a:t> </a:t>
            </a:r>
            <a:r>
              <a:rPr sz="3600" i="1" spc="-240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3127" y="3847059"/>
            <a:ext cx="67818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0" dirty="0">
                <a:latin typeface="Symbol"/>
                <a:cs typeface="Symbol"/>
              </a:rPr>
              <a:t></a:t>
            </a:r>
            <a:r>
              <a:rPr sz="3600" spc="142" baseline="17361" dirty="0">
                <a:latin typeface="Symbol"/>
                <a:cs typeface="Symbol"/>
              </a:rPr>
              <a:t>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05" baseline="15046" dirty="0">
                <a:latin typeface="Times New Roman"/>
                <a:cs typeface="Times New Roman"/>
              </a:rPr>
              <a:t>b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r>
              <a:rPr sz="2025" spc="-142" baseline="2057" dirty="0">
                <a:latin typeface="Times New Roman"/>
                <a:cs typeface="Times New Roman"/>
              </a:rPr>
              <a:t> </a:t>
            </a:r>
            <a:r>
              <a:rPr sz="2400" spc="-930" dirty="0">
                <a:latin typeface="Symbol"/>
                <a:cs typeface="Symbol"/>
              </a:rPr>
              <a:t></a:t>
            </a:r>
            <a:r>
              <a:rPr sz="3600" spc="-15" baseline="17361" dirty="0">
                <a:latin typeface="Symbol"/>
                <a:cs typeface="Symbol"/>
              </a:rPr>
              <a:t></a:t>
            </a:r>
            <a:endParaRPr sz="3600" baseline="17361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2509" y="2954973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6525" y="2954973"/>
            <a:ext cx="431800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952" y="3406492"/>
            <a:ext cx="1929764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64030" algn="l"/>
              </a:tabLst>
            </a:pP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12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1088" y="3406492"/>
            <a:ext cx="488759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13280" algn="l"/>
                <a:tab pos="2399665" algn="l"/>
              </a:tabLst>
            </a:pPr>
            <a:r>
              <a:rPr sz="2400" spc="85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05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195" baseline="-266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0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27" baseline="-26620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82" baseline="-26620" dirty="0">
                <a:latin typeface="Symbol"/>
                <a:cs typeface="Symbol"/>
              </a:rPr>
              <a:t></a:t>
            </a:r>
            <a:r>
              <a:rPr sz="2400" spc="80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30" baseline="-266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2509" y="386774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8694" y="3847059"/>
            <a:ext cx="159258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0" dirty="0">
                <a:latin typeface="Times New Roman"/>
                <a:cs typeface="Times New Roman"/>
              </a:rPr>
              <a:t>1</a:t>
            </a:r>
            <a:r>
              <a:rPr sz="3600" spc="-1395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395" baseline="-15046" dirty="0">
                <a:latin typeface="Symbol"/>
                <a:cs typeface="Symbol"/>
              </a:rPr>
              <a:t>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67" baseline="2314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395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36232" y="3847059"/>
            <a:ext cx="709295" cy="977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40" dirty="0">
                <a:latin typeface="Symbol"/>
                <a:cs typeface="Symbol"/>
              </a:rPr>
              <a:t></a:t>
            </a:r>
            <a:r>
              <a:rPr sz="3600" spc="150" baseline="-2314" dirty="0">
                <a:latin typeface="Times New Roman"/>
                <a:cs typeface="Times New Roman"/>
              </a:rPr>
              <a:t>1</a:t>
            </a: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75260">
              <a:lnSpc>
                <a:spcPct val="100000"/>
              </a:lnSpc>
              <a:spcBef>
                <a:spcPts val="217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2952" y="29723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8568" y="29723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98337" y="29723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2952" y="3263796"/>
            <a:ext cx="1636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  <a:tab pos="1506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4495" y="3263796"/>
            <a:ext cx="31432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58647" y="3263796"/>
            <a:ext cx="27095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7195" algn="l"/>
                <a:tab pos="951865" algn="l"/>
                <a:tab pos="2290445" algn="l"/>
                <a:tab pos="257937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2659" y="3847059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08276" y="3847059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59754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15370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26127" y="4803049"/>
            <a:ext cx="133223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37" baseline="25462" dirty="0">
                <a:latin typeface="Symbol"/>
                <a:cs typeface="Symbol"/>
              </a:rPr>
              <a:t>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37" baseline="25462" dirty="0">
                <a:latin typeface="Symbol"/>
                <a:cs typeface="Symbol"/>
              </a:rPr>
              <a:t>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15772" y="4880997"/>
            <a:ext cx="935355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19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endParaRPr sz="4875" baseline="-3418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9754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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</a:t>
            </a:r>
            <a:r>
              <a:rPr sz="3600" spc="-37" baseline="-17361" dirty="0">
                <a:latin typeface="Symbol"/>
                <a:cs typeface="Symbol"/>
              </a:rPr>
              <a:t>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15370" y="5094823"/>
            <a:ext cx="283313" cy="112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</a:t>
            </a:r>
            <a:endParaRPr sz="2400" dirty="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</a:t>
            </a:r>
            <a:r>
              <a:rPr sz="3600" spc="-37" baseline="-17361" dirty="0">
                <a:latin typeface="Symbol"/>
                <a:cs typeface="Symbol"/>
              </a:rPr>
              <a:t></a:t>
            </a:r>
            <a:endParaRPr sz="3600" baseline="-17361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99607" y="540698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17" y="1559042"/>
            <a:ext cx="7715250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526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09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6654" y="2924726"/>
            <a:ext cx="55245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60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0200" y="2924726"/>
            <a:ext cx="3024505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2950" algn="l"/>
                <a:tab pos="2595245" algn="l"/>
              </a:tabLst>
            </a:pP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85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6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87" baseline="-3472" dirty="0">
                <a:latin typeface="Times New Roman"/>
                <a:cs typeface="Times New Roman"/>
              </a:rPr>
              <a:t> </a:t>
            </a:r>
            <a:r>
              <a:rPr sz="2400" i="1" spc="-270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  <a:spcBef>
                <a:spcPts val="710"/>
              </a:spcBef>
            </a:pP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6362" y="3821672"/>
            <a:ext cx="46482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0" dirty="0">
                <a:latin typeface="Symbol"/>
                <a:cs typeface="Symbol"/>
              </a:rPr>
              <a:t></a:t>
            </a:r>
            <a:r>
              <a:rPr sz="3600" spc="-15" baseline="17361" dirty="0">
                <a:latin typeface="Symbol"/>
                <a:cs typeface="Symbol"/>
              </a:rPr>
              <a:t></a:t>
            </a:r>
            <a:r>
              <a:rPr sz="3600" spc="292" baseline="17361" dirty="0">
                <a:latin typeface="Times New Roman"/>
                <a:cs typeface="Times New Roman"/>
              </a:rPr>
              <a:t> </a:t>
            </a:r>
            <a:r>
              <a:rPr sz="3600" i="1" spc="-240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3127" y="3821672"/>
            <a:ext cx="67818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0" dirty="0">
                <a:latin typeface="Symbol"/>
                <a:cs typeface="Symbol"/>
              </a:rPr>
              <a:t></a:t>
            </a:r>
            <a:r>
              <a:rPr sz="3600" spc="142" baseline="17361" dirty="0">
                <a:latin typeface="Symbol"/>
                <a:cs typeface="Symbol"/>
              </a:rPr>
              <a:t>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05" baseline="15046" dirty="0">
                <a:latin typeface="Times New Roman"/>
                <a:cs typeface="Times New Roman"/>
              </a:rPr>
              <a:t>b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r>
              <a:rPr sz="2025" spc="-142" baseline="2057" dirty="0">
                <a:latin typeface="Times New Roman"/>
                <a:cs typeface="Times New Roman"/>
              </a:rPr>
              <a:t> </a:t>
            </a:r>
            <a:r>
              <a:rPr sz="2400" spc="-930" dirty="0">
                <a:latin typeface="Symbol"/>
                <a:cs typeface="Symbol"/>
              </a:rPr>
              <a:t></a:t>
            </a:r>
            <a:r>
              <a:rPr sz="3600" spc="-15" baseline="17361" dirty="0">
                <a:latin typeface="Symbol"/>
                <a:cs typeface="Symbol"/>
              </a:rPr>
              <a:t></a:t>
            </a:r>
            <a:endParaRPr sz="3600" baseline="17361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2509" y="2929586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6525" y="2929586"/>
            <a:ext cx="431800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120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952" y="3381104"/>
            <a:ext cx="1929764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64030" algn="l"/>
              </a:tabLst>
            </a:pP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12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1088" y="3381104"/>
            <a:ext cx="488759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13280" algn="l"/>
                <a:tab pos="2399665" algn="l"/>
              </a:tabLst>
            </a:pPr>
            <a:r>
              <a:rPr sz="2400" spc="85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05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195" baseline="-266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0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27" baseline="-26620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82" baseline="-26620" dirty="0">
                <a:latin typeface="Symbol"/>
                <a:cs typeface="Symbol"/>
              </a:rPr>
              <a:t></a:t>
            </a:r>
            <a:r>
              <a:rPr sz="2400" spc="80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30" baseline="-266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2509" y="3842356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8694" y="3821672"/>
            <a:ext cx="159258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0" dirty="0">
                <a:latin typeface="Times New Roman"/>
                <a:cs typeface="Times New Roman"/>
              </a:rPr>
              <a:t>1</a:t>
            </a:r>
            <a:r>
              <a:rPr sz="3600" spc="-1395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395" baseline="-15046" dirty="0">
                <a:latin typeface="Symbol"/>
                <a:cs typeface="Symbol"/>
              </a:rPr>
              <a:t>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67" baseline="2314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395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36232" y="3821672"/>
            <a:ext cx="705485" cy="1002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40" dirty="0">
                <a:latin typeface="Symbol"/>
                <a:cs typeface="Symbol"/>
              </a:rPr>
              <a:t></a:t>
            </a:r>
            <a:r>
              <a:rPr sz="3600" spc="150" baseline="-2314" dirty="0">
                <a:latin typeface="Times New Roman"/>
                <a:cs typeface="Times New Roman"/>
              </a:rPr>
              <a:t>1</a:t>
            </a: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71450">
              <a:lnSpc>
                <a:spcPct val="100000"/>
              </a:lnSpc>
              <a:spcBef>
                <a:spcPts val="237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2952" y="2946932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8568" y="2946932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98337" y="2946932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2952" y="3238408"/>
            <a:ext cx="1636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  <a:tab pos="1506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4495" y="3238408"/>
            <a:ext cx="399351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670" algn="l"/>
                <a:tab pos="1701164" algn="l"/>
                <a:tab pos="2236470" algn="l"/>
                <a:tab pos="3574415" algn="l"/>
                <a:tab pos="386334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659" y="3821672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8276" y="3821672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395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5194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10810" y="451157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963284" y="4803049"/>
            <a:ext cx="149034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Times New Roman"/>
                <a:cs typeface="Times New Roman"/>
              </a:rPr>
              <a:t>0</a:t>
            </a:r>
            <a:r>
              <a:rPr sz="4875" spc="-75" baseline="-3418" dirty="0">
                <a:latin typeface="Symbol"/>
                <a:cs typeface="Symbol"/>
              </a:rPr>
              <a:t></a:t>
            </a:r>
            <a:r>
              <a:rPr sz="3600" spc="-37" baseline="25462" dirty="0">
                <a:latin typeface="Symbol"/>
                <a:cs typeface="Symbol"/>
              </a:rPr>
              <a:t>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37" baseline="25462" dirty="0">
                <a:latin typeface="Symbol"/>
                <a:cs typeface="Symbol"/>
              </a:rPr>
              <a:t>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7967" y="4880997"/>
            <a:ext cx="1070610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4875" spc="-667" baseline="-3418" dirty="0">
                <a:latin typeface="Symbol"/>
                <a:cs typeface="Symbol"/>
              </a:rPr>
              <a:t>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29920" y="4950606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5194" y="5094823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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</a:t>
            </a:r>
            <a:r>
              <a:rPr sz="3600" spc="-37" baseline="-17361" dirty="0">
                <a:latin typeface="Symbol"/>
                <a:cs typeface="Symbol"/>
              </a:rPr>
              <a:t>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10810" y="5094823"/>
            <a:ext cx="303530" cy="112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25" dirty="0">
                <a:latin typeface="Symbol"/>
                <a:cs typeface="Symbol"/>
              </a:rPr>
              <a:t></a:t>
            </a:r>
            <a:endParaRPr sz="2400" dirty="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50" dirty="0">
                <a:latin typeface="Symbol"/>
                <a:cs typeface="Symbol"/>
              </a:rPr>
              <a:t></a:t>
            </a:r>
            <a:r>
              <a:rPr sz="3600" spc="-37" baseline="-17361" dirty="0">
                <a:latin typeface="Symbol"/>
                <a:cs typeface="Symbol"/>
              </a:rPr>
              <a:t></a:t>
            </a:r>
            <a:endParaRPr sz="3600" baseline="-17361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95046" y="540698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2291" y="679724"/>
            <a:ext cx="419417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ith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2519" y="2488315"/>
            <a:ext cx="1421765" cy="452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Symbol"/>
                <a:cs typeface="Symbol"/>
              </a:rPr>
              <a:t>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r>
              <a:rPr sz="4875" spc="-359" baseline="-3418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5754" y="2488315"/>
            <a:ext cx="2249805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87045" algn="l"/>
              </a:tabLst>
            </a:pPr>
            <a:r>
              <a:rPr sz="2400" i="1" spc="-45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65" dirty="0">
                <a:latin typeface="Symbol"/>
                <a:cs typeface="Symbol"/>
              </a:rPr>
              <a:t>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225" baseline="-24691" dirty="0">
                <a:latin typeface="Times New Roman"/>
                <a:cs typeface="Times New Roman"/>
              </a:rPr>
              <a:t> </a:t>
            </a:r>
            <a:r>
              <a:rPr sz="4875" spc="-75" baseline="-3418" dirty="0">
                <a:latin typeface="Symbol"/>
                <a:cs typeface="Symbol"/>
              </a:rPr>
              <a:t>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412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05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7264" y="2101533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7264" y="301430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57411" y="211889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3026" y="211889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7411" y="2410356"/>
            <a:ext cx="11982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7411" y="2993619"/>
            <a:ext cx="119824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807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63205" y="5043129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>
                <a:moveTo>
                  <a:pt x="0" y="0"/>
                </a:moveTo>
                <a:lnTo>
                  <a:pt x="753251" y="0"/>
                </a:lnTo>
              </a:path>
            </a:pathLst>
          </a:custGeom>
          <a:ln w="12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32327" y="4799349"/>
            <a:ext cx="170180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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66733" y="4799349"/>
            <a:ext cx="170180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2428" y="4857050"/>
            <a:ext cx="348234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15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3916" y="5066377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5083" y="4857050"/>
            <a:ext cx="149733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146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5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85" dirty="0">
                <a:latin typeface="Times New Roman"/>
                <a:cs typeface="Times New Roman"/>
              </a:rPr>
              <a:t>y</a:t>
            </a:r>
            <a:r>
              <a:rPr sz="2400" spc="5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37737" y="5063517"/>
            <a:ext cx="672465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175" dirty="0">
                <a:latin typeface="Times New Roman"/>
                <a:cs typeface="Times New Roman"/>
              </a:rPr>
              <a:t>z</a:t>
            </a:r>
            <a:r>
              <a:rPr sz="2025" spc="15" baseline="43209" dirty="0">
                <a:latin typeface="Symbol"/>
                <a:cs typeface="Symbol"/>
              </a:rPr>
              <a:t></a:t>
            </a:r>
            <a:endParaRPr sz="2025" baseline="43209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01301" y="4669637"/>
            <a:ext cx="2311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42595" y="5043442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6132" y="6046402"/>
            <a:ext cx="24104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0" dirty="0">
                <a:latin typeface="Times New Roman"/>
                <a:cs typeface="Times New Roman"/>
              </a:rPr>
              <a:t>u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</a:t>
            </a:r>
            <a:r>
              <a:rPr sz="3000" b="1" spc="15" dirty="0">
                <a:latin typeface="Times New Roman"/>
                <a:cs typeface="Times New Roman"/>
              </a:rPr>
              <a:t>k</a:t>
            </a:r>
            <a:r>
              <a:rPr sz="3000" b="1" spc="-21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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x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35113" y="3778304"/>
            <a:ext cx="430212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150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70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89" baseline="-2469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7014" y="5859223"/>
            <a:ext cx="3019425" cy="822325"/>
          </a:xfrm>
          <a:custGeom>
            <a:avLst/>
            <a:gdLst/>
            <a:ahLst/>
            <a:cxnLst/>
            <a:rect l="l" t="t" r="r" b="b"/>
            <a:pathLst>
              <a:path w="3019425" h="822325">
                <a:moveTo>
                  <a:pt x="0" y="136442"/>
                </a:moveTo>
                <a:lnTo>
                  <a:pt x="11858" y="131872"/>
                </a:lnTo>
                <a:lnTo>
                  <a:pt x="23785" y="127462"/>
                </a:lnTo>
                <a:lnTo>
                  <a:pt x="35694" y="123011"/>
                </a:lnTo>
                <a:lnTo>
                  <a:pt x="71432" y="105947"/>
                </a:lnTo>
                <a:lnTo>
                  <a:pt x="91708" y="91240"/>
                </a:lnTo>
                <a:lnTo>
                  <a:pt x="105564" y="84953"/>
                </a:lnTo>
                <a:lnTo>
                  <a:pt x="142721" y="71247"/>
                </a:lnTo>
                <a:lnTo>
                  <a:pt x="164944" y="64351"/>
                </a:lnTo>
                <a:lnTo>
                  <a:pt x="175629" y="60958"/>
                </a:lnTo>
                <a:lnTo>
                  <a:pt x="215895" y="47550"/>
                </a:lnTo>
                <a:lnTo>
                  <a:pt x="228382" y="49878"/>
                </a:lnTo>
                <a:lnTo>
                  <a:pt x="241101" y="51680"/>
                </a:lnTo>
                <a:lnTo>
                  <a:pt x="280566" y="79664"/>
                </a:lnTo>
                <a:lnTo>
                  <a:pt x="286452" y="90944"/>
                </a:lnTo>
                <a:lnTo>
                  <a:pt x="297610" y="101852"/>
                </a:lnTo>
                <a:lnTo>
                  <a:pt x="308167" y="109937"/>
                </a:lnTo>
                <a:lnTo>
                  <a:pt x="318119" y="116285"/>
                </a:lnTo>
                <a:lnTo>
                  <a:pt x="327464" y="121976"/>
                </a:lnTo>
                <a:lnTo>
                  <a:pt x="340468" y="121490"/>
                </a:lnTo>
                <a:lnTo>
                  <a:pt x="379122" y="119976"/>
                </a:lnTo>
                <a:lnTo>
                  <a:pt x="417316" y="118248"/>
                </a:lnTo>
                <a:lnTo>
                  <a:pt x="467705" y="115324"/>
                </a:lnTo>
                <a:lnTo>
                  <a:pt x="517709" y="111328"/>
                </a:lnTo>
                <a:lnTo>
                  <a:pt x="531147" y="110144"/>
                </a:lnTo>
                <a:lnTo>
                  <a:pt x="569500" y="105831"/>
                </a:lnTo>
                <a:lnTo>
                  <a:pt x="616318" y="86306"/>
                </a:lnTo>
                <a:lnTo>
                  <a:pt x="635464" y="70075"/>
                </a:lnTo>
                <a:lnTo>
                  <a:pt x="644846" y="62351"/>
                </a:lnTo>
                <a:lnTo>
                  <a:pt x="656218" y="54395"/>
                </a:lnTo>
                <a:lnTo>
                  <a:pt x="666886" y="47260"/>
                </a:lnTo>
                <a:lnTo>
                  <a:pt x="677055" y="40604"/>
                </a:lnTo>
                <a:lnTo>
                  <a:pt x="688888" y="47874"/>
                </a:lnTo>
                <a:lnTo>
                  <a:pt x="699627" y="55733"/>
                </a:lnTo>
                <a:lnTo>
                  <a:pt x="709761" y="63650"/>
                </a:lnTo>
                <a:lnTo>
                  <a:pt x="719778" y="71088"/>
                </a:lnTo>
                <a:lnTo>
                  <a:pt x="730167" y="77513"/>
                </a:lnTo>
                <a:lnTo>
                  <a:pt x="741417" y="82392"/>
                </a:lnTo>
                <a:lnTo>
                  <a:pt x="754015" y="85191"/>
                </a:lnTo>
                <a:lnTo>
                  <a:pt x="768987" y="84413"/>
                </a:lnTo>
                <a:lnTo>
                  <a:pt x="817251" y="67268"/>
                </a:lnTo>
                <a:lnTo>
                  <a:pt x="840258" y="51639"/>
                </a:lnTo>
                <a:lnTo>
                  <a:pt x="844261" y="48954"/>
                </a:lnTo>
                <a:lnTo>
                  <a:pt x="846968" y="47435"/>
                </a:lnTo>
                <a:lnTo>
                  <a:pt x="848703" y="47024"/>
                </a:lnTo>
                <a:lnTo>
                  <a:pt x="849790" y="47663"/>
                </a:lnTo>
                <a:lnTo>
                  <a:pt x="850550" y="49295"/>
                </a:lnTo>
                <a:lnTo>
                  <a:pt x="851307" y="51862"/>
                </a:lnTo>
                <a:lnTo>
                  <a:pt x="852384" y="55306"/>
                </a:lnTo>
                <a:lnTo>
                  <a:pt x="885685" y="90506"/>
                </a:lnTo>
                <a:lnTo>
                  <a:pt x="909890" y="97013"/>
                </a:lnTo>
                <a:lnTo>
                  <a:pt x="918242" y="85556"/>
                </a:lnTo>
                <a:lnTo>
                  <a:pt x="924724" y="76398"/>
                </a:lnTo>
                <a:lnTo>
                  <a:pt x="929596" y="69346"/>
                </a:lnTo>
                <a:lnTo>
                  <a:pt x="933113" y="64211"/>
                </a:lnTo>
                <a:lnTo>
                  <a:pt x="935534" y="60800"/>
                </a:lnTo>
                <a:lnTo>
                  <a:pt x="937115" y="58922"/>
                </a:lnTo>
                <a:lnTo>
                  <a:pt x="938116" y="58387"/>
                </a:lnTo>
                <a:lnTo>
                  <a:pt x="938792" y="59003"/>
                </a:lnTo>
                <a:lnTo>
                  <a:pt x="939402" y="60578"/>
                </a:lnTo>
                <a:lnTo>
                  <a:pt x="940202" y="62923"/>
                </a:lnTo>
                <a:lnTo>
                  <a:pt x="941452" y="65844"/>
                </a:lnTo>
                <a:lnTo>
                  <a:pt x="986524" y="85163"/>
                </a:lnTo>
                <a:lnTo>
                  <a:pt x="999014" y="82815"/>
                </a:lnTo>
                <a:lnTo>
                  <a:pt x="1039428" y="53756"/>
                </a:lnTo>
                <a:lnTo>
                  <a:pt x="1046331" y="44032"/>
                </a:lnTo>
                <a:lnTo>
                  <a:pt x="1053601" y="35346"/>
                </a:lnTo>
                <a:lnTo>
                  <a:pt x="1085666" y="12334"/>
                </a:lnTo>
                <a:lnTo>
                  <a:pt x="1120209" y="0"/>
                </a:lnTo>
                <a:lnTo>
                  <a:pt x="1134742" y="8316"/>
                </a:lnTo>
                <a:lnTo>
                  <a:pt x="1146898" y="15215"/>
                </a:lnTo>
                <a:lnTo>
                  <a:pt x="1184693" y="32686"/>
                </a:lnTo>
                <a:lnTo>
                  <a:pt x="1195833" y="33984"/>
                </a:lnTo>
                <a:lnTo>
                  <a:pt x="1201997" y="33897"/>
                </a:lnTo>
                <a:lnTo>
                  <a:pt x="1209039" y="33481"/>
                </a:lnTo>
                <a:lnTo>
                  <a:pt x="1217321" y="32856"/>
                </a:lnTo>
                <a:lnTo>
                  <a:pt x="1227204" y="32143"/>
                </a:lnTo>
                <a:lnTo>
                  <a:pt x="1239051" y="31464"/>
                </a:lnTo>
                <a:lnTo>
                  <a:pt x="1253221" y="30938"/>
                </a:lnTo>
                <a:lnTo>
                  <a:pt x="1270078" y="30687"/>
                </a:lnTo>
                <a:lnTo>
                  <a:pt x="1289983" y="30831"/>
                </a:lnTo>
                <a:lnTo>
                  <a:pt x="1340382" y="32790"/>
                </a:lnTo>
                <a:lnTo>
                  <a:pt x="1384261" y="35820"/>
                </a:lnTo>
                <a:lnTo>
                  <a:pt x="1434863" y="40277"/>
                </a:lnTo>
                <a:lnTo>
                  <a:pt x="1472792" y="43916"/>
                </a:lnTo>
                <a:lnTo>
                  <a:pt x="1485435" y="45130"/>
                </a:lnTo>
                <a:lnTo>
                  <a:pt x="1498079" y="46328"/>
                </a:lnTo>
                <a:lnTo>
                  <a:pt x="1510725" y="47498"/>
                </a:lnTo>
                <a:lnTo>
                  <a:pt x="1522885" y="51960"/>
                </a:lnTo>
                <a:lnTo>
                  <a:pt x="1572635" y="62681"/>
                </a:lnTo>
                <a:lnTo>
                  <a:pt x="1610843" y="64952"/>
                </a:lnTo>
                <a:lnTo>
                  <a:pt x="1623442" y="65572"/>
                </a:lnTo>
                <a:lnTo>
                  <a:pt x="1673064" y="70041"/>
                </a:lnTo>
                <a:lnTo>
                  <a:pt x="1709041" y="83986"/>
                </a:lnTo>
                <a:lnTo>
                  <a:pt x="1718682" y="91869"/>
                </a:lnTo>
                <a:lnTo>
                  <a:pt x="1732225" y="87659"/>
                </a:lnTo>
                <a:lnTo>
                  <a:pt x="1775142" y="62291"/>
                </a:lnTo>
                <a:lnTo>
                  <a:pt x="1796286" y="44945"/>
                </a:lnTo>
                <a:lnTo>
                  <a:pt x="1806412" y="38167"/>
                </a:lnTo>
                <a:lnTo>
                  <a:pt x="1821381" y="36905"/>
                </a:lnTo>
                <a:lnTo>
                  <a:pt x="1833457" y="39619"/>
                </a:lnTo>
                <a:lnTo>
                  <a:pt x="1843736" y="43905"/>
                </a:lnTo>
                <a:lnTo>
                  <a:pt x="1853311" y="47358"/>
                </a:lnTo>
                <a:lnTo>
                  <a:pt x="1891244" y="53534"/>
                </a:lnTo>
                <a:lnTo>
                  <a:pt x="1916355" y="56739"/>
                </a:lnTo>
                <a:lnTo>
                  <a:pt x="1928858" y="58317"/>
                </a:lnTo>
                <a:lnTo>
                  <a:pt x="1941327" y="59991"/>
                </a:lnTo>
                <a:lnTo>
                  <a:pt x="1951932" y="67005"/>
                </a:lnTo>
                <a:lnTo>
                  <a:pt x="1960513" y="72775"/>
                </a:lnTo>
                <a:lnTo>
                  <a:pt x="1967345" y="77397"/>
                </a:lnTo>
                <a:lnTo>
                  <a:pt x="1972704" y="80967"/>
                </a:lnTo>
                <a:lnTo>
                  <a:pt x="1976865" y="83580"/>
                </a:lnTo>
                <a:lnTo>
                  <a:pt x="1980104" y="85331"/>
                </a:lnTo>
                <a:lnTo>
                  <a:pt x="1982696" y="86317"/>
                </a:lnTo>
                <a:lnTo>
                  <a:pt x="1984917" y="86633"/>
                </a:lnTo>
                <a:lnTo>
                  <a:pt x="1987041" y="86374"/>
                </a:lnTo>
                <a:lnTo>
                  <a:pt x="1989344" y="85637"/>
                </a:lnTo>
                <a:lnTo>
                  <a:pt x="1992101" y="84516"/>
                </a:lnTo>
                <a:lnTo>
                  <a:pt x="1995588" y="83107"/>
                </a:lnTo>
                <a:lnTo>
                  <a:pt x="2033606" y="75092"/>
                </a:lnTo>
                <a:lnTo>
                  <a:pt x="2082795" y="72946"/>
                </a:lnTo>
                <a:lnTo>
                  <a:pt x="2095486" y="73145"/>
                </a:lnTo>
                <a:lnTo>
                  <a:pt x="2146112" y="76972"/>
                </a:lnTo>
                <a:lnTo>
                  <a:pt x="2184010" y="81446"/>
                </a:lnTo>
                <a:lnTo>
                  <a:pt x="2196642" y="82941"/>
                </a:lnTo>
                <a:lnTo>
                  <a:pt x="2243315" y="81266"/>
                </a:lnTo>
                <a:lnTo>
                  <a:pt x="2282879" y="72598"/>
                </a:lnTo>
                <a:lnTo>
                  <a:pt x="2294912" y="69281"/>
                </a:lnTo>
                <a:lnTo>
                  <a:pt x="2293634" y="69593"/>
                </a:lnTo>
                <a:lnTo>
                  <a:pt x="2336770" y="86705"/>
                </a:lnTo>
                <a:lnTo>
                  <a:pt x="2374816" y="89380"/>
                </a:lnTo>
                <a:lnTo>
                  <a:pt x="2412903" y="91469"/>
                </a:lnTo>
                <a:lnTo>
                  <a:pt x="2451017" y="93161"/>
                </a:lnTo>
                <a:lnTo>
                  <a:pt x="2489146" y="94642"/>
                </a:lnTo>
                <a:lnTo>
                  <a:pt x="2501857" y="95122"/>
                </a:lnTo>
                <a:lnTo>
                  <a:pt x="2514567" y="95606"/>
                </a:lnTo>
                <a:lnTo>
                  <a:pt x="2552690" y="97157"/>
                </a:lnTo>
                <a:lnTo>
                  <a:pt x="2601912" y="107736"/>
                </a:lnTo>
                <a:lnTo>
                  <a:pt x="2614151" y="110820"/>
                </a:lnTo>
                <a:lnTo>
                  <a:pt x="2627171" y="111679"/>
                </a:lnTo>
                <a:lnTo>
                  <a:pt x="2640272" y="112038"/>
                </a:lnTo>
                <a:lnTo>
                  <a:pt x="2653436" y="111976"/>
                </a:lnTo>
                <a:lnTo>
                  <a:pt x="2693135" y="110062"/>
                </a:lnTo>
                <a:lnTo>
                  <a:pt x="2719602" y="108143"/>
                </a:lnTo>
                <a:lnTo>
                  <a:pt x="2732783" y="107229"/>
                </a:lnTo>
                <a:lnTo>
                  <a:pt x="2745907" y="106453"/>
                </a:lnTo>
                <a:lnTo>
                  <a:pt x="2758956" y="105893"/>
                </a:lnTo>
                <a:lnTo>
                  <a:pt x="2771913" y="105630"/>
                </a:lnTo>
                <a:lnTo>
                  <a:pt x="2784760" y="105742"/>
                </a:lnTo>
                <a:lnTo>
                  <a:pt x="2834713" y="111546"/>
                </a:lnTo>
                <a:lnTo>
                  <a:pt x="2878632" y="129697"/>
                </a:lnTo>
                <a:lnTo>
                  <a:pt x="2888481" y="158605"/>
                </a:lnTo>
                <a:lnTo>
                  <a:pt x="2888236" y="170752"/>
                </a:lnTo>
                <a:lnTo>
                  <a:pt x="2887045" y="183567"/>
                </a:lnTo>
                <a:lnTo>
                  <a:pt x="2885397" y="196695"/>
                </a:lnTo>
                <a:lnTo>
                  <a:pt x="2883784" y="209784"/>
                </a:lnTo>
                <a:lnTo>
                  <a:pt x="2882695" y="222480"/>
                </a:lnTo>
                <a:lnTo>
                  <a:pt x="2882623" y="234430"/>
                </a:lnTo>
                <a:lnTo>
                  <a:pt x="2883898" y="247628"/>
                </a:lnTo>
                <a:lnTo>
                  <a:pt x="2885129" y="260674"/>
                </a:lnTo>
                <a:lnTo>
                  <a:pt x="2888620" y="299048"/>
                </a:lnTo>
                <a:lnTo>
                  <a:pt x="2891935" y="336582"/>
                </a:lnTo>
                <a:lnTo>
                  <a:pt x="2893028" y="348974"/>
                </a:lnTo>
                <a:lnTo>
                  <a:pt x="2894127" y="361330"/>
                </a:lnTo>
                <a:lnTo>
                  <a:pt x="2895235" y="373666"/>
                </a:lnTo>
                <a:lnTo>
                  <a:pt x="2892625" y="386855"/>
                </a:lnTo>
                <a:lnTo>
                  <a:pt x="2883735" y="425513"/>
                </a:lnTo>
                <a:lnTo>
                  <a:pt x="2852545" y="468150"/>
                </a:lnTo>
                <a:lnTo>
                  <a:pt x="2819537" y="479296"/>
                </a:lnTo>
                <a:lnTo>
                  <a:pt x="2829371" y="487443"/>
                </a:lnTo>
                <a:lnTo>
                  <a:pt x="2859009" y="511821"/>
                </a:lnTo>
                <a:lnTo>
                  <a:pt x="2899278" y="525215"/>
                </a:lnTo>
                <a:lnTo>
                  <a:pt x="2948236" y="535419"/>
                </a:lnTo>
                <a:lnTo>
                  <a:pt x="2959839" y="537561"/>
                </a:lnTo>
                <a:lnTo>
                  <a:pt x="3007394" y="550180"/>
                </a:lnTo>
                <a:lnTo>
                  <a:pt x="3018898" y="554285"/>
                </a:lnTo>
                <a:lnTo>
                  <a:pt x="2946385" y="580950"/>
                </a:lnTo>
                <a:lnTo>
                  <a:pt x="2937117" y="588412"/>
                </a:lnTo>
                <a:lnTo>
                  <a:pt x="2931272" y="600269"/>
                </a:lnTo>
                <a:lnTo>
                  <a:pt x="2925645" y="612764"/>
                </a:lnTo>
                <a:lnTo>
                  <a:pt x="2913996" y="624043"/>
                </a:lnTo>
                <a:lnTo>
                  <a:pt x="2871309" y="648528"/>
                </a:lnTo>
                <a:lnTo>
                  <a:pt x="2848115" y="656056"/>
                </a:lnTo>
                <a:lnTo>
                  <a:pt x="2838821" y="666355"/>
                </a:lnTo>
                <a:lnTo>
                  <a:pt x="2817700" y="706485"/>
                </a:lnTo>
                <a:lnTo>
                  <a:pt x="2808582" y="750720"/>
                </a:lnTo>
                <a:lnTo>
                  <a:pt x="2806918" y="768897"/>
                </a:lnTo>
                <a:lnTo>
                  <a:pt x="2806933" y="775350"/>
                </a:lnTo>
                <a:lnTo>
                  <a:pt x="2807300" y="780384"/>
                </a:lnTo>
                <a:lnTo>
                  <a:pt x="2807861" y="784252"/>
                </a:lnTo>
                <a:lnTo>
                  <a:pt x="2808456" y="787208"/>
                </a:lnTo>
                <a:lnTo>
                  <a:pt x="2808926" y="789503"/>
                </a:lnTo>
                <a:lnTo>
                  <a:pt x="2809113" y="791392"/>
                </a:lnTo>
                <a:lnTo>
                  <a:pt x="2789110" y="814493"/>
                </a:lnTo>
                <a:lnTo>
                  <a:pt x="2781299" y="82224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58089" y="1436226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2934" y="0"/>
                </a:lnTo>
              </a:path>
            </a:pathLst>
          </a:custGeom>
          <a:ln w="113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43860" y="1217149"/>
            <a:ext cx="1549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40" dirty="0">
                <a:latin typeface="Symbol"/>
                <a:cs typeface="Symbol"/>
              </a:rPr>
              <a:t>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3961" y="1217149"/>
            <a:ext cx="1549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40" dirty="0">
                <a:latin typeface="Symbol"/>
                <a:cs typeface="Symbol"/>
              </a:rPr>
              <a:t>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426" y="1281396"/>
            <a:ext cx="3114040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120" dirty="0">
                <a:latin typeface="Times New Roman"/>
                <a:cs typeface="Times New Roman"/>
              </a:rPr>
              <a:t>u</a:t>
            </a:r>
            <a:r>
              <a:rPr sz="2100" spc="65" dirty="0">
                <a:latin typeface="Times New Roman"/>
                <a:cs typeface="Times New Roman"/>
              </a:rPr>
              <a:t>(</a:t>
            </a:r>
            <a:r>
              <a:rPr sz="2100" i="1" spc="15" dirty="0">
                <a:latin typeface="Times New Roman"/>
                <a:cs typeface="Times New Roman"/>
              </a:rPr>
              <a:t>k</a:t>
            </a:r>
            <a:r>
              <a:rPr sz="2100" i="1" spc="-34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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95" dirty="0">
                <a:latin typeface="Times New Roman"/>
                <a:cs typeface="Times New Roman"/>
              </a:rPr>
              <a:t>f</a:t>
            </a:r>
            <a:r>
              <a:rPr sz="1800" spc="22" baseline="-25462" dirty="0">
                <a:latin typeface="Times New Roman"/>
                <a:cs typeface="Times New Roman"/>
              </a:rPr>
              <a:t>0</a:t>
            </a:r>
            <a:r>
              <a:rPr sz="1800" spc="7" baseline="-25462" dirty="0">
                <a:latin typeface="Times New Roman"/>
                <a:cs typeface="Times New Roman"/>
              </a:rPr>
              <a:t> </a:t>
            </a:r>
            <a:r>
              <a:rPr sz="2100" i="1" spc="100" dirty="0">
                <a:latin typeface="Times New Roman"/>
                <a:cs typeface="Times New Roman"/>
              </a:rPr>
              <a:t>y</a:t>
            </a:r>
            <a:r>
              <a:rPr sz="2100" spc="65" dirty="0">
                <a:latin typeface="Times New Roman"/>
                <a:cs typeface="Times New Roman"/>
              </a:rPr>
              <a:t>(</a:t>
            </a:r>
            <a:r>
              <a:rPr sz="2100" i="1" spc="15" dirty="0">
                <a:latin typeface="Times New Roman"/>
                <a:cs typeface="Times New Roman"/>
              </a:rPr>
              <a:t>k</a:t>
            </a:r>
            <a:r>
              <a:rPr sz="2100" i="1" spc="-34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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i="1" spc="-25" dirty="0">
                <a:latin typeface="Times New Roman"/>
                <a:cs typeface="Times New Roman"/>
              </a:rPr>
              <a:t>f</a:t>
            </a:r>
            <a:r>
              <a:rPr sz="1800" spc="22" baseline="-25462" dirty="0">
                <a:latin typeface="Times New Roman"/>
                <a:cs typeface="Times New Roman"/>
              </a:rPr>
              <a:t>1</a:t>
            </a:r>
            <a:r>
              <a:rPr sz="1800" spc="-135" baseline="-25462" dirty="0">
                <a:latin typeface="Times New Roman"/>
                <a:cs typeface="Times New Roman"/>
              </a:rPr>
              <a:t> </a:t>
            </a:r>
            <a:r>
              <a:rPr sz="2100" i="1" spc="100" dirty="0">
                <a:latin typeface="Times New Roman"/>
                <a:cs typeface="Times New Roman"/>
              </a:rPr>
              <a:t>y</a:t>
            </a:r>
            <a:r>
              <a:rPr sz="2100" spc="65" dirty="0">
                <a:latin typeface="Times New Roman"/>
                <a:cs typeface="Times New Roman"/>
              </a:rPr>
              <a:t>(</a:t>
            </a:r>
            <a:r>
              <a:rPr sz="2100" i="1" spc="15" dirty="0">
                <a:latin typeface="Times New Roman"/>
                <a:cs typeface="Times New Roman"/>
              </a:rPr>
              <a:t>k</a:t>
            </a:r>
            <a:r>
              <a:rPr sz="2100" i="1" spc="-5" dirty="0">
                <a:latin typeface="Times New Roman"/>
                <a:cs typeface="Times New Roman"/>
              </a:rPr>
              <a:t> </a:t>
            </a:r>
            <a:r>
              <a:rPr sz="2100" spc="150" dirty="0">
                <a:latin typeface="Symbol"/>
                <a:cs typeface="Symbol"/>
              </a:rPr>
              <a:t></a:t>
            </a:r>
            <a:r>
              <a:rPr sz="2100" spc="-150" dirty="0">
                <a:latin typeface="Times New Roman"/>
                <a:cs typeface="Times New Roman"/>
              </a:rPr>
              <a:t>1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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1261" y="1455595"/>
            <a:ext cx="104139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8207" y="1268696"/>
            <a:ext cx="134048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1620" algn="l"/>
              </a:tabLst>
            </a:pPr>
            <a:r>
              <a:rPr sz="2100" i="1" spc="15" dirty="0">
                <a:latin typeface="Times New Roman"/>
                <a:cs typeface="Times New Roman"/>
              </a:rPr>
              <a:t>y	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15" dirty="0">
                <a:latin typeface="Times New Roman"/>
                <a:cs typeface="Times New Roman"/>
              </a:rPr>
              <a:t>k</a:t>
            </a:r>
            <a:r>
              <a:rPr sz="2100" i="1" spc="-33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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i="1" spc="100" dirty="0">
                <a:latin typeface="Times New Roman"/>
                <a:cs typeface="Times New Roman"/>
              </a:rPr>
              <a:t>y</a:t>
            </a:r>
            <a:r>
              <a:rPr sz="2100" spc="60" dirty="0">
                <a:latin typeface="Times New Roman"/>
                <a:cs typeface="Times New Roman"/>
              </a:rPr>
              <a:t>(</a:t>
            </a:r>
            <a:r>
              <a:rPr sz="2100" i="1" spc="15" dirty="0">
                <a:latin typeface="Times New Roman"/>
                <a:cs typeface="Times New Roman"/>
              </a:rPr>
              <a:t>k</a:t>
            </a:r>
            <a:r>
              <a:rPr sz="2100" i="1" spc="-33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3965" y="1453109"/>
            <a:ext cx="60388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180" dirty="0">
                <a:latin typeface="Times New Roman"/>
                <a:cs typeface="Times New Roman"/>
              </a:rPr>
              <a:t>1</a:t>
            </a:r>
            <a:r>
              <a:rPr sz="2100" spc="20" dirty="0">
                <a:latin typeface="Symbol"/>
                <a:cs typeface="Symbol"/>
              </a:rPr>
              <a:t>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170" dirty="0">
                <a:latin typeface="Times New Roman"/>
                <a:cs typeface="Times New Roman"/>
              </a:rPr>
              <a:t>z</a:t>
            </a:r>
            <a:r>
              <a:rPr sz="1800" spc="22" baseline="43981" dirty="0">
                <a:latin typeface="Symbol"/>
                <a:cs typeface="Symbol"/>
              </a:rPr>
              <a:t></a:t>
            </a:r>
            <a:endParaRPr sz="1800" baseline="43981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69451" y="1101300"/>
            <a:ext cx="209550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95" dirty="0">
                <a:latin typeface="Times New Roman"/>
                <a:cs typeface="Times New Roman"/>
              </a:rPr>
              <a:t>k</a:t>
            </a:r>
            <a:r>
              <a:rPr sz="1800" i="1" spc="15" baseline="-25462" dirty="0">
                <a:latin typeface="Times New Roman"/>
                <a:cs typeface="Times New Roman"/>
              </a:rPr>
              <a:t>I</a:t>
            </a:r>
            <a:endParaRPr sz="1800" baseline="-2546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1068" y="1435183"/>
            <a:ext cx="104139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15" dirty="0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662" y="553791"/>
            <a:ext cx="252984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49130" y="2608561"/>
            <a:ext cx="2223770" cy="0"/>
          </a:xfrm>
          <a:custGeom>
            <a:avLst/>
            <a:gdLst/>
            <a:ahLst/>
            <a:cxnLst/>
            <a:rect l="l" t="t" r="r" b="b"/>
            <a:pathLst>
              <a:path w="2223770">
                <a:moveTo>
                  <a:pt x="0" y="0"/>
                </a:moveTo>
                <a:lnTo>
                  <a:pt x="2223183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815485" y="2107796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02126" y="2195032"/>
            <a:ext cx="41592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93076" y="2623730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48602" y="2623730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22421" y="2705430"/>
            <a:ext cx="87312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35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25117" y="2705430"/>
            <a:ext cx="72644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buFont typeface="Symbol"/>
              <a:buChar char=""/>
              <a:tabLst>
                <a:tab pos="260350" algn="l"/>
              </a:tabLst>
            </a:pP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91799" y="2073914"/>
            <a:ext cx="2357120" cy="1069340"/>
          </a:xfrm>
          <a:custGeom>
            <a:avLst/>
            <a:gdLst/>
            <a:ahLst/>
            <a:cxnLst/>
            <a:rect l="l" t="t" r="r" b="b"/>
            <a:pathLst>
              <a:path w="2357120" h="1069339">
                <a:moveTo>
                  <a:pt x="0" y="1069335"/>
                </a:moveTo>
                <a:lnTo>
                  <a:pt x="2357128" y="1069335"/>
                </a:lnTo>
                <a:lnTo>
                  <a:pt x="2357128" y="0"/>
                </a:lnTo>
                <a:lnTo>
                  <a:pt x="0" y="0"/>
                </a:lnTo>
                <a:lnTo>
                  <a:pt x="0" y="10693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13360" y="3694426"/>
            <a:ext cx="393700" cy="505459"/>
          </a:xfrm>
          <a:custGeom>
            <a:avLst/>
            <a:gdLst/>
            <a:ahLst/>
            <a:cxnLst/>
            <a:rect l="l" t="t" r="r" b="b"/>
            <a:pathLst>
              <a:path w="393700" h="505460">
                <a:moveTo>
                  <a:pt x="0" y="505468"/>
                </a:moveTo>
                <a:lnTo>
                  <a:pt x="393691" y="505468"/>
                </a:lnTo>
                <a:lnTo>
                  <a:pt x="393691" y="0"/>
                </a:lnTo>
                <a:lnTo>
                  <a:pt x="0" y="0"/>
                </a:lnTo>
                <a:lnTo>
                  <a:pt x="0" y="50546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52300" y="4522470"/>
            <a:ext cx="787400" cy="591820"/>
          </a:xfrm>
          <a:custGeom>
            <a:avLst/>
            <a:gdLst/>
            <a:ahLst/>
            <a:cxnLst/>
            <a:rect l="l" t="t" r="r" b="b"/>
            <a:pathLst>
              <a:path w="787400" h="591820">
                <a:moveTo>
                  <a:pt x="0" y="591824"/>
                </a:moveTo>
                <a:lnTo>
                  <a:pt x="787395" y="591824"/>
                </a:lnTo>
                <a:lnTo>
                  <a:pt x="787395" y="0"/>
                </a:lnTo>
                <a:lnTo>
                  <a:pt x="0" y="0"/>
                </a:lnTo>
                <a:lnTo>
                  <a:pt x="0" y="59182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49924" y="2594598"/>
            <a:ext cx="883285" cy="0"/>
          </a:xfrm>
          <a:custGeom>
            <a:avLst/>
            <a:gdLst/>
            <a:ahLst/>
            <a:cxnLst/>
            <a:rect l="l" t="t" r="r" b="b"/>
            <a:pathLst>
              <a:path w="883285">
                <a:moveTo>
                  <a:pt x="0" y="0"/>
                </a:moveTo>
                <a:lnTo>
                  <a:pt x="883205" y="0"/>
                </a:lnTo>
              </a:path>
            </a:pathLst>
          </a:custGeom>
          <a:ln w="140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315436" y="3748486"/>
            <a:ext cx="1869439" cy="873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7" baseline="-19943" dirty="0">
                <a:latin typeface="Times New Roman"/>
                <a:cs typeface="Times New Roman"/>
              </a:rPr>
              <a:t>0</a:t>
            </a:r>
            <a:endParaRPr sz="2925" baseline="-19943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20"/>
              </a:spcBef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6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tio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al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26143" y="4573876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54744" y="4660995"/>
            <a:ext cx="37401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14" dirty="0">
                <a:latin typeface="Times New Roman"/>
                <a:cs typeface="Times New Roman"/>
              </a:rPr>
              <a:t>f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28952" y="2609619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23225" y="2691258"/>
            <a:ext cx="607695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27835" y="2181757"/>
            <a:ext cx="27241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2925" i="1" spc="7" baseline="-19943" dirty="0">
                <a:latin typeface="Times New Roman"/>
                <a:cs typeface="Times New Roman"/>
              </a:rPr>
              <a:t>I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92629" y="2145030"/>
            <a:ext cx="1010919" cy="899160"/>
          </a:xfrm>
          <a:custGeom>
            <a:avLst/>
            <a:gdLst/>
            <a:ahLst/>
            <a:cxnLst/>
            <a:rect l="l" t="t" r="r" b="b"/>
            <a:pathLst>
              <a:path w="1010919" h="899160">
                <a:moveTo>
                  <a:pt x="0" y="899159"/>
                </a:moveTo>
                <a:lnTo>
                  <a:pt x="1010924" y="899159"/>
                </a:lnTo>
                <a:lnTo>
                  <a:pt x="1010924" y="0"/>
                </a:lnTo>
                <a:lnTo>
                  <a:pt x="0" y="0"/>
                </a:lnTo>
                <a:lnTo>
                  <a:pt x="0" y="8991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06174" y="2399019"/>
            <a:ext cx="406400" cy="396240"/>
          </a:xfrm>
          <a:custGeom>
            <a:avLst/>
            <a:gdLst/>
            <a:ahLst/>
            <a:cxnLst/>
            <a:rect l="l" t="t" r="r" b="b"/>
            <a:pathLst>
              <a:path w="406400" h="396239">
                <a:moveTo>
                  <a:pt x="203191" y="0"/>
                </a:moveTo>
                <a:lnTo>
                  <a:pt x="154360" y="5757"/>
                </a:lnTo>
                <a:lnTo>
                  <a:pt x="109810" y="22112"/>
                </a:lnTo>
                <a:lnTo>
                  <a:pt x="70953" y="47689"/>
                </a:lnTo>
                <a:lnTo>
                  <a:pt x="39202" y="81110"/>
                </a:lnTo>
                <a:lnTo>
                  <a:pt x="15966" y="121000"/>
                </a:lnTo>
                <a:lnTo>
                  <a:pt x="2659" y="165982"/>
                </a:lnTo>
                <a:lnTo>
                  <a:pt x="0" y="198119"/>
                </a:lnTo>
                <a:lnTo>
                  <a:pt x="673" y="214369"/>
                </a:lnTo>
                <a:lnTo>
                  <a:pt x="10358" y="260742"/>
                </a:lnTo>
                <a:lnTo>
                  <a:pt x="30440" y="302483"/>
                </a:lnTo>
                <a:lnTo>
                  <a:pt x="59510" y="338213"/>
                </a:lnTo>
                <a:lnTo>
                  <a:pt x="96155" y="366558"/>
                </a:lnTo>
                <a:lnTo>
                  <a:pt x="138964" y="386140"/>
                </a:lnTo>
                <a:lnTo>
                  <a:pt x="186525" y="395583"/>
                </a:lnTo>
                <a:lnTo>
                  <a:pt x="203191" y="396239"/>
                </a:lnTo>
                <a:lnTo>
                  <a:pt x="219857" y="395583"/>
                </a:lnTo>
                <a:lnTo>
                  <a:pt x="267420" y="386140"/>
                </a:lnTo>
                <a:lnTo>
                  <a:pt x="310231" y="366558"/>
                </a:lnTo>
                <a:lnTo>
                  <a:pt x="346879" y="338213"/>
                </a:lnTo>
                <a:lnTo>
                  <a:pt x="375951" y="302483"/>
                </a:lnTo>
                <a:lnTo>
                  <a:pt x="396036" y="260742"/>
                </a:lnTo>
                <a:lnTo>
                  <a:pt x="405722" y="214369"/>
                </a:lnTo>
                <a:lnTo>
                  <a:pt x="406395" y="198119"/>
                </a:lnTo>
                <a:lnTo>
                  <a:pt x="405722" y="181870"/>
                </a:lnTo>
                <a:lnTo>
                  <a:pt x="396036" y="135497"/>
                </a:lnTo>
                <a:lnTo>
                  <a:pt x="375951" y="93756"/>
                </a:lnTo>
                <a:lnTo>
                  <a:pt x="346879" y="58026"/>
                </a:lnTo>
                <a:lnTo>
                  <a:pt x="310231" y="29681"/>
                </a:lnTo>
                <a:lnTo>
                  <a:pt x="267420" y="10099"/>
                </a:lnTo>
                <a:lnTo>
                  <a:pt x="219857" y="656"/>
                </a:lnTo>
                <a:lnTo>
                  <a:pt x="203191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06174" y="2399019"/>
            <a:ext cx="406400" cy="396240"/>
          </a:xfrm>
          <a:custGeom>
            <a:avLst/>
            <a:gdLst/>
            <a:ahLst/>
            <a:cxnLst/>
            <a:rect l="l" t="t" r="r" b="b"/>
            <a:pathLst>
              <a:path w="406400" h="396239">
                <a:moveTo>
                  <a:pt x="0" y="198119"/>
                </a:moveTo>
                <a:lnTo>
                  <a:pt x="5904" y="150507"/>
                </a:lnTo>
                <a:lnTo>
                  <a:pt x="22678" y="107070"/>
                </a:lnTo>
                <a:lnTo>
                  <a:pt x="48909" y="69183"/>
                </a:lnTo>
                <a:lnTo>
                  <a:pt x="83186" y="38224"/>
                </a:lnTo>
                <a:lnTo>
                  <a:pt x="124097" y="15568"/>
                </a:lnTo>
                <a:lnTo>
                  <a:pt x="170231" y="2592"/>
                </a:lnTo>
                <a:lnTo>
                  <a:pt x="203191" y="0"/>
                </a:lnTo>
                <a:lnTo>
                  <a:pt x="219857" y="656"/>
                </a:lnTo>
                <a:lnTo>
                  <a:pt x="267420" y="10099"/>
                </a:lnTo>
                <a:lnTo>
                  <a:pt x="310231" y="29681"/>
                </a:lnTo>
                <a:lnTo>
                  <a:pt x="346879" y="58026"/>
                </a:lnTo>
                <a:lnTo>
                  <a:pt x="375951" y="93756"/>
                </a:lnTo>
                <a:lnTo>
                  <a:pt x="396036" y="135497"/>
                </a:lnTo>
                <a:lnTo>
                  <a:pt x="405722" y="181870"/>
                </a:lnTo>
                <a:lnTo>
                  <a:pt x="406395" y="198119"/>
                </a:lnTo>
                <a:lnTo>
                  <a:pt x="405722" y="214369"/>
                </a:lnTo>
                <a:lnTo>
                  <a:pt x="396036" y="260742"/>
                </a:lnTo>
                <a:lnTo>
                  <a:pt x="375951" y="302483"/>
                </a:lnTo>
                <a:lnTo>
                  <a:pt x="346879" y="338213"/>
                </a:lnTo>
                <a:lnTo>
                  <a:pt x="310231" y="366558"/>
                </a:lnTo>
                <a:lnTo>
                  <a:pt x="267420" y="386140"/>
                </a:lnTo>
                <a:lnTo>
                  <a:pt x="219857" y="395583"/>
                </a:lnTo>
                <a:lnTo>
                  <a:pt x="203191" y="396239"/>
                </a:lnTo>
                <a:lnTo>
                  <a:pt x="186525" y="395583"/>
                </a:lnTo>
                <a:lnTo>
                  <a:pt x="138964" y="386140"/>
                </a:lnTo>
                <a:lnTo>
                  <a:pt x="96155" y="366558"/>
                </a:lnTo>
                <a:lnTo>
                  <a:pt x="59510" y="338213"/>
                </a:lnTo>
                <a:lnTo>
                  <a:pt x="30440" y="302483"/>
                </a:lnTo>
                <a:lnTo>
                  <a:pt x="10358" y="260742"/>
                </a:lnTo>
                <a:lnTo>
                  <a:pt x="673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82780" y="23990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87" y="395583"/>
                </a:lnTo>
                <a:lnTo>
                  <a:pt x="265745" y="386140"/>
                </a:lnTo>
                <a:lnTo>
                  <a:pt x="308286" y="366558"/>
                </a:lnTo>
                <a:lnTo>
                  <a:pt x="344705" y="338213"/>
                </a:lnTo>
                <a:lnTo>
                  <a:pt x="373599" y="302483"/>
                </a:lnTo>
                <a:lnTo>
                  <a:pt x="393562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2" y="135497"/>
                </a:lnTo>
                <a:lnTo>
                  <a:pt x="373599" y="93756"/>
                </a:lnTo>
                <a:lnTo>
                  <a:pt x="344705" y="58026"/>
                </a:lnTo>
                <a:lnTo>
                  <a:pt x="308286" y="29681"/>
                </a:lnTo>
                <a:lnTo>
                  <a:pt x="265745" y="10099"/>
                </a:lnTo>
                <a:lnTo>
                  <a:pt x="218487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82780" y="23990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87" y="656"/>
                </a:lnTo>
                <a:lnTo>
                  <a:pt x="265745" y="10099"/>
                </a:lnTo>
                <a:lnTo>
                  <a:pt x="308286" y="29681"/>
                </a:lnTo>
                <a:lnTo>
                  <a:pt x="344705" y="58026"/>
                </a:lnTo>
                <a:lnTo>
                  <a:pt x="373599" y="93756"/>
                </a:lnTo>
                <a:lnTo>
                  <a:pt x="393562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2" y="260742"/>
                </a:lnTo>
                <a:lnTo>
                  <a:pt x="373599" y="302483"/>
                </a:lnTo>
                <a:lnTo>
                  <a:pt x="344705" y="338213"/>
                </a:lnTo>
                <a:lnTo>
                  <a:pt x="308286" y="366558"/>
                </a:lnTo>
                <a:lnTo>
                  <a:pt x="265745" y="386140"/>
                </a:lnTo>
                <a:lnTo>
                  <a:pt x="218487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83619" y="23990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87" y="395583"/>
                </a:lnTo>
                <a:lnTo>
                  <a:pt x="265745" y="386140"/>
                </a:lnTo>
                <a:lnTo>
                  <a:pt x="308286" y="366558"/>
                </a:lnTo>
                <a:lnTo>
                  <a:pt x="344705" y="338213"/>
                </a:lnTo>
                <a:lnTo>
                  <a:pt x="373599" y="302483"/>
                </a:lnTo>
                <a:lnTo>
                  <a:pt x="393562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2" y="135497"/>
                </a:lnTo>
                <a:lnTo>
                  <a:pt x="373599" y="93756"/>
                </a:lnTo>
                <a:lnTo>
                  <a:pt x="344705" y="58026"/>
                </a:lnTo>
                <a:lnTo>
                  <a:pt x="308286" y="29681"/>
                </a:lnTo>
                <a:lnTo>
                  <a:pt x="265745" y="10099"/>
                </a:lnTo>
                <a:lnTo>
                  <a:pt x="218487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83619" y="23990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87" y="656"/>
                </a:lnTo>
                <a:lnTo>
                  <a:pt x="265745" y="10099"/>
                </a:lnTo>
                <a:lnTo>
                  <a:pt x="308286" y="29681"/>
                </a:lnTo>
                <a:lnTo>
                  <a:pt x="344705" y="58026"/>
                </a:lnTo>
                <a:lnTo>
                  <a:pt x="373599" y="93756"/>
                </a:lnTo>
                <a:lnTo>
                  <a:pt x="393562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2" y="260742"/>
                </a:lnTo>
                <a:lnTo>
                  <a:pt x="373599" y="302483"/>
                </a:lnTo>
                <a:lnTo>
                  <a:pt x="344705" y="338213"/>
                </a:lnTo>
                <a:lnTo>
                  <a:pt x="308286" y="366558"/>
                </a:lnTo>
                <a:lnTo>
                  <a:pt x="265745" y="386140"/>
                </a:lnTo>
                <a:lnTo>
                  <a:pt x="218487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12569" y="259726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3896" y="253096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4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16229" y="259713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56285" y="253048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01005" y="259726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55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32347" y="253096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26" y="133349"/>
                </a:moveTo>
                <a:lnTo>
                  <a:pt x="11451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00159" y="261506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61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31507" y="254876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26" y="133349"/>
                </a:moveTo>
                <a:lnTo>
                  <a:pt x="11451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948939" y="261494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34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588989" y="2548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79409" y="2746525"/>
            <a:ext cx="67754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30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77708" y="2101484"/>
            <a:ext cx="56578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25" dirty="0">
                <a:latin typeface="Times New Roman"/>
                <a:cs typeface="Times New Roman"/>
              </a:rPr>
              <a:t>u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786639" y="259713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34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426689" y="253048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088438" y="2147191"/>
            <a:ext cx="546100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10" dirty="0">
                <a:latin typeface="Times New Roman"/>
                <a:cs typeface="Times New Roman"/>
              </a:rPr>
              <a:t>y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699509" y="2832994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499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32850" y="28329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59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85959" y="2832994"/>
            <a:ext cx="0" cy="1114425"/>
          </a:xfrm>
          <a:custGeom>
            <a:avLst/>
            <a:gdLst/>
            <a:ahLst/>
            <a:cxnLst/>
            <a:rect l="l" t="t" r="r" b="b"/>
            <a:pathLst>
              <a:path h="1114425">
                <a:moveTo>
                  <a:pt x="0" y="1114403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519300" y="28329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90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309365" y="2832994"/>
            <a:ext cx="0" cy="2806700"/>
          </a:xfrm>
          <a:custGeom>
            <a:avLst/>
            <a:gdLst/>
            <a:ahLst/>
            <a:cxnLst/>
            <a:rect l="l" t="t" r="r" b="b"/>
            <a:pathLst>
              <a:path h="2806700">
                <a:moveTo>
                  <a:pt x="0" y="280659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42703" y="28329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71509" y="2597139"/>
            <a:ext cx="0" cy="3032125"/>
          </a:xfrm>
          <a:custGeom>
            <a:avLst/>
            <a:gdLst/>
            <a:ahLst/>
            <a:cxnLst/>
            <a:rect l="l" t="t" r="r" b="b"/>
            <a:pathLst>
              <a:path h="3032125">
                <a:moveTo>
                  <a:pt x="0" y="3031848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585990" y="3948434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>
                <a:moveTo>
                  <a:pt x="61203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699509" y="4812029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>
                <a:moveTo>
                  <a:pt x="61206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654923" y="3948434"/>
            <a:ext cx="2618740" cy="0"/>
          </a:xfrm>
          <a:custGeom>
            <a:avLst/>
            <a:gdLst/>
            <a:ahLst/>
            <a:cxnLst/>
            <a:rect l="l" t="t" r="r" b="b"/>
            <a:pathLst>
              <a:path w="2618740">
                <a:moveTo>
                  <a:pt x="2618262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654923" y="3881746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149474" y="4812029"/>
            <a:ext cx="3122930" cy="0"/>
          </a:xfrm>
          <a:custGeom>
            <a:avLst/>
            <a:gdLst/>
            <a:ahLst/>
            <a:cxnLst/>
            <a:rect l="l" t="t" r="r" b="b"/>
            <a:pathLst>
              <a:path w="3122929">
                <a:moveTo>
                  <a:pt x="312231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149474" y="4745342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309378" y="5627370"/>
            <a:ext cx="6962775" cy="0"/>
          </a:xfrm>
          <a:custGeom>
            <a:avLst/>
            <a:gdLst/>
            <a:ahLst/>
            <a:cxnLst/>
            <a:rect l="l" t="t" r="r" b="b"/>
            <a:pathLst>
              <a:path w="6962775">
                <a:moveTo>
                  <a:pt x="696261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58838" y="2185927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119440" y="222147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983040" y="225703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20775" y="3196282"/>
            <a:ext cx="1092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50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277870" y="4978487"/>
            <a:ext cx="89725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“p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lu</a:t>
            </a:r>
            <a:r>
              <a:rPr sz="2800" b="0" spc="-20" dirty="0">
                <a:solidFill>
                  <a:srgbClr val="C00000"/>
                </a:solidFill>
                <a:latin typeface="Calibri Light"/>
                <a:cs typeface="Calibri Light"/>
              </a:rPr>
              <a:t>s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”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274236" y="3239944"/>
            <a:ext cx="924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2653" y="6036376"/>
            <a:ext cx="708405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opo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lus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0893" y="726422"/>
            <a:ext cx="40030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PIP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02427" y="2801596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29">
                <a:moveTo>
                  <a:pt x="0" y="0"/>
                </a:moveTo>
                <a:lnTo>
                  <a:pt x="222076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67492" y="230083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4583" y="2388072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5427" y="2816770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9815" y="2816770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75723" y="2898470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35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7121" y="2898470"/>
            <a:ext cx="72517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45139" y="2266943"/>
            <a:ext cx="2354580" cy="1069340"/>
          </a:xfrm>
          <a:custGeom>
            <a:avLst/>
            <a:gdLst/>
            <a:ahLst/>
            <a:cxnLst/>
            <a:rect l="l" t="t" r="r" b="b"/>
            <a:pathLst>
              <a:path w="2354579" h="1069339">
                <a:moveTo>
                  <a:pt x="0" y="1069335"/>
                </a:moveTo>
                <a:lnTo>
                  <a:pt x="2354579" y="1069335"/>
                </a:lnTo>
                <a:lnTo>
                  <a:pt x="2354579" y="0"/>
                </a:lnTo>
                <a:lnTo>
                  <a:pt x="0" y="0"/>
                </a:lnTo>
                <a:lnTo>
                  <a:pt x="0" y="10693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63962" y="3895695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64103" y="3977436"/>
            <a:ext cx="100266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7" baseline="-19943" dirty="0">
                <a:latin typeface="Times New Roman"/>
                <a:cs typeface="Times New Roman"/>
              </a:rPr>
              <a:t>0</a:t>
            </a:r>
            <a:r>
              <a:rPr sz="2925" spc="300" baseline="-19943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325" dirty="0">
                <a:latin typeface="Times New Roman"/>
                <a:cs typeface="Times New Roman"/>
              </a:rPr>
              <a:t> </a:t>
            </a:r>
            <a:r>
              <a:rPr sz="2650" i="1" spc="-114" dirty="0">
                <a:latin typeface="Times New Roman"/>
                <a:cs typeface="Times New Roman"/>
              </a:rPr>
              <a:t>f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61609" y="3844290"/>
            <a:ext cx="1404620" cy="591820"/>
          </a:xfrm>
          <a:custGeom>
            <a:avLst/>
            <a:gdLst/>
            <a:ahLst/>
            <a:cxnLst/>
            <a:rect l="l" t="t" r="r" b="b"/>
            <a:pathLst>
              <a:path w="1404620" h="591820">
                <a:moveTo>
                  <a:pt x="0" y="591824"/>
                </a:moveTo>
                <a:lnTo>
                  <a:pt x="1404615" y="591824"/>
                </a:lnTo>
                <a:lnTo>
                  <a:pt x="1404615" y="0"/>
                </a:lnTo>
                <a:lnTo>
                  <a:pt x="0" y="0"/>
                </a:lnTo>
                <a:lnTo>
                  <a:pt x="0" y="59182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00714" y="2787628"/>
            <a:ext cx="883285" cy="0"/>
          </a:xfrm>
          <a:custGeom>
            <a:avLst/>
            <a:gdLst/>
            <a:ahLst/>
            <a:cxnLst/>
            <a:rect l="l" t="t" r="r" b="b"/>
            <a:pathLst>
              <a:path w="883285">
                <a:moveTo>
                  <a:pt x="0" y="0"/>
                </a:moveTo>
                <a:lnTo>
                  <a:pt x="883220" y="0"/>
                </a:lnTo>
              </a:path>
            </a:pathLst>
          </a:custGeom>
          <a:ln w="140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79740" y="2802672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4013" y="2884286"/>
            <a:ext cx="608330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8635" y="2374798"/>
            <a:ext cx="27241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2925" i="1" spc="7" baseline="-19943" dirty="0">
                <a:latin typeface="Times New Roman"/>
                <a:cs typeface="Times New Roman"/>
              </a:rPr>
              <a:t>I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43433" y="2338060"/>
            <a:ext cx="1010919" cy="899160"/>
          </a:xfrm>
          <a:custGeom>
            <a:avLst/>
            <a:gdLst/>
            <a:ahLst/>
            <a:cxnLst/>
            <a:rect l="l" t="t" r="r" b="b"/>
            <a:pathLst>
              <a:path w="1010919" h="899160">
                <a:moveTo>
                  <a:pt x="0" y="899159"/>
                </a:moveTo>
                <a:lnTo>
                  <a:pt x="1010911" y="899159"/>
                </a:lnTo>
                <a:lnTo>
                  <a:pt x="1010911" y="0"/>
                </a:lnTo>
                <a:lnTo>
                  <a:pt x="0" y="0"/>
                </a:lnTo>
                <a:lnTo>
                  <a:pt x="0" y="8991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59514" y="2594610"/>
            <a:ext cx="403860" cy="393700"/>
          </a:xfrm>
          <a:custGeom>
            <a:avLst/>
            <a:gdLst/>
            <a:ahLst/>
            <a:cxnLst/>
            <a:rect l="l" t="t" r="r" b="b"/>
            <a:pathLst>
              <a:path w="403859" h="393700">
                <a:moveTo>
                  <a:pt x="201929" y="0"/>
                </a:moveTo>
                <a:lnTo>
                  <a:pt x="153402" y="5721"/>
                </a:lnTo>
                <a:lnTo>
                  <a:pt x="109130" y="21974"/>
                </a:lnTo>
                <a:lnTo>
                  <a:pt x="70514" y="47389"/>
                </a:lnTo>
                <a:lnTo>
                  <a:pt x="38959" y="80597"/>
                </a:lnTo>
                <a:lnTo>
                  <a:pt x="15868" y="120229"/>
                </a:lnTo>
                <a:lnTo>
                  <a:pt x="2642" y="164916"/>
                </a:lnTo>
                <a:lnTo>
                  <a:pt x="0" y="196839"/>
                </a:lnTo>
                <a:lnTo>
                  <a:pt x="669" y="212985"/>
                </a:lnTo>
                <a:lnTo>
                  <a:pt x="10294" y="259063"/>
                </a:lnTo>
                <a:lnTo>
                  <a:pt x="30252" y="300539"/>
                </a:lnTo>
                <a:lnTo>
                  <a:pt x="59142" y="336045"/>
                </a:lnTo>
                <a:lnTo>
                  <a:pt x="95560" y="364212"/>
                </a:lnTo>
                <a:lnTo>
                  <a:pt x="138103" y="383672"/>
                </a:lnTo>
                <a:lnTo>
                  <a:pt x="185368" y="393057"/>
                </a:lnTo>
                <a:lnTo>
                  <a:pt x="201929" y="393710"/>
                </a:lnTo>
                <a:lnTo>
                  <a:pt x="218490" y="393057"/>
                </a:lnTo>
                <a:lnTo>
                  <a:pt x="265752" y="383672"/>
                </a:lnTo>
                <a:lnTo>
                  <a:pt x="308294" y="364212"/>
                </a:lnTo>
                <a:lnTo>
                  <a:pt x="344712" y="336045"/>
                </a:lnTo>
                <a:lnTo>
                  <a:pt x="373604" y="300539"/>
                </a:lnTo>
                <a:lnTo>
                  <a:pt x="393564" y="259063"/>
                </a:lnTo>
                <a:lnTo>
                  <a:pt x="403190" y="212985"/>
                </a:lnTo>
                <a:lnTo>
                  <a:pt x="403859" y="196839"/>
                </a:lnTo>
                <a:lnTo>
                  <a:pt x="403190" y="180698"/>
                </a:lnTo>
                <a:lnTo>
                  <a:pt x="393564" y="134630"/>
                </a:lnTo>
                <a:lnTo>
                  <a:pt x="373604" y="93161"/>
                </a:lnTo>
                <a:lnTo>
                  <a:pt x="344712" y="57660"/>
                </a:lnTo>
                <a:lnTo>
                  <a:pt x="308294" y="29495"/>
                </a:lnTo>
                <a:lnTo>
                  <a:pt x="265752" y="10036"/>
                </a:lnTo>
                <a:lnTo>
                  <a:pt x="218490" y="652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9514" y="2594610"/>
            <a:ext cx="403860" cy="393700"/>
          </a:xfrm>
          <a:custGeom>
            <a:avLst/>
            <a:gdLst/>
            <a:ahLst/>
            <a:cxnLst/>
            <a:rect l="l" t="t" r="r" b="b"/>
            <a:pathLst>
              <a:path w="403859" h="393700">
                <a:moveTo>
                  <a:pt x="0" y="196839"/>
                </a:moveTo>
                <a:lnTo>
                  <a:pt x="5868" y="149543"/>
                </a:lnTo>
                <a:lnTo>
                  <a:pt x="22538" y="106389"/>
                </a:lnTo>
                <a:lnTo>
                  <a:pt x="48606" y="68746"/>
                </a:lnTo>
                <a:lnTo>
                  <a:pt x="82671" y="37984"/>
                </a:lnTo>
                <a:lnTo>
                  <a:pt x="123328" y="15471"/>
                </a:lnTo>
                <a:lnTo>
                  <a:pt x="169175" y="2576"/>
                </a:lnTo>
                <a:lnTo>
                  <a:pt x="201929" y="0"/>
                </a:lnTo>
                <a:lnTo>
                  <a:pt x="218490" y="652"/>
                </a:lnTo>
                <a:lnTo>
                  <a:pt x="265752" y="10036"/>
                </a:lnTo>
                <a:lnTo>
                  <a:pt x="308294" y="29495"/>
                </a:lnTo>
                <a:lnTo>
                  <a:pt x="344712" y="57660"/>
                </a:lnTo>
                <a:lnTo>
                  <a:pt x="373604" y="93161"/>
                </a:lnTo>
                <a:lnTo>
                  <a:pt x="393564" y="134630"/>
                </a:lnTo>
                <a:lnTo>
                  <a:pt x="403190" y="180698"/>
                </a:lnTo>
                <a:lnTo>
                  <a:pt x="403859" y="196839"/>
                </a:lnTo>
                <a:lnTo>
                  <a:pt x="403190" y="212985"/>
                </a:lnTo>
                <a:lnTo>
                  <a:pt x="393564" y="259063"/>
                </a:lnTo>
                <a:lnTo>
                  <a:pt x="373604" y="300539"/>
                </a:lnTo>
                <a:lnTo>
                  <a:pt x="344712" y="336045"/>
                </a:lnTo>
                <a:lnTo>
                  <a:pt x="308294" y="364212"/>
                </a:lnTo>
                <a:lnTo>
                  <a:pt x="265752" y="383672"/>
                </a:lnTo>
                <a:lnTo>
                  <a:pt x="218490" y="393057"/>
                </a:lnTo>
                <a:lnTo>
                  <a:pt x="201929" y="393710"/>
                </a:lnTo>
                <a:lnTo>
                  <a:pt x="185368" y="393057"/>
                </a:lnTo>
                <a:lnTo>
                  <a:pt x="138103" y="383672"/>
                </a:lnTo>
                <a:lnTo>
                  <a:pt x="95560" y="364212"/>
                </a:lnTo>
                <a:lnTo>
                  <a:pt x="59142" y="336045"/>
                </a:lnTo>
                <a:lnTo>
                  <a:pt x="30252" y="300539"/>
                </a:lnTo>
                <a:lnTo>
                  <a:pt x="10294" y="259063"/>
                </a:lnTo>
                <a:lnTo>
                  <a:pt x="669" y="212985"/>
                </a:lnTo>
                <a:lnTo>
                  <a:pt x="0" y="1968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36119" y="2594610"/>
            <a:ext cx="403860" cy="393700"/>
          </a:xfrm>
          <a:custGeom>
            <a:avLst/>
            <a:gdLst/>
            <a:ahLst/>
            <a:cxnLst/>
            <a:rect l="l" t="t" r="r" b="b"/>
            <a:pathLst>
              <a:path w="403860" h="393700">
                <a:moveTo>
                  <a:pt x="201929" y="0"/>
                </a:moveTo>
                <a:lnTo>
                  <a:pt x="153402" y="5721"/>
                </a:lnTo>
                <a:lnTo>
                  <a:pt x="109130" y="21974"/>
                </a:lnTo>
                <a:lnTo>
                  <a:pt x="70514" y="47389"/>
                </a:lnTo>
                <a:lnTo>
                  <a:pt x="38959" y="80597"/>
                </a:lnTo>
                <a:lnTo>
                  <a:pt x="15868" y="120229"/>
                </a:lnTo>
                <a:lnTo>
                  <a:pt x="2642" y="164916"/>
                </a:lnTo>
                <a:lnTo>
                  <a:pt x="0" y="196839"/>
                </a:lnTo>
                <a:lnTo>
                  <a:pt x="669" y="212985"/>
                </a:lnTo>
                <a:lnTo>
                  <a:pt x="10294" y="259063"/>
                </a:lnTo>
                <a:lnTo>
                  <a:pt x="30252" y="300539"/>
                </a:lnTo>
                <a:lnTo>
                  <a:pt x="59142" y="336045"/>
                </a:lnTo>
                <a:lnTo>
                  <a:pt x="95560" y="364212"/>
                </a:lnTo>
                <a:lnTo>
                  <a:pt x="138103" y="383672"/>
                </a:lnTo>
                <a:lnTo>
                  <a:pt x="185368" y="393057"/>
                </a:lnTo>
                <a:lnTo>
                  <a:pt x="201929" y="393710"/>
                </a:lnTo>
                <a:lnTo>
                  <a:pt x="218487" y="393057"/>
                </a:lnTo>
                <a:lnTo>
                  <a:pt x="265745" y="383672"/>
                </a:lnTo>
                <a:lnTo>
                  <a:pt x="308286" y="364212"/>
                </a:lnTo>
                <a:lnTo>
                  <a:pt x="344705" y="336045"/>
                </a:lnTo>
                <a:lnTo>
                  <a:pt x="373599" y="300539"/>
                </a:lnTo>
                <a:lnTo>
                  <a:pt x="393562" y="259063"/>
                </a:lnTo>
                <a:lnTo>
                  <a:pt x="403190" y="212985"/>
                </a:lnTo>
                <a:lnTo>
                  <a:pt x="403859" y="196839"/>
                </a:lnTo>
                <a:lnTo>
                  <a:pt x="403190" y="180698"/>
                </a:lnTo>
                <a:lnTo>
                  <a:pt x="393562" y="134630"/>
                </a:lnTo>
                <a:lnTo>
                  <a:pt x="373599" y="93161"/>
                </a:lnTo>
                <a:lnTo>
                  <a:pt x="344705" y="57660"/>
                </a:lnTo>
                <a:lnTo>
                  <a:pt x="308286" y="29495"/>
                </a:lnTo>
                <a:lnTo>
                  <a:pt x="265745" y="10036"/>
                </a:lnTo>
                <a:lnTo>
                  <a:pt x="218487" y="652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36119" y="2594610"/>
            <a:ext cx="403860" cy="393700"/>
          </a:xfrm>
          <a:custGeom>
            <a:avLst/>
            <a:gdLst/>
            <a:ahLst/>
            <a:cxnLst/>
            <a:rect l="l" t="t" r="r" b="b"/>
            <a:pathLst>
              <a:path w="403860" h="393700">
                <a:moveTo>
                  <a:pt x="0" y="196839"/>
                </a:moveTo>
                <a:lnTo>
                  <a:pt x="5868" y="149543"/>
                </a:lnTo>
                <a:lnTo>
                  <a:pt x="22538" y="106389"/>
                </a:lnTo>
                <a:lnTo>
                  <a:pt x="48606" y="68746"/>
                </a:lnTo>
                <a:lnTo>
                  <a:pt x="82671" y="37984"/>
                </a:lnTo>
                <a:lnTo>
                  <a:pt x="123328" y="15471"/>
                </a:lnTo>
                <a:lnTo>
                  <a:pt x="169175" y="2576"/>
                </a:lnTo>
                <a:lnTo>
                  <a:pt x="201929" y="0"/>
                </a:lnTo>
                <a:lnTo>
                  <a:pt x="218487" y="652"/>
                </a:lnTo>
                <a:lnTo>
                  <a:pt x="265745" y="10036"/>
                </a:lnTo>
                <a:lnTo>
                  <a:pt x="308286" y="29495"/>
                </a:lnTo>
                <a:lnTo>
                  <a:pt x="344705" y="57660"/>
                </a:lnTo>
                <a:lnTo>
                  <a:pt x="373599" y="93161"/>
                </a:lnTo>
                <a:lnTo>
                  <a:pt x="393562" y="134630"/>
                </a:lnTo>
                <a:lnTo>
                  <a:pt x="403190" y="180698"/>
                </a:lnTo>
                <a:lnTo>
                  <a:pt x="403859" y="196839"/>
                </a:lnTo>
                <a:lnTo>
                  <a:pt x="403190" y="212985"/>
                </a:lnTo>
                <a:lnTo>
                  <a:pt x="393562" y="259063"/>
                </a:lnTo>
                <a:lnTo>
                  <a:pt x="373599" y="300539"/>
                </a:lnTo>
                <a:lnTo>
                  <a:pt x="344705" y="336045"/>
                </a:lnTo>
                <a:lnTo>
                  <a:pt x="308286" y="364212"/>
                </a:lnTo>
                <a:lnTo>
                  <a:pt x="265745" y="383672"/>
                </a:lnTo>
                <a:lnTo>
                  <a:pt x="218487" y="393057"/>
                </a:lnTo>
                <a:lnTo>
                  <a:pt x="201929" y="393710"/>
                </a:lnTo>
                <a:lnTo>
                  <a:pt x="185368" y="393057"/>
                </a:lnTo>
                <a:lnTo>
                  <a:pt x="138103" y="383672"/>
                </a:lnTo>
                <a:lnTo>
                  <a:pt x="95560" y="364212"/>
                </a:lnTo>
                <a:lnTo>
                  <a:pt x="59142" y="336045"/>
                </a:lnTo>
                <a:lnTo>
                  <a:pt x="30252" y="300539"/>
                </a:lnTo>
                <a:lnTo>
                  <a:pt x="10294" y="259063"/>
                </a:lnTo>
                <a:lnTo>
                  <a:pt x="669" y="212985"/>
                </a:lnTo>
                <a:lnTo>
                  <a:pt x="0" y="1968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3374" y="279032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94700" y="272402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41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7034" y="279020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07089" y="272350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54339" y="2810499"/>
            <a:ext cx="1343025" cy="0"/>
          </a:xfrm>
          <a:custGeom>
            <a:avLst/>
            <a:gdLst/>
            <a:ahLst/>
            <a:cxnLst/>
            <a:rect l="l" t="t" r="r" b="b"/>
            <a:pathLst>
              <a:path w="1343025">
                <a:moveTo>
                  <a:pt x="0" y="0"/>
                </a:moveTo>
                <a:lnTo>
                  <a:pt x="1342643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82714" y="274384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99719" y="281049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37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39799" y="274384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39980" y="279020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34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80029" y="272350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36770" y="3026024"/>
            <a:ext cx="0" cy="1114425"/>
          </a:xfrm>
          <a:custGeom>
            <a:avLst/>
            <a:gdLst/>
            <a:ahLst/>
            <a:cxnLst/>
            <a:rect l="l" t="t" r="r" b="b"/>
            <a:pathLst>
              <a:path h="1114425">
                <a:moveTo>
                  <a:pt x="0" y="1114409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0110" y="302602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59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60169" y="3026024"/>
            <a:ext cx="0" cy="2806700"/>
          </a:xfrm>
          <a:custGeom>
            <a:avLst/>
            <a:gdLst/>
            <a:ahLst/>
            <a:cxnLst/>
            <a:rect l="l" t="t" r="r" b="b"/>
            <a:pathLst>
              <a:path h="2806700">
                <a:moveTo>
                  <a:pt x="0" y="2806598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3507" y="302602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22319" y="2790169"/>
            <a:ext cx="0" cy="3032125"/>
          </a:xfrm>
          <a:custGeom>
            <a:avLst/>
            <a:gdLst/>
            <a:ahLst/>
            <a:cxnLst/>
            <a:rect l="l" t="t" r="r" b="b"/>
            <a:pathLst>
              <a:path h="3032125">
                <a:moveTo>
                  <a:pt x="0" y="3031854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6770" y="4141470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>
                <a:moveTo>
                  <a:pt x="61206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03953" y="4141470"/>
            <a:ext cx="1619250" cy="1270"/>
          </a:xfrm>
          <a:custGeom>
            <a:avLst/>
            <a:gdLst/>
            <a:ahLst/>
            <a:cxnLst/>
            <a:rect l="l" t="t" r="r" b="b"/>
            <a:pathLst>
              <a:path w="1619250" h="1270">
                <a:moveTo>
                  <a:pt x="1618975" y="0"/>
                </a:moveTo>
                <a:lnTo>
                  <a:pt x="0" y="905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03953" y="407561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14269" y="0"/>
                </a:moveTo>
                <a:lnTo>
                  <a:pt x="0" y="66745"/>
                </a:lnTo>
                <a:lnTo>
                  <a:pt x="11433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60169" y="5820405"/>
            <a:ext cx="6962775" cy="0"/>
          </a:xfrm>
          <a:custGeom>
            <a:avLst/>
            <a:gdLst/>
            <a:ahLst/>
            <a:cxnLst/>
            <a:rect l="l" t="t" r="r" b="b"/>
            <a:pathLst>
              <a:path w="6962775">
                <a:moveTo>
                  <a:pt x="6962607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32749" y="2939552"/>
            <a:ext cx="768985" cy="62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350" i="1" spc="30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R="5080" algn="r">
              <a:lnSpc>
                <a:spcPts val="264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28520" y="2294512"/>
            <a:ext cx="56578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25" dirty="0">
                <a:latin typeface="Times New Roman"/>
                <a:cs typeface="Times New Roman"/>
              </a:rPr>
              <a:t>u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39225" y="2340232"/>
            <a:ext cx="546100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10" dirty="0">
                <a:latin typeface="Times New Roman"/>
                <a:cs typeface="Times New Roman"/>
              </a:rPr>
              <a:t>y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2178" y="237895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33840" y="2450075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87840" y="309250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577" y="988245"/>
            <a:ext cx="7112000" cy="2279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6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wh</a:t>
            </a:r>
            <a:r>
              <a:rPr sz="3600" spc="-4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385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</a:pP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as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b</a:t>
            </a:r>
            <a:r>
              <a:rPr sz="3600" b="0" spc="-6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9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…</a:t>
            </a:r>
            <a:endParaRPr sz="3600">
              <a:latin typeface="Calibri Light"/>
              <a:cs typeface="Calibri Light"/>
            </a:endParaRPr>
          </a:p>
          <a:p>
            <a:pPr marL="73025">
              <a:lnSpc>
                <a:spcPct val="100000"/>
              </a:lnSpc>
              <a:spcBef>
                <a:spcPts val="1055"/>
              </a:spcBef>
            </a:pP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in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cl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-l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3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an</a:t>
            </a:r>
            <a:r>
              <a:rPr sz="3600" b="0" spc="-5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func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.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254" y="3390539"/>
            <a:ext cx="3257550" cy="593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28315" algn="l"/>
              </a:tabLst>
            </a:pP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spc="1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235" dirty="0">
                <a:solidFill>
                  <a:srgbClr val="44536A"/>
                </a:solidFill>
                <a:latin typeface="Calibri Light"/>
                <a:cs typeface="Calibri Light"/>
              </a:rPr>
              <a:t>’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hi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7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4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.</a:t>
            </a:r>
            <a:r>
              <a:rPr sz="3600" b="0" dirty="0">
                <a:solidFill>
                  <a:srgbClr val="44536A"/>
                </a:solidFill>
                <a:latin typeface="Times New Roman"/>
                <a:cs typeface="Times New Roman"/>
              </a:rPr>
              <a:t>	</a:t>
            </a:r>
            <a:r>
              <a:rPr sz="4350" i="1" dirty="0">
                <a:latin typeface="Times New Roman"/>
                <a:cs typeface="Times New Roman"/>
              </a:rPr>
              <a:t>z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999" y="4321897"/>
            <a:ext cx="5426710" cy="1308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s.</a:t>
            </a:r>
            <a:endParaRPr sz="3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35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1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ains.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0866" y="3325259"/>
            <a:ext cx="36068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10" dirty="0">
                <a:latin typeface="Symbol"/>
                <a:cs typeface="Symbol"/>
              </a:rPr>
              <a:t></a:t>
            </a:r>
            <a:r>
              <a:rPr sz="2500" dirty="0">
                <a:latin typeface="Times New Roman"/>
                <a:cs typeface="Times New Roman"/>
              </a:rPr>
              <a:t>3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6969" y="5007814"/>
            <a:ext cx="1642110" cy="676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50" i="1" spc="170" dirty="0">
                <a:latin typeface="Times New Roman"/>
                <a:cs typeface="Times New Roman"/>
              </a:rPr>
              <a:t>f</a:t>
            </a:r>
            <a:r>
              <a:rPr sz="3750" baseline="-24444" dirty="0">
                <a:latin typeface="Times New Roman"/>
                <a:cs typeface="Times New Roman"/>
              </a:rPr>
              <a:t>0</a:t>
            </a:r>
            <a:r>
              <a:rPr sz="3750" spc="-307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275" dirty="0">
                <a:latin typeface="Times New Roman"/>
                <a:cs typeface="Times New Roman"/>
              </a:rPr>
              <a:t> </a:t>
            </a:r>
            <a:r>
              <a:rPr sz="4350" i="1" spc="-65" dirty="0">
                <a:latin typeface="Times New Roman"/>
                <a:cs typeface="Times New Roman"/>
              </a:rPr>
              <a:t>f</a:t>
            </a:r>
            <a:r>
              <a:rPr sz="3750" baseline="-24444" dirty="0">
                <a:latin typeface="Times New Roman"/>
                <a:cs typeface="Times New Roman"/>
              </a:rPr>
              <a:t>1</a:t>
            </a:r>
            <a:r>
              <a:rPr sz="3750" spc="-600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-545" dirty="0">
                <a:latin typeface="Times New Roman"/>
                <a:cs typeface="Times New Roman"/>
              </a:rPr>
              <a:t> </a:t>
            </a:r>
            <a:r>
              <a:rPr sz="4350" i="1" spc="165" dirty="0">
                <a:latin typeface="Times New Roman"/>
                <a:cs typeface="Times New Roman"/>
              </a:rPr>
              <a:t>k</a:t>
            </a:r>
            <a:r>
              <a:rPr sz="3750" i="1" baseline="-24444" dirty="0">
                <a:latin typeface="Times New Roman"/>
                <a:cs typeface="Times New Roman"/>
              </a:rPr>
              <a:t>I</a:t>
            </a:r>
            <a:endParaRPr sz="3750" baseline="-2444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286" y="5923914"/>
            <a:ext cx="65836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65" dirty="0">
                <a:solidFill>
                  <a:srgbClr val="44536A"/>
                </a:solidFill>
                <a:latin typeface="Calibri Light"/>
                <a:cs typeface="Calibri Light"/>
              </a:rPr>
              <a:t>v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assi</a:t>
            </a: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40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bl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m.</a:t>
            </a:r>
            <a:endParaRPr sz="3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0"/>
              </a:lnSpc>
            </a:pPr>
            <a:r>
              <a:rPr spc="-5" dirty="0">
                <a:latin typeface="Calibri"/>
                <a:cs typeface="Calibri"/>
              </a:rPr>
              <a:t>Si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>
              <a:lnSpc>
                <a:spcPts val="3840"/>
              </a:lnSpc>
            </a:pPr>
            <a:r>
              <a:rPr spc="5" dirty="0">
                <a:latin typeface="Calibri"/>
                <a:cs typeface="Calibri"/>
              </a:rPr>
              <a:t>(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220" dirty="0">
                <a:latin typeface="Calibri"/>
                <a:cs typeface="Calibri"/>
              </a:rPr>
              <a:t>f</a:t>
            </a:r>
            <a:r>
              <a:rPr dirty="0">
                <a:latin typeface="Calibri"/>
                <a:cs typeface="Calibri"/>
              </a:rPr>
              <a:t>.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ect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s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4</a:t>
            </a:r>
            <a:r>
              <a:rPr dirty="0">
                <a:latin typeface="Calibri"/>
                <a:cs typeface="Calibri"/>
              </a:rPr>
              <a:t>.</a:t>
            </a:r>
            <a:r>
              <a:rPr spc="-20" dirty="0">
                <a:latin typeface="Calibri"/>
                <a:cs typeface="Calibri"/>
              </a:rPr>
              <a:t>4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an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5</a:t>
            </a:r>
            <a:r>
              <a:rPr dirty="0">
                <a:latin typeface="Calibri"/>
                <a:cs typeface="Calibri"/>
              </a:rPr>
              <a:t>.</a:t>
            </a:r>
            <a:r>
              <a:rPr spc="-5" dirty="0">
                <a:latin typeface="Calibri"/>
                <a:cs typeface="Calibri"/>
              </a:rPr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1727204" y="2072652"/>
            <a:ext cx="5628640" cy="4226560"/>
          </a:xfrm>
          <a:custGeom>
            <a:avLst/>
            <a:gdLst/>
            <a:ahLst/>
            <a:cxnLst/>
            <a:rect l="l" t="t" r="r" b="b"/>
            <a:pathLst>
              <a:path w="5628640" h="4226560">
                <a:moveTo>
                  <a:pt x="0" y="4226539"/>
                </a:moveTo>
                <a:lnTo>
                  <a:pt x="5628650" y="4226539"/>
                </a:lnTo>
                <a:lnTo>
                  <a:pt x="5628650" y="0"/>
                </a:lnTo>
                <a:lnTo>
                  <a:pt x="0" y="0"/>
                </a:lnTo>
                <a:lnTo>
                  <a:pt x="0" y="42265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0927" y="2394667"/>
            <a:ext cx="4352290" cy="3432175"/>
          </a:xfrm>
          <a:custGeom>
            <a:avLst/>
            <a:gdLst/>
            <a:ahLst/>
            <a:cxnLst/>
            <a:rect l="l" t="t" r="r" b="b"/>
            <a:pathLst>
              <a:path w="4352290" h="3432175">
                <a:moveTo>
                  <a:pt x="0" y="3431560"/>
                </a:moveTo>
                <a:lnTo>
                  <a:pt x="4352147" y="3431560"/>
                </a:lnTo>
                <a:lnTo>
                  <a:pt x="4352147" y="0"/>
                </a:lnTo>
                <a:lnTo>
                  <a:pt x="0" y="0"/>
                </a:lnTo>
                <a:lnTo>
                  <a:pt x="0" y="3431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60926" y="2394667"/>
            <a:ext cx="4352290" cy="3432175"/>
          </a:xfrm>
          <a:custGeom>
            <a:avLst/>
            <a:gdLst/>
            <a:ahLst/>
            <a:cxnLst/>
            <a:rect l="l" t="t" r="r" b="b"/>
            <a:pathLst>
              <a:path w="4352290" h="3432175">
                <a:moveTo>
                  <a:pt x="0" y="0"/>
                </a:moveTo>
                <a:lnTo>
                  <a:pt x="4352164" y="0"/>
                </a:lnTo>
                <a:lnTo>
                  <a:pt x="4352164" y="3431563"/>
                </a:lnTo>
                <a:lnTo>
                  <a:pt x="0" y="3431563"/>
                </a:lnTo>
                <a:lnTo>
                  <a:pt x="0" y="0"/>
                </a:lnTo>
                <a:close/>
              </a:path>
            </a:pathLst>
          </a:custGeom>
          <a:ln w="100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60938" y="2394651"/>
            <a:ext cx="4352290" cy="0"/>
          </a:xfrm>
          <a:custGeom>
            <a:avLst/>
            <a:gdLst/>
            <a:ahLst/>
            <a:cxnLst/>
            <a:rect l="l" t="t" r="r" b="b"/>
            <a:pathLst>
              <a:path w="4352290">
                <a:moveTo>
                  <a:pt x="0" y="0"/>
                </a:moveTo>
                <a:lnTo>
                  <a:pt x="4352151" y="0"/>
                </a:lnTo>
              </a:path>
            </a:pathLst>
          </a:custGeom>
          <a:ln w="10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13090" y="2394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60938" y="5826212"/>
            <a:ext cx="4352290" cy="0"/>
          </a:xfrm>
          <a:custGeom>
            <a:avLst/>
            <a:gdLst/>
            <a:ahLst/>
            <a:cxnLst/>
            <a:rect l="l" t="t" r="r" b="b"/>
            <a:pathLst>
              <a:path w="4352290">
                <a:moveTo>
                  <a:pt x="0" y="0"/>
                </a:moveTo>
                <a:lnTo>
                  <a:pt x="4352151" y="0"/>
                </a:lnTo>
              </a:path>
            </a:pathLst>
          </a:custGeom>
          <a:ln w="10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13090" y="58262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13090" y="2394636"/>
            <a:ext cx="0" cy="3432175"/>
          </a:xfrm>
          <a:custGeom>
            <a:avLst/>
            <a:gdLst/>
            <a:ahLst/>
            <a:cxnLst/>
            <a:rect l="l" t="t" r="r" b="b"/>
            <a:pathLst>
              <a:path h="3432175">
                <a:moveTo>
                  <a:pt x="0" y="343159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13090" y="2394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60938" y="2394636"/>
            <a:ext cx="0" cy="3432175"/>
          </a:xfrm>
          <a:custGeom>
            <a:avLst/>
            <a:gdLst/>
            <a:ahLst/>
            <a:cxnLst/>
            <a:rect l="l" t="t" r="r" b="b"/>
            <a:pathLst>
              <a:path h="3432175">
                <a:moveTo>
                  <a:pt x="0" y="343159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60938" y="2394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3090" y="58262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60938" y="2394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12722" y="5785975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42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12722" y="57859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12722" y="2394667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12722" y="2434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69872" y="5878588"/>
            <a:ext cx="9842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65035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65035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65035" y="2394667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65035" y="2434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181974" y="5878588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07277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07277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07277" y="2394667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707277" y="2434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624227" y="5878588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15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49520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49520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49520" y="2394667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2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49520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066466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91763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1763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91763" y="239463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91763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508719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25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034036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34036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34036" y="239463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34036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950971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476279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76279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76279" y="239463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476279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393211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35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928574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54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928574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928574" y="239463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928574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845522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40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370847" y="5785963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40242"/>
                </a:moveTo>
                <a:lnTo>
                  <a:pt x="0" y="0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370847" y="5785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370847" y="239463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57"/>
                </a:lnTo>
              </a:path>
            </a:pathLst>
          </a:custGeom>
          <a:ln w="10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370847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287775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45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13090" y="57859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13090" y="24348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730027" y="5878577"/>
            <a:ext cx="16637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501135" y="58262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772881" y="58262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186903" y="5757811"/>
            <a:ext cx="24892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25" dirty="0">
                <a:latin typeface="Arial"/>
                <a:cs typeface="Arial"/>
              </a:rPr>
              <a:t>-</a:t>
            </a:r>
            <a:r>
              <a:rPr sz="1000" spc="-10" dirty="0">
                <a:latin typeface="Arial"/>
                <a:cs typeface="Arial"/>
              </a:rPr>
              <a:t>0</a:t>
            </a:r>
            <a:r>
              <a:rPr sz="1000" spc="35" dirty="0">
                <a:latin typeface="Arial"/>
                <a:cs typeface="Arial"/>
              </a:rPr>
              <a:t>.</a:t>
            </a:r>
            <a:r>
              <a:rPr sz="1000" spc="1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460938" y="5333110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0" y="0"/>
                </a:moveTo>
                <a:lnTo>
                  <a:pt x="40197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501135" y="53331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772881" y="5333110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>
                <a:moveTo>
                  <a:pt x="40209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772881" y="53331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460938" y="4850072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0" y="0"/>
                </a:moveTo>
                <a:lnTo>
                  <a:pt x="40197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501135" y="48500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772881" y="4850072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>
                <a:moveTo>
                  <a:pt x="40209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772881" y="48500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460938" y="4356975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0" y="0"/>
                </a:moveTo>
                <a:lnTo>
                  <a:pt x="40197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01135" y="43569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772881" y="4356975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>
                <a:moveTo>
                  <a:pt x="40209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72881" y="43569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460938" y="3863867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0" y="0"/>
                </a:moveTo>
                <a:lnTo>
                  <a:pt x="40197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501135" y="38638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72881" y="3863867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>
                <a:moveTo>
                  <a:pt x="40209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772881" y="38638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2227099" y="3795467"/>
            <a:ext cx="208915" cy="162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0</a:t>
            </a:r>
            <a:r>
              <a:rPr sz="1000" spc="35" dirty="0">
                <a:latin typeface="Arial"/>
                <a:cs typeface="Arial"/>
              </a:rPr>
              <a:t>.</a:t>
            </a:r>
            <a:r>
              <a:rPr sz="1000" spc="10" dirty="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0</a:t>
            </a:r>
            <a:r>
              <a:rPr sz="1000" spc="35" dirty="0">
                <a:latin typeface="Arial"/>
                <a:cs typeface="Arial"/>
              </a:rPr>
              <a:t>.</a:t>
            </a:r>
            <a:r>
              <a:rPr sz="1000" spc="10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0</a:t>
            </a:r>
            <a:r>
              <a:rPr sz="1000" spc="35" dirty="0">
                <a:latin typeface="Arial"/>
                <a:cs typeface="Arial"/>
              </a:rPr>
              <a:t>.</a:t>
            </a:r>
            <a:r>
              <a:rPr sz="1000" spc="1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1250">
              <a:latin typeface="Times New Roman"/>
              <a:cs typeface="Times New Roman"/>
            </a:endParaRPr>
          </a:p>
          <a:p>
            <a:pPr marL="110489" algn="ctr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460938" y="3370764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0" y="0"/>
                </a:moveTo>
                <a:lnTo>
                  <a:pt x="40197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501135" y="33707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772881" y="3370764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>
                <a:moveTo>
                  <a:pt x="40209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772881" y="33707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2227099" y="3302377"/>
            <a:ext cx="20891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0</a:t>
            </a:r>
            <a:r>
              <a:rPr sz="1000" spc="35" dirty="0">
                <a:latin typeface="Arial"/>
                <a:cs typeface="Arial"/>
              </a:rPr>
              <a:t>.</a:t>
            </a:r>
            <a:r>
              <a:rPr sz="1000" spc="10" dirty="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460938" y="2887732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0" y="0"/>
                </a:moveTo>
                <a:lnTo>
                  <a:pt x="40197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501135" y="28877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772881" y="2887732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>
                <a:moveTo>
                  <a:pt x="40209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772881" y="28877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2337678" y="2819332"/>
            <a:ext cx="9842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2501135" y="23946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772881" y="23946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813090" y="23946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813090" y="58261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813090" y="23946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460938" y="23946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460939" y="2887763"/>
            <a:ext cx="4352290" cy="2445385"/>
          </a:xfrm>
          <a:custGeom>
            <a:avLst/>
            <a:gdLst/>
            <a:ahLst/>
            <a:cxnLst/>
            <a:rect l="l" t="t" r="r" b="b"/>
            <a:pathLst>
              <a:path w="4352290" h="2445385">
                <a:moveTo>
                  <a:pt x="1" y="2445367"/>
                </a:moveTo>
                <a:lnTo>
                  <a:pt x="90452" y="2445367"/>
                </a:lnTo>
                <a:lnTo>
                  <a:pt x="180914" y="2445367"/>
                </a:lnTo>
                <a:lnTo>
                  <a:pt x="271380" y="2445367"/>
                </a:lnTo>
                <a:lnTo>
                  <a:pt x="351783" y="0"/>
                </a:lnTo>
                <a:lnTo>
                  <a:pt x="4261680" y="0"/>
                </a:lnTo>
                <a:lnTo>
                  <a:pt x="4352151" y="0"/>
                </a:lnTo>
              </a:path>
            </a:pathLst>
          </a:custGeom>
          <a:ln w="10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460939" y="2887763"/>
            <a:ext cx="4352290" cy="2445385"/>
          </a:xfrm>
          <a:custGeom>
            <a:avLst/>
            <a:gdLst/>
            <a:ahLst/>
            <a:cxnLst/>
            <a:rect l="l" t="t" r="r" b="b"/>
            <a:pathLst>
              <a:path w="4352290" h="2445385">
                <a:moveTo>
                  <a:pt x="1" y="2445367"/>
                </a:moveTo>
                <a:lnTo>
                  <a:pt x="90452" y="2445367"/>
                </a:lnTo>
                <a:lnTo>
                  <a:pt x="180914" y="2445367"/>
                </a:lnTo>
                <a:lnTo>
                  <a:pt x="271380" y="2445367"/>
                </a:lnTo>
                <a:lnTo>
                  <a:pt x="351783" y="2445367"/>
                </a:lnTo>
                <a:lnTo>
                  <a:pt x="442245" y="2354797"/>
                </a:lnTo>
                <a:lnTo>
                  <a:pt x="532710" y="2193790"/>
                </a:lnTo>
                <a:lnTo>
                  <a:pt x="623154" y="2002587"/>
                </a:lnTo>
                <a:lnTo>
                  <a:pt x="713625" y="1801326"/>
                </a:lnTo>
                <a:lnTo>
                  <a:pt x="804097" y="1600049"/>
                </a:lnTo>
                <a:lnTo>
                  <a:pt x="884485" y="1408859"/>
                </a:lnTo>
                <a:lnTo>
                  <a:pt x="974956" y="1227717"/>
                </a:lnTo>
                <a:lnTo>
                  <a:pt x="1065427" y="1066711"/>
                </a:lnTo>
                <a:lnTo>
                  <a:pt x="1155898" y="915741"/>
                </a:lnTo>
                <a:lnTo>
                  <a:pt x="1246339" y="784934"/>
                </a:lnTo>
                <a:lnTo>
                  <a:pt x="1336810" y="674225"/>
                </a:lnTo>
                <a:lnTo>
                  <a:pt x="1417199" y="573611"/>
                </a:lnTo>
                <a:lnTo>
                  <a:pt x="1507670" y="483031"/>
                </a:lnTo>
                <a:lnTo>
                  <a:pt x="1598141" y="402546"/>
                </a:lnTo>
                <a:lnTo>
                  <a:pt x="1688582" y="342160"/>
                </a:lnTo>
                <a:lnTo>
                  <a:pt x="1779053" y="291838"/>
                </a:lnTo>
                <a:lnTo>
                  <a:pt x="1869494" y="241515"/>
                </a:lnTo>
                <a:lnTo>
                  <a:pt x="1949913" y="201258"/>
                </a:lnTo>
                <a:lnTo>
                  <a:pt x="2040384" y="171064"/>
                </a:lnTo>
                <a:lnTo>
                  <a:pt x="2130825" y="140902"/>
                </a:lnTo>
                <a:lnTo>
                  <a:pt x="2221296" y="110708"/>
                </a:lnTo>
                <a:lnTo>
                  <a:pt x="2311767" y="90579"/>
                </a:lnTo>
                <a:lnTo>
                  <a:pt x="2402208" y="80515"/>
                </a:lnTo>
                <a:lnTo>
                  <a:pt x="2482627" y="60386"/>
                </a:lnTo>
                <a:lnTo>
                  <a:pt x="2573098" y="50322"/>
                </a:lnTo>
                <a:lnTo>
                  <a:pt x="2663539" y="40257"/>
                </a:lnTo>
                <a:lnTo>
                  <a:pt x="2754010" y="30193"/>
                </a:lnTo>
                <a:lnTo>
                  <a:pt x="2844481" y="30193"/>
                </a:lnTo>
                <a:lnTo>
                  <a:pt x="2934922" y="20128"/>
                </a:lnTo>
                <a:lnTo>
                  <a:pt x="3015341" y="20128"/>
                </a:lnTo>
                <a:lnTo>
                  <a:pt x="3105781" y="10064"/>
                </a:lnTo>
                <a:lnTo>
                  <a:pt x="3196252" y="10064"/>
                </a:lnTo>
                <a:lnTo>
                  <a:pt x="3286724" y="10064"/>
                </a:lnTo>
                <a:lnTo>
                  <a:pt x="3377195" y="10064"/>
                </a:lnTo>
                <a:lnTo>
                  <a:pt x="3467636" y="10064"/>
                </a:lnTo>
                <a:lnTo>
                  <a:pt x="3548054" y="0"/>
                </a:lnTo>
                <a:lnTo>
                  <a:pt x="4261680" y="0"/>
                </a:lnTo>
                <a:lnTo>
                  <a:pt x="4352151" y="0"/>
                </a:lnTo>
              </a:path>
            </a:pathLst>
          </a:custGeom>
          <a:ln w="10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813090" y="28877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460939" y="2676440"/>
            <a:ext cx="4352290" cy="2656840"/>
          </a:xfrm>
          <a:custGeom>
            <a:avLst/>
            <a:gdLst/>
            <a:ahLst/>
            <a:cxnLst/>
            <a:rect l="l" t="t" r="r" b="b"/>
            <a:pathLst>
              <a:path w="4352290" h="2656840">
                <a:moveTo>
                  <a:pt x="1" y="2656690"/>
                </a:moveTo>
                <a:lnTo>
                  <a:pt x="90452" y="2656690"/>
                </a:lnTo>
                <a:lnTo>
                  <a:pt x="180914" y="2656690"/>
                </a:lnTo>
                <a:lnTo>
                  <a:pt x="271380" y="2656690"/>
                </a:lnTo>
                <a:lnTo>
                  <a:pt x="351783" y="2656690"/>
                </a:lnTo>
                <a:lnTo>
                  <a:pt x="442245" y="2465490"/>
                </a:lnTo>
                <a:lnTo>
                  <a:pt x="532710" y="2153535"/>
                </a:lnTo>
                <a:lnTo>
                  <a:pt x="623154" y="1781191"/>
                </a:lnTo>
                <a:lnTo>
                  <a:pt x="713625" y="1408847"/>
                </a:lnTo>
                <a:lnTo>
                  <a:pt x="804097" y="1056643"/>
                </a:lnTo>
                <a:lnTo>
                  <a:pt x="884485" y="744676"/>
                </a:lnTo>
                <a:lnTo>
                  <a:pt x="974956" y="493096"/>
                </a:lnTo>
                <a:lnTo>
                  <a:pt x="1065427" y="301902"/>
                </a:lnTo>
                <a:lnTo>
                  <a:pt x="1155898" y="161000"/>
                </a:lnTo>
                <a:lnTo>
                  <a:pt x="1246339" y="70451"/>
                </a:lnTo>
                <a:lnTo>
                  <a:pt x="1336810" y="20128"/>
                </a:lnTo>
                <a:lnTo>
                  <a:pt x="1417199" y="0"/>
                </a:lnTo>
                <a:lnTo>
                  <a:pt x="1507670" y="0"/>
                </a:lnTo>
                <a:lnTo>
                  <a:pt x="1598141" y="20128"/>
                </a:lnTo>
                <a:lnTo>
                  <a:pt x="1688582" y="50322"/>
                </a:lnTo>
                <a:lnTo>
                  <a:pt x="1779053" y="80515"/>
                </a:lnTo>
                <a:lnTo>
                  <a:pt x="1869494" y="110708"/>
                </a:lnTo>
                <a:lnTo>
                  <a:pt x="1949913" y="140871"/>
                </a:lnTo>
                <a:lnTo>
                  <a:pt x="2040384" y="171064"/>
                </a:lnTo>
                <a:lnTo>
                  <a:pt x="2130825" y="191193"/>
                </a:lnTo>
                <a:lnTo>
                  <a:pt x="2221296" y="201258"/>
                </a:lnTo>
                <a:lnTo>
                  <a:pt x="2311767" y="211322"/>
                </a:lnTo>
                <a:lnTo>
                  <a:pt x="2402208" y="221387"/>
                </a:lnTo>
                <a:lnTo>
                  <a:pt x="2934922" y="221387"/>
                </a:lnTo>
                <a:lnTo>
                  <a:pt x="3015341" y="211322"/>
                </a:lnTo>
                <a:lnTo>
                  <a:pt x="4261680" y="211322"/>
                </a:lnTo>
                <a:lnTo>
                  <a:pt x="4352151" y="211322"/>
                </a:lnTo>
              </a:path>
            </a:pathLst>
          </a:custGeom>
          <a:ln w="100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813090" y="28877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0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460939" y="2887763"/>
            <a:ext cx="4352290" cy="2445385"/>
          </a:xfrm>
          <a:custGeom>
            <a:avLst/>
            <a:gdLst/>
            <a:ahLst/>
            <a:cxnLst/>
            <a:rect l="l" t="t" r="r" b="b"/>
            <a:pathLst>
              <a:path w="4352290" h="2445385">
                <a:moveTo>
                  <a:pt x="1" y="2445367"/>
                </a:moveTo>
                <a:lnTo>
                  <a:pt x="90452" y="2445367"/>
                </a:lnTo>
                <a:lnTo>
                  <a:pt x="180914" y="2445367"/>
                </a:lnTo>
                <a:lnTo>
                  <a:pt x="271380" y="2445367"/>
                </a:lnTo>
                <a:lnTo>
                  <a:pt x="351783" y="2445367"/>
                </a:lnTo>
                <a:lnTo>
                  <a:pt x="442245" y="1247840"/>
                </a:lnTo>
                <a:lnTo>
                  <a:pt x="532710" y="523289"/>
                </a:lnTo>
                <a:lnTo>
                  <a:pt x="623154" y="201258"/>
                </a:lnTo>
                <a:lnTo>
                  <a:pt x="713625" y="70451"/>
                </a:lnTo>
                <a:lnTo>
                  <a:pt x="804097" y="20128"/>
                </a:lnTo>
                <a:lnTo>
                  <a:pt x="884485" y="10064"/>
                </a:lnTo>
                <a:lnTo>
                  <a:pt x="974956" y="0"/>
                </a:lnTo>
                <a:lnTo>
                  <a:pt x="1065427" y="0"/>
                </a:lnTo>
                <a:lnTo>
                  <a:pt x="1155898" y="0"/>
                </a:lnTo>
                <a:lnTo>
                  <a:pt x="4261680" y="0"/>
                </a:lnTo>
                <a:lnTo>
                  <a:pt x="4352151" y="0"/>
                </a:lnTo>
              </a:path>
            </a:pathLst>
          </a:custGeom>
          <a:ln w="201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2227099" y="2326242"/>
            <a:ext cx="2128520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1</a:t>
            </a:r>
            <a:r>
              <a:rPr sz="1000" spc="35" dirty="0">
                <a:latin typeface="Arial"/>
                <a:cs typeface="Arial"/>
              </a:rPr>
              <a:t>.</a:t>
            </a:r>
            <a:r>
              <a:rPr sz="1000" spc="1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384"/>
              </a:spcBef>
            </a:pPr>
            <a:r>
              <a:rPr sz="1000" spc="-25" dirty="0">
                <a:latin typeface="Arial"/>
                <a:cs typeface="Arial"/>
              </a:rPr>
              <a:t>D</a:t>
            </a:r>
            <a:r>
              <a:rPr sz="1000" spc="-10" dirty="0">
                <a:latin typeface="Arial"/>
                <a:cs typeface="Arial"/>
              </a:rPr>
              <a:t>e</a:t>
            </a:r>
            <a:r>
              <a:rPr sz="1000" spc="45" dirty="0">
                <a:latin typeface="Arial"/>
                <a:cs typeface="Arial"/>
              </a:rPr>
              <a:t>s</a:t>
            </a:r>
            <a:r>
              <a:rPr sz="1000" spc="5" dirty="0">
                <a:latin typeface="Arial"/>
                <a:cs typeface="Arial"/>
              </a:rPr>
              <a:t>i</a:t>
            </a:r>
            <a:r>
              <a:rPr sz="1000" spc="-10" dirty="0">
                <a:latin typeface="Arial"/>
                <a:cs typeface="Arial"/>
              </a:rPr>
              <a:t>g</a:t>
            </a:r>
            <a:r>
              <a:rPr sz="1000" spc="10" dirty="0">
                <a:latin typeface="Arial"/>
                <a:cs typeface="Arial"/>
              </a:rPr>
              <a:t>n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699514" y="2718735"/>
            <a:ext cx="61849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10" dirty="0">
                <a:latin typeface="Arial"/>
                <a:cs typeface="Arial"/>
              </a:rPr>
              <a:t>o</a:t>
            </a:r>
            <a:r>
              <a:rPr sz="1000" spc="25" dirty="0">
                <a:latin typeface="Arial"/>
                <a:cs typeface="Arial"/>
              </a:rPr>
              <a:t>mm</a:t>
            </a:r>
            <a:r>
              <a:rPr sz="1000" spc="-10" dirty="0"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136832" y="3272209"/>
            <a:ext cx="54038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25" dirty="0">
                <a:latin typeface="Arial"/>
                <a:cs typeface="Arial"/>
              </a:rPr>
              <a:t>D</a:t>
            </a:r>
            <a:r>
              <a:rPr sz="1000" spc="-10" dirty="0">
                <a:latin typeface="Arial"/>
                <a:cs typeface="Arial"/>
              </a:rPr>
              <a:t>e</a:t>
            </a:r>
            <a:r>
              <a:rPr sz="1000" spc="45" dirty="0">
                <a:latin typeface="Arial"/>
                <a:cs typeface="Arial"/>
              </a:rPr>
              <a:t>s</a:t>
            </a:r>
            <a:r>
              <a:rPr sz="1000" spc="5" dirty="0">
                <a:latin typeface="Arial"/>
                <a:cs typeface="Arial"/>
              </a:rPr>
              <a:t>i</a:t>
            </a:r>
            <a:r>
              <a:rPr sz="1000" spc="-10" dirty="0">
                <a:latin typeface="Arial"/>
                <a:cs typeface="Arial"/>
              </a:rPr>
              <a:t>g</a:t>
            </a:r>
            <a:r>
              <a:rPr sz="1000" spc="10" dirty="0">
                <a:latin typeface="Arial"/>
                <a:cs typeface="Arial"/>
              </a:rPr>
              <a:t>n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3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81153" y="3428972"/>
            <a:ext cx="3270885" cy="0"/>
          </a:xfrm>
          <a:custGeom>
            <a:avLst/>
            <a:gdLst/>
            <a:ahLst/>
            <a:cxnLst/>
            <a:rect l="l" t="t" r="r" b="b"/>
            <a:pathLst>
              <a:path w="3270885">
                <a:moveTo>
                  <a:pt x="0" y="0"/>
                </a:moveTo>
                <a:lnTo>
                  <a:pt x="3270419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71038" y="292821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7895" y="3015510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4157" y="344415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8418" y="344415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6183" y="344415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4351" y="3525908"/>
            <a:ext cx="87185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55594" y="3525908"/>
            <a:ext cx="72517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9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9099" y="3525908"/>
            <a:ext cx="70929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9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8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49589" y="3224061"/>
            <a:ext cx="86106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5771" y="3229441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1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/>
          <p:nvPr/>
        </p:nvSpPr>
        <p:spPr>
          <a:xfrm>
            <a:off x="3582048" y="1620514"/>
            <a:ext cx="3272154" cy="0"/>
          </a:xfrm>
          <a:custGeom>
            <a:avLst/>
            <a:gdLst/>
            <a:ahLst/>
            <a:cxnLst/>
            <a:rect l="l" t="t" r="r" b="b"/>
            <a:pathLst>
              <a:path w="3272154">
                <a:moveTo>
                  <a:pt x="0" y="0"/>
                </a:moveTo>
                <a:lnTo>
                  <a:pt x="327207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59618" y="1119722"/>
            <a:ext cx="70231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i="1" spc="-562" baseline="-25157" dirty="0">
                <a:latin typeface="Times New Roman"/>
                <a:cs typeface="Times New Roman"/>
              </a:rPr>
              <a:t>b</a:t>
            </a:r>
            <a:r>
              <a:rPr sz="2925" spc="127" baseline="-54131" dirty="0">
                <a:latin typeface="Times New Roman"/>
                <a:cs typeface="Times New Roman"/>
              </a:rPr>
              <a:t>1</a:t>
            </a:r>
            <a:r>
              <a:rPr sz="3975" i="1" spc="247" baseline="-25157" dirty="0">
                <a:latin typeface="Times New Roman"/>
                <a:cs typeface="Times New Roman"/>
              </a:rPr>
              <a:t>z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0224" y="1415566"/>
            <a:ext cx="4859655" cy="669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  <a:tabLst>
                <a:tab pos="4250690" algn="l"/>
              </a:tabLst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 marL="917575">
              <a:lnSpc>
                <a:spcPts val="2780"/>
              </a:lnSpc>
              <a:tabLst>
                <a:tab pos="2688590" algn="l"/>
                <a:tab pos="3746500" algn="l"/>
              </a:tabLst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a</a:t>
            </a:r>
            <a:r>
              <a:rPr sz="2650" i="1" spc="175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75" baseline="34188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a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2</a:t>
            </a:r>
            <a:r>
              <a:rPr sz="2925" spc="300" baseline="34188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a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3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856" y="1878246"/>
            <a:ext cx="7725409" cy="161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135">
              <a:lnSpc>
                <a:spcPct val="100000"/>
              </a:lnSpc>
              <a:tabLst>
                <a:tab pos="4655820" algn="l"/>
                <a:tab pos="5721985" algn="l"/>
              </a:tabLst>
            </a:pPr>
            <a:r>
              <a:rPr sz="1950" spc="5" dirty="0">
                <a:latin typeface="Times New Roman"/>
                <a:cs typeface="Times New Roman"/>
              </a:rPr>
              <a:t>1	2	3</a:t>
            </a:r>
            <a:endParaRPr sz="1950">
              <a:latin typeface="Times New Roman"/>
              <a:cs typeface="Times New Roman"/>
            </a:endParaRPr>
          </a:p>
          <a:p>
            <a:pPr marL="12700" indent="527685">
              <a:lnSpc>
                <a:spcPct val="100000"/>
              </a:lnSpc>
              <a:spcBef>
                <a:spcPts val="1330"/>
              </a:spcBef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-427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195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284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2925" spc="-179" baseline="-19943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</a:pP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14671" y="3917228"/>
            <a:ext cx="949960" cy="0"/>
          </a:xfrm>
          <a:custGeom>
            <a:avLst/>
            <a:gdLst/>
            <a:ahLst/>
            <a:cxnLst/>
            <a:rect l="l" t="t" r="r" b="b"/>
            <a:pathLst>
              <a:path w="949960">
                <a:moveTo>
                  <a:pt x="0" y="0"/>
                </a:moveTo>
                <a:lnTo>
                  <a:pt x="949553" y="0"/>
                </a:lnTo>
              </a:path>
            </a:pathLst>
          </a:custGeom>
          <a:ln w="7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84667" y="3636381"/>
            <a:ext cx="211518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50" spc="-330" dirty="0">
                <a:latin typeface="Symbol"/>
                <a:cs typeface="Symbol"/>
              </a:rPr>
              <a:t></a:t>
            </a:r>
            <a:r>
              <a:rPr sz="2700" i="1" spc="75" dirty="0">
                <a:latin typeface="Times New Roman"/>
                <a:cs typeface="Times New Roman"/>
              </a:rPr>
              <a:t>y</a:t>
            </a:r>
            <a:r>
              <a:rPr sz="3675" i="1" spc="15" baseline="-15873" dirty="0">
                <a:latin typeface="Times New Roman"/>
                <a:cs typeface="Times New Roman"/>
              </a:rPr>
              <a:t>d</a:t>
            </a:r>
            <a:r>
              <a:rPr sz="3675" i="1" spc="-67" baseline="-15873" dirty="0">
                <a:latin typeface="Times New Roman"/>
                <a:cs typeface="Times New Roman"/>
              </a:rPr>
              <a:t> 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165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100" dirty="0">
                <a:latin typeface="Times New Roman"/>
                <a:cs typeface="Times New Roman"/>
              </a:rPr>
              <a:t> </a:t>
            </a:r>
            <a:r>
              <a:rPr sz="2700" i="1" spc="120" dirty="0">
                <a:latin typeface="Times New Roman"/>
                <a:cs typeface="Times New Roman"/>
              </a:rPr>
              <a:t>y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)</a:t>
            </a:r>
            <a:r>
              <a:rPr sz="3350" spc="-325" dirty="0">
                <a:latin typeface="Symbol"/>
                <a:cs typeface="Symbol"/>
              </a:rPr>
              <a:t>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277" y="3928488"/>
            <a:ext cx="991235" cy="506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r>
              <a:rPr sz="2700" spc="-409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i="1" spc="10" dirty="0">
                <a:latin typeface="Times New Roman"/>
                <a:cs typeface="Times New Roman"/>
              </a:rPr>
              <a:t>z</a:t>
            </a:r>
            <a:r>
              <a:rPr sz="2700" i="1" spc="-430" dirty="0">
                <a:latin typeface="Times New Roman"/>
                <a:cs typeface="Times New Roman"/>
              </a:rPr>
              <a:t> </a:t>
            </a:r>
            <a:r>
              <a:rPr sz="3675" spc="-157" baseline="27210" dirty="0">
                <a:latin typeface="Symbol"/>
                <a:cs typeface="Symbol"/>
              </a:rPr>
              <a:t></a:t>
            </a:r>
            <a:r>
              <a:rPr sz="3675" spc="15" baseline="27210" dirty="0">
                <a:latin typeface="Times New Roman"/>
                <a:cs typeface="Times New Roman"/>
              </a:rPr>
              <a:t>1</a:t>
            </a:r>
            <a:endParaRPr sz="3675" baseline="2721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9497" y="3499449"/>
            <a:ext cx="19939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1197" y="3707141"/>
            <a:ext cx="873125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145" dirty="0">
                <a:latin typeface="Times New Roman"/>
                <a:cs typeface="Times New Roman"/>
              </a:rPr>
              <a:t>z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323" y="4451103"/>
            <a:ext cx="6157595" cy="1704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7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</a:t>
            </a:r>
            <a:r>
              <a:rPr sz="2650" spc="60" dirty="0">
                <a:latin typeface="Times New Roman"/>
                <a:cs typeface="Times New Roman"/>
              </a:rPr>
              <a:t> </a:t>
            </a: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40" dirty="0">
                <a:latin typeface="Times New Roman"/>
                <a:cs typeface="Times New Roman"/>
              </a:rPr>
              <a:t> </a:t>
            </a:r>
            <a:r>
              <a:rPr sz="2650" spc="210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-275" dirty="0">
                <a:latin typeface="Times New Roman"/>
                <a:cs typeface="Times New Roman"/>
              </a:rPr>
              <a:t> </a:t>
            </a:r>
            <a:r>
              <a:rPr sz="3300" spc="-325" dirty="0">
                <a:latin typeface="Symbol"/>
                <a:cs typeface="Symbol"/>
              </a:rPr>
              <a:t></a:t>
            </a:r>
            <a:r>
              <a:rPr sz="2650" i="1" spc="65" dirty="0">
                <a:latin typeface="Times New Roman"/>
                <a:cs typeface="Times New Roman"/>
              </a:rPr>
              <a:t>y</a:t>
            </a:r>
            <a:r>
              <a:rPr sz="3600" i="1" spc="15" baseline="-15046" dirty="0">
                <a:latin typeface="Times New Roman"/>
                <a:cs typeface="Times New Roman"/>
              </a:rPr>
              <a:t>d</a:t>
            </a:r>
            <a:r>
              <a:rPr sz="3600" i="1" spc="-75" baseline="-15046" dirty="0">
                <a:latin typeface="Times New Roman"/>
                <a:cs typeface="Times New Roman"/>
              </a:rPr>
              <a:t> 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</a:t>
            </a:r>
            <a:r>
              <a:rPr sz="2650" spc="9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y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)</a:t>
            </a:r>
            <a:r>
              <a:rPr sz="3300" spc="-320" dirty="0">
                <a:latin typeface="Symbol"/>
                <a:cs typeface="Symbol"/>
              </a:rPr>
              <a:t></a:t>
            </a:r>
            <a:endParaRPr sz="3300">
              <a:latin typeface="Symbol"/>
              <a:cs typeface="Symbol"/>
            </a:endParaRPr>
          </a:p>
          <a:p>
            <a:pPr marL="369570">
              <a:lnSpc>
                <a:spcPct val="100000"/>
              </a:lnSpc>
              <a:spcBef>
                <a:spcPts val="2420"/>
              </a:spcBef>
            </a:pPr>
            <a:r>
              <a:rPr sz="2500" i="1" spc="120" dirty="0">
                <a:latin typeface="Times New Roman"/>
                <a:cs typeface="Times New Roman"/>
              </a:rPr>
              <a:t>z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i="1" spc="120" dirty="0">
                <a:latin typeface="Times New Roman"/>
                <a:cs typeface="Times New Roman"/>
              </a:rPr>
              <a:t>z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spc="15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i="1" spc="5" dirty="0">
                <a:latin typeface="Times New Roman"/>
                <a:cs typeface="Times New Roman"/>
              </a:rPr>
              <a:t>y</a:t>
            </a:r>
            <a:r>
              <a:rPr sz="2850" i="1" spc="-15" baseline="-19005" dirty="0">
                <a:latin typeface="Times New Roman"/>
                <a:cs typeface="Times New Roman"/>
              </a:rPr>
              <a:t>d</a:t>
            </a:r>
            <a:r>
              <a:rPr sz="2850" i="1" spc="-7" baseline="-19005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4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-225" dirty="0">
                <a:latin typeface="Times New Roman"/>
                <a:cs typeface="Times New Roman"/>
              </a:rPr>
              <a:t>a</a:t>
            </a:r>
            <a:r>
              <a:rPr sz="2850" spc="-15" baseline="-19005" dirty="0">
                <a:latin typeface="Times New Roman"/>
                <a:cs typeface="Times New Roman"/>
              </a:rPr>
              <a:t>1</a:t>
            </a:r>
            <a:r>
              <a:rPr sz="2850" spc="-419" baseline="-19005" dirty="0">
                <a:latin typeface="Times New Roman"/>
                <a:cs typeface="Times New Roman"/>
              </a:rPr>
              <a:t> </a:t>
            </a: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spc="15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1)</a:t>
            </a:r>
            <a:endParaRPr sz="2500">
              <a:latin typeface="Times New Roman"/>
              <a:cs typeface="Times New Roman"/>
            </a:endParaRPr>
          </a:p>
          <a:p>
            <a:pPr marL="1631950">
              <a:lnSpc>
                <a:spcPct val="100000"/>
              </a:lnSpc>
              <a:spcBef>
                <a:spcPts val="869"/>
              </a:spcBef>
            </a:pP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-15" dirty="0">
                <a:latin typeface="Times New Roman"/>
                <a:cs typeface="Times New Roman"/>
              </a:rPr>
              <a:t>a</a:t>
            </a:r>
            <a:r>
              <a:rPr sz="2850" spc="-15" baseline="-19005" dirty="0">
                <a:latin typeface="Times New Roman"/>
                <a:cs typeface="Times New Roman"/>
              </a:rPr>
              <a:t>2</a:t>
            </a:r>
            <a:r>
              <a:rPr sz="2850" spc="-209" baseline="-19005" dirty="0">
                <a:latin typeface="Times New Roman"/>
                <a:cs typeface="Times New Roman"/>
              </a:rPr>
              <a:t> </a:t>
            </a: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0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2)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i="1" spc="-75" dirty="0">
                <a:latin typeface="Times New Roman"/>
                <a:cs typeface="Times New Roman"/>
              </a:rPr>
              <a:t>a</a:t>
            </a:r>
            <a:r>
              <a:rPr sz="2850" spc="-15" baseline="-19005" dirty="0">
                <a:latin typeface="Times New Roman"/>
                <a:cs typeface="Times New Roman"/>
              </a:rPr>
              <a:t>3</a:t>
            </a:r>
            <a:r>
              <a:rPr sz="2850" spc="-292" baseline="-19005" dirty="0">
                <a:latin typeface="Times New Roman"/>
                <a:cs typeface="Times New Roman"/>
              </a:rPr>
              <a:t> </a:t>
            </a: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28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imes New Roman"/>
                <a:cs typeface="Times New Roman"/>
              </a:rPr>
              <a:t>3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280" dirty="0">
                <a:latin typeface="Times New Roman"/>
                <a:cs typeface="Times New Roman"/>
              </a:rPr>
              <a:t> </a:t>
            </a:r>
            <a:r>
              <a:rPr sz="2500" i="1" spc="-340" dirty="0">
                <a:latin typeface="Times New Roman"/>
                <a:cs typeface="Times New Roman"/>
              </a:rPr>
              <a:t>b</a:t>
            </a:r>
            <a:r>
              <a:rPr sz="2850" spc="-195" baseline="-19005" dirty="0">
                <a:latin typeface="Times New Roman"/>
                <a:cs typeface="Times New Roman"/>
              </a:rPr>
              <a:t>1</a:t>
            </a:r>
            <a:r>
              <a:rPr sz="2500" i="1" spc="114" dirty="0">
                <a:latin typeface="Times New Roman"/>
                <a:cs typeface="Times New Roman"/>
              </a:rPr>
              <a:t>u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spc="15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1)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660"/>
              </a:lnSpc>
            </a:pPr>
            <a:r>
              <a:rPr sz="3100" spc="-25" dirty="0">
                <a:latin typeface="Calibri"/>
                <a:cs typeface="Calibri"/>
              </a:rPr>
              <a:t>NM</a:t>
            </a:r>
            <a:r>
              <a:rPr sz="3100" spc="-10" dirty="0">
                <a:latin typeface="Calibri"/>
                <a:cs typeface="Calibri"/>
              </a:rPr>
              <a:t>SS</a:t>
            </a:r>
            <a:endParaRPr sz="3100">
              <a:latin typeface="Calibri"/>
              <a:cs typeface="Calibri"/>
            </a:endParaRPr>
          </a:p>
          <a:p>
            <a:pPr marL="58419">
              <a:lnSpc>
                <a:spcPts val="3660"/>
              </a:lnSpc>
            </a:pPr>
            <a:r>
              <a:rPr sz="3100" spc="5" dirty="0">
                <a:latin typeface="Calibri"/>
                <a:cs typeface="Calibri"/>
              </a:rPr>
              <a:t>Mo</a:t>
            </a:r>
            <a:r>
              <a:rPr sz="3100" spc="-10" dirty="0">
                <a:latin typeface="Calibri"/>
                <a:cs typeface="Calibri"/>
              </a:rPr>
              <a:t>d</a:t>
            </a:r>
            <a:r>
              <a:rPr sz="3100" spc="-25" dirty="0">
                <a:latin typeface="Calibri"/>
                <a:cs typeface="Calibri"/>
              </a:rPr>
              <a:t>e</a:t>
            </a:r>
            <a:r>
              <a:rPr sz="3100" dirty="0">
                <a:latin typeface="Calibri"/>
                <a:cs typeface="Calibri"/>
              </a:rPr>
              <a:t>l</a:t>
            </a:r>
            <a:r>
              <a:rPr sz="3100" spc="-9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Calibri"/>
                <a:cs typeface="Calibri"/>
              </a:rPr>
              <a:t>(</a:t>
            </a:r>
            <a:r>
              <a:rPr sz="3100" spc="5" dirty="0">
                <a:latin typeface="Calibri"/>
                <a:cs typeface="Calibri"/>
              </a:rPr>
              <a:t>2)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5215" y="2232137"/>
            <a:ext cx="71970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3</a:t>
            </a:r>
            <a:r>
              <a:rPr sz="3000" spc="-307" baseline="-19444" dirty="0">
                <a:latin typeface="Times New Roman"/>
                <a:cs typeface="Times New Roman"/>
              </a:rPr>
              <a:t> </a:t>
            </a:r>
            <a:r>
              <a:rPr sz="2650" i="1" spc="85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0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1584" y="3056233"/>
            <a:ext cx="5461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5571" y="3051378"/>
            <a:ext cx="14268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6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3284" y="3364833"/>
            <a:ext cx="125539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5571" y="3364833"/>
            <a:ext cx="142684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</a:t>
            </a:r>
            <a:r>
              <a:rPr sz="3600" spc="-262" baseline="25462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40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05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9715" y="3656121"/>
            <a:ext cx="3169920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94055" algn="l"/>
                <a:tab pos="2309495" algn="l"/>
                <a:tab pos="2783840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202" baseline="1388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30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3284" y="3947419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5571" y="3947419"/>
            <a:ext cx="142684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29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3</a:t>
            </a:r>
            <a:r>
              <a:rPr sz="2400" spc="18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1580" y="4424024"/>
            <a:ext cx="53213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5571" y="4238706"/>
            <a:ext cx="142684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2407" dirty="0">
                <a:latin typeface="Symbol"/>
                <a:cs typeface="Symbol"/>
              </a:rPr>
              <a:t></a:t>
            </a:r>
            <a:r>
              <a:rPr sz="3600" spc="-262" baseline="32407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</a:t>
            </a:r>
            <a:r>
              <a:rPr sz="3600" spc="-67" baseline="32407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</a:t>
            </a:r>
            <a:endParaRPr sz="3600" baseline="32407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9711" y="391693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3284" y="3073547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56077" y="3073547"/>
            <a:ext cx="58102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24453" y="3073547"/>
            <a:ext cx="20351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9560" algn="l"/>
                <a:tab pos="1627505" algn="l"/>
                <a:tab pos="1904364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4164" y="336483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24453" y="3364833"/>
            <a:ext cx="20351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9560" algn="l"/>
                <a:tab pos="1627505" algn="l"/>
                <a:tab pos="1904364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3284" y="3656121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56077" y="3656121"/>
            <a:ext cx="581025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baseline="-13888" dirty="0">
                <a:latin typeface="Symbol"/>
                <a:cs typeface="Symbol"/>
              </a:rPr>
              <a:t></a:t>
            </a:r>
            <a:r>
              <a:rPr sz="3600" spc="-15" baseline="-1388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35571" y="3656121"/>
            <a:ext cx="31432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56077" y="3947419"/>
            <a:ext cx="581025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58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R="5080" algn="r">
              <a:lnSpc>
                <a:spcPts val="2145"/>
              </a:lnSpc>
              <a:tabLst>
                <a:tab pos="4375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R="5080" algn="r">
              <a:lnSpc>
                <a:spcPts val="2435"/>
              </a:lnSpc>
              <a:tabLst>
                <a:tab pos="437515" algn="l"/>
              </a:tabLst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19715" y="3947419"/>
            <a:ext cx="82423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7195">
              <a:lnSpc>
                <a:spcPts val="2585"/>
              </a:lnSpc>
              <a:tabLst>
                <a:tab pos="69405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417195">
              <a:lnSpc>
                <a:spcPts val="2145"/>
              </a:lnSpc>
              <a:tabLst>
                <a:tab pos="69405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  <a:tabLst>
                <a:tab pos="417195" algn="l"/>
                <a:tab pos="694055" algn="l"/>
              </a:tabLst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39646" y="3947419"/>
            <a:ext cx="419734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5"/>
              </a:lnSpc>
              <a:tabLst>
                <a:tab pos="28956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145"/>
              </a:lnSpc>
              <a:tabLst>
                <a:tab pos="28956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  <a:tabLst>
                <a:tab pos="289560" algn="l"/>
              </a:tabLst>
            </a:pP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3284" y="4238706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35571" y="4492000"/>
            <a:ext cx="31432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3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55089" y="2181030"/>
            <a:ext cx="7197725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-427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195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284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2925" spc="-179" baseline="-19943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0886" y="3023533"/>
            <a:ext cx="200469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45819" algn="l"/>
                <a:tab pos="1581150" algn="l"/>
              </a:tabLst>
            </a:pPr>
            <a:r>
              <a:rPr sz="3600" spc="142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70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1171" y="3028396"/>
            <a:ext cx="501015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" dirty="0">
                <a:latin typeface="Symbol"/>
                <a:cs typeface="Symbol"/>
              </a:rPr>
              <a:t></a:t>
            </a:r>
            <a:r>
              <a:rPr sz="3600" i="1" spc="-427" baseline="3472" dirty="0">
                <a:latin typeface="Times New Roman"/>
                <a:cs typeface="Times New Roman"/>
              </a:rPr>
              <a:t>b</a:t>
            </a:r>
            <a:r>
              <a:rPr sz="2025" spc="15" baseline="-18518" dirty="0">
                <a:latin typeface="Times New Roman"/>
                <a:cs typeface="Times New Roman"/>
              </a:rPr>
              <a:t>1</a:t>
            </a:r>
            <a:r>
              <a:rPr sz="2025" spc="-142" baseline="-185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689" y="3028396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9450" y="3023533"/>
            <a:ext cx="159004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6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7573" y="3028396"/>
            <a:ext cx="431165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502" y="3337417"/>
            <a:ext cx="1254760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2788" y="3337417"/>
            <a:ext cx="1426210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</a:t>
            </a:r>
            <a:r>
              <a:rPr sz="3600" spc="-262" baseline="25462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40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9783" y="3629120"/>
            <a:ext cx="2499360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8935" algn="l"/>
                <a:tab pos="2113280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19" baseline="13888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30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502" y="3920811"/>
            <a:ext cx="125476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2788" y="3920811"/>
            <a:ext cx="142621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29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3</a:t>
            </a:r>
            <a:r>
              <a:rPr sz="2400" spc="175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683" y="4398090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2788" y="4212503"/>
            <a:ext cx="1426210" cy="515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2407" dirty="0">
                <a:latin typeface="Symbol"/>
                <a:cs typeface="Symbol"/>
              </a:rPr>
              <a:t></a:t>
            </a:r>
            <a:r>
              <a:rPr sz="3600" spc="-262" baseline="32407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</a:t>
            </a:r>
            <a:r>
              <a:rPr sz="3600" spc="-67" baseline="32407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</a:t>
            </a:r>
            <a:endParaRPr sz="3600" baseline="32407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9476" y="3890283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0502" y="304572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2931" y="304572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00886" y="333741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41171" y="3337417"/>
            <a:ext cx="50101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084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37573" y="3337417"/>
            <a:ext cx="4311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0502" y="362912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2931" y="3629120"/>
            <a:ext cx="580390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</a:t>
            </a:r>
            <a:r>
              <a:rPr sz="3600" spc="-15" baseline="-1388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52788" y="3629120"/>
            <a:ext cx="313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36554" y="3629120"/>
            <a:ext cx="547370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</a:t>
            </a:r>
            <a:r>
              <a:rPr sz="3600" spc="-179" baseline="-1388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62931" y="3920811"/>
            <a:ext cx="580390" cy="875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R="5080" algn="r">
              <a:lnSpc>
                <a:spcPts val="2145"/>
              </a:lnSpc>
              <a:tabLst>
                <a:tab pos="4375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R="5080" algn="r">
              <a:lnSpc>
                <a:spcPts val="2440"/>
              </a:lnSpc>
              <a:tabLst>
                <a:tab pos="437515" algn="l"/>
              </a:tabLst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41171" y="3920811"/>
            <a:ext cx="50101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084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37573" y="3920811"/>
            <a:ext cx="431165" cy="875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145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0502" y="4212503"/>
            <a:ext cx="14287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41171" y="4212503"/>
            <a:ext cx="50101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084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52788" y="4466154"/>
            <a:ext cx="313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36554" y="4466154"/>
            <a:ext cx="90614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7195" algn="l"/>
                <a:tab pos="775335" algn="l"/>
              </a:tabLst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769" y="5564073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3"/>
                </a:moveTo>
                <a:lnTo>
                  <a:pt x="11408" y="210722"/>
                </a:lnTo>
                <a:lnTo>
                  <a:pt x="22880" y="205258"/>
                </a:lnTo>
                <a:lnTo>
                  <a:pt x="34366" y="199814"/>
                </a:lnTo>
                <a:lnTo>
                  <a:pt x="45812" y="194296"/>
                </a:lnTo>
                <a:lnTo>
                  <a:pt x="81953" y="174505"/>
                </a:lnTo>
                <a:lnTo>
                  <a:pt x="123743" y="147270"/>
                </a:lnTo>
                <a:lnTo>
                  <a:pt x="150501" y="128801"/>
                </a:lnTo>
                <a:lnTo>
                  <a:pt x="161821" y="135278"/>
                </a:lnTo>
                <a:lnTo>
                  <a:pt x="197050" y="154951"/>
                </a:lnTo>
                <a:lnTo>
                  <a:pt x="246424" y="165833"/>
                </a:lnTo>
                <a:lnTo>
                  <a:pt x="286176" y="169167"/>
                </a:lnTo>
                <a:lnTo>
                  <a:pt x="324737" y="171722"/>
                </a:lnTo>
                <a:lnTo>
                  <a:pt x="374769" y="174436"/>
                </a:lnTo>
                <a:lnTo>
                  <a:pt x="387097" y="175064"/>
                </a:lnTo>
                <a:lnTo>
                  <a:pt x="399372" y="175694"/>
                </a:lnTo>
                <a:lnTo>
                  <a:pt x="411606" y="176338"/>
                </a:lnTo>
                <a:lnTo>
                  <a:pt x="423808" y="177006"/>
                </a:lnTo>
                <a:lnTo>
                  <a:pt x="435988" y="177709"/>
                </a:lnTo>
                <a:lnTo>
                  <a:pt x="450607" y="176244"/>
                </a:lnTo>
                <a:lnTo>
                  <a:pt x="489576" y="172340"/>
                </a:lnTo>
                <a:lnTo>
                  <a:pt x="534017" y="159777"/>
                </a:lnTo>
                <a:lnTo>
                  <a:pt x="557500" y="141389"/>
                </a:lnTo>
                <a:lnTo>
                  <a:pt x="558006" y="140345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1"/>
                </a:lnTo>
                <a:lnTo>
                  <a:pt x="563989" y="140988"/>
                </a:lnTo>
                <a:lnTo>
                  <a:pt x="567859" y="142461"/>
                </a:lnTo>
                <a:lnTo>
                  <a:pt x="573234" y="144502"/>
                </a:lnTo>
                <a:lnTo>
                  <a:pt x="580390" y="147133"/>
                </a:lnTo>
                <a:lnTo>
                  <a:pt x="589605" y="150376"/>
                </a:lnTo>
                <a:lnTo>
                  <a:pt x="602430" y="158908"/>
                </a:lnTo>
                <a:lnTo>
                  <a:pt x="613111" y="167619"/>
                </a:lnTo>
                <a:lnTo>
                  <a:pt x="622866" y="174645"/>
                </a:lnTo>
                <a:lnTo>
                  <a:pt x="632916" y="178121"/>
                </a:lnTo>
                <a:lnTo>
                  <a:pt x="645172" y="175665"/>
                </a:lnTo>
                <a:lnTo>
                  <a:pt x="676518" y="148129"/>
                </a:lnTo>
                <a:lnTo>
                  <a:pt x="697573" y="116183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77"/>
                </a:lnTo>
                <a:lnTo>
                  <a:pt x="747187" y="127419"/>
                </a:lnTo>
                <a:lnTo>
                  <a:pt x="765861" y="127221"/>
                </a:lnTo>
                <a:lnTo>
                  <a:pt x="810784" y="123424"/>
                </a:lnTo>
                <a:lnTo>
                  <a:pt x="824585" y="115786"/>
                </a:lnTo>
                <a:lnTo>
                  <a:pt x="824802" y="115112"/>
                </a:lnTo>
                <a:lnTo>
                  <a:pt x="825291" y="114781"/>
                </a:lnTo>
                <a:lnTo>
                  <a:pt x="826376" y="114857"/>
                </a:lnTo>
                <a:lnTo>
                  <a:pt x="828382" y="115404"/>
                </a:lnTo>
                <a:lnTo>
                  <a:pt x="831634" y="116486"/>
                </a:lnTo>
                <a:lnTo>
                  <a:pt x="836456" y="118169"/>
                </a:lnTo>
                <a:lnTo>
                  <a:pt x="843174" y="120516"/>
                </a:lnTo>
                <a:lnTo>
                  <a:pt x="852112" y="123591"/>
                </a:lnTo>
                <a:lnTo>
                  <a:pt x="891054" y="118029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29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3"/>
                </a:lnTo>
                <a:lnTo>
                  <a:pt x="965204" y="127459"/>
                </a:lnTo>
                <a:lnTo>
                  <a:pt x="970760" y="127099"/>
                </a:lnTo>
                <a:lnTo>
                  <a:pt x="1020053" y="120200"/>
                </a:lnTo>
                <a:lnTo>
                  <a:pt x="1069417" y="112258"/>
                </a:lnTo>
                <a:lnTo>
                  <a:pt x="1112235" y="105115"/>
                </a:lnTo>
                <a:lnTo>
                  <a:pt x="1122381" y="103405"/>
                </a:lnTo>
                <a:lnTo>
                  <a:pt x="1129511" y="102207"/>
                </a:lnTo>
                <a:lnTo>
                  <a:pt x="1141745" y="106905"/>
                </a:lnTo>
                <a:lnTo>
                  <a:pt x="1153637" y="111826"/>
                </a:lnTo>
                <a:lnTo>
                  <a:pt x="1165699" y="114655"/>
                </a:lnTo>
                <a:lnTo>
                  <a:pt x="1213855" y="113104"/>
                </a:lnTo>
                <a:lnTo>
                  <a:pt x="1257941" y="105579"/>
                </a:lnTo>
                <a:lnTo>
                  <a:pt x="1302716" y="91186"/>
                </a:lnTo>
                <a:lnTo>
                  <a:pt x="1316324" y="95149"/>
                </a:lnTo>
                <a:lnTo>
                  <a:pt x="1352459" y="123657"/>
                </a:lnTo>
                <a:lnTo>
                  <a:pt x="1395123" y="149239"/>
                </a:lnTo>
                <a:lnTo>
                  <a:pt x="1407733" y="152225"/>
                </a:lnTo>
                <a:lnTo>
                  <a:pt x="1422996" y="142173"/>
                </a:lnTo>
                <a:lnTo>
                  <a:pt x="1435959" y="133392"/>
                </a:lnTo>
                <a:lnTo>
                  <a:pt x="1446907" y="125813"/>
                </a:lnTo>
                <a:lnTo>
                  <a:pt x="1456124" y="119369"/>
                </a:lnTo>
                <a:lnTo>
                  <a:pt x="1463894" y="113990"/>
                </a:lnTo>
                <a:lnTo>
                  <a:pt x="1496058" y="100279"/>
                </a:lnTo>
                <a:lnTo>
                  <a:pt x="1501663" y="100449"/>
                </a:lnTo>
                <a:lnTo>
                  <a:pt x="1508096" y="101139"/>
                </a:lnTo>
                <a:lnTo>
                  <a:pt x="1515642" y="102279"/>
                </a:lnTo>
                <a:lnTo>
                  <a:pt x="1524584" y="103803"/>
                </a:lnTo>
                <a:lnTo>
                  <a:pt x="1535207" y="105640"/>
                </a:lnTo>
                <a:lnTo>
                  <a:pt x="1547796" y="107724"/>
                </a:lnTo>
                <a:lnTo>
                  <a:pt x="1562635" y="109985"/>
                </a:lnTo>
                <a:lnTo>
                  <a:pt x="1580008" y="112356"/>
                </a:lnTo>
                <a:lnTo>
                  <a:pt x="1600199" y="114768"/>
                </a:lnTo>
                <a:lnTo>
                  <a:pt x="1616470" y="120486"/>
                </a:lnTo>
                <a:lnTo>
                  <a:pt x="1629744" y="125637"/>
                </a:lnTo>
                <a:lnTo>
                  <a:pt x="1640542" y="130141"/>
                </a:lnTo>
                <a:lnTo>
                  <a:pt x="1649379" y="133921"/>
                </a:lnTo>
                <a:lnTo>
                  <a:pt x="1656775" y="136898"/>
                </a:lnTo>
                <a:lnTo>
                  <a:pt x="1663247" y="138993"/>
                </a:lnTo>
                <a:lnTo>
                  <a:pt x="1669314" y="140129"/>
                </a:lnTo>
                <a:lnTo>
                  <a:pt x="1675492" y="140225"/>
                </a:lnTo>
                <a:lnTo>
                  <a:pt x="1682301" y="139205"/>
                </a:lnTo>
                <a:lnTo>
                  <a:pt x="1724089" y="123056"/>
                </a:lnTo>
                <a:lnTo>
                  <a:pt x="1757645" y="105975"/>
                </a:lnTo>
                <a:lnTo>
                  <a:pt x="1772305" y="107329"/>
                </a:lnTo>
                <a:lnTo>
                  <a:pt x="1785291" y="110120"/>
                </a:lnTo>
                <a:lnTo>
                  <a:pt x="1797116" y="113064"/>
                </a:lnTo>
                <a:lnTo>
                  <a:pt x="1808291" y="114874"/>
                </a:lnTo>
                <a:lnTo>
                  <a:pt x="1853868" y="104416"/>
                </a:lnTo>
                <a:lnTo>
                  <a:pt x="1890406" y="80928"/>
                </a:lnTo>
                <a:lnTo>
                  <a:pt x="1900009" y="74205"/>
                </a:lnTo>
                <a:lnTo>
                  <a:pt x="1911240" y="67399"/>
                </a:lnTo>
                <a:lnTo>
                  <a:pt x="1925070" y="61172"/>
                </a:lnTo>
                <a:lnTo>
                  <a:pt x="1937231" y="56924"/>
                </a:lnTo>
                <a:lnTo>
                  <a:pt x="1948224" y="53653"/>
                </a:lnTo>
                <a:lnTo>
                  <a:pt x="1961622" y="61610"/>
                </a:lnTo>
                <a:lnTo>
                  <a:pt x="1972066" y="67828"/>
                </a:lnTo>
                <a:lnTo>
                  <a:pt x="1979907" y="72465"/>
                </a:lnTo>
                <a:lnTo>
                  <a:pt x="1985499" y="75682"/>
                </a:lnTo>
                <a:lnTo>
                  <a:pt x="1989195" y="77638"/>
                </a:lnTo>
                <a:lnTo>
                  <a:pt x="1991349" y="78492"/>
                </a:lnTo>
                <a:lnTo>
                  <a:pt x="1992314" y="78404"/>
                </a:lnTo>
                <a:lnTo>
                  <a:pt x="1992443" y="77532"/>
                </a:lnTo>
                <a:lnTo>
                  <a:pt x="1992090" y="76037"/>
                </a:lnTo>
                <a:lnTo>
                  <a:pt x="1991608" y="74077"/>
                </a:lnTo>
                <a:lnTo>
                  <a:pt x="1991349" y="71812"/>
                </a:lnTo>
                <a:lnTo>
                  <a:pt x="2014289" y="60742"/>
                </a:lnTo>
                <a:lnTo>
                  <a:pt x="2025491" y="60804"/>
                </a:lnTo>
                <a:lnTo>
                  <a:pt x="2069806" y="66586"/>
                </a:lnTo>
                <a:lnTo>
                  <a:pt x="2105664" y="80700"/>
                </a:lnTo>
                <a:lnTo>
                  <a:pt x="2117422" y="86205"/>
                </a:lnTo>
                <a:lnTo>
                  <a:pt x="2129214" y="91451"/>
                </a:lnTo>
                <a:lnTo>
                  <a:pt x="2141117" y="96045"/>
                </a:lnTo>
                <a:lnTo>
                  <a:pt x="2153209" y="99590"/>
                </a:lnTo>
                <a:lnTo>
                  <a:pt x="2165569" y="101693"/>
                </a:lnTo>
                <a:lnTo>
                  <a:pt x="2692395" y="114768"/>
                </a:lnTo>
                <a:lnTo>
                  <a:pt x="2700779" y="124807"/>
                </a:lnTo>
                <a:lnTo>
                  <a:pt x="2727612" y="151942"/>
                </a:lnTo>
                <a:lnTo>
                  <a:pt x="2758419" y="155954"/>
                </a:lnTo>
                <a:lnTo>
                  <a:pt x="2769800" y="154421"/>
                </a:lnTo>
                <a:lnTo>
                  <a:pt x="2807413" y="124703"/>
                </a:lnTo>
                <a:lnTo>
                  <a:pt x="2814741" y="116683"/>
                </a:lnTo>
                <a:lnTo>
                  <a:pt x="2849448" y="95368"/>
                </a:lnTo>
                <a:lnTo>
                  <a:pt x="2870194" y="89387"/>
                </a:lnTo>
                <a:lnTo>
                  <a:pt x="2882685" y="91710"/>
                </a:lnTo>
                <a:lnTo>
                  <a:pt x="2895406" y="93509"/>
                </a:lnTo>
                <a:lnTo>
                  <a:pt x="2907762" y="96131"/>
                </a:lnTo>
                <a:lnTo>
                  <a:pt x="2919160" y="100924"/>
                </a:lnTo>
                <a:lnTo>
                  <a:pt x="2927631" y="110641"/>
                </a:lnTo>
                <a:lnTo>
                  <a:pt x="2932981" y="122780"/>
                </a:lnTo>
                <a:lnTo>
                  <a:pt x="2938437" y="133863"/>
                </a:lnTo>
                <a:lnTo>
                  <a:pt x="2951846" y="138069"/>
                </a:lnTo>
                <a:lnTo>
                  <a:pt x="2963942" y="138062"/>
                </a:lnTo>
                <a:lnTo>
                  <a:pt x="2975017" y="135362"/>
                </a:lnTo>
                <a:lnTo>
                  <a:pt x="2985364" y="131493"/>
                </a:lnTo>
                <a:lnTo>
                  <a:pt x="2995279" y="127975"/>
                </a:lnTo>
                <a:lnTo>
                  <a:pt x="3032993" y="136163"/>
                </a:lnTo>
                <a:lnTo>
                  <a:pt x="3069870" y="149164"/>
                </a:lnTo>
                <a:lnTo>
                  <a:pt x="3081293" y="152470"/>
                </a:lnTo>
                <a:lnTo>
                  <a:pt x="3123925" y="145840"/>
                </a:lnTo>
                <a:lnTo>
                  <a:pt x="3142461" y="137227"/>
                </a:lnTo>
                <a:lnTo>
                  <a:pt x="3152505" y="132979"/>
                </a:lnTo>
                <a:lnTo>
                  <a:pt x="3192556" y="125579"/>
                </a:lnTo>
                <a:lnTo>
                  <a:pt x="3231773" y="121474"/>
                </a:lnTo>
                <a:lnTo>
                  <a:pt x="3280790" y="117546"/>
                </a:lnTo>
                <a:lnTo>
                  <a:pt x="3292688" y="116623"/>
                </a:lnTo>
                <a:lnTo>
                  <a:pt x="3332904" y="118553"/>
                </a:lnTo>
                <a:lnTo>
                  <a:pt x="3358856" y="122074"/>
                </a:lnTo>
                <a:lnTo>
                  <a:pt x="3371153" y="123776"/>
                </a:lnTo>
                <a:lnTo>
                  <a:pt x="3383123" y="125282"/>
                </a:lnTo>
                <a:lnTo>
                  <a:pt x="3394862" y="126475"/>
                </a:lnTo>
                <a:lnTo>
                  <a:pt x="3406463" y="127237"/>
                </a:lnTo>
                <a:lnTo>
                  <a:pt x="3426978" y="127182"/>
                </a:lnTo>
                <a:lnTo>
                  <a:pt x="3473613" y="125540"/>
                </a:lnTo>
                <a:lnTo>
                  <a:pt x="3515412" y="119018"/>
                </a:lnTo>
                <a:lnTo>
                  <a:pt x="3556557" y="106149"/>
                </a:lnTo>
                <a:lnTo>
                  <a:pt x="3592007" y="82203"/>
                </a:lnTo>
                <a:lnTo>
                  <a:pt x="3601446" y="75247"/>
                </a:lnTo>
                <a:lnTo>
                  <a:pt x="3610552" y="69069"/>
                </a:lnTo>
                <a:lnTo>
                  <a:pt x="3651577" y="49207"/>
                </a:lnTo>
                <a:lnTo>
                  <a:pt x="3690158" y="38122"/>
                </a:lnTo>
                <a:lnTo>
                  <a:pt x="3708410" y="25921"/>
                </a:lnTo>
                <a:lnTo>
                  <a:pt x="3721024" y="27460"/>
                </a:lnTo>
                <a:lnTo>
                  <a:pt x="3733627" y="29206"/>
                </a:lnTo>
                <a:lnTo>
                  <a:pt x="3746223" y="31056"/>
                </a:lnTo>
                <a:lnTo>
                  <a:pt x="3758820" y="32909"/>
                </a:lnTo>
                <a:lnTo>
                  <a:pt x="3771422" y="34661"/>
                </a:lnTo>
                <a:lnTo>
                  <a:pt x="3784036" y="36210"/>
                </a:lnTo>
                <a:lnTo>
                  <a:pt x="3796667" y="37454"/>
                </a:lnTo>
                <a:lnTo>
                  <a:pt x="3809322" y="38289"/>
                </a:lnTo>
                <a:lnTo>
                  <a:pt x="3822007" y="38612"/>
                </a:lnTo>
                <a:lnTo>
                  <a:pt x="3844743" y="38371"/>
                </a:lnTo>
                <a:lnTo>
                  <a:pt x="3884319" y="35363"/>
                </a:lnTo>
                <a:lnTo>
                  <a:pt x="3892961" y="30528"/>
                </a:lnTo>
                <a:lnTo>
                  <a:pt x="3891636" y="28865"/>
                </a:lnTo>
                <a:lnTo>
                  <a:pt x="3879215" y="23597"/>
                </a:lnTo>
                <a:lnTo>
                  <a:pt x="3879575" y="23686"/>
                </a:lnTo>
                <a:lnTo>
                  <a:pt x="3927054" y="34031"/>
                </a:lnTo>
                <a:lnTo>
                  <a:pt x="3949689" y="38613"/>
                </a:lnTo>
                <a:lnTo>
                  <a:pt x="3958572" y="47901"/>
                </a:lnTo>
                <a:lnTo>
                  <a:pt x="3993905" y="80875"/>
                </a:lnTo>
                <a:lnTo>
                  <a:pt x="4029537" y="90194"/>
                </a:lnTo>
                <a:lnTo>
                  <a:pt x="4044514" y="86373"/>
                </a:lnTo>
                <a:lnTo>
                  <a:pt x="4080796" y="56198"/>
                </a:lnTo>
                <a:lnTo>
                  <a:pt x="4086692" y="47292"/>
                </a:lnTo>
                <a:lnTo>
                  <a:pt x="4092308" y="38903"/>
                </a:lnTo>
                <a:lnTo>
                  <a:pt x="4120538" y="7535"/>
                </a:lnTo>
                <a:lnTo>
                  <a:pt x="4150781" y="0"/>
                </a:lnTo>
                <a:lnTo>
                  <a:pt x="4160444" y="1230"/>
                </a:lnTo>
                <a:lnTo>
                  <a:pt x="4196473" y="13690"/>
                </a:lnTo>
                <a:lnTo>
                  <a:pt x="4238503" y="38489"/>
                </a:lnTo>
                <a:lnTo>
                  <a:pt x="4256985" y="80474"/>
                </a:lnTo>
                <a:lnTo>
                  <a:pt x="4259724" y="102595"/>
                </a:lnTo>
                <a:lnTo>
                  <a:pt x="4261610" y="112946"/>
                </a:lnTo>
                <a:lnTo>
                  <a:pt x="4293095" y="152437"/>
                </a:lnTo>
                <a:lnTo>
                  <a:pt x="4327749" y="168960"/>
                </a:lnTo>
                <a:lnTo>
                  <a:pt x="4351198" y="176620"/>
                </a:lnTo>
                <a:lnTo>
                  <a:pt x="4365380" y="174412"/>
                </a:lnTo>
                <a:lnTo>
                  <a:pt x="4402305" y="160427"/>
                </a:lnTo>
                <a:lnTo>
                  <a:pt x="4443855" y="133418"/>
                </a:lnTo>
                <a:lnTo>
                  <a:pt x="4469363" y="115524"/>
                </a:lnTo>
                <a:lnTo>
                  <a:pt x="4484183" y="120302"/>
                </a:lnTo>
                <a:lnTo>
                  <a:pt x="4496609" y="124333"/>
                </a:lnTo>
                <a:lnTo>
                  <a:pt x="4506928" y="127700"/>
                </a:lnTo>
                <a:lnTo>
                  <a:pt x="4515428" y="130486"/>
                </a:lnTo>
                <a:lnTo>
                  <a:pt x="4522399" y="132772"/>
                </a:lnTo>
                <a:lnTo>
                  <a:pt x="4528127" y="134642"/>
                </a:lnTo>
                <a:lnTo>
                  <a:pt x="4571303" y="146378"/>
                </a:lnTo>
                <a:lnTo>
                  <a:pt x="4580450" y="148632"/>
                </a:lnTo>
                <a:lnTo>
                  <a:pt x="4591524" y="151380"/>
                </a:lnTo>
                <a:lnTo>
                  <a:pt x="4603807" y="162106"/>
                </a:lnTo>
                <a:lnTo>
                  <a:pt x="4614523" y="171373"/>
                </a:lnTo>
                <a:lnTo>
                  <a:pt x="4645387" y="205000"/>
                </a:lnTo>
                <a:lnTo>
                  <a:pt x="4661812" y="246668"/>
                </a:lnTo>
                <a:lnTo>
                  <a:pt x="4671722" y="286491"/>
                </a:lnTo>
                <a:lnTo>
                  <a:pt x="4674300" y="306259"/>
                </a:lnTo>
                <a:lnTo>
                  <a:pt x="4674226" y="309779"/>
                </a:lnTo>
                <a:lnTo>
                  <a:pt x="4673934" y="312260"/>
                </a:lnTo>
                <a:lnTo>
                  <a:pt x="4673574" y="313998"/>
                </a:lnTo>
                <a:lnTo>
                  <a:pt x="4673294" y="315291"/>
                </a:lnTo>
                <a:lnTo>
                  <a:pt x="4673243" y="316436"/>
                </a:lnTo>
                <a:lnTo>
                  <a:pt x="4686118" y="336839"/>
                </a:lnTo>
                <a:lnTo>
                  <a:pt x="4691852" y="345269"/>
                </a:lnTo>
                <a:lnTo>
                  <a:pt x="4699010" y="355928"/>
                </a:lnTo>
                <a:lnTo>
                  <a:pt x="4698434" y="368558"/>
                </a:lnTo>
                <a:lnTo>
                  <a:pt x="4698019" y="381208"/>
                </a:lnTo>
                <a:lnTo>
                  <a:pt x="4697363" y="431937"/>
                </a:lnTo>
                <a:lnTo>
                  <a:pt x="4697300" y="444632"/>
                </a:lnTo>
                <a:lnTo>
                  <a:pt x="4697220" y="457325"/>
                </a:lnTo>
                <a:lnTo>
                  <a:pt x="4696112" y="507998"/>
                </a:lnTo>
                <a:lnTo>
                  <a:pt x="4692321" y="558333"/>
                </a:lnTo>
                <a:lnTo>
                  <a:pt x="4680633" y="602935"/>
                </a:lnTo>
                <a:lnTo>
                  <a:pt x="4657446" y="606214"/>
                </a:lnTo>
                <a:lnTo>
                  <a:pt x="4645754" y="615641"/>
                </a:lnTo>
                <a:lnTo>
                  <a:pt x="4623171" y="648780"/>
                </a:lnTo>
                <a:lnTo>
                  <a:pt x="4611132" y="682793"/>
                </a:lnTo>
                <a:lnTo>
                  <a:pt x="4613560" y="697964"/>
                </a:lnTo>
                <a:lnTo>
                  <a:pt x="4615639" y="711693"/>
                </a:lnTo>
                <a:lnTo>
                  <a:pt x="4625629" y="757852"/>
                </a:lnTo>
                <a:lnTo>
                  <a:pt x="4651676" y="803732"/>
                </a:lnTo>
                <a:lnTo>
                  <a:pt x="4677877" y="830243"/>
                </a:lnTo>
                <a:lnTo>
                  <a:pt x="4685674" y="837616"/>
                </a:lnTo>
                <a:lnTo>
                  <a:pt x="4690882" y="849719"/>
                </a:lnTo>
                <a:lnTo>
                  <a:pt x="4696010" y="861539"/>
                </a:lnTo>
                <a:lnTo>
                  <a:pt x="4698892" y="873559"/>
                </a:lnTo>
                <a:lnTo>
                  <a:pt x="4692095" y="911988"/>
                </a:lnTo>
                <a:lnTo>
                  <a:pt x="4674632" y="948084"/>
                </a:lnTo>
                <a:lnTo>
                  <a:pt x="4645081" y="976714"/>
                </a:lnTo>
                <a:lnTo>
                  <a:pt x="4625776" y="988633"/>
                </a:lnTo>
                <a:lnTo>
                  <a:pt x="4627180" y="1001699"/>
                </a:lnTo>
                <a:lnTo>
                  <a:pt x="4629518" y="1014382"/>
                </a:lnTo>
                <a:lnTo>
                  <a:pt x="4632122" y="1026816"/>
                </a:lnTo>
                <a:lnTo>
                  <a:pt x="4634322" y="1039135"/>
                </a:lnTo>
                <a:lnTo>
                  <a:pt x="4635451" y="1051474"/>
                </a:lnTo>
                <a:lnTo>
                  <a:pt x="4634898" y="1064761"/>
                </a:lnTo>
                <a:lnTo>
                  <a:pt x="4633391" y="1077646"/>
                </a:lnTo>
                <a:lnTo>
                  <a:pt x="4631211" y="1090212"/>
                </a:lnTo>
                <a:lnTo>
                  <a:pt x="4628638" y="1102541"/>
                </a:lnTo>
                <a:lnTo>
                  <a:pt x="4625954" y="1114716"/>
                </a:lnTo>
                <a:lnTo>
                  <a:pt x="4623440" y="1126820"/>
                </a:lnTo>
                <a:lnTo>
                  <a:pt x="4615939" y="1167700"/>
                </a:lnTo>
                <a:lnTo>
                  <a:pt x="4604217" y="1213234"/>
                </a:lnTo>
                <a:lnTo>
                  <a:pt x="4593802" y="1239297"/>
                </a:lnTo>
                <a:lnTo>
                  <a:pt x="4588433" y="1249895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4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55089" y="2168330"/>
            <a:ext cx="7197725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-427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195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284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2925" spc="-179" baseline="-19943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4660" y="3226917"/>
            <a:ext cx="55308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8109" y="3226917"/>
            <a:ext cx="117157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8030" algn="l"/>
              </a:tabLst>
            </a:pP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6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6443" y="3233350"/>
            <a:ext cx="44069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6388" y="4123018"/>
            <a:ext cx="902969" cy="883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algn="ctr">
              <a:lnSpc>
                <a:spcPts val="260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180"/>
              </a:lnSpc>
              <a:tabLst>
                <a:tab pos="45085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  <a:p>
            <a:pPr algn="ctr">
              <a:lnSpc>
                <a:spcPts val="2455"/>
              </a:lnSpc>
              <a:tabLst>
                <a:tab pos="438150" algn="l"/>
              </a:tabLst>
            </a:pPr>
            <a:r>
              <a:rPr sz="3600" spc="-15" baseline="1157" dirty="0">
                <a:latin typeface="Symbol"/>
                <a:cs typeface="Symbol"/>
              </a:rPr>
              <a:t></a:t>
            </a:r>
            <a:r>
              <a:rPr sz="3600" spc="-15" baseline="1157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6126" y="4599566"/>
            <a:ext cx="295783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8030" algn="l"/>
                <a:tab pos="1377950" algn="l"/>
              </a:tabLst>
            </a:pPr>
            <a:r>
              <a:rPr sz="3600" i="1" spc="-37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i="1" spc="-97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135" baseline="1157" dirty="0">
                <a:latin typeface="Times New Roman"/>
                <a:cs typeface="Times New Roman"/>
              </a:rPr>
              <a:t>1</a:t>
            </a:r>
            <a:r>
              <a:rPr sz="3600" spc="-15" baseline="-13888" dirty="0">
                <a:latin typeface="Symbol"/>
                <a:cs typeface="Symbol"/>
              </a:rPr>
              <a:t></a:t>
            </a:r>
            <a:r>
              <a:rPr sz="3600" spc="-262" baseline="-13888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</a:t>
            </a:r>
            <a:r>
              <a:rPr sz="3600" spc="-75" baseline="-1273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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6401" y="4596399"/>
            <a:ext cx="67754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0" dirty="0">
                <a:latin typeface="Symbol"/>
                <a:cs typeface="Symbol"/>
              </a:rPr>
              <a:t>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27" baseline="15046" dirty="0">
                <a:latin typeface="Times New Roman"/>
                <a:cs typeface="Times New Roman"/>
              </a:rPr>
              <a:t>b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3845" y="3231667"/>
            <a:ext cx="159004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75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981" y="3236517"/>
            <a:ext cx="5461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9451" y="3236517"/>
            <a:ext cx="43180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657" y="3545135"/>
            <a:ext cx="125539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7311" y="3540397"/>
            <a:ext cx="1426845" cy="48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6620" dirty="0">
                <a:latin typeface="Symbol"/>
                <a:cs typeface="Symbol"/>
              </a:rPr>
              <a:t></a:t>
            </a:r>
            <a:r>
              <a:rPr sz="3600" spc="-262" baseline="26620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61278" y="3832493"/>
            <a:ext cx="2499995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9570" algn="l"/>
                <a:tab pos="2113915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22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637" y="4127768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7290" y="4123018"/>
            <a:ext cx="1426845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472" dirty="0">
                <a:latin typeface="Symbol"/>
                <a:cs typeface="Symbol"/>
              </a:rPr>
              <a:t></a:t>
            </a:r>
            <a:r>
              <a:rPr sz="3600" spc="-262" baseline="3472" dirty="0">
                <a:latin typeface="Times New Roman"/>
                <a:cs typeface="Times New Roman"/>
              </a:rPr>
              <a:t> 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300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3</a:t>
            </a:r>
            <a:r>
              <a:rPr sz="2400" spc="185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1975" y="4604414"/>
            <a:ext cx="53213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99408" y="4604414"/>
            <a:ext cx="43180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Symbol"/>
                <a:cs typeface="Symbol"/>
              </a:rPr>
              <a:t></a:t>
            </a:r>
            <a:r>
              <a:rPr sz="3600" spc="127" baseline="1273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21211" y="4097275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61302" y="3249872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3670" y="3253825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46430" y="3253825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84647" y="3540397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6430" y="354118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61289" y="354118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99437" y="3545135"/>
            <a:ext cx="4318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6406" y="3831707"/>
            <a:ext cx="58102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</a:t>
            </a:r>
            <a:r>
              <a:rPr sz="3600" spc="-7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37299" y="3831707"/>
            <a:ext cx="31432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21410" y="3832493"/>
            <a:ext cx="548005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</a:t>
            </a:r>
            <a:r>
              <a:rPr sz="3600" spc="-179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3646" y="3836458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26410" y="4123804"/>
            <a:ext cx="230441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7370" algn="l"/>
                <a:tab pos="1885314" algn="l"/>
                <a:tab pos="2174240" algn="l"/>
              </a:tabLst>
            </a:pPr>
            <a:r>
              <a:rPr sz="3600" spc="-15" baseline="1157" dirty="0">
                <a:latin typeface="Symbol"/>
                <a:cs typeface="Symbol"/>
              </a:rPr>
              <a:t></a:t>
            </a:r>
            <a:r>
              <a:rPr sz="3600" spc="-15" baseline="1157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15" baseline="1157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37290" y="4414328"/>
            <a:ext cx="236664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670" algn="l"/>
                <a:tab pos="1701164" algn="l"/>
                <a:tab pos="2236470" algn="l"/>
              </a:tabLst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r>
              <a:rPr sz="3600" baseline="1157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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3628" y="4419079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99417" y="4419079"/>
            <a:ext cx="4318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55089" y="2193730"/>
            <a:ext cx="7197725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-427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195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284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2925" spc="-179" baseline="-19943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4662" y="3122888"/>
            <a:ext cx="55308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65" dirty="0">
                <a:latin typeface="Symbol"/>
                <a:cs typeface="Symbol"/>
              </a:rPr>
              <a:t></a:t>
            </a:r>
            <a:r>
              <a:rPr sz="2400" i="1" spc="-160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8119" y="3122888"/>
            <a:ext cx="3749040" cy="791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8030" algn="l"/>
                <a:tab pos="1468120" algn="l"/>
                <a:tab pos="3320415" algn="l"/>
              </a:tabLst>
            </a:pPr>
            <a:r>
              <a:rPr sz="3600" spc="97" baseline="1157" dirty="0">
                <a:latin typeface="Symbol"/>
                <a:cs typeface="Symbol"/>
              </a:rPr>
              <a:t></a:t>
            </a:r>
            <a:r>
              <a:rPr sz="3600" i="1" spc="-15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97" baseline="1157" dirty="0">
                <a:latin typeface="Symbol"/>
                <a:cs typeface="Symbol"/>
              </a:rPr>
              <a:t></a:t>
            </a:r>
            <a:r>
              <a:rPr sz="3600" i="1" spc="-75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75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3600" i="1" spc="-405" baseline="1157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  <a:spcBef>
                <a:spcPts val="675"/>
              </a:spcBef>
              <a:tabLst>
                <a:tab pos="888365" algn="l"/>
              </a:tabLst>
            </a:pPr>
            <a:r>
              <a:rPr sz="2400" spc="-15" dirty="0">
                <a:latin typeface="Times New Roman"/>
                <a:cs typeface="Times New Roman"/>
              </a:rPr>
              <a:t>0	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6418" y="4020192"/>
            <a:ext cx="902969" cy="885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algn="ctr">
              <a:lnSpc>
                <a:spcPts val="260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185"/>
              </a:lnSpc>
              <a:tabLst>
                <a:tab pos="45085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  <a:p>
            <a:pPr algn="ctr">
              <a:lnSpc>
                <a:spcPts val="2455"/>
              </a:lnSpc>
              <a:tabLst>
                <a:tab pos="438150" algn="l"/>
              </a:tabLst>
            </a:pPr>
            <a:r>
              <a:rPr sz="3600" spc="-15" baseline="1157" dirty="0">
                <a:latin typeface="Symbol"/>
                <a:cs typeface="Symbol"/>
              </a:rPr>
              <a:t></a:t>
            </a:r>
            <a:r>
              <a:rPr sz="3600" spc="-15" baseline="1157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40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6132" y="4497394"/>
            <a:ext cx="2957830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8030" algn="l"/>
                <a:tab pos="1377950" algn="l"/>
              </a:tabLst>
            </a:pPr>
            <a:r>
              <a:rPr sz="3600" i="1" spc="-15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i="1" spc="-75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135" baseline="1157" dirty="0">
                <a:latin typeface="Times New Roman"/>
                <a:cs typeface="Times New Roman"/>
              </a:rPr>
              <a:t>1</a:t>
            </a:r>
            <a:r>
              <a:rPr sz="3600" spc="-15" baseline="-13888" dirty="0">
                <a:latin typeface="Symbol"/>
                <a:cs typeface="Symbol"/>
              </a:rPr>
              <a:t></a:t>
            </a:r>
            <a:r>
              <a:rPr sz="3600" spc="-262" baseline="-13888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</a:t>
            </a:r>
            <a:r>
              <a:rPr sz="3600" spc="-75" baseline="-1273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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6468" y="4494215"/>
            <a:ext cx="677545" cy="410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0" dirty="0">
                <a:latin typeface="Symbol"/>
                <a:cs typeface="Symbol"/>
              </a:rPr>
              <a:t></a:t>
            </a:r>
            <a:r>
              <a:rPr sz="3600" spc="-7" baseline="15046" dirty="0">
                <a:latin typeface="Symbol"/>
                <a:cs typeface="Symbol"/>
              </a:rPr>
              <a:t></a:t>
            </a:r>
            <a:r>
              <a:rPr sz="3600" i="1" spc="-405" baseline="15046" dirty="0">
                <a:latin typeface="Times New Roman"/>
                <a:cs typeface="Times New Roman"/>
              </a:rPr>
              <a:t>b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977" y="3132489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99495" y="3132489"/>
            <a:ext cx="431800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4662" y="3436784"/>
            <a:ext cx="43624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51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5462" dirty="0">
                <a:latin typeface="Times New Roman"/>
                <a:cs typeface="Times New Roman"/>
              </a:rPr>
              <a:t>1</a:t>
            </a:r>
            <a:endParaRPr sz="3600" baseline="-25462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73811" y="3436784"/>
            <a:ext cx="15900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r>
              <a:rPr sz="3600" spc="-262" baseline="26620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6478" y="3437582"/>
            <a:ext cx="677545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985" algn="l"/>
                <a:tab pos="54737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6620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3675" y="3441535"/>
            <a:ext cx="125539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99482" y="3441535"/>
            <a:ext cx="431800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546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1340" y="3729286"/>
            <a:ext cx="2499995" cy="413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9570" algn="l"/>
                <a:tab pos="2113280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22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3664" y="4024954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7337" y="4020192"/>
            <a:ext cx="142684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472" dirty="0">
                <a:latin typeface="Symbol"/>
                <a:cs typeface="Symbol"/>
              </a:rPr>
              <a:t></a:t>
            </a:r>
            <a:r>
              <a:rPr sz="3600" spc="-262" baseline="3472" dirty="0">
                <a:latin typeface="Times New Roman"/>
                <a:cs typeface="Times New Roman"/>
              </a:rPr>
              <a:t> 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300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3</a:t>
            </a:r>
            <a:r>
              <a:rPr sz="2400" spc="185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981" y="4502246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99471" y="4502249"/>
            <a:ext cx="431800" cy="3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Symbol"/>
                <a:cs typeface="Symbol"/>
              </a:rPr>
              <a:t></a:t>
            </a:r>
            <a:r>
              <a:rPr sz="3600" spc="150" baseline="1273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21211" y="3994417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61340" y="314586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3675" y="31498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46441" y="314983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46428" y="3728488"/>
            <a:ext cx="58102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baseline="-13888" dirty="0">
                <a:latin typeface="Symbol"/>
                <a:cs typeface="Symbol"/>
              </a:rPr>
              <a:t></a:t>
            </a:r>
            <a:r>
              <a:rPr sz="3600" spc="-15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37336" y="3728488"/>
            <a:ext cx="31432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21467" y="3729286"/>
            <a:ext cx="548005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3600" baseline="-13888" dirty="0">
                <a:latin typeface="Symbol"/>
                <a:cs typeface="Symbol"/>
              </a:rPr>
              <a:t></a:t>
            </a:r>
            <a:r>
              <a:rPr sz="3600" spc="-179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3663" y="373325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26479" y="4020989"/>
            <a:ext cx="6775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737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99483" y="4024954"/>
            <a:ext cx="431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37336" y="4311906"/>
            <a:ext cx="142684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670" algn="l"/>
              </a:tabLst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26478" y="4312692"/>
            <a:ext cx="6775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737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3653" y="4316657"/>
            <a:ext cx="14287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99482" y="4316657"/>
            <a:ext cx="431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6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4415" y="2219426"/>
            <a:ext cx="71970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 </a:t>
            </a:r>
            <a:r>
              <a:rPr sz="2650" i="1" spc="-3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217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3</a:t>
            </a:r>
            <a:r>
              <a:rPr sz="3000" spc="-307" baseline="-19444" dirty="0">
                <a:latin typeface="Times New Roman"/>
                <a:cs typeface="Times New Roman"/>
              </a:rPr>
              <a:t> </a:t>
            </a:r>
            <a:r>
              <a:rPr sz="2650" i="1" spc="85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0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2150" y="3239606"/>
            <a:ext cx="2004695" cy="1755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45819" algn="l"/>
                <a:tab pos="1581150" algn="l"/>
              </a:tabLst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6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  <a:p>
            <a:pPr marL="991869">
              <a:lnSpc>
                <a:spcPct val="100000"/>
              </a:lnSpc>
              <a:spcBef>
                <a:spcPts val="710"/>
              </a:spcBef>
              <a:tabLst>
                <a:tab pos="1721485" algn="l"/>
              </a:tabLst>
            </a:pPr>
            <a:r>
              <a:rPr sz="2400" spc="-15" dirty="0">
                <a:latin typeface="Times New Roman"/>
                <a:cs typeface="Times New Roman"/>
              </a:rPr>
              <a:t>0	0</a:t>
            </a:r>
            <a:endParaRPr sz="2400">
              <a:latin typeface="Times New Roman"/>
              <a:cs typeface="Times New Roman"/>
            </a:endParaRPr>
          </a:p>
          <a:p>
            <a:pPr marL="989330">
              <a:lnSpc>
                <a:spcPct val="100000"/>
              </a:lnSpc>
              <a:spcBef>
                <a:spcPts val="710"/>
              </a:spcBef>
              <a:tabLst>
                <a:tab pos="1721485" algn="l"/>
              </a:tabLst>
            </a:pPr>
            <a:r>
              <a:rPr sz="2400" spc="-15" dirty="0">
                <a:latin typeface="Times New Roman"/>
                <a:cs typeface="Times New Roman"/>
              </a:rPr>
              <a:t>1	0</a:t>
            </a:r>
            <a:endParaRPr sz="2400">
              <a:latin typeface="Times New Roman"/>
              <a:cs typeface="Times New Roman"/>
            </a:endParaRPr>
          </a:p>
          <a:p>
            <a:pPr marL="933450">
              <a:lnSpc>
                <a:spcPct val="100000"/>
              </a:lnSpc>
              <a:spcBef>
                <a:spcPts val="710"/>
              </a:spcBef>
              <a:tabLst>
                <a:tab pos="1668780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-6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2735" y="3246050"/>
            <a:ext cx="44069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025" y="4427019"/>
            <a:ext cx="902335" cy="59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5"/>
              </a:lnSpc>
              <a:tabLst>
                <a:tab pos="4502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  <a:p>
            <a:pPr marL="12700">
              <a:lnSpc>
                <a:spcPts val="2455"/>
              </a:lnSpc>
              <a:tabLst>
                <a:tab pos="450215" algn="l"/>
              </a:tabLst>
            </a:pPr>
            <a:r>
              <a:rPr sz="3600" spc="-15" baseline="1157" dirty="0">
                <a:latin typeface="Symbol"/>
                <a:cs typeface="Symbol"/>
              </a:rPr>
              <a:t></a:t>
            </a:r>
            <a:r>
              <a:rPr sz="3600" spc="-15" baseline="1157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2713" y="4609089"/>
            <a:ext cx="67754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0" dirty="0">
                <a:latin typeface="Symbol"/>
                <a:cs typeface="Symbol"/>
              </a:rPr>
              <a:t>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27" baseline="15046" dirty="0">
                <a:latin typeface="Times New Roman"/>
                <a:cs typeface="Times New Roman"/>
              </a:rPr>
              <a:t>b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0668" y="3244357"/>
            <a:ext cx="159004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75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793" y="3249217"/>
            <a:ext cx="5461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5201" y="3249217"/>
            <a:ext cx="43116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2150" y="3553086"/>
            <a:ext cx="43624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51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5462" dirty="0">
                <a:latin typeface="Times New Roman"/>
                <a:cs typeface="Times New Roman"/>
              </a:rPr>
              <a:t>1</a:t>
            </a:r>
            <a:endParaRPr sz="3600" baseline="-25462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0640" y="3553086"/>
            <a:ext cx="1590040" cy="48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r>
              <a:rPr sz="3600" spc="-262" baseline="26620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2735" y="3553872"/>
            <a:ext cx="67754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985" algn="l"/>
                <a:tab pos="54673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6620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609" y="3557837"/>
            <a:ext cx="125539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5201" y="3557837"/>
            <a:ext cx="43116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546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7435" y="3845183"/>
            <a:ext cx="249936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8935" algn="l"/>
                <a:tab pos="2112645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22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2134" y="4135708"/>
            <a:ext cx="43815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41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314" dirty="0">
                <a:latin typeface="Times New Roman"/>
                <a:cs typeface="Times New Roman"/>
              </a:rPr>
              <a:t>0</a:t>
            </a:r>
            <a:endParaRPr sz="3600" baseline="-2314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98262" y="4135708"/>
            <a:ext cx="1591945" cy="883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3472" dirty="0">
                <a:latin typeface="Symbol"/>
                <a:cs typeface="Symbol"/>
              </a:rPr>
              <a:t></a:t>
            </a:r>
            <a:r>
              <a:rPr sz="3600" spc="-262" baseline="3472" dirty="0">
                <a:latin typeface="Times New Roman"/>
                <a:cs typeface="Times New Roman"/>
              </a:rPr>
              <a:t> 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300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3</a:t>
            </a:r>
            <a:r>
              <a:rPr sz="2400" spc="175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600" spc="135" baseline="1157" dirty="0">
                <a:latin typeface="Times New Roman"/>
                <a:cs typeface="Times New Roman"/>
              </a:rPr>
              <a:t>1</a:t>
            </a:r>
            <a:r>
              <a:rPr sz="3600" spc="-15" baseline="-13888" dirty="0">
                <a:latin typeface="Symbol"/>
                <a:cs typeface="Symbol"/>
              </a:rPr>
              <a:t></a:t>
            </a:r>
            <a:r>
              <a:rPr sz="3600" spc="-262" baseline="-13888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</a:t>
            </a:r>
            <a:r>
              <a:rPr sz="3600" spc="-75" baseline="-1273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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52720" y="4136494"/>
            <a:ext cx="67754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985" algn="l"/>
                <a:tab pos="54673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3472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1593" y="4140458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25185" y="4140458"/>
            <a:ext cx="43116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314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9807" y="4617103"/>
            <a:ext cx="53213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25179" y="4617103"/>
            <a:ext cx="43116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Symbol"/>
                <a:cs typeface="Symbol"/>
              </a:rPr>
              <a:t></a:t>
            </a:r>
            <a:r>
              <a:rPr sz="3600" spc="127" baseline="1273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46776" y="410996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7440" y="3262561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1609" y="3266526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4047" y="3266526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74042" y="3844398"/>
            <a:ext cx="58102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</a:t>
            </a:r>
            <a:r>
              <a:rPr sz="3600" spc="-15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64099" y="3844398"/>
            <a:ext cx="3136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47851" y="3845183"/>
            <a:ext cx="547370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</a:t>
            </a:r>
            <a:r>
              <a:rPr sz="3600" spc="-179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1604" y="3849148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64084" y="4427019"/>
            <a:ext cx="236601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035" algn="l"/>
                <a:tab pos="1701164" algn="l"/>
                <a:tab pos="2235835" algn="l"/>
              </a:tabLst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r>
              <a:rPr sz="3600" baseline="1157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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1587" y="4431769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25181" y="4431769"/>
            <a:ext cx="43116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8419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7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89" y="2181030"/>
            <a:ext cx="7559040" cy="1113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01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5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1</a:t>
            </a:r>
            <a:r>
              <a:rPr sz="2925" spc="-427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195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284" baseline="-19943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2925" spc="-179" baseline="-19943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2140" y="2955237"/>
            <a:ext cx="55245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5342" y="2955237"/>
            <a:ext cx="3748404" cy="1758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8030" algn="l"/>
                <a:tab pos="1467485" algn="l"/>
                <a:tab pos="3319779" algn="l"/>
              </a:tabLst>
            </a:pPr>
            <a:r>
              <a:rPr sz="3600" spc="75" baseline="1157" dirty="0">
                <a:latin typeface="Symbol"/>
                <a:cs typeface="Symbol"/>
              </a:rPr>
              <a:t></a:t>
            </a:r>
            <a:r>
              <a:rPr sz="3600" i="1" spc="-37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75" baseline="1157" dirty="0">
                <a:latin typeface="Symbol"/>
                <a:cs typeface="Symbol"/>
              </a:rPr>
              <a:t></a:t>
            </a:r>
            <a:r>
              <a:rPr sz="3600" i="1" spc="-97" baseline="1157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75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  <a:spcBef>
                <a:spcPts val="675"/>
              </a:spcBef>
              <a:tabLst>
                <a:tab pos="888365" algn="l"/>
              </a:tabLst>
            </a:pPr>
            <a:r>
              <a:rPr sz="2400" spc="-15" dirty="0">
                <a:latin typeface="Times New Roman"/>
                <a:cs typeface="Times New Roman"/>
              </a:rPr>
              <a:t>0	0</a:t>
            </a:r>
            <a:endParaRPr sz="24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715"/>
              </a:spcBef>
              <a:tabLst>
                <a:tab pos="888365" algn="l"/>
              </a:tabLst>
            </a:pPr>
            <a:r>
              <a:rPr sz="2400" spc="-15" dirty="0">
                <a:latin typeface="Times New Roman"/>
                <a:cs typeface="Times New Roman"/>
              </a:rPr>
              <a:t>1	0</a:t>
            </a:r>
            <a:endParaRPr sz="240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  <a:spcBef>
                <a:spcPts val="715"/>
              </a:spcBef>
              <a:tabLst>
                <a:tab pos="835660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-6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054" y="3852541"/>
            <a:ext cx="902335" cy="885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215">
              <a:lnSpc>
                <a:spcPts val="2605"/>
              </a:lnSpc>
              <a:tabLst>
                <a:tab pos="71056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314" dirty="0">
                <a:latin typeface="Times New Roman"/>
                <a:cs typeface="Times New Roman"/>
              </a:rPr>
              <a:t>0</a:t>
            </a:r>
            <a:endParaRPr sz="3600" baseline="-2314">
              <a:latin typeface="Times New Roman"/>
              <a:cs typeface="Times New Roman"/>
            </a:endParaRPr>
          </a:p>
          <a:p>
            <a:pPr marL="12700">
              <a:lnSpc>
                <a:spcPts val="218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55"/>
              </a:lnSpc>
              <a:tabLst>
                <a:tab pos="450215" algn="l"/>
              </a:tabLst>
            </a:pPr>
            <a:r>
              <a:rPr sz="3600" spc="-15" baseline="1157" dirty="0">
                <a:latin typeface="Symbol"/>
                <a:cs typeface="Symbol"/>
              </a:rPr>
              <a:t></a:t>
            </a:r>
            <a:r>
              <a:rPr sz="3600" spc="-15" baseline="1157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2752" y="4326564"/>
            <a:ext cx="677545" cy="410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0" dirty="0">
                <a:latin typeface="Symbol"/>
                <a:cs typeface="Symbol"/>
              </a:rPr>
              <a:t></a:t>
            </a:r>
            <a:r>
              <a:rPr sz="3600" spc="-37" baseline="15046" dirty="0">
                <a:latin typeface="Symbol"/>
                <a:cs typeface="Symbol"/>
              </a:rPr>
              <a:t></a:t>
            </a:r>
            <a:r>
              <a:rPr sz="3600" i="1" spc="-427" baseline="15046" dirty="0">
                <a:latin typeface="Times New Roman"/>
                <a:cs typeface="Times New Roman"/>
              </a:rPr>
              <a:t>b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5230" y="2964849"/>
            <a:ext cx="431165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2140" y="3269134"/>
            <a:ext cx="43624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51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5462" dirty="0">
                <a:latin typeface="Times New Roman"/>
                <a:cs typeface="Times New Roman"/>
              </a:rPr>
              <a:t>1</a:t>
            </a:r>
            <a:endParaRPr sz="3600" baseline="-2546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0646" y="3269134"/>
            <a:ext cx="15900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r>
              <a:rPr sz="3600" spc="-262" baseline="26620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412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2743" y="3269931"/>
            <a:ext cx="677545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985" algn="l"/>
                <a:tab pos="54673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6620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602" y="3273896"/>
            <a:ext cx="125539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25230" y="3273896"/>
            <a:ext cx="43116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546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7456" y="3561636"/>
            <a:ext cx="2499360" cy="413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8935" algn="l"/>
                <a:tab pos="2112645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22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00655" y="3852541"/>
            <a:ext cx="159004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3472" dirty="0">
                <a:latin typeface="Symbol"/>
                <a:cs typeface="Symbol"/>
              </a:rPr>
              <a:t></a:t>
            </a:r>
            <a:r>
              <a:rPr sz="3600" spc="-262" baseline="3472" dirty="0">
                <a:latin typeface="Times New Roman"/>
                <a:cs typeface="Times New Roman"/>
              </a:rPr>
              <a:t> </a:t>
            </a: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300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3</a:t>
            </a:r>
            <a:r>
              <a:rPr sz="2400" spc="175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2750" y="3853339"/>
            <a:ext cx="677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985" algn="l"/>
                <a:tab pos="54673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3472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609" y="3857304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25237" y="3857304"/>
            <a:ext cx="43116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314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98284" y="4329731"/>
            <a:ext cx="1591945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1157" dirty="0">
                <a:latin typeface="Times New Roman"/>
                <a:cs typeface="Times New Roman"/>
              </a:rPr>
              <a:t>1</a:t>
            </a:r>
            <a:r>
              <a:rPr sz="3600" spc="-15" baseline="-13888" dirty="0">
                <a:latin typeface="Symbol"/>
                <a:cs typeface="Symbol"/>
              </a:rPr>
              <a:t></a:t>
            </a:r>
            <a:r>
              <a:rPr sz="3600" spc="-262" baseline="-13888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</a:t>
            </a:r>
            <a:r>
              <a:rPr sz="3600" spc="-75" baseline="-1273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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801" y="433459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25239" y="4334611"/>
            <a:ext cx="641350" cy="791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Symbol"/>
                <a:cs typeface="Symbol"/>
              </a:rPr>
              <a:t></a:t>
            </a:r>
            <a:r>
              <a:rPr sz="3600" spc="127" baseline="1273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  <a:p>
            <a:pPr marL="107314">
              <a:lnSpc>
                <a:spcPct val="100000"/>
              </a:lnSpc>
              <a:spcBef>
                <a:spcPts val="17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46776" y="3826777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7463" y="297821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1602" y="298218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4046" y="298218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4052" y="3560838"/>
            <a:ext cx="58102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</a:t>
            </a:r>
            <a:r>
              <a:rPr sz="3600" spc="-15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64110" y="3560838"/>
            <a:ext cx="3136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7881" y="3561636"/>
            <a:ext cx="547370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</a:t>
            </a:r>
            <a:r>
              <a:rPr sz="3600" spc="-179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609" y="356560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12151" y="4144244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64115" y="4144244"/>
            <a:ext cx="142621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6035" algn="l"/>
              </a:tabLst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52755" y="4145042"/>
            <a:ext cx="6775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673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1611" y="4149007"/>
            <a:ext cx="14287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25242" y="4149007"/>
            <a:ext cx="4311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91086" y="5405751"/>
            <a:ext cx="1913255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13815" algn="l"/>
                <a:tab pos="1747520" algn="l"/>
              </a:tabLst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4875" spc="-667" baseline="-3418" dirty="0">
                <a:latin typeface="Symbol"/>
                <a:cs typeface="Symbol"/>
              </a:rPr>
              <a:t></a:t>
            </a:r>
            <a:r>
              <a:rPr sz="2400" dirty="0">
                <a:latin typeface="Times New Roman"/>
                <a:cs typeface="Times New Roman"/>
              </a:rPr>
              <a:t>1	0	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59706" y="5247222"/>
            <a:ext cx="1547495" cy="60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67" baseline="-40509" dirty="0">
                <a:latin typeface="Times New Roman"/>
                <a:cs typeface="Times New Roman"/>
              </a:rPr>
              <a:t>0</a:t>
            </a:r>
            <a:r>
              <a:rPr sz="4875" spc="-67" baseline="-33333" dirty="0">
                <a:latin typeface="Symbol"/>
                <a:cs typeface="Symbol"/>
              </a:rPr>
              <a:t>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75" baseline="-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51715" y="5687326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51726" y="481345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64491" y="481345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51715" y="5104739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664479" y="5104739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94309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08" y="210722"/>
                </a:lnTo>
                <a:lnTo>
                  <a:pt x="22880" y="205255"/>
                </a:lnTo>
                <a:lnTo>
                  <a:pt x="34366" y="199811"/>
                </a:lnTo>
                <a:lnTo>
                  <a:pt x="45812" y="194293"/>
                </a:lnTo>
                <a:lnTo>
                  <a:pt x="81953" y="174505"/>
                </a:lnTo>
                <a:lnTo>
                  <a:pt x="123744" y="147270"/>
                </a:lnTo>
                <a:lnTo>
                  <a:pt x="150502" y="128805"/>
                </a:lnTo>
                <a:lnTo>
                  <a:pt x="161822" y="135281"/>
                </a:lnTo>
                <a:lnTo>
                  <a:pt x="197052" y="154953"/>
                </a:lnTo>
                <a:lnTo>
                  <a:pt x="246426" y="165829"/>
                </a:lnTo>
                <a:lnTo>
                  <a:pt x="286177" y="169167"/>
                </a:lnTo>
                <a:lnTo>
                  <a:pt x="324738" y="171725"/>
                </a:lnTo>
                <a:lnTo>
                  <a:pt x="374770" y="174441"/>
                </a:lnTo>
                <a:lnTo>
                  <a:pt x="387098" y="175069"/>
                </a:lnTo>
                <a:lnTo>
                  <a:pt x="399374" y="175700"/>
                </a:lnTo>
                <a:lnTo>
                  <a:pt x="411607" y="176343"/>
                </a:lnTo>
                <a:lnTo>
                  <a:pt x="423809" y="177011"/>
                </a:lnTo>
                <a:lnTo>
                  <a:pt x="435990" y="177714"/>
                </a:lnTo>
                <a:lnTo>
                  <a:pt x="450608" y="176249"/>
                </a:lnTo>
                <a:lnTo>
                  <a:pt x="489576" y="172338"/>
                </a:lnTo>
                <a:lnTo>
                  <a:pt x="534017" y="159771"/>
                </a:lnTo>
                <a:lnTo>
                  <a:pt x="557500" y="141387"/>
                </a:lnTo>
                <a:lnTo>
                  <a:pt x="558006" y="140344"/>
                </a:lnTo>
                <a:lnTo>
                  <a:pt x="558631" y="139761"/>
                </a:lnTo>
                <a:lnTo>
                  <a:pt x="559651" y="139660"/>
                </a:lnTo>
                <a:lnTo>
                  <a:pt x="561345" y="140063"/>
                </a:lnTo>
                <a:lnTo>
                  <a:pt x="563989" y="140990"/>
                </a:lnTo>
                <a:lnTo>
                  <a:pt x="567860" y="142464"/>
                </a:lnTo>
                <a:lnTo>
                  <a:pt x="573235" y="144506"/>
                </a:lnTo>
                <a:lnTo>
                  <a:pt x="580391" y="147138"/>
                </a:lnTo>
                <a:lnTo>
                  <a:pt x="589606" y="150381"/>
                </a:lnTo>
                <a:lnTo>
                  <a:pt x="602431" y="158908"/>
                </a:lnTo>
                <a:lnTo>
                  <a:pt x="613111" y="167619"/>
                </a:lnTo>
                <a:lnTo>
                  <a:pt x="622866" y="174648"/>
                </a:lnTo>
                <a:lnTo>
                  <a:pt x="632917" y="178127"/>
                </a:lnTo>
                <a:lnTo>
                  <a:pt x="645172" y="175670"/>
                </a:lnTo>
                <a:lnTo>
                  <a:pt x="676519" y="148134"/>
                </a:lnTo>
                <a:lnTo>
                  <a:pt x="697573" y="116188"/>
                </a:lnTo>
                <a:lnTo>
                  <a:pt x="710213" y="118992"/>
                </a:lnTo>
                <a:lnTo>
                  <a:pt x="722559" y="122579"/>
                </a:lnTo>
                <a:lnTo>
                  <a:pt x="734815" y="125780"/>
                </a:lnTo>
                <a:lnTo>
                  <a:pt x="747187" y="127424"/>
                </a:lnTo>
                <a:lnTo>
                  <a:pt x="765861" y="127227"/>
                </a:lnTo>
                <a:lnTo>
                  <a:pt x="810784" y="123429"/>
                </a:lnTo>
                <a:lnTo>
                  <a:pt x="824585" y="115792"/>
                </a:lnTo>
                <a:lnTo>
                  <a:pt x="824802" y="115118"/>
                </a:lnTo>
                <a:lnTo>
                  <a:pt x="825291" y="114787"/>
                </a:lnTo>
                <a:lnTo>
                  <a:pt x="826376" y="114862"/>
                </a:lnTo>
                <a:lnTo>
                  <a:pt x="828382" y="115409"/>
                </a:lnTo>
                <a:lnTo>
                  <a:pt x="831634" y="116492"/>
                </a:lnTo>
                <a:lnTo>
                  <a:pt x="836456" y="118174"/>
                </a:lnTo>
                <a:lnTo>
                  <a:pt x="843174" y="120521"/>
                </a:lnTo>
                <a:lnTo>
                  <a:pt x="852112" y="123596"/>
                </a:lnTo>
                <a:lnTo>
                  <a:pt x="891054" y="118031"/>
                </a:lnTo>
                <a:lnTo>
                  <a:pt x="895841" y="116322"/>
                </a:lnTo>
                <a:lnTo>
                  <a:pt x="898977" y="115223"/>
                </a:lnTo>
                <a:lnTo>
                  <a:pt x="900783" y="114668"/>
                </a:lnTo>
                <a:lnTo>
                  <a:pt x="901577" y="114592"/>
                </a:lnTo>
                <a:lnTo>
                  <a:pt x="901679" y="114930"/>
                </a:lnTo>
                <a:lnTo>
                  <a:pt x="901408" y="115615"/>
                </a:lnTo>
                <a:lnTo>
                  <a:pt x="901085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0" y="127104"/>
                </a:lnTo>
                <a:lnTo>
                  <a:pt x="1020052" y="120205"/>
                </a:lnTo>
                <a:lnTo>
                  <a:pt x="1069416" y="112261"/>
                </a:lnTo>
                <a:lnTo>
                  <a:pt x="1112233" y="105113"/>
                </a:lnTo>
                <a:lnTo>
                  <a:pt x="1122380" y="103401"/>
                </a:lnTo>
                <a:lnTo>
                  <a:pt x="1129510" y="102200"/>
                </a:lnTo>
                <a:lnTo>
                  <a:pt x="1141744" y="106906"/>
                </a:lnTo>
                <a:lnTo>
                  <a:pt x="1153634" y="111830"/>
                </a:lnTo>
                <a:lnTo>
                  <a:pt x="1165695" y="114660"/>
                </a:lnTo>
                <a:lnTo>
                  <a:pt x="1213853" y="113107"/>
                </a:lnTo>
                <a:lnTo>
                  <a:pt x="1257939" y="105580"/>
                </a:lnTo>
                <a:lnTo>
                  <a:pt x="1302712" y="91192"/>
                </a:lnTo>
                <a:lnTo>
                  <a:pt x="1316321" y="95153"/>
                </a:lnTo>
                <a:lnTo>
                  <a:pt x="1352459" y="123653"/>
                </a:lnTo>
                <a:lnTo>
                  <a:pt x="1395120" y="149243"/>
                </a:lnTo>
                <a:lnTo>
                  <a:pt x="1407729" y="152229"/>
                </a:lnTo>
                <a:lnTo>
                  <a:pt x="1422993" y="142177"/>
                </a:lnTo>
                <a:lnTo>
                  <a:pt x="1435957" y="133396"/>
                </a:lnTo>
                <a:lnTo>
                  <a:pt x="1446905" y="125818"/>
                </a:lnTo>
                <a:lnTo>
                  <a:pt x="1456122" y="119373"/>
                </a:lnTo>
                <a:lnTo>
                  <a:pt x="1463893" y="113995"/>
                </a:lnTo>
                <a:lnTo>
                  <a:pt x="1496058" y="100284"/>
                </a:lnTo>
                <a:lnTo>
                  <a:pt x="1501663" y="100455"/>
                </a:lnTo>
                <a:lnTo>
                  <a:pt x="1508096" y="101144"/>
                </a:lnTo>
                <a:lnTo>
                  <a:pt x="1515642" y="102285"/>
                </a:lnTo>
                <a:lnTo>
                  <a:pt x="1524584" y="103808"/>
                </a:lnTo>
                <a:lnTo>
                  <a:pt x="1535207" y="105646"/>
                </a:lnTo>
                <a:lnTo>
                  <a:pt x="1547796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0" y="120491"/>
                </a:lnTo>
                <a:lnTo>
                  <a:pt x="1629744" y="125642"/>
                </a:lnTo>
                <a:lnTo>
                  <a:pt x="1640542" y="130147"/>
                </a:lnTo>
                <a:lnTo>
                  <a:pt x="1649379" y="133926"/>
                </a:lnTo>
                <a:lnTo>
                  <a:pt x="1656775" y="136903"/>
                </a:lnTo>
                <a:lnTo>
                  <a:pt x="1663247" y="138999"/>
                </a:lnTo>
                <a:lnTo>
                  <a:pt x="1669314" y="140134"/>
                </a:lnTo>
                <a:lnTo>
                  <a:pt x="1675492" y="140231"/>
                </a:lnTo>
                <a:lnTo>
                  <a:pt x="1682301" y="139210"/>
                </a:lnTo>
                <a:lnTo>
                  <a:pt x="1724088" y="123058"/>
                </a:lnTo>
                <a:lnTo>
                  <a:pt x="1757641" y="105974"/>
                </a:lnTo>
                <a:lnTo>
                  <a:pt x="1772302" y="107331"/>
                </a:lnTo>
                <a:lnTo>
                  <a:pt x="1785288" y="110124"/>
                </a:lnTo>
                <a:lnTo>
                  <a:pt x="1797112" y="113068"/>
                </a:lnTo>
                <a:lnTo>
                  <a:pt x="1808287" y="114879"/>
                </a:lnTo>
                <a:lnTo>
                  <a:pt x="1853865" y="104422"/>
                </a:lnTo>
                <a:lnTo>
                  <a:pt x="1890402" y="80932"/>
                </a:lnTo>
                <a:lnTo>
                  <a:pt x="1900005" y="74209"/>
                </a:lnTo>
                <a:lnTo>
                  <a:pt x="1911233" y="67400"/>
                </a:lnTo>
                <a:lnTo>
                  <a:pt x="1925066" y="61177"/>
                </a:lnTo>
                <a:lnTo>
                  <a:pt x="1937229" y="56930"/>
                </a:lnTo>
                <a:lnTo>
                  <a:pt x="1948220" y="53659"/>
                </a:lnTo>
                <a:lnTo>
                  <a:pt x="1961620" y="61616"/>
                </a:lnTo>
                <a:lnTo>
                  <a:pt x="1972063" y="67833"/>
                </a:lnTo>
                <a:lnTo>
                  <a:pt x="1979905" y="72470"/>
                </a:lnTo>
                <a:lnTo>
                  <a:pt x="1985497" y="75687"/>
                </a:lnTo>
                <a:lnTo>
                  <a:pt x="1989194" y="77642"/>
                </a:lnTo>
                <a:lnTo>
                  <a:pt x="1991348" y="78495"/>
                </a:lnTo>
                <a:lnTo>
                  <a:pt x="1992313" y="78406"/>
                </a:lnTo>
                <a:lnTo>
                  <a:pt x="1992443" y="77533"/>
                </a:lnTo>
                <a:lnTo>
                  <a:pt x="1992090" y="76037"/>
                </a:lnTo>
                <a:lnTo>
                  <a:pt x="1991607" y="74077"/>
                </a:lnTo>
                <a:lnTo>
                  <a:pt x="1991349" y="71811"/>
                </a:lnTo>
                <a:lnTo>
                  <a:pt x="2014289" y="60738"/>
                </a:lnTo>
                <a:lnTo>
                  <a:pt x="2025491" y="60800"/>
                </a:lnTo>
                <a:lnTo>
                  <a:pt x="2069806" y="66581"/>
                </a:lnTo>
                <a:lnTo>
                  <a:pt x="2105664" y="80694"/>
                </a:lnTo>
                <a:lnTo>
                  <a:pt x="2117423" y="86199"/>
                </a:lnTo>
                <a:lnTo>
                  <a:pt x="2129214" y="91445"/>
                </a:lnTo>
                <a:lnTo>
                  <a:pt x="2141118" y="96038"/>
                </a:lnTo>
                <a:lnTo>
                  <a:pt x="2153210" y="99584"/>
                </a:lnTo>
                <a:lnTo>
                  <a:pt x="2165570" y="101686"/>
                </a:lnTo>
                <a:lnTo>
                  <a:pt x="2692395" y="114773"/>
                </a:lnTo>
                <a:lnTo>
                  <a:pt x="2700779" y="124812"/>
                </a:lnTo>
                <a:lnTo>
                  <a:pt x="2727612" y="151947"/>
                </a:lnTo>
                <a:lnTo>
                  <a:pt x="2758417" y="155959"/>
                </a:lnTo>
                <a:lnTo>
                  <a:pt x="2769798" y="154426"/>
                </a:lnTo>
                <a:lnTo>
                  <a:pt x="2807410" y="124707"/>
                </a:lnTo>
                <a:lnTo>
                  <a:pt x="2814737" y="116685"/>
                </a:lnTo>
                <a:lnTo>
                  <a:pt x="2849445" y="95369"/>
                </a:lnTo>
                <a:lnTo>
                  <a:pt x="2870194" y="89394"/>
                </a:lnTo>
                <a:lnTo>
                  <a:pt x="2882685" y="91717"/>
                </a:lnTo>
                <a:lnTo>
                  <a:pt x="2895410" y="93514"/>
                </a:lnTo>
                <a:lnTo>
                  <a:pt x="2907770" y="96134"/>
                </a:lnTo>
                <a:lnTo>
                  <a:pt x="2919164" y="100924"/>
                </a:lnTo>
                <a:lnTo>
                  <a:pt x="2927635" y="110646"/>
                </a:lnTo>
                <a:lnTo>
                  <a:pt x="2932987" y="122789"/>
                </a:lnTo>
                <a:lnTo>
                  <a:pt x="2938447" y="133869"/>
                </a:lnTo>
                <a:lnTo>
                  <a:pt x="2951854" y="138071"/>
                </a:lnTo>
                <a:lnTo>
                  <a:pt x="2963951" y="138061"/>
                </a:lnTo>
                <a:lnTo>
                  <a:pt x="2975029" y="135361"/>
                </a:lnTo>
                <a:lnTo>
                  <a:pt x="2985380" y="131492"/>
                </a:lnTo>
                <a:lnTo>
                  <a:pt x="2995294" y="127976"/>
                </a:lnTo>
                <a:lnTo>
                  <a:pt x="3033005" y="136167"/>
                </a:lnTo>
                <a:lnTo>
                  <a:pt x="3069878" y="149172"/>
                </a:lnTo>
                <a:lnTo>
                  <a:pt x="3081303" y="152477"/>
                </a:lnTo>
                <a:lnTo>
                  <a:pt x="3123931" y="145845"/>
                </a:lnTo>
                <a:lnTo>
                  <a:pt x="3142466" y="137230"/>
                </a:lnTo>
                <a:lnTo>
                  <a:pt x="3152512" y="132982"/>
                </a:lnTo>
                <a:lnTo>
                  <a:pt x="3192563" y="125582"/>
                </a:lnTo>
                <a:lnTo>
                  <a:pt x="3231779" y="121474"/>
                </a:lnTo>
                <a:lnTo>
                  <a:pt x="3280798" y="117545"/>
                </a:lnTo>
                <a:lnTo>
                  <a:pt x="3292696" y="116624"/>
                </a:lnTo>
                <a:lnTo>
                  <a:pt x="3332910" y="118553"/>
                </a:lnTo>
                <a:lnTo>
                  <a:pt x="3358861" y="122074"/>
                </a:lnTo>
                <a:lnTo>
                  <a:pt x="3371158" y="123777"/>
                </a:lnTo>
                <a:lnTo>
                  <a:pt x="3383129" y="125285"/>
                </a:lnTo>
                <a:lnTo>
                  <a:pt x="3394868" y="126479"/>
                </a:lnTo>
                <a:lnTo>
                  <a:pt x="3406470" y="127243"/>
                </a:lnTo>
                <a:lnTo>
                  <a:pt x="3426984" y="127187"/>
                </a:lnTo>
                <a:lnTo>
                  <a:pt x="3473617" y="125544"/>
                </a:lnTo>
                <a:lnTo>
                  <a:pt x="3515415" y="119020"/>
                </a:lnTo>
                <a:lnTo>
                  <a:pt x="3556562" y="106143"/>
                </a:lnTo>
                <a:lnTo>
                  <a:pt x="3592010" y="82205"/>
                </a:lnTo>
                <a:lnTo>
                  <a:pt x="3601449" y="75247"/>
                </a:lnTo>
                <a:lnTo>
                  <a:pt x="3610554" y="69067"/>
                </a:lnTo>
                <a:lnTo>
                  <a:pt x="3651579" y="49204"/>
                </a:lnTo>
                <a:lnTo>
                  <a:pt x="3690158" y="38127"/>
                </a:lnTo>
                <a:lnTo>
                  <a:pt x="3708410" y="25927"/>
                </a:lnTo>
                <a:lnTo>
                  <a:pt x="3721024" y="27465"/>
                </a:lnTo>
                <a:lnTo>
                  <a:pt x="3733627" y="29210"/>
                </a:lnTo>
                <a:lnTo>
                  <a:pt x="3746224" y="31059"/>
                </a:lnTo>
                <a:lnTo>
                  <a:pt x="3758820" y="32910"/>
                </a:lnTo>
                <a:lnTo>
                  <a:pt x="3771423" y="34660"/>
                </a:lnTo>
                <a:lnTo>
                  <a:pt x="3784037" y="36207"/>
                </a:lnTo>
                <a:lnTo>
                  <a:pt x="3796668" y="37449"/>
                </a:lnTo>
                <a:lnTo>
                  <a:pt x="3809324" y="38282"/>
                </a:lnTo>
                <a:lnTo>
                  <a:pt x="3822008" y="38606"/>
                </a:lnTo>
                <a:lnTo>
                  <a:pt x="3844744" y="38365"/>
                </a:lnTo>
                <a:lnTo>
                  <a:pt x="3884320" y="35358"/>
                </a:lnTo>
                <a:lnTo>
                  <a:pt x="3892961" y="30524"/>
                </a:lnTo>
                <a:lnTo>
                  <a:pt x="3891637" y="28862"/>
                </a:lnTo>
                <a:lnTo>
                  <a:pt x="3879215" y="23596"/>
                </a:lnTo>
                <a:lnTo>
                  <a:pt x="3879575" y="23685"/>
                </a:lnTo>
                <a:lnTo>
                  <a:pt x="3927054" y="34026"/>
                </a:lnTo>
                <a:lnTo>
                  <a:pt x="3949689" y="38606"/>
                </a:lnTo>
                <a:lnTo>
                  <a:pt x="3958572" y="47895"/>
                </a:lnTo>
                <a:lnTo>
                  <a:pt x="3993908" y="80873"/>
                </a:lnTo>
                <a:lnTo>
                  <a:pt x="4029544" y="90197"/>
                </a:lnTo>
                <a:lnTo>
                  <a:pt x="4044518" y="86372"/>
                </a:lnTo>
                <a:lnTo>
                  <a:pt x="4080798" y="56195"/>
                </a:lnTo>
                <a:lnTo>
                  <a:pt x="4086694" y="47289"/>
                </a:lnTo>
                <a:lnTo>
                  <a:pt x="4092310" y="38900"/>
                </a:lnTo>
                <a:lnTo>
                  <a:pt x="4120541" y="7534"/>
                </a:lnTo>
                <a:lnTo>
                  <a:pt x="4150787" y="0"/>
                </a:lnTo>
                <a:lnTo>
                  <a:pt x="4160451" y="1230"/>
                </a:lnTo>
                <a:lnTo>
                  <a:pt x="4196484" y="13692"/>
                </a:lnTo>
                <a:lnTo>
                  <a:pt x="4238516" y="38494"/>
                </a:lnTo>
                <a:lnTo>
                  <a:pt x="4256988" y="80483"/>
                </a:lnTo>
                <a:lnTo>
                  <a:pt x="4259725" y="102606"/>
                </a:lnTo>
                <a:lnTo>
                  <a:pt x="4261611" y="112956"/>
                </a:lnTo>
                <a:lnTo>
                  <a:pt x="4293097" y="152444"/>
                </a:lnTo>
                <a:lnTo>
                  <a:pt x="4327752" y="168965"/>
                </a:lnTo>
                <a:lnTo>
                  <a:pt x="4351202" y="176626"/>
                </a:lnTo>
                <a:lnTo>
                  <a:pt x="4365382" y="174417"/>
                </a:lnTo>
                <a:lnTo>
                  <a:pt x="4402306" y="160427"/>
                </a:lnTo>
                <a:lnTo>
                  <a:pt x="4443858" y="133421"/>
                </a:lnTo>
                <a:lnTo>
                  <a:pt x="4469364" y="115528"/>
                </a:lnTo>
                <a:lnTo>
                  <a:pt x="4484184" y="120305"/>
                </a:lnTo>
                <a:lnTo>
                  <a:pt x="4496610" y="124335"/>
                </a:lnTo>
                <a:lnTo>
                  <a:pt x="4506929" y="127701"/>
                </a:lnTo>
                <a:lnTo>
                  <a:pt x="4515430" y="130486"/>
                </a:lnTo>
                <a:lnTo>
                  <a:pt x="4522400" y="132772"/>
                </a:lnTo>
                <a:lnTo>
                  <a:pt x="4528128" y="134642"/>
                </a:lnTo>
                <a:lnTo>
                  <a:pt x="4571307" y="146384"/>
                </a:lnTo>
                <a:lnTo>
                  <a:pt x="4580456" y="148639"/>
                </a:lnTo>
                <a:lnTo>
                  <a:pt x="4591531" y="151387"/>
                </a:lnTo>
                <a:lnTo>
                  <a:pt x="4603813" y="162114"/>
                </a:lnTo>
                <a:lnTo>
                  <a:pt x="4614529" y="171381"/>
                </a:lnTo>
                <a:lnTo>
                  <a:pt x="4645392" y="205010"/>
                </a:lnTo>
                <a:lnTo>
                  <a:pt x="4661816" y="246678"/>
                </a:lnTo>
                <a:lnTo>
                  <a:pt x="4671724" y="286498"/>
                </a:lnTo>
                <a:lnTo>
                  <a:pt x="4674301" y="306263"/>
                </a:lnTo>
                <a:lnTo>
                  <a:pt x="4674227" y="309783"/>
                </a:lnTo>
                <a:lnTo>
                  <a:pt x="4673935" y="312262"/>
                </a:lnTo>
                <a:lnTo>
                  <a:pt x="4673574" y="313999"/>
                </a:lnTo>
                <a:lnTo>
                  <a:pt x="4673294" y="315292"/>
                </a:lnTo>
                <a:lnTo>
                  <a:pt x="4673244" y="316436"/>
                </a:lnTo>
                <a:lnTo>
                  <a:pt x="4686118" y="336842"/>
                </a:lnTo>
                <a:lnTo>
                  <a:pt x="4691852" y="345273"/>
                </a:lnTo>
                <a:lnTo>
                  <a:pt x="4699010" y="355934"/>
                </a:lnTo>
                <a:lnTo>
                  <a:pt x="4698434" y="368564"/>
                </a:lnTo>
                <a:lnTo>
                  <a:pt x="4698019" y="381214"/>
                </a:lnTo>
                <a:lnTo>
                  <a:pt x="4697363" y="431940"/>
                </a:lnTo>
                <a:lnTo>
                  <a:pt x="4697300" y="444635"/>
                </a:lnTo>
                <a:lnTo>
                  <a:pt x="4697220" y="457327"/>
                </a:lnTo>
                <a:lnTo>
                  <a:pt x="4696112" y="507999"/>
                </a:lnTo>
                <a:lnTo>
                  <a:pt x="4692321" y="558335"/>
                </a:lnTo>
                <a:lnTo>
                  <a:pt x="4680631" y="602941"/>
                </a:lnTo>
                <a:lnTo>
                  <a:pt x="4657440" y="606214"/>
                </a:lnTo>
                <a:lnTo>
                  <a:pt x="4645750" y="615641"/>
                </a:lnTo>
                <a:lnTo>
                  <a:pt x="4623169" y="648783"/>
                </a:lnTo>
                <a:lnTo>
                  <a:pt x="4611129" y="682795"/>
                </a:lnTo>
                <a:lnTo>
                  <a:pt x="4613558" y="697966"/>
                </a:lnTo>
                <a:lnTo>
                  <a:pt x="4615638" y="711695"/>
                </a:lnTo>
                <a:lnTo>
                  <a:pt x="4625628" y="757850"/>
                </a:lnTo>
                <a:lnTo>
                  <a:pt x="4651674" y="803733"/>
                </a:lnTo>
                <a:lnTo>
                  <a:pt x="4677874" y="830246"/>
                </a:lnTo>
                <a:lnTo>
                  <a:pt x="4685671" y="837619"/>
                </a:lnTo>
                <a:lnTo>
                  <a:pt x="4690880" y="849714"/>
                </a:lnTo>
                <a:lnTo>
                  <a:pt x="4696009" y="861533"/>
                </a:lnTo>
                <a:lnTo>
                  <a:pt x="4698892" y="873558"/>
                </a:lnTo>
                <a:lnTo>
                  <a:pt x="4692096" y="911986"/>
                </a:lnTo>
                <a:lnTo>
                  <a:pt x="4674635" y="948080"/>
                </a:lnTo>
                <a:lnTo>
                  <a:pt x="4645081" y="976717"/>
                </a:lnTo>
                <a:lnTo>
                  <a:pt x="4625775" y="988629"/>
                </a:lnTo>
                <a:lnTo>
                  <a:pt x="4627180" y="1001695"/>
                </a:lnTo>
                <a:lnTo>
                  <a:pt x="4629519" y="1014377"/>
                </a:lnTo>
                <a:lnTo>
                  <a:pt x="4632122" y="1026811"/>
                </a:lnTo>
                <a:lnTo>
                  <a:pt x="4634322" y="1039131"/>
                </a:lnTo>
                <a:lnTo>
                  <a:pt x="4635451" y="1051471"/>
                </a:lnTo>
                <a:lnTo>
                  <a:pt x="4634898" y="1064761"/>
                </a:lnTo>
                <a:lnTo>
                  <a:pt x="4633391" y="1077647"/>
                </a:lnTo>
                <a:lnTo>
                  <a:pt x="4631210" y="1090212"/>
                </a:lnTo>
                <a:lnTo>
                  <a:pt x="4628637" y="1102540"/>
                </a:lnTo>
                <a:lnTo>
                  <a:pt x="4625953" y="1114714"/>
                </a:lnTo>
                <a:lnTo>
                  <a:pt x="4623439" y="1126817"/>
                </a:lnTo>
                <a:lnTo>
                  <a:pt x="4615939" y="1167698"/>
                </a:lnTo>
                <a:lnTo>
                  <a:pt x="4604217" y="1213234"/>
                </a:lnTo>
                <a:lnTo>
                  <a:pt x="4593801" y="1239296"/>
                </a:lnTo>
                <a:lnTo>
                  <a:pt x="4588432" y="1249897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51715" y="5978612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25" dirty="0">
                <a:latin typeface="Symbol"/>
                <a:cs typeface="Symbol"/>
              </a:rPr>
              <a:t>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25" dirty="0">
                <a:latin typeface="Symbol"/>
                <a:cs typeface="Symbol"/>
              </a:rPr>
              <a:t>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64479" y="5978612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25" dirty="0">
                <a:latin typeface="Symbol"/>
                <a:cs typeface="Symbol"/>
              </a:rPr>
              <a:t>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25" dirty="0">
                <a:latin typeface="Symbol"/>
                <a:cs typeface="Symbol"/>
              </a:rPr>
              <a:t>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920024" y="6163925"/>
            <a:ext cx="53213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8627" y="2064985"/>
            <a:ext cx="1421765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Symbol"/>
                <a:cs typeface="Symbol"/>
              </a:rPr>
              <a:t>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r>
              <a:rPr sz="4875" spc="-359" baseline="-3418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1802" y="2055230"/>
            <a:ext cx="1758950" cy="463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4195" algn="l"/>
                <a:tab pos="1050925" algn="l"/>
              </a:tabLst>
            </a:pP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Symbol"/>
                <a:cs typeface="Symbol"/>
              </a:rPr>
              <a:t>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225" baseline="-24691" dirty="0">
                <a:latin typeface="Times New Roman"/>
                <a:cs typeface="Times New Roman"/>
              </a:rPr>
              <a:t> </a:t>
            </a: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endParaRPr sz="3600" baseline="13888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6128" y="1453673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7828" y="1763020"/>
            <a:ext cx="1255395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6620" dirty="0">
                <a:latin typeface="Symbol"/>
                <a:cs typeface="Symbol"/>
              </a:rPr>
              <a:t></a:t>
            </a:r>
            <a:r>
              <a:rPr sz="3600" spc="-75" baseline="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endParaRPr sz="3600" baseline="2662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7828" y="2347541"/>
            <a:ext cx="125539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6202" y="2825274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7828" y="147103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00589" y="147103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0589" y="205523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7828" y="2639431"/>
            <a:ext cx="14287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0589" y="2639431"/>
            <a:ext cx="14287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69172" y="4472940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>
                <a:moveTo>
                  <a:pt x="0" y="0"/>
                </a:moveTo>
                <a:lnTo>
                  <a:pt x="75325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38308" y="4228409"/>
            <a:ext cx="17018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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72715" y="4228409"/>
            <a:ext cx="17018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0753" y="4286305"/>
            <a:ext cx="498030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150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89908" y="4496318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11478" y="4286305"/>
            <a:ext cx="149669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083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43706" y="4493429"/>
            <a:ext cx="67246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spc="15" baseline="43209" dirty="0">
                <a:latin typeface="Symbol"/>
                <a:cs typeface="Symbol"/>
              </a:rPr>
              <a:t></a:t>
            </a:r>
            <a:endParaRPr sz="2025" baseline="43209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7282" y="4098298"/>
            <a:ext cx="2311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48589" y="4473296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781" rIns="0" bIns="0" rtlCol="0">
            <a:spAutoFit/>
          </a:bodyPr>
          <a:lstStyle/>
          <a:p>
            <a:pPr marL="1270">
              <a:lnSpc>
                <a:spcPct val="100000"/>
              </a:lnSpc>
            </a:pPr>
            <a:r>
              <a:rPr sz="3600" dirty="0">
                <a:latin typeface="Calibri"/>
                <a:cs typeface="Calibri"/>
              </a:rPr>
              <a:t>Co</a:t>
            </a:r>
            <a:r>
              <a:rPr sz="3600" spc="-35" dirty="0">
                <a:latin typeface="Calibri"/>
                <a:cs typeface="Calibri"/>
              </a:rPr>
              <a:t>n</a:t>
            </a:r>
            <a:r>
              <a:rPr sz="3600" spc="-25" dirty="0">
                <a:latin typeface="Calibri"/>
                <a:cs typeface="Calibri"/>
              </a:rPr>
              <a:t>t</a:t>
            </a:r>
            <a:r>
              <a:rPr sz="3600" spc="-75" dirty="0">
                <a:latin typeface="Calibri"/>
                <a:cs typeface="Calibri"/>
              </a:rPr>
              <a:t>r</a:t>
            </a:r>
            <a:r>
              <a:rPr sz="3600" dirty="0">
                <a:latin typeface="Calibri"/>
                <a:cs typeface="Calibri"/>
              </a:rPr>
              <a:t>ol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Calibri"/>
                <a:cs typeface="Calibri"/>
              </a:rPr>
              <a:t>A</a:t>
            </a:r>
            <a:r>
              <a:rPr sz="3600" spc="-10" dirty="0">
                <a:latin typeface="Calibri"/>
                <a:cs typeface="Calibri"/>
              </a:rPr>
              <a:t>l</a:t>
            </a:r>
            <a:r>
              <a:rPr sz="3600" spc="-35" dirty="0">
                <a:latin typeface="Calibri"/>
                <a:cs typeface="Calibri"/>
              </a:rPr>
              <a:t>g</a:t>
            </a:r>
            <a:r>
              <a:rPr sz="3600" dirty="0">
                <a:latin typeface="Calibri"/>
                <a:cs typeface="Calibri"/>
              </a:rPr>
              <a:t>o</a:t>
            </a:r>
            <a:r>
              <a:rPr sz="3600" spc="-10" dirty="0">
                <a:latin typeface="Calibri"/>
                <a:cs typeface="Calibri"/>
              </a:rPr>
              <a:t>rit</a:t>
            </a:r>
            <a:r>
              <a:rPr sz="3600" spc="5" dirty="0">
                <a:latin typeface="Calibri"/>
                <a:cs typeface="Calibri"/>
              </a:rPr>
              <a:t>h</a:t>
            </a:r>
            <a:r>
              <a:rPr sz="3600" spc="-30" dirty="0">
                <a:latin typeface="Calibri"/>
                <a:cs typeface="Calibri"/>
              </a:rPr>
              <a:t>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6132" y="6046402"/>
            <a:ext cx="24104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0" dirty="0">
                <a:latin typeface="Times New Roman"/>
                <a:cs typeface="Times New Roman"/>
              </a:rPr>
              <a:t>u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</a:t>
            </a:r>
            <a:r>
              <a:rPr sz="3000" b="1" spc="15" dirty="0">
                <a:latin typeface="Times New Roman"/>
                <a:cs typeface="Times New Roman"/>
              </a:rPr>
              <a:t>k</a:t>
            </a:r>
            <a:r>
              <a:rPr sz="3000" b="1" spc="-21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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x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8676" y="3468424"/>
            <a:ext cx="579945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150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70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97" baseline="-2469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27264" y="5071421"/>
            <a:ext cx="125730" cy="51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484" dirty="0">
                <a:latin typeface="Symbol"/>
                <a:cs typeface="Symbol"/>
              </a:rPr>
              <a:t>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387187" y="5367015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>
                <a:moveTo>
                  <a:pt x="0" y="0"/>
                </a:moveTo>
                <a:lnTo>
                  <a:pt x="75328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173531" y="5071421"/>
            <a:ext cx="360045" cy="51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5700" spc="-727" baseline="-20467" dirty="0">
                <a:latin typeface="Symbol"/>
                <a:cs typeface="Symbol"/>
              </a:rPr>
              <a:t></a:t>
            </a:r>
            <a:endParaRPr sz="5700" baseline="-20467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56330" y="5122490"/>
            <a:ext cx="180467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46555" algn="l"/>
              </a:tabLst>
            </a:pPr>
            <a:r>
              <a:rPr sz="3150" spc="-380" dirty="0">
                <a:latin typeface="Symbol"/>
                <a:cs typeface="Symbol"/>
              </a:rPr>
              <a:t></a:t>
            </a:r>
            <a:r>
              <a:rPr sz="3150" spc="-380" dirty="0">
                <a:latin typeface="Times New Roman"/>
                <a:cs typeface="Times New Roman"/>
              </a:rPr>
              <a:t>	</a:t>
            </a: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82952" y="5149385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10628" y="5180378"/>
            <a:ext cx="176657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37285" algn="l"/>
              </a:tabLst>
            </a:pP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baseline="-24691" dirty="0">
                <a:latin typeface="Times New Roman"/>
                <a:cs typeface="Times New Roman"/>
              </a:rPr>
              <a:t> </a:t>
            </a:r>
            <a:r>
              <a:rPr sz="2025" spc="-52" baseline="-2469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322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-165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74411" y="5180378"/>
            <a:ext cx="3251835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9465" marR="5080" indent="-787400">
              <a:lnSpc>
                <a:spcPct val="65100"/>
              </a:lnSpc>
              <a:tabLst>
                <a:tab pos="1767205" algn="l"/>
                <a:tab pos="2045970" algn="l"/>
              </a:tabLst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spc="1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baseline="45267" dirty="0">
                <a:latin typeface="Symbol"/>
                <a:cs typeface="Symbol"/>
              </a:rPr>
              <a:t></a:t>
            </a:r>
            <a:r>
              <a:rPr sz="2025" spc="15" baseline="43209" dirty="0">
                <a:latin typeface="Times New Roman"/>
                <a:cs typeface="Times New Roman"/>
              </a:rPr>
              <a:t>1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79509" y="5180378"/>
            <a:ext cx="104076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25304" y="4992366"/>
            <a:ext cx="2311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66598" y="5367377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7014" y="5859223"/>
            <a:ext cx="3019425" cy="822325"/>
          </a:xfrm>
          <a:custGeom>
            <a:avLst/>
            <a:gdLst/>
            <a:ahLst/>
            <a:cxnLst/>
            <a:rect l="l" t="t" r="r" b="b"/>
            <a:pathLst>
              <a:path w="3019425" h="822325">
                <a:moveTo>
                  <a:pt x="0" y="136442"/>
                </a:moveTo>
                <a:lnTo>
                  <a:pt x="11858" y="131872"/>
                </a:lnTo>
                <a:lnTo>
                  <a:pt x="23785" y="127462"/>
                </a:lnTo>
                <a:lnTo>
                  <a:pt x="35694" y="123011"/>
                </a:lnTo>
                <a:lnTo>
                  <a:pt x="71432" y="105947"/>
                </a:lnTo>
                <a:lnTo>
                  <a:pt x="91708" y="91240"/>
                </a:lnTo>
                <a:lnTo>
                  <a:pt x="105564" y="84953"/>
                </a:lnTo>
                <a:lnTo>
                  <a:pt x="142721" y="71247"/>
                </a:lnTo>
                <a:lnTo>
                  <a:pt x="164944" y="64351"/>
                </a:lnTo>
                <a:lnTo>
                  <a:pt x="175629" y="60958"/>
                </a:lnTo>
                <a:lnTo>
                  <a:pt x="215895" y="47550"/>
                </a:lnTo>
                <a:lnTo>
                  <a:pt x="228382" y="49878"/>
                </a:lnTo>
                <a:lnTo>
                  <a:pt x="241101" y="51680"/>
                </a:lnTo>
                <a:lnTo>
                  <a:pt x="280566" y="79664"/>
                </a:lnTo>
                <a:lnTo>
                  <a:pt x="286452" y="90944"/>
                </a:lnTo>
                <a:lnTo>
                  <a:pt x="297610" y="101852"/>
                </a:lnTo>
                <a:lnTo>
                  <a:pt x="308167" y="109937"/>
                </a:lnTo>
                <a:lnTo>
                  <a:pt x="318119" y="116285"/>
                </a:lnTo>
                <a:lnTo>
                  <a:pt x="327464" y="121976"/>
                </a:lnTo>
                <a:lnTo>
                  <a:pt x="340468" y="121490"/>
                </a:lnTo>
                <a:lnTo>
                  <a:pt x="379122" y="119976"/>
                </a:lnTo>
                <a:lnTo>
                  <a:pt x="417316" y="118248"/>
                </a:lnTo>
                <a:lnTo>
                  <a:pt x="467705" y="115324"/>
                </a:lnTo>
                <a:lnTo>
                  <a:pt x="517709" y="111328"/>
                </a:lnTo>
                <a:lnTo>
                  <a:pt x="531147" y="110144"/>
                </a:lnTo>
                <a:lnTo>
                  <a:pt x="569500" y="105831"/>
                </a:lnTo>
                <a:lnTo>
                  <a:pt x="616318" y="86306"/>
                </a:lnTo>
                <a:lnTo>
                  <a:pt x="635464" y="70075"/>
                </a:lnTo>
                <a:lnTo>
                  <a:pt x="644846" y="62351"/>
                </a:lnTo>
                <a:lnTo>
                  <a:pt x="656218" y="54395"/>
                </a:lnTo>
                <a:lnTo>
                  <a:pt x="666886" y="47260"/>
                </a:lnTo>
                <a:lnTo>
                  <a:pt x="677055" y="40604"/>
                </a:lnTo>
                <a:lnTo>
                  <a:pt x="688888" y="47874"/>
                </a:lnTo>
                <a:lnTo>
                  <a:pt x="699627" y="55733"/>
                </a:lnTo>
                <a:lnTo>
                  <a:pt x="709761" y="63650"/>
                </a:lnTo>
                <a:lnTo>
                  <a:pt x="719778" y="71088"/>
                </a:lnTo>
                <a:lnTo>
                  <a:pt x="730167" y="77513"/>
                </a:lnTo>
                <a:lnTo>
                  <a:pt x="741417" y="82392"/>
                </a:lnTo>
                <a:lnTo>
                  <a:pt x="754015" y="85191"/>
                </a:lnTo>
                <a:lnTo>
                  <a:pt x="768987" y="84413"/>
                </a:lnTo>
                <a:lnTo>
                  <a:pt x="817251" y="67268"/>
                </a:lnTo>
                <a:lnTo>
                  <a:pt x="840258" y="51639"/>
                </a:lnTo>
                <a:lnTo>
                  <a:pt x="844261" y="48954"/>
                </a:lnTo>
                <a:lnTo>
                  <a:pt x="846968" y="47435"/>
                </a:lnTo>
                <a:lnTo>
                  <a:pt x="848703" y="47024"/>
                </a:lnTo>
                <a:lnTo>
                  <a:pt x="849790" y="47663"/>
                </a:lnTo>
                <a:lnTo>
                  <a:pt x="850550" y="49295"/>
                </a:lnTo>
                <a:lnTo>
                  <a:pt x="851307" y="51862"/>
                </a:lnTo>
                <a:lnTo>
                  <a:pt x="852384" y="55306"/>
                </a:lnTo>
                <a:lnTo>
                  <a:pt x="885685" y="90506"/>
                </a:lnTo>
                <a:lnTo>
                  <a:pt x="909890" y="97013"/>
                </a:lnTo>
                <a:lnTo>
                  <a:pt x="918242" y="85556"/>
                </a:lnTo>
                <a:lnTo>
                  <a:pt x="924724" y="76398"/>
                </a:lnTo>
                <a:lnTo>
                  <a:pt x="929596" y="69346"/>
                </a:lnTo>
                <a:lnTo>
                  <a:pt x="933113" y="64211"/>
                </a:lnTo>
                <a:lnTo>
                  <a:pt x="935534" y="60800"/>
                </a:lnTo>
                <a:lnTo>
                  <a:pt x="937115" y="58922"/>
                </a:lnTo>
                <a:lnTo>
                  <a:pt x="938116" y="58387"/>
                </a:lnTo>
                <a:lnTo>
                  <a:pt x="938792" y="59003"/>
                </a:lnTo>
                <a:lnTo>
                  <a:pt x="939402" y="60578"/>
                </a:lnTo>
                <a:lnTo>
                  <a:pt x="940202" y="62923"/>
                </a:lnTo>
                <a:lnTo>
                  <a:pt x="941452" y="65844"/>
                </a:lnTo>
                <a:lnTo>
                  <a:pt x="986524" y="85163"/>
                </a:lnTo>
                <a:lnTo>
                  <a:pt x="999014" y="82815"/>
                </a:lnTo>
                <a:lnTo>
                  <a:pt x="1039428" y="53756"/>
                </a:lnTo>
                <a:lnTo>
                  <a:pt x="1046331" y="44032"/>
                </a:lnTo>
                <a:lnTo>
                  <a:pt x="1053601" y="35346"/>
                </a:lnTo>
                <a:lnTo>
                  <a:pt x="1085666" y="12334"/>
                </a:lnTo>
                <a:lnTo>
                  <a:pt x="1120209" y="0"/>
                </a:lnTo>
                <a:lnTo>
                  <a:pt x="1134742" y="8316"/>
                </a:lnTo>
                <a:lnTo>
                  <a:pt x="1146898" y="15215"/>
                </a:lnTo>
                <a:lnTo>
                  <a:pt x="1184693" y="32686"/>
                </a:lnTo>
                <a:lnTo>
                  <a:pt x="1195833" y="33984"/>
                </a:lnTo>
                <a:lnTo>
                  <a:pt x="1201997" y="33897"/>
                </a:lnTo>
                <a:lnTo>
                  <a:pt x="1209039" y="33481"/>
                </a:lnTo>
                <a:lnTo>
                  <a:pt x="1217321" y="32856"/>
                </a:lnTo>
                <a:lnTo>
                  <a:pt x="1227204" y="32143"/>
                </a:lnTo>
                <a:lnTo>
                  <a:pt x="1239051" y="31464"/>
                </a:lnTo>
                <a:lnTo>
                  <a:pt x="1253221" y="30938"/>
                </a:lnTo>
                <a:lnTo>
                  <a:pt x="1270078" y="30687"/>
                </a:lnTo>
                <a:lnTo>
                  <a:pt x="1289983" y="30831"/>
                </a:lnTo>
                <a:lnTo>
                  <a:pt x="1340382" y="32790"/>
                </a:lnTo>
                <a:lnTo>
                  <a:pt x="1384261" y="35820"/>
                </a:lnTo>
                <a:lnTo>
                  <a:pt x="1434863" y="40277"/>
                </a:lnTo>
                <a:lnTo>
                  <a:pt x="1472792" y="43916"/>
                </a:lnTo>
                <a:lnTo>
                  <a:pt x="1485435" y="45130"/>
                </a:lnTo>
                <a:lnTo>
                  <a:pt x="1498079" y="46328"/>
                </a:lnTo>
                <a:lnTo>
                  <a:pt x="1510725" y="47498"/>
                </a:lnTo>
                <a:lnTo>
                  <a:pt x="1522885" y="51960"/>
                </a:lnTo>
                <a:lnTo>
                  <a:pt x="1572635" y="62681"/>
                </a:lnTo>
                <a:lnTo>
                  <a:pt x="1610843" y="64952"/>
                </a:lnTo>
                <a:lnTo>
                  <a:pt x="1623442" y="65572"/>
                </a:lnTo>
                <a:lnTo>
                  <a:pt x="1673064" y="70041"/>
                </a:lnTo>
                <a:lnTo>
                  <a:pt x="1709041" y="83986"/>
                </a:lnTo>
                <a:lnTo>
                  <a:pt x="1718682" y="91869"/>
                </a:lnTo>
                <a:lnTo>
                  <a:pt x="1732225" y="87659"/>
                </a:lnTo>
                <a:lnTo>
                  <a:pt x="1775142" y="62291"/>
                </a:lnTo>
                <a:lnTo>
                  <a:pt x="1796286" y="44945"/>
                </a:lnTo>
                <a:lnTo>
                  <a:pt x="1806412" y="38167"/>
                </a:lnTo>
                <a:lnTo>
                  <a:pt x="1821381" y="36905"/>
                </a:lnTo>
                <a:lnTo>
                  <a:pt x="1833457" y="39619"/>
                </a:lnTo>
                <a:lnTo>
                  <a:pt x="1843736" y="43905"/>
                </a:lnTo>
                <a:lnTo>
                  <a:pt x="1853311" y="47358"/>
                </a:lnTo>
                <a:lnTo>
                  <a:pt x="1891244" y="53534"/>
                </a:lnTo>
                <a:lnTo>
                  <a:pt x="1916355" y="56739"/>
                </a:lnTo>
                <a:lnTo>
                  <a:pt x="1928858" y="58317"/>
                </a:lnTo>
                <a:lnTo>
                  <a:pt x="1941327" y="59991"/>
                </a:lnTo>
                <a:lnTo>
                  <a:pt x="1951932" y="67005"/>
                </a:lnTo>
                <a:lnTo>
                  <a:pt x="1960513" y="72775"/>
                </a:lnTo>
                <a:lnTo>
                  <a:pt x="1967345" y="77397"/>
                </a:lnTo>
                <a:lnTo>
                  <a:pt x="1972704" y="80967"/>
                </a:lnTo>
                <a:lnTo>
                  <a:pt x="1976865" y="83580"/>
                </a:lnTo>
                <a:lnTo>
                  <a:pt x="1980104" y="85331"/>
                </a:lnTo>
                <a:lnTo>
                  <a:pt x="1982696" y="86317"/>
                </a:lnTo>
                <a:lnTo>
                  <a:pt x="1984917" y="86633"/>
                </a:lnTo>
                <a:lnTo>
                  <a:pt x="1987041" y="86374"/>
                </a:lnTo>
                <a:lnTo>
                  <a:pt x="1989344" y="85637"/>
                </a:lnTo>
                <a:lnTo>
                  <a:pt x="1992101" y="84516"/>
                </a:lnTo>
                <a:lnTo>
                  <a:pt x="1995588" y="83107"/>
                </a:lnTo>
                <a:lnTo>
                  <a:pt x="2033606" y="75092"/>
                </a:lnTo>
                <a:lnTo>
                  <a:pt x="2082795" y="72946"/>
                </a:lnTo>
                <a:lnTo>
                  <a:pt x="2095486" y="73145"/>
                </a:lnTo>
                <a:lnTo>
                  <a:pt x="2146112" y="76972"/>
                </a:lnTo>
                <a:lnTo>
                  <a:pt x="2184010" y="81446"/>
                </a:lnTo>
                <a:lnTo>
                  <a:pt x="2196642" y="82941"/>
                </a:lnTo>
                <a:lnTo>
                  <a:pt x="2243315" y="81266"/>
                </a:lnTo>
                <a:lnTo>
                  <a:pt x="2282879" y="72598"/>
                </a:lnTo>
                <a:lnTo>
                  <a:pt x="2294912" y="69281"/>
                </a:lnTo>
                <a:lnTo>
                  <a:pt x="2293634" y="69593"/>
                </a:lnTo>
                <a:lnTo>
                  <a:pt x="2336770" y="86705"/>
                </a:lnTo>
                <a:lnTo>
                  <a:pt x="2374816" y="89380"/>
                </a:lnTo>
                <a:lnTo>
                  <a:pt x="2412903" y="91469"/>
                </a:lnTo>
                <a:lnTo>
                  <a:pt x="2451017" y="93161"/>
                </a:lnTo>
                <a:lnTo>
                  <a:pt x="2489146" y="94642"/>
                </a:lnTo>
                <a:lnTo>
                  <a:pt x="2501857" y="95122"/>
                </a:lnTo>
                <a:lnTo>
                  <a:pt x="2514567" y="95606"/>
                </a:lnTo>
                <a:lnTo>
                  <a:pt x="2552690" y="97157"/>
                </a:lnTo>
                <a:lnTo>
                  <a:pt x="2601912" y="107736"/>
                </a:lnTo>
                <a:lnTo>
                  <a:pt x="2614151" y="110820"/>
                </a:lnTo>
                <a:lnTo>
                  <a:pt x="2627171" y="111679"/>
                </a:lnTo>
                <a:lnTo>
                  <a:pt x="2640272" y="112038"/>
                </a:lnTo>
                <a:lnTo>
                  <a:pt x="2653436" y="111976"/>
                </a:lnTo>
                <a:lnTo>
                  <a:pt x="2693135" y="110062"/>
                </a:lnTo>
                <a:lnTo>
                  <a:pt x="2719602" y="108143"/>
                </a:lnTo>
                <a:lnTo>
                  <a:pt x="2732783" y="107229"/>
                </a:lnTo>
                <a:lnTo>
                  <a:pt x="2745907" y="106453"/>
                </a:lnTo>
                <a:lnTo>
                  <a:pt x="2758956" y="105893"/>
                </a:lnTo>
                <a:lnTo>
                  <a:pt x="2771913" y="105630"/>
                </a:lnTo>
                <a:lnTo>
                  <a:pt x="2784760" y="105742"/>
                </a:lnTo>
                <a:lnTo>
                  <a:pt x="2834713" y="111546"/>
                </a:lnTo>
                <a:lnTo>
                  <a:pt x="2878632" y="129697"/>
                </a:lnTo>
                <a:lnTo>
                  <a:pt x="2888481" y="158605"/>
                </a:lnTo>
                <a:lnTo>
                  <a:pt x="2888236" y="170752"/>
                </a:lnTo>
                <a:lnTo>
                  <a:pt x="2887045" y="183567"/>
                </a:lnTo>
                <a:lnTo>
                  <a:pt x="2885397" y="196695"/>
                </a:lnTo>
                <a:lnTo>
                  <a:pt x="2883784" y="209784"/>
                </a:lnTo>
                <a:lnTo>
                  <a:pt x="2882695" y="222480"/>
                </a:lnTo>
                <a:lnTo>
                  <a:pt x="2882623" y="234430"/>
                </a:lnTo>
                <a:lnTo>
                  <a:pt x="2883898" y="247628"/>
                </a:lnTo>
                <a:lnTo>
                  <a:pt x="2885129" y="260674"/>
                </a:lnTo>
                <a:lnTo>
                  <a:pt x="2888620" y="299048"/>
                </a:lnTo>
                <a:lnTo>
                  <a:pt x="2891935" y="336582"/>
                </a:lnTo>
                <a:lnTo>
                  <a:pt x="2893028" y="348974"/>
                </a:lnTo>
                <a:lnTo>
                  <a:pt x="2894127" y="361330"/>
                </a:lnTo>
                <a:lnTo>
                  <a:pt x="2895235" y="373666"/>
                </a:lnTo>
                <a:lnTo>
                  <a:pt x="2892625" y="386855"/>
                </a:lnTo>
                <a:lnTo>
                  <a:pt x="2883735" y="425513"/>
                </a:lnTo>
                <a:lnTo>
                  <a:pt x="2852545" y="468150"/>
                </a:lnTo>
                <a:lnTo>
                  <a:pt x="2819537" y="479296"/>
                </a:lnTo>
                <a:lnTo>
                  <a:pt x="2829371" y="487443"/>
                </a:lnTo>
                <a:lnTo>
                  <a:pt x="2859009" y="511821"/>
                </a:lnTo>
                <a:lnTo>
                  <a:pt x="2899278" y="525215"/>
                </a:lnTo>
                <a:lnTo>
                  <a:pt x="2948236" y="535419"/>
                </a:lnTo>
                <a:lnTo>
                  <a:pt x="2959839" y="537561"/>
                </a:lnTo>
                <a:lnTo>
                  <a:pt x="3007394" y="550180"/>
                </a:lnTo>
                <a:lnTo>
                  <a:pt x="3018898" y="554285"/>
                </a:lnTo>
                <a:lnTo>
                  <a:pt x="2946385" y="580950"/>
                </a:lnTo>
                <a:lnTo>
                  <a:pt x="2937117" y="588412"/>
                </a:lnTo>
                <a:lnTo>
                  <a:pt x="2931272" y="600269"/>
                </a:lnTo>
                <a:lnTo>
                  <a:pt x="2925645" y="612764"/>
                </a:lnTo>
                <a:lnTo>
                  <a:pt x="2913996" y="624043"/>
                </a:lnTo>
                <a:lnTo>
                  <a:pt x="2871309" y="648528"/>
                </a:lnTo>
                <a:lnTo>
                  <a:pt x="2848115" y="656056"/>
                </a:lnTo>
                <a:lnTo>
                  <a:pt x="2838821" y="666355"/>
                </a:lnTo>
                <a:lnTo>
                  <a:pt x="2817700" y="706485"/>
                </a:lnTo>
                <a:lnTo>
                  <a:pt x="2808582" y="750720"/>
                </a:lnTo>
                <a:lnTo>
                  <a:pt x="2806918" y="768897"/>
                </a:lnTo>
                <a:lnTo>
                  <a:pt x="2806933" y="775350"/>
                </a:lnTo>
                <a:lnTo>
                  <a:pt x="2807300" y="780384"/>
                </a:lnTo>
                <a:lnTo>
                  <a:pt x="2807861" y="784252"/>
                </a:lnTo>
                <a:lnTo>
                  <a:pt x="2808456" y="787208"/>
                </a:lnTo>
                <a:lnTo>
                  <a:pt x="2808926" y="789503"/>
                </a:lnTo>
                <a:lnTo>
                  <a:pt x="2809113" y="791392"/>
                </a:lnTo>
                <a:lnTo>
                  <a:pt x="2789110" y="814493"/>
                </a:lnTo>
                <a:lnTo>
                  <a:pt x="2781299" y="82224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0205" rIns="0" bIns="0" rtlCol="0">
            <a:spAutoFit/>
          </a:bodyPr>
          <a:lstStyle/>
          <a:p>
            <a:pPr marL="2540">
              <a:lnSpc>
                <a:spcPct val="100000"/>
              </a:lnSpc>
            </a:pPr>
            <a:r>
              <a:rPr spc="-15" dirty="0">
                <a:latin typeface="Calibri"/>
                <a:cs typeface="Calibri"/>
              </a:rPr>
              <a:t>PIP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5" dirty="0">
                <a:latin typeface="Calibri"/>
                <a:cs typeface="Calibri"/>
              </a:rPr>
              <a:t>ck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g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</a:p>
        </p:txBody>
      </p:sp>
      <p:sp>
        <p:nvSpPr>
          <p:cNvPr id="5" name="object 5"/>
          <p:cNvSpPr/>
          <p:nvPr/>
        </p:nvSpPr>
        <p:spPr>
          <a:xfrm>
            <a:off x="4851537" y="2839733"/>
            <a:ext cx="3271520" cy="0"/>
          </a:xfrm>
          <a:custGeom>
            <a:avLst/>
            <a:gdLst/>
            <a:ahLst/>
            <a:cxnLst/>
            <a:rect l="l" t="t" r="r" b="b"/>
            <a:pathLst>
              <a:path w="3271520">
                <a:moveTo>
                  <a:pt x="0" y="0"/>
                </a:moveTo>
                <a:lnTo>
                  <a:pt x="3271101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41762" y="2338923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8654" y="2426172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4703" y="2854869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9182" y="2854869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7184" y="2854869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4835" y="2936558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6341" y="2936558"/>
            <a:ext cx="72517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00072" y="2936558"/>
            <a:ext cx="70929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9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8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94260" y="2305043"/>
            <a:ext cx="3390900" cy="1069340"/>
          </a:xfrm>
          <a:custGeom>
            <a:avLst/>
            <a:gdLst/>
            <a:ahLst/>
            <a:cxnLst/>
            <a:rect l="l" t="t" r="r" b="b"/>
            <a:pathLst>
              <a:path w="3390900" h="1069339">
                <a:moveTo>
                  <a:pt x="0" y="1069335"/>
                </a:moveTo>
                <a:lnTo>
                  <a:pt x="3390899" y="1069335"/>
                </a:lnTo>
                <a:lnTo>
                  <a:pt x="3390899" y="0"/>
                </a:lnTo>
                <a:lnTo>
                  <a:pt x="0" y="0"/>
                </a:lnTo>
                <a:lnTo>
                  <a:pt x="0" y="10693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84123" y="3936323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45833" y="3936323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3806" y="4018067"/>
            <a:ext cx="100266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7" baseline="-19943" dirty="0">
                <a:latin typeface="Times New Roman"/>
                <a:cs typeface="Times New Roman"/>
              </a:rPr>
              <a:t>0</a:t>
            </a:r>
            <a:r>
              <a:rPr sz="2925" spc="300" baseline="-19943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325" dirty="0">
                <a:latin typeface="Times New Roman"/>
                <a:cs typeface="Times New Roman"/>
              </a:rPr>
              <a:t> </a:t>
            </a:r>
            <a:r>
              <a:rPr sz="2650" i="1" spc="-114" dirty="0">
                <a:latin typeface="Times New Roman"/>
                <a:cs typeface="Times New Roman"/>
              </a:rPr>
              <a:t>f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16377" y="4018067"/>
            <a:ext cx="73215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2580" indent="-309880">
              <a:lnSpc>
                <a:spcPct val="100000"/>
              </a:lnSpc>
              <a:buFont typeface="Symbol"/>
              <a:buChar char=""/>
              <a:tabLst>
                <a:tab pos="323215" algn="l"/>
              </a:tabLst>
            </a:pPr>
            <a:r>
              <a:rPr sz="2650" i="1" spc="100" dirty="0">
                <a:latin typeface="Times New Roman"/>
                <a:cs typeface="Times New Roman"/>
              </a:rPr>
              <a:t>f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81259" y="3884926"/>
            <a:ext cx="2499360" cy="591820"/>
          </a:xfrm>
          <a:custGeom>
            <a:avLst/>
            <a:gdLst/>
            <a:ahLst/>
            <a:cxnLst/>
            <a:rect l="l" t="t" r="r" b="b"/>
            <a:pathLst>
              <a:path w="2499359" h="591820">
                <a:moveTo>
                  <a:pt x="0" y="591824"/>
                </a:moveTo>
                <a:lnTo>
                  <a:pt x="2499359" y="591824"/>
                </a:lnTo>
                <a:lnTo>
                  <a:pt x="2499359" y="0"/>
                </a:lnTo>
                <a:lnTo>
                  <a:pt x="0" y="0"/>
                </a:lnTo>
                <a:lnTo>
                  <a:pt x="0" y="59182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8481" y="2827041"/>
            <a:ext cx="883285" cy="0"/>
          </a:xfrm>
          <a:custGeom>
            <a:avLst/>
            <a:gdLst/>
            <a:ahLst/>
            <a:cxnLst/>
            <a:rect l="l" t="t" r="r" b="b"/>
            <a:pathLst>
              <a:path w="883285">
                <a:moveTo>
                  <a:pt x="0" y="0"/>
                </a:moveTo>
                <a:lnTo>
                  <a:pt x="883206" y="0"/>
                </a:lnTo>
              </a:path>
            </a:pathLst>
          </a:custGeom>
          <a:ln w="14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37500" y="2842115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5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31785" y="2923966"/>
            <a:ext cx="60769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6395" y="2413033"/>
            <a:ext cx="27241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3000" i="1" spc="-15" baseline="-19444" dirty="0">
                <a:latin typeface="Times New Roman"/>
                <a:cs typeface="Times New Roman"/>
              </a:rPr>
              <a:t>I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01189" y="2376172"/>
            <a:ext cx="1010919" cy="901700"/>
          </a:xfrm>
          <a:custGeom>
            <a:avLst/>
            <a:gdLst/>
            <a:ahLst/>
            <a:cxnLst/>
            <a:rect l="l" t="t" r="r" b="b"/>
            <a:pathLst>
              <a:path w="1010919" h="901700">
                <a:moveTo>
                  <a:pt x="0" y="901708"/>
                </a:moveTo>
                <a:lnTo>
                  <a:pt x="1010924" y="901708"/>
                </a:lnTo>
                <a:lnTo>
                  <a:pt x="1010924" y="0"/>
                </a:lnTo>
                <a:lnTo>
                  <a:pt x="0" y="0"/>
                </a:lnTo>
                <a:lnTo>
                  <a:pt x="0" y="90170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17269" y="263271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201929" y="0"/>
                </a:moveTo>
                <a:lnTo>
                  <a:pt x="153406" y="5757"/>
                </a:lnTo>
                <a:lnTo>
                  <a:pt x="109135" y="22112"/>
                </a:lnTo>
                <a:lnTo>
                  <a:pt x="70519" y="47689"/>
                </a:lnTo>
                <a:lnTo>
                  <a:pt x="38963" y="81110"/>
                </a:lnTo>
                <a:lnTo>
                  <a:pt x="15869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5" y="260742"/>
                </a:lnTo>
                <a:lnTo>
                  <a:pt x="30255" y="302483"/>
                </a:lnTo>
                <a:lnTo>
                  <a:pt x="59147" y="338213"/>
                </a:lnTo>
                <a:lnTo>
                  <a:pt x="95565" y="366558"/>
                </a:lnTo>
                <a:lnTo>
                  <a:pt x="138107" y="386140"/>
                </a:lnTo>
                <a:lnTo>
                  <a:pt x="185369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17269" y="263271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0" y="198119"/>
                </a:moveTo>
                <a:lnTo>
                  <a:pt x="5869" y="150507"/>
                </a:lnTo>
                <a:lnTo>
                  <a:pt x="22540" y="107070"/>
                </a:lnTo>
                <a:lnTo>
                  <a:pt x="48611" y="69183"/>
                </a:lnTo>
                <a:lnTo>
                  <a:pt x="82676" y="38224"/>
                </a:lnTo>
                <a:lnTo>
                  <a:pt x="123333" y="15568"/>
                </a:lnTo>
                <a:lnTo>
                  <a:pt x="169178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9" y="395583"/>
                </a:lnTo>
                <a:lnTo>
                  <a:pt x="138107" y="386140"/>
                </a:lnTo>
                <a:lnTo>
                  <a:pt x="95565" y="366558"/>
                </a:lnTo>
                <a:lnTo>
                  <a:pt x="59147" y="338213"/>
                </a:lnTo>
                <a:lnTo>
                  <a:pt x="30255" y="302483"/>
                </a:lnTo>
                <a:lnTo>
                  <a:pt x="10295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72499" y="263271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12" y="5757"/>
                </a:lnTo>
                <a:lnTo>
                  <a:pt x="109143" y="22112"/>
                </a:lnTo>
                <a:lnTo>
                  <a:pt x="70527" y="47689"/>
                </a:lnTo>
                <a:lnTo>
                  <a:pt x="38968" y="81110"/>
                </a:lnTo>
                <a:lnTo>
                  <a:pt x="15872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7" y="260742"/>
                </a:lnTo>
                <a:lnTo>
                  <a:pt x="30260" y="302483"/>
                </a:lnTo>
                <a:lnTo>
                  <a:pt x="59154" y="338213"/>
                </a:lnTo>
                <a:lnTo>
                  <a:pt x="95573" y="366558"/>
                </a:lnTo>
                <a:lnTo>
                  <a:pt x="138114" y="386140"/>
                </a:lnTo>
                <a:lnTo>
                  <a:pt x="185372" y="395583"/>
                </a:lnTo>
                <a:lnTo>
                  <a:pt x="201929" y="396239"/>
                </a:lnTo>
                <a:lnTo>
                  <a:pt x="218491" y="395583"/>
                </a:lnTo>
                <a:lnTo>
                  <a:pt x="265756" y="386140"/>
                </a:lnTo>
                <a:lnTo>
                  <a:pt x="308299" y="366558"/>
                </a:lnTo>
                <a:lnTo>
                  <a:pt x="344717" y="338213"/>
                </a:lnTo>
                <a:lnTo>
                  <a:pt x="373607" y="302483"/>
                </a:lnTo>
                <a:lnTo>
                  <a:pt x="393565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5" y="135497"/>
                </a:lnTo>
                <a:lnTo>
                  <a:pt x="373607" y="93756"/>
                </a:lnTo>
                <a:lnTo>
                  <a:pt x="344717" y="58026"/>
                </a:lnTo>
                <a:lnTo>
                  <a:pt x="308299" y="29681"/>
                </a:lnTo>
                <a:lnTo>
                  <a:pt x="265756" y="10099"/>
                </a:lnTo>
                <a:lnTo>
                  <a:pt x="218491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72499" y="263271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70" y="150507"/>
                </a:lnTo>
                <a:lnTo>
                  <a:pt x="22544" y="107070"/>
                </a:lnTo>
                <a:lnTo>
                  <a:pt x="48617" y="69183"/>
                </a:lnTo>
                <a:lnTo>
                  <a:pt x="82684" y="38224"/>
                </a:lnTo>
                <a:lnTo>
                  <a:pt x="123341" y="15568"/>
                </a:lnTo>
                <a:lnTo>
                  <a:pt x="169182" y="2592"/>
                </a:lnTo>
                <a:lnTo>
                  <a:pt x="201929" y="0"/>
                </a:lnTo>
                <a:lnTo>
                  <a:pt x="218491" y="656"/>
                </a:lnTo>
                <a:lnTo>
                  <a:pt x="265756" y="10099"/>
                </a:lnTo>
                <a:lnTo>
                  <a:pt x="308299" y="29681"/>
                </a:lnTo>
                <a:lnTo>
                  <a:pt x="344717" y="58026"/>
                </a:lnTo>
                <a:lnTo>
                  <a:pt x="373607" y="93756"/>
                </a:lnTo>
                <a:lnTo>
                  <a:pt x="393565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5" y="260742"/>
                </a:lnTo>
                <a:lnTo>
                  <a:pt x="373607" y="302483"/>
                </a:lnTo>
                <a:lnTo>
                  <a:pt x="344717" y="338213"/>
                </a:lnTo>
                <a:lnTo>
                  <a:pt x="308299" y="366558"/>
                </a:lnTo>
                <a:lnTo>
                  <a:pt x="265756" y="386140"/>
                </a:lnTo>
                <a:lnTo>
                  <a:pt x="218491" y="395583"/>
                </a:lnTo>
                <a:lnTo>
                  <a:pt x="201929" y="396239"/>
                </a:lnTo>
                <a:lnTo>
                  <a:pt x="185372" y="395583"/>
                </a:lnTo>
                <a:lnTo>
                  <a:pt x="138114" y="386140"/>
                </a:lnTo>
                <a:lnTo>
                  <a:pt x="95573" y="366558"/>
                </a:lnTo>
                <a:lnTo>
                  <a:pt x="59154" y="338213"/>
                </a:lnTo>
                <a:lnTo>
                  <a:pt x="30260" y="302483"/>
                </a:lnTo>
                <a:lnTo>
                  <a:pt x="10297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21129" y="282842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52456" y="276212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41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4789" y="283083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4845" y="276413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90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12113" y="2848599"/>
            <a:ext cx="652780" cy="0"/>
          </a:xfrm>
          <a:custGeom>
            <a:avLst/>
            <a:gdLst/>
            <a:ahLst/>
            <a:cxnLst/>
            <a:rect l="l" t="t" r="r" b="b"/>
            <a:pathLst>
              <a:path w="652779">
                <a:moveTo>
                  <a:pt x="0" y="0"/>
                </a:moveTo>
                <a:lnTo>
                  <a:pt x="65246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50275" y="278194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80069" y="284859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37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820118" y="2781940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30" y="0"/>
                </a:moveTo>
                <a:lnTo>
                  <a:pt x="114330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004309" y="283083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37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44389" y="276413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90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75709" y="3066653"/>
            <a:ext cx="0" cy="1114425"/>
          </a:xfrm>
          <a:custGeom>
            <a:avLst/>
            <a:gdLst/>
            <a:ahLst/>
            <a:cxnLst/>
            <a:rect l="l" t="t" r="r" b="b"/>
            <a:pathLst>
              <a:path h="1114425">
                <a:moveTo>
                  <a:pt x="0" y="1114428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709050" y="306665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59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17925" y="3066653"/>
            <a:ext cx="0" cy="1906905"/>
          </a:xfrm>
          <a:custGeom>
            <a:avLst/>
            <a:gdLst/>
            <a:ahLst/>
            <a:cxnLst/>
            <a:rect l="l" t="t" r="r" b="b"/>
            <a:pathLst>
              <a:path h="1906904">
                <a:moveTo>
                  <a:pt x="0" y="1906514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51250" y="306665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114299"/>
                </a:moveTo>
                <a:lnTo>
                  <a:pt x="66674" y="0"/>
                </a:lnTo>
                <a:lnTo>
                  <a:pt x="133349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40739" y="2828269"/>
            <a:ext cx="0" cy="2144395"/>
          </a:xfrm>
          <a:custGeom>
            <a:avLst/>
            <a:gdLst/>
            <a:ahLst/>
            <a:cxnLst/>
            <a:rect l="l" t="t" r="r" b="b"/>
            <a:pathLst>
              <a:path h="2144395">
                <a:moveTo>
                  <a:pt x="0" y="2143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75709" y="4179570"/>
            <a:ext cx="1296670" cy="1270"/>
          </a:xfrm>
          <a:custGeom>
            <a:avLst/>
            <a:gdLst/>
            <a:ahLst/>
            <a:cxnLst/>
            <a:rect l="l" t="t" r="r" b="b"/>
            <a:pathLst>
              <a:path w="1296670" h="1270">
                <a:moveTo>
                  <a:pt x="1296161" y="917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618353" y="4179570"/>
            <a:ext cx="923290" cy="1270"/>
          </a:xfrm>
          <a:custGeom>
            <a:avLst/>
            <a:gdLst/>
            <a:ahLst/>
            <a:cxnLst/>
            <a:rect l="l" t="t" r="r" b="b"/>
            <a:pathLst>
              <a:path w="923290" h="1270">
                <a:moveTo>
                  <a:pt x="923117" y="0"/>
                </a:moveTo>
                <a:lnTo>
                  <a:pt x="0" y="88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18353" y="411365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14239" y="0"/>
                </a:moveTo>
                <a:lnTo>
                  <a:pt x="0" y="66793"/>
                </a:lnTo>
                <a:lnTo>
                  <a:pt x="11436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17925" y="4972050"/>
            <a:ext cx="7358380" cy="0"/>
          </a:xfrm>
          <a:custGeom>
            <a:avLst/>
            <a:gdLst/>
            <a:ahLst/>
            <a:cxnLst/>
            <a:rect l="l" t="t" r="r" b="b"/>
            <a:pathLst>
              <a:path w="7358380">
                <a:moveTo>
                  <a:pt x="735817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90516" y="2977652"/>
            <a:ext cx="768985" cy="62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350" i="1" spc="30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R="5080" algn="r">
              <a:lnSpc>
                <a:spcPts val="264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00467" y="2332831"/>
            <a:ext cx="5657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327198" y="2378551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9934" y="241705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43900" y="248798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424240" y="313314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32510" y="5698396"/>
            <a:ext cx="125730" cy="509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484" dirty="0">
                <a:latin typeface="Symbol"/>
                <a:cs typeface="Symbol"/>
              </a:rPr>
              <a:t>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791256" y="5993094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986" y="0"/>
                </a:lnTo>
              </a:path>
            </a:pathLst>
          </a:custGeom>
          <a:ln w="12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578033" y="5698396"/>
            <a:ext cx="360045" cy="509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5700" spc="-727" baseline="-20467" dirty="0">
                <a:latin typeface="Symbol"/>
                <a:cs typeface="Symbol"/>
              </a:rPr>
              <a:t></a:t>
            </a:r>
            <a:endParaRPr sz="5700" baseline="-20467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60102" y="5749312"/>
            <a:ext cx="1804035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45920" algn="l"/>
              </a:tabLst>
            </a:pPr>
            <a:r>
              <a:rPr sz="3150" spc="-380" dirty="0">
                <a:latin typeface="Symbol"/>
                <a:cs typeface="Symbol"/>
              </a:rPr>
              <a:t></a:t>
            </a:r>
            <a:r>
              <a:rPr sz="3150" spc="-380" dirty="0">
                <a:latin typeface="Times New Roman"/>
                <a:cs typeface="Times New Roman"/>
              </a:rPr>
              <a:t>	</a:t>
            </a: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87792" y="5776114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15789" y="5807017"/>
            <a:ext cx="176593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36650" algn="l"/>
              </a:tabLst>
            </a:pP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baseline="-24691" dirty="0">
                <a:latin typeface="Times New Roman"/>
                <a:cs typeface="Times New Roman"/>
              </a:rPr>
              <a:t> </a:t>
            </a:r>
            <a:r>
              <a:rPr sz="2025" spc="-52" baseline="-24691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322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-165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78759" y="5807017"/>
            <a:ext cx="3250565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9465" marR="5080" indent="-787400">
              <a:lnSpc>
                <a:spcPct val="64900"/>
              </a:lnSpc>
              <a:tabLst>
                <a:tab pos="1766570" algn="l"/>
                <a:tab pos="2045335" algn="l"/>
              </a:tabLst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baseline="43209" dirty="0">
                <a:latin typeface="Symbol"/>
                <a:cs typeface="Symbol"/>
              </a:rPr>
              <a:t></a:t>
            </a:r>
            <a:r>
              <a:rPr sz="2025" spc="15" baseline="43209" dirty="0">
                <a:latin typeface="Times New Roman"/>
                <a:cs typeface="Times New Roman"/>
              </a:rPr>
              <a:t>1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85128" y="5807017"/>
            <a:ext cx="104013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029280" y="5619606"/>
            <a:ext cx="2311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70259" y="5993411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849" y="1001377"/>
            <a:ext cx="6998970" cy="169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Wh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7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2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?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47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in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cl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-l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3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an</a:t>
            </a:r>
            <a:r>
              <a:rPr sz="3600" b="0" spc="-5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nc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9459" y="3017159"/>
            <a:ext cx="3482340" cy="593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53104" algn="l"/>
              </a:tabLst>
            </a:pP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spc="1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235" dirty="0">
                <a:solidFill>
                  <a:srgbClr val="44536A"/>
                </a:solidFill>
                <a:latin typeface="Calibri Light"/>
                <a:cs typeface="Calibri Light"/>
              </a:rPr>
              <a:t>’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9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rth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4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.</a:t>
            </a:r>
            <a:r>
              <a:rPr sz="3600" b="0" dirty="0">
                <a:solidFill>
                  <a:srgbClr val="44536A"/>
                </a:solidFill>
                <a:latin typeface="Times New Roman"/>
                <a:cs typeface="Times New Roman"/>
              </a:rPr>
              <a:t>	</a:t>
            </a:r>
            <a:r>
              <a:rPr sz="4350" i="1" dirty="0">
                <a:latin typeface="Times New Roman"/>
                <a:cs typeface="Times New Roman"/>
              </a:rPr>
              <a:t>z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5826" y="2951878"/>
            <a:ext cx="36068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10" dirty="0">
                <a:latin typeface="Symbol"/>
                <a:cs typeface="Symbol"/>
              </a:rPr>
              <a:t></a:t>
            </a:r>
            <a:r>
              <a:rPr sz="2500" dirty="0">
                <a:latin typeface="Times New Roman"/>
                <a:cs typeface="Times New Roman"/>
              </a:rPr>
              <a:t>4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315" y="3948402"/>
            <a:ext cx="7551420" cy="217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9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ur</a:t>
            </a:r>
            <a:r>
              <a:rPr sz="3600" b="0" spc="-1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es</a:t>
            </a:r>
            <a:endParaRPr sz="3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  <a:tabLst>
                <a:tab pos="5417185" algn="l"/>
              </a:tabLst>
            </a:pPr>
            <a:r>
              <a:rPr sz="5400" b="0" spc="-37" baseline="1543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5400" b="0" spc="-15" baseline="1543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5400" b="0" spc="-37" baseline="1543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5400" b="0" spc="-120" baseline="1543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5400" b="0" baseline="1543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5400" b="0" spc="-157" baseline="1543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5400" b="0" spc="-22" baseline="1543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5400" b="0" spc="-120" baseline="1543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5400" b="0" baseline="1543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5400" b="0" spc="-127" baseline="1543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5400" b="0" spc="-142" baseline="1543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5400" b="0" baseline="1543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5400" b="0" spc="-22" baseline="1543" dirty="0">
                <a:solidFill>
                  <a:srgbClr val="44536A"/>
                </a:solidFill>
                <a:latin typeface="Calibri Light"/>
                <a:cs typeface="Calibri Light"/>
              </a:rPr>
              <a:t>ur</a:t>
            </a:r>
            <a:r>
              <a:rPr sz="5400" b="0" spc="-187" baseline="1543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5400" b="0" spc="-52" baseline="1543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5400" b="0" baseline="1543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5400" b="0" spc="-82" baseline="1543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5400" b="0" spc="-30" baseline="1543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5400" b="0" spc="-150" baseline="1543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5400" b="0" baseline="1543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5400" b="0" spc="-15" baseline="1543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5400" b="0" spc="-150" baseline="1543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5400" b="0" spc="-165" baseline="1543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5400" b="0" spc="-15" baseline="1543" dirty="0">
                <a:solidFill>
                  <a:srgbClr val="44536A"/>
                </a:solidFill>
                <a:latin typeface="Calibri Light"/>
                <a:cs typeface="Calibri Light"/>
              </a:rPr>
              <a:t>ains.</a:t>
            </a:r>
            <a:r>
              <a:rPr sz="5400" b="0" baseline="1543" dirty="0">
                <a:solidFill>
                  <a:srgbClr val="44536A"/>
                </a:solidFill>
                <a:latin typeface="Times New Roman"/>
                <a:cs typeface="Times New Roman"/>
              </a:rPr>
              <a:t>	</a:t>
            </a:r>
            <a:r>
              <a:rPr sz="3950" i="1" spc="155" dirty="0">
                <a:latin typeface="Times New Roman"/>
                <a:cs typeface="Times New Roman"/>
              </a:rPr>
              <a:t>f</a:t>
            </a:r>
            <a:r>
              <a:rPr sz="3450" baseline="-25362" dirty="0">
                <a:latin typeface="Times New Roman"/>
                <a:cs typeface="Times New Roman"/>
              </a:rPr>
              <a:t>0</a:t>
            </a:r>
            <a:r>
              <a:rPr sz="3450" spc="-292" baseline="-25362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,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i="1" spc="-60" dirty="0">
                <a:latin typeface="Times New Roman"/>
                <a:cs typeface="Times New Roman"/>
              </a:rPr>
              <a:t>f</a:t>
            </a:r>
            <a:r>
              <a:rPr sz="3450" baseline="-25362" dirty="0">
                <a:latin typeface="Times New Roman"/>
                <a:cs typeface="Times New Roman"/>
              </a:rPr>
              <a:t>1</a:t>
            </a:r>
            <a:r>
              <a:rPr sz="3450" spc="-555" baseline="-25362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,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i="1" spc="190" dirty="0">
                <a:latin typeface="Times New Roman"/>
                <a:cs typeface="Times New Roman"/>
              </a:rPr>
              <a:t>f</a:t>
            </a:r>
            <a:r>
              <a:rPr sz="3450" baseline="-25362" dirty="0">
                <a:latin typeface="Times New Roman"/>
                <a:cs typeface="Times New Roman"/>
              </a:rPr>
              <a:t>2</a:t>
            </a:r>
            <a:r>
              <a:rPr sz="3450" spc="-292" baseline="-25362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,</a:t>
            </a:r>
            <a:r>
              <a:rPr sz="3950" spc="-495" dirty="0">
                <a:latin typeface="Times New Roman"/>
                <a:cs typeface="Times New Roman"/>
              </a:rPr>
              <a:t> </a:t>
            </a:r>
            <a:r>
              <a:rPr sz="3950" i="1" spc="150" dirty="0">
                <a:latin typeface="Times New Roman"/>
                <a:cs typeface="Times New Roman"/>
              </a:rPr>
              <a:t>k</a:t>
            </a:r>
            <a:r>
              <a:rPr sz="3450" i="1" baseline="-25362" dirty="0">
                <a:latin typeface="Times New Roman"/>
                <a:cs typeface="Times New Roman"/>
              </a:rPr>
              <a:t>I</a:t>
            </a:r>
            <a:endParaRPr sz="3450" baseline="-25362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2335"/>
              </a:spcBef>
            </a:pP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65" dirty="0">
                <a:solidFill>
                  <a:srgbClr val="44536A"/>
                </a:solidFill>
                <a:latin typeface="Calibri Light"/>
                <a:cs typeface="Calibri Light"/>
              </a:rPr>
              <a:t>v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assi</a:t>
            </a: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40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bl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m.</a:t>
            </a:r>
            <a:endParaRPr sz="3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45" dirty="0">
                <a:latin typeface="Calibri"/>
                <a:cs typeface="Calibri"/>
              </a:rPr>
              <a:t>Et</a:t>
            </a:r>
            <a:r>
              <a:rPr dirty="0">
                <a:latin typeface="Calibri"/>
                <a:cs typeface="Calibri"/>
              </a:rPr>
              <a:t>c.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778" y="2095544"/>
            <a:ext cx="7616190" cy="193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u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ea?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9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(pa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300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g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13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an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5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ap)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097051"/>
            <a:ext cx="7282180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rms: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439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05" dirty="0">
                <a:latin typeface="Calibri"/>
                <a:cs typeface="Calibri"/>
              </a:rPr>
              <a:t>W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ese</a:t>
            </a:r>
            <a:r>
              <a:rPr sz="2400" spc="-4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rm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42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05" dirty="0">
                <a:latin typeface="Calibri"/>
                <a:cs typeface="Calibri"/>
              </a:rPr>
              <a:t>W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4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6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eed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25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VF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er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peci</a:t>
            </a:r>
            <a:r>
              <a:rPr sz="2400" spc="5" dirty="0">
                <a:latin typeface="Calibri"/>
                <a:cs typeface="Calibri"/>
              </a:rPr>
              <a:t>fi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90" dirty="0">
                <a:latin typeface="Calibri"/>
                <a:cs typeface="Calibri"/>
              </a:rPr>
              <a:t>k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li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es: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42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05" dirty="0">
                <a:latin typeface="Calibri"/>
                <a:cs typeface="Calibri"/>
              </a:rPr>
              <a:t>W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-M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(N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SS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ts val="2600"/>
              </a:lnSpc>
              <a:spcBef>
                <a:spcPts val="42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lle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b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lle</a:t>
            </a:r>
            <a:r>
              <a:rPr sz="2400" dirty="0">
                <a:latin typeface="Calibri"/>
                <a:cs typeface="Calibri"/>
              </a:rPr>
              <a:t>d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600"/>
              </a:lnSpc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-P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lu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4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15" dirty="0">
                <a:latin typeface="Calibri"/>
                <a:cs typeface="Calibri"/>
              </a:rPr>
              <a:t>PIP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ol</a:t>
            </a:r>
            <a:endParaRPr sz="2400">
              <a:latin typeface="Calibri"/>
              <a:cs typeface="Calibri"/>
            </a:endParaRPr>
          </a:p>
          <a:p>
            <a:pPr marL="241300" marR="22225" indent="-228600">
              <a:lnSpc>
                <a:spcPct val="7980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rm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ss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5" dirty="0">
                <a:latin typeface="Calibri"/>
                <a:cs typeface="Calibri"/>
              </a:rPr>
              <a:t>il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cl</a:t>
            </a:r>
            <a:r>
              <a:rPr sz="2400" spc="-5" dirty="0">
                <a:latin typeface="Calibri"/>
                <a:cs typeface="Calibri"/>
              </a:rPr>
              <a:t>ud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p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bu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c.</a:t>
            </a:r>
            <a:r>
              <a:rPr sz="240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8779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7146925" cy="399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N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: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I</a:t>
            </a:r>
            <a:r>
              <a:rPr sz="2600" u="heavy" spc="-10" dirty="0">
                <a:latin typeface="Calibri"/>
                <a:cs typeface="Calibri"/>
              </a:rPr>
              <a:t>nput</a:t>
            </a:r>
            <a:r>
              <a:rPr sz="2600" u="heavy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00">
              <a:latin typeface="Times New Roman"/>
              <a:cs typeface="Times New Roman"/>
            </a:endParaRPr>
          </a:p>
          <a:p>
            <a:pPr marL="2578735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Calibri"/>
                <a:cs typeface="Calibri"/>
              </a:rPr>
              <a:t>P</a:t>
            </a:r>
            <a:r>
              <a:rPr spc="-80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186295" cy="264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3,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hand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pl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ty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th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nu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th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mo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el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cl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gh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marR="61594" indent="-228600">
              <a:lnSpc>
                <a:spcPts val="282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cl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lu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th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st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s…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04549" y="3655058"/>
            <a:ext cx="1764664" cy="0"/>
          </a:xfrm>
          <a:custGeom>
            <a:avLst/>
            <a:gdLst/>
            <a:ahLst/>
            <a:cxnLst/>
            <a:rect l="l" t="t" r="r" b="b"/>
            <a:pathLst>
              <a:path w="1764664">
                <a:moveTo>
                  <a:pt x="0" y="0"/>
                </a:moveTo>
                <a:lnTo>
                  <a:pt x="1764101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7127" y="3154264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5338" y="3154264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183" y="3241568"/>
            <a:ext cx="1346835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90" dirty="0">
                <a:latin typeface="Times New Roman"/>
                <a:cs typeface="Times New Roman"/>
              </a:rPr>
              <a:t> </a:t>
            </a:r>
            <a:r>
              <a:rPr sz="3975" i="1" spc="-562" baseline="35639" dirty="0">
                <a:latin typeface="Times New Roman"/>
                <a:cs typeface="Times New Roman"/>
              </a:rPr>
              <a:t>b</a:t>
            </a:r>
            <a:r>
              <a:rPr sz="2925" spc="127" baseline="28490" dirty="0">
                <a:latin typeface="Times New Roman"/>
                <a:cs typeface="Times New Roman"/>
              </a:rPr>
              <a:t>1</a:t>
            </a:r>
            <a:r>
              <a:rPr sz="3975" i="1" spc="-22" baseline="35639" dirty="0">
                <a:latin typeface="Times New Roman"/>
                <a:cs typeface="Times New Roman"/>
              </a:rPr>
              <a:t>z</a:t>
            </a:r>
            <a:endParaRPr sz="3975" baseline="35639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8775" y="3236049"/>
            <a:ext cx="69913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6541" y="3670198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6883" y="3751817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3336" y="3455489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4105" y="1478268"/>
            <a:ext cx="1764664" cy="0"/>
          </a:xfrm>
          <a:custGeom>
            <a:avLst/>
            <a:gdLst/>
            <a:ahLst/>
            <a:cxnLst/>
            <a:rect l="l" t="t" r="r" b="b"/>
            <a:pathLst>
              <a:path w="1764664">
                <a:moveTo>
                  <a:pt x="0" y="0"/>
                </a:moveTo>
                <a:lnTo>
                  <a:pt x="1764071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46667" y="977482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4879" y="977482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2723" y="1064787"/>
            <a:ext cx="1346835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90" dirty="0">
                <a:latin typeface="Times New Roman"/>
                <a:cs typeface="Times New Roman"/>
              </a:rPr>
              <a:t> </a:t>
            </a:r>
            <a:r>
              <a:rPr sz="3975" i="1" spc="-562" baseline="35639" dirty="0">
                <a:latin typeface="Times New Roman"/>
                <a:cs typeface="Times New Roman"/>
              </a:rPr>
              <a:t>b</a:t>
            </a:r>
            <a:r>
              <a:rPr sz="2925" spc="127" baseline="28490" dirty="0">
                <a:latin typeface="Times New Roman"/>
                <a:cs typeface="Times New Roman"/>
              </a:rPr>
              <a:t>1</a:t>
            </a:r>
            <a:r>
              <a:rPr sz="3975" i="1" spc="-22" baseline="35639" dirty="0">
                <a:latin typeface="Times New Roman"/>
                <a:cs typeface="Times New Roman"/>
              </a:rPr>
              <a:t>z</a:t>
            </a:r>
            <a:endParaRPr sz="3975" baseline="3563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8315" y="1059255"/>
            <a:ext cx="69913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6081" y="1493416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93439" y="1575034"/>
            <a:ext cx="5547995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22275" algn="ctr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60" dirty="0">
                <a:latin typeface="Times New Roman"/>
                <a:cs typeface="Times New Roman"/>
              </a:rPr>
              <a:t>b</a:t>
            </a:r>
            <a:r>
              <a:rPr sz="3000" spc="30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32877" y="1278707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37144" y="3891832"/>
            <a:ext cx="949325" cy="0"/>
          </a:xfrm>
          <a:custGeom>
            <a:avLst/>
            <a:gdLst/>
            <a:ahLst/>
            <a:cxnLst/>
            <a:rect l="l" t="t" r="r" b="b"/>
            <a:pathLst>
              <a:path w="949325">
                <a:moveTo>
                  <a:pt x="0" y="0"/>
                </a:moveTo>
                <a:lnTo>
                  <a:pt x="948957" y="0"/>
                </a:lnTo>
              </a:path>
            </a:pathLst>
          </a:custGeom>
          <a:ln w="7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6484" y="3610981"/>
            <a:ext cx="211391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50" spc="-330" dirty="0">
                <a:latin typeface="Symbol"/>
                <a:cs typeface="Symbol"/>
              </a:rPr>
              <a:t></a:t>
            </a:r>
            <a:r>
              <a:rPr sz="2700" i="1" spc="75" dirty="0">
                <a:latin typeface="Times New Roman"/>
                <a:cs typeface="Times New Roman"/>
              </a:rPr>
              <a:t>y</a:t>
            </a:r>
            <a:r>
              <a:rPr sz="3675" i="1" spc="15" baseline="-15873" dirty="0">
                <a:latin typeface="Times New Roman"/>
                <a:cs typeface="Times New Roman"/>
              </a:rPr>
              <a:t>d</a:t>
            </a:r>
            <a:r>
              <a:rPr sz="3675" i="1" spc="-67" baseline="-15873" dirty="0">
                <a:latin typeface="Times New Roman"/>
                <a:cs typeface="Times New Roman"/>
              </a:rPr>
              <a:t> </a:t>
            </a:r>
            <a:r>
              <a:rPr sz="2700" spc="75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0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165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95" dirty="0">
                <a:latin typeface="Times New Roman"/>
                <a:cs typeface="Times New Roman"/>
              </a:rPr>
              <a:t> </a:t>
            </a:r>
            <a:r>
              <a:rPr sz="2700" i="1" spc="125" dirty="0">
                <a:latin typeface="Times New Roman"/>
                <a:cs typeface="Times New Roman"/>
              </a:rPr>
              <a:t>y</a:t>
            </a:r>
            <a:r>
              <a:rPr sz="2700" spc="75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)</a:t>
            </a:r>
            <a:r>
              <a:rPr sz="3350" spc="-325" dirty="0">
                <a:latin typeface="Symbol"/>
                <a:cs typeface="Symbol"/>
              </a:rPr>
              <a:t>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7159" y="3903100"/>
            <a:ext cx="989965" cy="506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r>
              <a:rPr sz="2700" spc="-409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i="1" spc="10" dirty="0">
                <a:latin typeface="Times New Roman"/>
                <a:cs typeface="Times New Roman"/>
              </a:rPr>
              <a:t>z</a:t>
            </a:r>
            <a:r>
              <a:rPr sz="2700" i="1" spc="-430" dirty="0">
                <a:latin typeface="Times New Roman"/>
                <a:cs typeface="Times New Roman"/>
              </a:rPr>
              <a:t> </a:t>
            </a:r>
            <a:r>
              <a:rPr sz="3675" spc="-157" baseline="27210" dirty="0">
                <a:latin typeface="Symbol"/>
                <a:cs typeface="Symbol"/>
              </a:rPr>
              <a:t></a:t>
            </a:r>
            <a:r>
              <a:rPr sz="3675" spc="15" baseline="27210" dirty="0">
                <a:latin typeface="Times New Roman"/>
                <a:cs typeface="Times New Roman"/>
              </a:rPr>
              <a:t>1</a:t>
            </a:r>
            <a:endParaRPr sz="3675" baseline="2721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12045" y="3473870"/>
            <a:ext cx="19939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6856" y="3171796"/>
            <a:ext cx="3040380" cy="887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080"/>
              </a:spcBef>
            </a:pPr>
            <a:r>
              <a:rPr sz="2700" i="1" spc="150" dirty="0">
                <a:latin typeface="Times New Roman"/>
                <a:cs typeface="Times New Roman"/>
              </a:rPr>
              <a:t>z</a:t>
            </a:r>
            <a:r>
              <a:rPr sz="2700" spc="75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0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4896" y="4626364"/>
            <a:ext cx="7691755" cy="1278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3239">
              <a:lnSpc>
                <a:spcPct val="100000"/>
              </a:lnSpc>
            </a:pP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7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</a:t>
            </a:r>
            <a:r>
              <a:rPr sz="2650" spc="60" dirty="0">
                <a:latin typeface="Times New Roman"/>
                <a:cs typeface="Times New Roman"/>
              </a:rPr>
              <a:t> </a:t>
            </a: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40" dirty="0">
                <a:latin typeface="Times New Roman"/>
                <a:cs typeface="Times New Roman"/>
              </a:rPr>
              <a:t> </a:t>
            </a:r>
            <a:r>
              <a:rPr sz="2650" spc="210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-275" dirty="0">
                <a:latin typeface="Times New Roman"/>
                <a:cs typeface="Times New Roman"/>
              </a:rPr>
              <a:t> </a:t>
            </a:r>
            <a:r>
              <a:rPr sz="3300" spc="-325" dirty="0">
                <a:latin typeface="Symbol"/>
                <a:cs typeface="Symbol"/>
              </a:rPr>
              <a:t></a:t>
            </a:r>
            <a:r>
              <a:rPr sz="2650" i="1" spc="65" dirty="0">
                <a:latin typeface="Times New Roman"/>
                <a:cs typeface="Times New Roman"/>
              </a:rPr>
              <a:t>y</a:t>
            </a:r>
            <a:r>
              <a:rPr sz="3600" i="1" spc="15" baseline="-15046" dirty="0">
                <a:latin typeface="Times New Roman"/>
                <a:cs typeface="Times New Roman"/>
              </a:rPr>
              <a:t>d</a:t>
            </a:r>
            <a:r>
              <a:rPr sz="3600" i="1" spc="-75" baseline="-15046" dirty="0">
                <a:latin typeface="Times New Roman"/>
                <a:cs typeface="Times New Roman"/>
              </a:rPr>
              <a:t> 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</a:t>
            </a:r>
            <a:r>
              <a:rPr sz="2650" spc="9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y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)</a:t>
            </a:r>
            <a:r>
              <a:rPr sz="3300" spc="-320" dirty="0">
                <a:latin typeface="Symbol"/>
                <a:cs typeface="Symbol"/>
              </a:rPr>
              <a:t></a:t>
            </a:r>
            <a:endParaRPr sz="33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8296" y="806495"/>
            <a:ext cx="1840864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1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737" y="1559025"/>
            <a:ext cx="7689215" cy="101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243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60" dirty="0">
                <a:latin typeface="Times New Roman"/>
                <a:cs typeface="Times New Roman"/>
              </a:rPr>
              <a:t>b</a:t>
            </a:r>
            <a:r>
              <a:rPr sz="3000" spc="30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581" y="3046413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6569" y="3041554"/>
            <a:ext cx="140716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18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15" y="3497944"/>
            <a:ext cx="161671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26620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6855" y="3497944"/>
            <a:ext cx="443293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58339" algn="l"/>
                <a:tab pos="3573145" algn="l"/>
              </a:tabLst>
            </a:pP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22" baseline="-26620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0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27" baseline="-26620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2890" y="3959183"/>
            <a:ext cx="5314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6855" y="3938498"/>
            <a:ext cx="140716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r>
              <a:rPr sz="3600" spc="-262" baseline="-15046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187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2904" y="3063771"/>
            <a:ext cx="16167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48385" algn="l"/>
                <a:tab pos="1486535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75810" y="3063771"/>
            <a:ext cx="20339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  <a:tab pos="1626870" algn="l"/>
                <a:tab pos="1903730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2904" y="3355248"/>
            <a:ext cx="11785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4838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7054" y="3355248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6569" y="3355248"/>
            <a:ext cx="208851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76985" algn="l"/>
                <a:tab pos="1681480" algn="l"/>
                <a:tab pos="1958339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90419" y="3355248"/>
            <a:ext cx="41973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3215" y="3938498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49434" y="3938498"/>
            <a:ext cx="58039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3600" spc="-1402" baseline="-17361" dirty="0">
                <a:latin typeface="Symbol"/>
                <a:cs typeface="Symbol"/>
              </a:rPr>
              <a:t>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402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76120" y="3938498"/>
            <a:ext cx="419734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90730" y="3938498"/>
            <a:ext cx="419734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2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737" y="1559025"/>
            <a:ext cx="7689215" cy="101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243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60" dirty="0">
                <a:latin typeface="Times New Roman"/>
                <a:cs typeface="Times New Roman"/>
              </a:rPr>
              <a:t>b</a:t>
            </a:r>
            <a:r>
              <a:rPr sz="3000" spc="30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2478" y="3143304"/>
            <a:ext cx="107505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36294" algn="l"/>
              </a:tabLst>
            </a:pPr>
            <a:r>
              <a:rPr sz="3600" spc="142" baseline="-4629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9184" y="3148172"/>
            <a:ext cx="5010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" dirty="0">
                <a:latin typeface="Symbol"/>
                <a:cs typeface="Symbol"/>
              </a:rPr>
              <a:t></a:t>
            </a:r>
            <a:r>
              <a:rPr sz="3600" i="1" spc="-427" baseline="4629" dirty="0">
                <a:latin typeface="Times New Roman"/>
                <a:cs typeface="Times New Roman"/>
              </a:rPr>
              <a:t>b</a:t>
            </a:r>
            <a:r>
              <a:rPr sz="2025" spc="15" baseline="-18518" dirty="0">
                <a:latin typeface="Times New Roman"/>
                <a:cs typeface="Times New Roman"/>
              </a:rPr>
              <a:t>1</a:t>
            </a:r>
            <a:r>
              <a:rPr sz="2025" spc="-142" baseline="-185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8593" y="3148172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6681" y="3143304"/>
            <a:ext cx="157035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4629" dirty="0">
                <a:latin typeface="Symbol"/>
                <a:cs typeface="Symbol"/>
              </a:rPr>
              <a:t></a:t>
            </a:r>
            <a:r>
              <a:rPr sz="3600" spc="-262" baseline="-4629" dirty="0">
                <a:latin typeface="Times New Roman"/>
                <a:cs typeface="Times New Roman"/>
              </a:rPr>
              <a:t> </a:t>
            </a:r>
            <a:r>
              <a:rPr sz="3600" spc="-15" baseline="-4629" dirty="0">
                <a:latin typeface="Symbol"/>
                <a:cs typeface="Symbol"/>
              </a:rPr>
              <a:t></a:t>
            </a:r>
            <a:r>
              <a:rPr sz="3600" spc="-179" baseline="-4629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3600" spc="-15" baseline="-4629" dirty="0">
                <a:latin typeface="Symbol"/>
                <a:cs typeface="Symbol"/>
              </a:rPr>
              <a:t></a:t>
            </a:r>
            <a:endParaRPr sz="3600" baseline="-4629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25531" y="3148172"/>
            <a:ext cx="431165" cy="34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5" dirty="0">
                <a:latin typeface="Symbol"/>
                <a:cs typeface="Symbol"/>
              </a:rPr>
              <a:t></a:t>
            </a:r>
            <a:r>
              <a:rPr sz="3600" spc="97" baseline="4629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8313" y="3600504"/>
            <a:ext cx="161671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30" baseline="-27777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22" baseline="-27777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endParaRPr sz="3600" baseline="-27777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9905" y="3600504"/>
            <a:ext cx="452755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40255" algn="l"/>
                <a:tab pos="3666490" algn="l"/>
              </a:tabLst>
            </a:pP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262" baseline="-27777" dirty="0">
                <a:latin typeface="Times New Roman"/>
                <a:cs typeface="Times New Roman"/>
              </a:rPr>
              <a:t> </a:t>
            </a:r>
            <a:r>
              <a:rPr sz="3600" spc="30" baseline="-27777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95" dirty="0">
                <a:latin typeface="Times New Roman"/>
                <a:cs typeface="Times New Roman"/>
              </a:rPr>
              <a:t>)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202" baseline="-27777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baseline="-27777" dirty="0">
                <a:latin typeface="Times New Roman"/>
                <a:cs typeface="Times New Roman"/>
              </a:rPr>
              <a:t>	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419" baseline="-27777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baseline="-27777" dirty="0">
                <a:latin typeface="Times New Roman"/>
                <a:cs typeface="Times New Roman"/>
              </a:rPr>
              <a:t>	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30" baseline="-2777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8593" y="4062573"/>
            <a:ext cx="5314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9905" y="4041857"/>
            <a:ext cx="1407160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r>
              <a:rPr sz="3600" spc="-262" baseline="-15046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179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313" y="316555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4535" y="316555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8313" y="3457558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94535" y="3457558"/>
            <a:ext cx="5803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9905" y="3457558"/>
            <a:ext cx="37973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76985" algn="l"/>
                <a:tab pos="1681480" algn="l"/>
                <a:tab pos="2040255" algn="l"/>
                <a:tab pos="3378200" algn="l"/>
                <a:tab pos="366649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8313" y="4041857"/>
            <a:ext cx="14287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94535" y="4041857"/>
            <a:ext cx="580390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r>
              <a:rPr sz="3600" baseline="-18518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29184" y="4041857"/>
            <a:ext cx="50101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084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r>
              <a:rPr sz="3600" baseline="-18518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25531" y="4041857"/>
            <a:ext cx="43116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r>
              <a:rPr sz="3600" baseline="-18518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3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737" y="1559025"/>
            <a:ext cx="7689215" cy="101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243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60" dirty="0">
                <a:latin typeface="Times New Roman"/>
                <a:cs typeface="Times New Roman"/>
              </a:rPr>
              <a:t>b</a:t>
            </a:r>
            <a:r>
              <a:rPr sz="3000" spc="30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677" y="3143304"/>
            <a:ext cx="381381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3925" algn="l"/>
                <a:tab pos="3385185" algn="l"/>
              </a:tabLst>
            </a:pPr>
            <a:r>
              <a:rPr sz="3600" spc="142" baseline="-4629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-15" baseline="-4629" dirty="0">
                <a:latin typeface="Symbol"/>
                <a:cs typeface="Symbol"/>
              </a:rPr>
              <a:t></a:t>
            </a:r>
            <a:r>
              <a:rPr sz="3600" spc="187" baseline="-4629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7677" y="4041857"/>
            <a:ext cx="464820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18518" dirty="0">
                <a:latin typeface="Symbol"/>
                <a:cs typeface="Symbol"/>
              </a:rPr>
              <a:t>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1000" y="4041857"/>
            <a:ext cx="227774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17550" algn="l"/>
              </a:tabLst>
            </a:pPr>
            <a:r>
              <a:rPr sz="2400" spc="-20" dirty="0">
                <a:latin typeface="Symbol"/>
                <a:cs typeface="Symbol"/>
              </a:rPr>
              <a:t></a:t>
            </a:r>
            <a:r>
              <a:rPr sz="2400" i="1" spc="-140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85" dirty="0">
                <a:latin typeface="Times New Roman"/>
                <a:cs typeface="Times New Roman"/>
              </a:rPr>
              <a:t>1</a:t>
            </a:r>
            <a:r>
              <a:rPr sz="3600" spc="-1402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179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0674" y="4041857"/>
            <a:ext cx="67754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18518" dirty="0">
                <a:latin typeface="Symbol"/>
                <a:cs typeface="Symbol"/>
              </a:rPr>
              <a:t></a:t>
            </a:r>
            <a:r>
              <a:rPr sz="2400" spc="95" dirty="0">
                <a:latin typeface="Symbol"/>
                <a:cs typeface="Symbol"/>
              </a:rPr>
              <a:t>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34" baseline="15046" dirty="0">
                <a:latin typeface="Times New Roman"/>
                <a:cs typeface="Times New Roman"/>
              </a:rPr>
              <a:t>b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r>
              <a:rPr sz="2025" spc="-142" baseline="2057" dirty="0">
                <a:latin typeface="Times New Roman"/>
                <a:cs typeface="Times New Roman"/>
              </a:rPr>
              <a:t> </a:t>
            </a:r>
            <a:r>
              <a:rPr sz="3600" spc="-1402" baseline="18518" dirty="0">
                <a:latin typeface="Symbol"/>
                <a:cs typeface="Symbol"/>
              </a:rPr>
              <a:t>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3501" y="3148172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8040" y="3143304"/>
            <a:ext cx="157035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4629" dirty="0">
                <a:latin typeface="Symbol"/>
                <a:cs typeface="Symbol"/>
              </a:rPr>
              <a:t></a:t>
            </a:r>
            <a:r>
              <a:rPr sz="3600" spc="-262" baseline="-4629" dirty="0">
                <a:latin typeface="Times New Roman"/>
                <a:cs typeface="Times New Roman"/>
              </a:rPr>
              <a:t> </a:t>
            </a:r>
            <a:r>
              <a:rPr sz="3600" spc="-15" baseline="-4629" dirty="0">
                <a:latin typeface="Symbol"/>
                <a:cs typeface="Symbol"/>
              </a:rPr>
              <a:t></a:t>
            </a:r>
            <a:r>
              <a:rPr sz="3600" spc="-187" baseline="-4629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3600" spc="-15" baseline="-4629" dirty="0">
                <a:latin typeface="Symbol"/>
                <a:cs typeface="Symbol"/>
              </a:rPr>
              <a:t></a:t>
            </a:r>
            <a:endParaRPr sz="3600" baseline="-4629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13186" y="3148172"/>
            <a:ext cx="431165" cy="34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5" dirty="0">
                <a:latin typeface="Symbol"/>
                <a:cs typeface="Symbol"/>
              </a:rPr>
              <a:t></a:t>
            </a:r>
            <a:r>
              <a:rPr sz="3600" spc="97" baseline="4629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502" y="3600504"/>
            <a:ext cx="161671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22" baseline="-27777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22" baseline="-27777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endParaRPr sz="3600" baseline="-27777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1350" y="3600504"/>
            <a:ext cx="1811655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262" baseline="-27777" dirty="0">
                <a:latin typeface="Times New Roman"/>
                <a:cs typeface="Times New Roman"/>
              </a:rPr>
              <a:t> </a:t>
            </a:r>
            <a:r>
              <a:rPr sz="3600" spc="30" baseline="-27777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202" baseline="-27777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endParaRPr sz="3600" baseline="-27777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5427" y="3600504"/>
            <a:ext cx="249936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8935" algn="l"/>
              </a:tabLst>
            </a:pP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-419" baseline="-27777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-27777" dirty="0">
                <a:latin typeface="Symbol"/>
                <a:cs typeface="Symbol"/>
              </a:rPr>
              <a:t></a:t>
            </a:r>
            <a:r>
              <a:rPr sz="3600" baseline="-27777" dirty="0">
                <a:latin typeface="Times New Roman"/>
                <a:cs typeface="Times New Roman"/>
              </a:rPr>
              <a:t>	</a:t>
            </a:r>
            <a:r>
              <a:rPr sz="3600" spc="-15" baseline="-27777" dirty="0">
                <a:latin typeface="Symbol"/>
                <a:cs typeface="Symbol"/>
              </a:rPr>
              <a:t></a:t>
            </a:r>
            <a:r>
              <a:rPr sz="3600" spc="30" baseline="-2777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3799" y="406257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13186" y="4041857"/>
            <a:ext cx="43116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60" baseline="-18518" dirty="0">
                <a:latin typeface="Symbol"/>
                <a:cs typeface="Symbol"/>
              </a:rPr>
              <a:t></a:t>
            </a:r>
            <a:r>
              <a:rPr sz="3600" spc="112" baseline="-2314" dirty="0">
                <a:latin typeface="Times New Roman"/>
                <a:cs typeface="Times New Roman"/>
              </a:rPr>
              <a:t>1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502" y="316555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29733" y="316555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75427" y="3165556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3502" y="3457558"/>
            <a:ext cx="16167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48385" algn="l"/>
                <a:tab pos="148653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1350" y="3457558"/>
            <a:ext cx="39731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76985" algn="l"/>
                <a:tab pos="1681480" algn="l"/>
                <a:tab pos="2216150" algn="l"/>
                <a:tab pos="3554095" algn="l"/>
                <a:tab pos="384302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502" y="4041857"/>
            <a:ext cx="14287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8518" dirty="0">
                <a:latin typeface="Symbol"/>
                <a:cs typeface="Symbol"/>
              </a:rPr>
              <a:t>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9733" y="4041857"/>
            <a:ext cx="14287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8518" dirty="0">
                <a:latin typeface="Symbol"/>
                <a:cs typeface="Symbol"/>
              </a:rPr>
              <a:t></a:t>
            </a:r>
            <a:endParaRPr sz="3600" baseline="-18518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4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737" y="1559025"/>
            <a:ext cx="7689215" cy="101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243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60" dirty="0">
                <a:latin typeface="Times New Roman"/>
                <a:cs typeface="Times New Roman"/>
              </a:rPr>
              <a:t>b</a:t>
            </a:r>
            <a:r>
              <a:rPr sz="3000" spc="30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576" y="3041554"/>
            <a:ext cx="55245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42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899" y="3041554"/>
            <a:ext cx="2980690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  <a:tabLst>
                <a:tab pos="719455" algn="l"/>
                <a:tab pos="2552065" algn="l"/>
              </a:tabLst>
            </a:pP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179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4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87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710"/>
              </a:spcBef>
            </a:pPr>
            <a:r>
              <a:rPr sz="2400" spc="-1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R="2555240" algn="ctr">
              <a:lnSpc>
                <a:spcPct val="100000"/>
              </a:lnSpc>
              <a:spcBef>
                <a:spcPts val="710"/>
              </a:spcBef>
            </a:pPr>
            <a:r>
              <a:rPr sz="2400" spc="-20" dirty="0">
                <a:latin typeface="Symbol"/>
                <a:cs typeface="Symbol"/>
              </a:rPr>
              <a:t></a:t>
            </a: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7576" y="3938475"/>
            <a:ext cx="46482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17361" dirty="0">
                <a:latin typeface="Symbol"/>
                <a:cs typeface="Symbol"/>
              </a:rPr>
              <a:t>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0589" y="3938475"/>
            <a:ext cx="67754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17361" dirty="0">
                <a:latin typeface="Symbol"/>
                <a:cs typeface="Symbol"/>
              </a:rPr>
              <a:t></a:t>
            </a:r>
            <a:r>
              <a:rPr sz="2400" spc="95" dirty="0">
                <a:latin typeface="Symbol"/>
                <a:cs typeface="Symbol"/>
              </a:rPr>
              <a:t>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27" baseline="15046" dirty="0">
                <a:latin typeface="Times New Roman"/>
                <a:cs typeface="Times New Roman"/>
              </a:rPr>
              <a:t>b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r>
              <a:rPr sz="2025" spc="-142" baseline="2057" dirty="0">
                <a:latin typeface="Times New Roman"/>
                <a:cs typeface="Times New Roman"/>
              </a:rPr>
              <a:t> </a:t>
            </a:r>
            <a:r>
              <a:rPr sz="3600" spc="-1402" baseline="17361" dirty="0">
                <a:latin typeface="Symbol"/>
                <a:cs typeface="Symbol"/>
              </a:rPr>
              <a:t>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3501" y="3046413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13103" y="3046413"/>
            <a:ext cx="431165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5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3400" y="3497944"/>
            <a:ext cx="191262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46885" algn="l"/>
              </a:tabLst>
            </a:pPr>
            <a:r>
              <a:rPr sz="3600" spc="22" baseline="-26620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7957" y="3497944"/>
            <a:ext cx="486664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1055" algn="l"/>
                <a:tab pos="2379980" algn="l"/>
              </a:tabLst>
            </a:pP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22" baseline="-26620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0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27" baseline="-26620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82" baseline="-26620" dirty="0">
                <a:latin typeface="Symbol"/>
                <a:cs typeface="Symbol"/>
              </a:rPr>
              <a:t></a:t>
            </a:r>
            <a:r>
              <a:rPr sz="2400" spc="65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30" baseline="-266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3501" y="395918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5651" y="3938475"/>
            <a:ext cx="157289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85" dirty="0">
                <a:latin typeface="Times New Roman"/>
                <a:cs typeface="Times New Roman"/>
              </a:rPr>
              <a:t>1</a:t>
            </a:r>
            <a:r>
              <a:rPr sz="3600" spc="-1402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179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13103" y="3938475"/>
            <a:ext cx="43116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60" baseline="-17361" dirty="0">
                <a:latin typeface="Symbol"/>
                <a:cs typeface="Symbol"/>
              </a:rPr>
              <a:t></a:t>
            </a:r>
            <a:r>
              <a:rPr sz="3600" spc="127" baseline="-2314" dirty="0">
                <a:latin typeface="Times New Roman"/>
                <a:cs typeface="Times New Roman"/>
              </a:rPr>
              <a:t>1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400" y="306374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9633" y="306374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75342" y="306374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3400" y="3355319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29633" y="3355319"/>
            <a:ext cx="5803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1263" y="3355319"/>
            <a:ext cx="39731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76985" algn="l"/>
                <a:tab pos="1681480" algn="l"/>
                <a:tab pos="2216150" algn="l"/>
                <a:tab pos="3554095" algn="l"/>
                <a:tab pos="3843020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400" y="3938475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9633" y="3938475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84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</a:p>
          <a:p>
            <a:pPr marL="57785">
              <a:lnSpc>
                <a:spcPts val="384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737" y="1559025"/>
            <a:ext cx="7689215" cy="101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243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80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60" dirty="0">
                <a:latin typeface="Times New Roman"/>
                <a:cs typeface="Times New Roman"/>
              </a:rPr>
              <a:t>b</a:t>
            </a:r>
            <a:r>
              <a:rPr sz="3000" spc="30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z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75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15" baseline="-19444" dirty="0">
                <a:latin typeface="Times New Roman"/>
                <a:cs typeface="Times New Roman"/>
              </a:rPr>
              <a:t>d</a:t>
            </a:r>
            <a:r>
              <a:rPr sz="3000" i="1" spc="-7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576" y="3003454"/>
            <a:ext cx="55245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42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899" y="3003454"/>
            <a:ext cx="2980690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  <a:tabLst>
                <a:tab pos="719455" algn="l"/>
                <a:tab pos="2552065" algn="l"/>
              </a:tabLst>
            </a:pP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179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45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87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710"/>
              </a:spcBef>
            </a:pPr>
            <a:r>
              <a:rPr sz="2400" spc="-1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R="2555240" algn="ctr">
              <a:lnSpc>
                <a:spcPct val="100000"/>
              </a:lnSpc>
              <a:spcBef>
                <a:spcPts val="710"/>
              </a:spcBef>
            </a:pPr>
            <a:r>
              <a:rPr sz="2400" spc="-20" dirty="0">
                <a:latin typeface="Symbol"/>
                <a:cs typeface="Symbol"/>
              </a:rPr>
              <a:t></a:t>
            </a: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7576" y="3900375"/>
            <a:ext cx="46482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17361" dirty="0">
                <a:latin typeface="Symbol"/>
                <a:cs typeface="Symbol"/>
              </a:rPr>
              <a:t>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0589" y="3900375"/>
            <a:ext cx="67754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17361" dirty="0">
                <a:latin typeface="Symbol"/>
                <a:cs typeface="Symbol"/>
              </a:rPr>
              <a:t></a:t>
            </a:r>
            <a:r>
              <a:rPr sz="2400" spc="95" dirty="0">
                <a:latin typeface="Symbol"/>
                <a:cs typeface="Symbol"/>
              </a:rPr>
              <a:t></a:t>
            </a:r>
            <a:r>
              <a:rPr sz="3600" spc="-30" baseline="15046" dirty="0">
                <a:latin typeface="Symbol"/>
                <a:cs typeface="Symbol"/>
              </a:rPr>
              <a:t></a:t>
            </a:r>
            <a:r>
              <a:rPr sz="3600" i="1" spc="-427" baseline="15046" dirty="0">
                <a:latin typeface="Times New Roman"/>
                <a:cs typeface="Times New Roman"/>
              </a:rPr>
              <a:t>b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r>
              <a:rPr sz="2025" spc="-142" baseline="2057" dirty="0">
                <a:latin typeface="Times New Roman"/>
                <a:cs typeface="Times New Roman"/>
              </a:rPr>
              <a:t> </a:t>
            </a:r>
            <a:r>
              <a:rPr sz="3600" spc="-1402" baseline="17361" dirty="0">
                <a:latin typeface="Symbol"/>
                <a:cs typeface="Symbol"/>
              </a:rPr>
              <a:t>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3501" y="3008313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13103" y="3008313"/>
            <a:ext cx="431165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5" dirty="0">
                <a:latin typeface="Symbol"/>
                <a:cs typeface="Symbol"/>
              </a:rPr>
              <a:t></a:t>
            </a:r>
            <a:r>
              <a:rPr sz="3600" spc="97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3400" y="3459844"/>
            <a:ext cx="191262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46885" algn="l"/>
              </a:tabLst>
            </a:pPr>
            <a:r>
              <a:rPr sz="3600" spc="22" baseline="-26620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2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7957" y="3459844"/>
            <a:ext cx="486664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1055" algn="l"/>
                <a:tab pos="2379980" algn="l"/>
              </a:tabLst>
            </a:pPr>
            <a:r>
              <a:rPr sz="2400" spc="70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62" baseline="-26620" dirty="0">
                <a:latin typeface="Times New Roman"/>
                <a:cs typeface="Times New Roman"/>
              </a:rPr>
              <a:t> </a:t>
            </a:r>
            <a:r>
              <a:rPr sz="3600" spc="22" baseline="-26620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202" baseline="-266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baseline="-2662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-427" baseline="-26620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82" baseline="-26620" dirty="0">
                <a:latin typeface="Symbol"/>
                <a:cs typeface="Symbol"/>
              </a:rPr>
              <a:t></a:t>
            </a:r>
            <a:r>
              <a:rPr sz="2400" spc="65" dirty="0">
                <a:latin typeface="Times New Roman"/>
                <a:cs typeface="Times New Roman"/>
              </a:rPr>
              <a:t>0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r>
              <a:rPr sz="3600" spc="30" baseline="-266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3501" y="392108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5651" y="3900375"/>
            <a:ext cx="157289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85" dirty="0">
                <a:latin typeface="Times New Roman"/>
                <a:cs typeface="Times New Roman"/>
              </a:rPr>
              <a:t>1</a:t>
            </a:r>
            <a:r>
              <a:rPr sz="3600" spc="-1402" baseline="-15046" dirty="0">
                <a:latin typeface="Symbol"/>
                <a:cs typeface="Symbol"/>
              </a:rPr>
              <a:t>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</a:t>
            </a:r>
            <a:r>
              <a:rPr sz="3600" spc="-15" baseline="-15046" dirty="0">
                <a:latin typeface="Symbol"/>
                <a:cs typeface="Symbol"/>
              </a:rPr>
              <a:t></a:t>
            </a:r>
            <a:r>
              <a:rPr sz="3600" spc="-179" baseline="-15046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3600" spc="-1402" baseline="2314" dirty="0">
                <a:latin typeface="Symbol"/>
                <a:cs typeface="Symbol"/>
              </a:rPr>
              <a:t></a:t>
            </a:r>
            <a:r>
              <a:rPr sz="3600" spc="-15" baseline="-15046" dirty="0">
                <a:latin typeface="Symbol"/>
                <a:cs typeface="Symbol"/>
              </a:rPr>
              <a:t></a:t>
            </a:r>
            <a:endParaRPr sz="3600" baseline="-15046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13103" y="3900375"/>
            <a:ext cx="43116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60" baseline="-17361" dirty="0">
                <a:latin typeface="Symbol"/>
                <a:cs typeface="Symbol"/>
              </a:rPr>
              <a:t></a:t>
            </a:r>
            <a:r>
              <a:rPr sz="3600" spc="127" baseline="-2314" dirty="0">
                <a:latin typeface="Times New Roman"/>
                <a:cs typeface="Times New Roman"/>
              </a:rPr>
              <a:t>1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400" y="302564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9633" y="302564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75342" y="302564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3400" y="3317219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29633" y="3317219"/>
            <a:ext cx="5803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1263" y="3317219"/>
            <a:ext cx="313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5948" y="3317219"/>
            <a:ext cx="1082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7195" algn="l"/>
                <a:tab pos="95186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13103" y="3317219"/>
            <a:ext cx="4311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3400" y="3900375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402" baseline="-17361" dirty="0">
                <a:latin typeface="Symbol"/>
                <a:cs typeface="Symbol"/>
              </a:rPr>
              <a:t>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29633" y="3900375"/>
            <a:ext cx="14287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28494" y="5124837"/>
            <a:ext cx="1069975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19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4875" spc="-667" baseline="-3418" dirty="0">
                <a:latin typeface="Symbol"/>
                <a:cs typeface="Symbol"/>
              </a:rPr>
              <a:t>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30141" y="5046889"/>
            <a:ext cx="190500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5770" algn="l"/>
              </a:tabLst>
            </a:pPr>
            <a:r>
              <a:rPr sz="2400" dirty="0">
                <a:latin typeface="Times New Roman"/>
                <a:cs typeface="Times New Roman"/>
              </a:rPr>
              <a:t>0	</a:t>
            </a:r>
            <a:r>
              <a:rPr sz="2400" spc="50" dirty="0">
                <a:latin typeface="Times New Roman"/>
                <a:cs typeface="Times New Roman"/>
              </a:rPr>
              <a:t>0</a:t>
            </a: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22" baseline="25462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85816" y="4738055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85816" y="565082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55715" y="475541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92276" y="4755413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5422" y="5338664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91983" y="5338664"/>
            <a:ext cx="142875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84800" y="5837933"/>
            <a:ext cx="435419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−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78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19417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ith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3061" y="2351155"/>
            <a:ext cx="1421765" cy="452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Symbol"/>
                <a:cs typeface="Symbol"/>
              </a:rPr>
              <a:t>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r>
              <a:rPr sz="4875" spc="-367" baseline="-3418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3384" y="2351155"/>
            <a:ext cx="2298065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53720" algn="l"/>
              </a:tabLst>
            </a:pPr>
            <a:r>
              <a:rPr sz="2400" i="1" spc="-4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65" dirty="0">
                <a:latin typeface="Symbol"/>
                <a:cs typeface="Symbol"/>
              </a:rPr>
              <a:t>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225" baseline="-24691" dirty="0">
                <a:latin typeface="Times New Roman"/>
                <a:cs typeface="Times New Roman"/>
              </a:rPr>
              <a:t> </a:t>
            </a: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22" baseline="-26620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2131" y="1964373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2131" y="2877143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2031" y="198173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592" y="198173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12031" y="2273207"/>
            <a:ext cx="11791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490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2031" y="2856458"/>
            <a:ext cx="117919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49020" algn="l"/>
              </a:tabLst>
            </a:pPr>
            <a:r>
              <a:rPr sz="2400" spc="-935" dirty="0">
                <a:latin typeface="Symbol"/>
                <a:cs typeface="Symbol"/>
              </a:rPr>
              <a:t></a:t>
            </a:r>
            <a:r>
              <a:rPr sz="3600" spc="-15" baseline="-17361" dirty="0">
                <a:latin typeface="Symbol"/>
                <a:cs typeface="Symbol"/>
              </a:rPr>
              <a:t></a:t>
            </a:r>
            <a:r>
              <a:rPr sz="3600" baseline="-17361" dirty="0">
                <a:latin typeface="Times New Roman"/>
                <a:cs typeface="Times New Roman"/>
              </a:rPr>
              <a:t>	</a:t>
            </a:r>
            <a:r>
              <a:rPr sz="2400" spc="-935" dirty="0">
                <a:latin typeface="Symbol"/>
                <a:cs typeface="Symbol"/>
              </a:rPr>
              <a:t></a:t>
            </a:r>
            <a:r>
              <a:rPr sz="3600" spc="-15" baseline="-17361" dirty="0">
                <a:latin typeface="Symbol"/>
                <a:cs typeface="Symbol"/>
              </a:rPr>
              <a:t></a:t>
            </a:r>
            <a:endParaRPr sz="3600" baseline="-17361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17268" y="5005031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971" y="0"/>
                </a:lnTo>
              </a:path>
            </a:pathLst>
          </a:custGeom>
          <a:ln w="12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86086" y="4761249"/>
            <a:ext cx="170180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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9742" y="4761249"/>
            <a:ext cx="170180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3371" y="4818950"/>
            <a:ext cx="348551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-60" dirty="0">
                <a:latin typeface="Times New Roman"/>
                <a:cs typeface="Times New Roman"/>
              </a:rPr>
              <a:t>g</a:t>
            </a:r>
            <a:r>
              <a:rPr sz="2025" spc="-82" baseline="-24691" dirty="0">
                <a:latin typeface="Times New Roman"/>
                <a:cs typeface="Times New Roman"/>
              </a:rPr>
              <a:t>1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37731" y="5028217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59033" y="4818950"/>
            <a:ext cx="149606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083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8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91865" y="5025417"/>
            <a:ext cx="672465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155" dirty="0">
                <a:latin typeface="Times New Roman"/>
                <a:cs typeface="Times New Roman"/>
              </a:rPr>
              <a:t>z</a:t>
            </a:r>
            <a:r>
              <a:rPr sz="2025" spc="15" baseline="43209" dirty="0">
                <a:latin typeface="Symbol"/>
                <a:cs typeface="Symbol"/>
              </a:rPr>
              <a:t></a:t>
            </a:r>
            <a:endParaRPr sz="2025" baseline="43209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5289" y="4631537"/>
            <a:ext cx="2311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96320" y="5005270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6132" y="6046402"/>
            <a:ext cx="24104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0" dirty="0">
                <a:latin typeface="Times New Roman"/>
                <a:cs typeface="Times New Roman"/>
              </a:rPr>
              <a:t>u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</a:t>
            </a:r>
            <a:r>
              <a:rPr sz="3000" b="1" spc="15" dirty="0">
                <a:latin typeface="Times New Roman"/>
                <a:cs typeface="Times New Roman"/>
              </a:rPr>
              <a:t>k</a:t>
            </a:r>
            <a:r>
              <a:rPr sz="3000" b="1" spc="-21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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x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63154" y="3735124"/>
            <a:ext cx="430657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-45" dirty="0">
                <a:latin typeface="Times New Roman"/>
                <a:cs typeface="Times New Roman"/>
              </a:rPr>
              <a:t>g</a:t>
            </a:r>
            <a:r>
              <a:rPr sz="2025" spc="-82" baseline="-24691" dirty="0">
                <a:latin typeface="Times New Roman"/>
                <a:cs typeface="Times New Roman"/>
              </a:rPr>
              <a:t>1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89" baseline="-2469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4309" y="5859223"/>
            <a:ext cx="3019425" cy="822325"/>
          </a:xfrm>
          <a:custGeom>
            <a:avLst/>
            <a:gdLst/>
            <a:ahLst/>
            <a:cxnLst/>
            <a:rect l="l" t="t" r="r" b="b"/>
            <a:pathLst>
              <a:path w="3019425" h="822325">
                <a:moveTo>
                  <a:pt x="0" y="136442"/>
                </a:moveTo>
                <a:lnTo>
                  <a:pt x="11858" y="131872"/>
                </a:lnTo>
                <a:lnTo>
                  <a:pt x="23785" y="127462"/>
                </a:lnTo>
                <a:lnTo>
                  <a:pt x="35694" y="123010"/>
                </a:lnTo>
                <a:lnTo>
                  <a:pt x="71432" y="105947"/>
                </a:lnTo>
                <a:lnTo>
                  <a:pt x="91708" y="91240"/>
                </a:lnTo>
                <a:lnTo>
                  <a:pt x="105568" y="84953"/>
                </a:lnTo>
                <a:lnTo>
                  <a:pt x="142725" y="71247"/>
                </a:lnTo>
                <a:lnTo>
                  <a:pt x="164945" y="64351"/>
                </a:lnTo>
                <a:lnTo>
                  <a:pt x="175629" y="60958"/>
                </a:lnTo>
                <a:lnTo>
                  <a:pt x="215895" y="47550"/>
                </a:lnTo>
                <a:lnTo>
                  <a:pt x="228383" y="49877"/>
                </a:lnTo>
                <a:lnTo>
                  <a:pt x="241106" y="51680"/>
                </a:lnTo>
                <a:lnTo>
                  <a:pt x="280575" y="79664"/>
                </a:lnTo>
                <a:lnTo>
                  <a:pt x="286458" y="90945"/>
                </a:lnTo>
                <a:lnTo>
                  <a:pt x="297615" y="101853"/>
                </a:lnTo>
                <a:lnTo>
                  <a:pt x="308174" y="109939"/>
                </a:lnTo>
                <a:lnTo>
                  <a:pt x="318128" y="116286"/>
                </a:lnTo>
                <a:lnTo>
                  <a:pt x="327469" y="121979"/>
                </a:lnTo>
                <a:lnTo>
                  <a:pt x="340476" y="121492"/>
                </a:lnTo>
                <a:lnTo>
                  <a:pt x="379131" y="119977"/>
                </a:lnTo>
                <a:lnTo>
                  <a:pt x="417324" y="118248"/>
                </a:lnTo>
                <a:lnTo>
                  <a:pt x="467711" y="115323"/>
                </a:lnTo>
                <a:lnTo>
                  <a:pt x="517715" y="111327"/>
                </a:lnTo>
                <a:lnTo>
                  <a:pt x="531152" y="110144"/>
                </a:lnTo>
                <a:lnTo>
                  <a:pt x="569509" y="105830"/>
                </a:lnTo>
                <a:lnTo>
                  <a:pt x="616325" y="86304"/>
                </a:lnTo>
                <a:lnTo>
                  <a:pt x="635472" y="70072"/>
                </a:lnTo>
                <a:lnTo>
                  <a:pt x="644852" y="62348"/>
                </a:lnTo>
                <a:lnTo>
                  <a:pt x="656223" y="54393"/>
                </a:lnTo>
                <a:lnTo>
                  <a:pt x="666890" y="47257"/>
                </a:lnTo>
                <a:lnTo>
                  <a:pt x="677059" y="40601"/>
                </a:lnTo>
                <a:lnTo>
                  <a:pt x="688891" y="47872"/>
                </a:lnTo>
                <a:lnTo>
                  <a:pt x="699629" y="55733"/>
                </a:lnTo>
                <a:lnTo>
                  <a:pt x="709763" y="63649"/>
                </a:lnTo>
                <a:lnTo>
                  <a:pt x="719780" y="71088"/>
                </a:lnTo>
                <a:lnTo>
                  <a:pt x="730169" y="77514"/>
                </a:lnTo>
                <a:lnTo>
                  <a:pt x="741419" y="82393"/>
                </a:lnTo>
                <a:lnTo>
                  <a:pt x="754018" y="85191"/>
                </a:lnTo>
                <a:lnTo>
                  <a:pt x="768993" y="84413"/>
                </a:lnTo>
                <a:lnTo>
                  <a:pt x="817256" y="67269"/>
                </a:lnTo>
                <a:lnTo>
                  <a:pt x="840261" y="51640"/>
                </a:lnTo>
                <a:lnTo>
                  <a:pt x="844263" y="48955"/>
                </a:lnTo>
                <a:lnTo>
                  <a:pt x="846970" y="47435"/>
                </a:lnTo>
                <a:lnTo>
                  <a:pt x="848705" y="47024"/>
                </a:lnTo>
                <a:lnTo>
                  <a:pt x="849791" y="47664"/>
                </a:lnTo>
                <a:lnTo>
                  <a:pt x="850551" y="49296"/>
                </a:lnTo>
                <a:lnTo>
                  <a:pt x="851308" y="51862"/>
                </a:lnTo>
                <a:lnTo>
                  <a:pt x="852385" y="55306"/>
                </a:lnTo>
                <a:lnTo>
                  <a:pt x="885686" y="90507"/>
                </a:lnTo>
                <a:lnTo>
                  <a:pt x="909893" y="97014"/>
                </a:lnTo>
                <a:lnTo>
                  <a:pt x="918246" y="85557"/>
                </a:lnTo>
                <a:lnTo>
                  <a:pt x="924729" y="76398"/>
                </a:lnTo>
                <a:lnTo>
                  <a:pt x="929602" y="69347"/>
                </a:lnTo>
                <a:lnTo>
                  <a:pt x="933120" y="64211"/>
                </a:lnTo>
                <a:lnTo>
                  <a:pt x="935541" y="60800"/>
                </a:lnTo>
                <a:lnTo>
                  <a:pt x="937123" y="58922"/>
                </a:lnTo>
                <a:lnTo>
                  <a:pt x="938124" y="58387"/>
                </a:lnTo>
                <a:lnTo>
                  <a:pt x="938800" y="59003"/>
                </a:lnTo>
                <a:lnTo>
                  <a:pt x="939410" y="60578"/>
                </a:lnTo>
                <a:lnTo>
                  <a:pt x="940210" y="62922"/>
                </a:lnTo>
                <a:lnTo>
                  <a:pt x="941459" y="65844"/>
                </a:lnTo>
                <a:lnTo>
                  <a:pt x="986523" y="85162"/>
                </a:lnTo>
                <a:lnTo>
                  <a:pt x="999013" y="82815"/>
                </a:lnTo>
                <a:lnTo>
                  <a:pt x="1039431" y="53756"/>
                </a:lnTo>
                <a:lnTo>
                  <a:pt x="1046335" y="44033"/>
                </a:lnTo>
                <a:lnTo>
                  <a:pt x="1053601" y="35346"/>
                </a:lnTo>
                <a:lnTo>
                  <a:pt x="1085675" y="12334"/>
                </a:lnTo>
                <a:lnTo>
                  <a:pt x="1120212" y="0"/>
                </a:lnTo>
                <a:lnTo>
                  <a:pt x="1134746" y="8316"/>
                </a:lnTo>
                <a:lnTo>
                  <a:pt x="1146904" y="15215"/>
                </a:lnTo>
                <a:lnTo>
                  <a:pt x="1184700" y="32686"/>
                </a:lnTo>
                <a:lnTo>
                  <a:pt x="1195840" y="33984"/>
                </a:lnTo>
                <a:lnTo>
                  <a:pt x="1202003" y="33897"/>
                </a:lnTo>
                <a:lnTo>
                  <a:pt x="1209045" y="33481"/>
                </a:lnTo>
                <a:lnTo>
                  <a:pt x="1217326" y="32856"/>
                </a:lnTo>
                <a:lnTo>
                  <a:pt x="1227209" y="32143"/>
                </a:lnTo>
                <a:lnTo>
                  <a:pt x="1239054" y="31464"/>
                </a:lnTo>
                <a:lnTo>
                  <a:pt x="1253224" y="30938"/>
                </a:lnTo>
                <a:lnTo>
                  <a:pt x="1270081" y="30687"/>
                </a:lnTo>
                <a:lnTo>
                  <a:pt x="1289985" y="30831"/>
                </a:lnTo>
                <a:lnTo>
                  <a:pt x="1340382" y="32790"/>
                </a:lnTo>
                <a:lnTo>
                  <a:pt x="1384264" y="35820"/>
                </a:lnTo>
                <a:lnTo>
                  <a:pt x="1422223" y="39100"/>
                </a:lnTo>
                <a:lnTo>
                  <a:pt x="1460153" y="42696"/>
                </a:lnTo>
                <a:lnTo>
                  <a:pt x="1472794" y="43916"/>
                </a:lnTo>
                <a:lnTo>
                  <a:pt x="1485436" y="45130"/>
                </a:lnTo>
                <a:lnTo>
                  <a:pt x="1498080" y="46327"/>
                </a:lnTo>
                <a:lnTo>
                  <a:pt x="1510725" y="47498"/>
                </a:lnTo>
                <a:lnTo>
                  <a:pt x="1522887" y="51960"/>
                </a:lnTo>
                <a:lnTo>
                  <a:pt x="1572636" y="62681"/>
                </a:lnTo>
                <a:lnTo>
                  <a:pt x="1610844" y="64952"/>
                </a:lnTo>
                <a:lnTo>
                  <a:pt x="1623444" y="65571"/>
                </a:lnTo>
                <a:lnTo>
                  <a:pt x="1673067" y="70039"/>
                </a:lnTo>
                <a:lnTo>
                  <a:pt x="1709041" y="83983"/>
                </a:lnTo>
                <a:lnTo>
                  <a:pt x="1718683" y="91865"/>
                </a:lnTo>
                <a:lnTo>
                  <a:pt x="1732230" y="87656"/>
                </a:lnTo>
                <a:lnTo>
                  <a:pt x="1775144" y="62289"/>
                </a:lnTo>
                <a:lnTo>
                  <a:pt x="1796292" y="44944"/>
                </a:lnTo>
                <a:lnTo>
                  <a:pt x="1806415" y="38166"/>
                </a:lnTo>
                <a:lnTo>
                  <a:pt x="1821388" y="36905"/>
                </a:lnTo>
                <a:lnTo>
                  <a:pt x="1833464" y="39619"/>
                </a:lnTo>
                <a:lnTo>
                  <a:pt x="1843740" y="43905"/>
                </a:lnTo>
                <a:lnTo>
                  <a:pt x="1853314" y="47359"/>
                </a:lnTo>
                <a:lnTo>
                  <a:pt x="1891246" y="53534"/>
                </a:lnTo>
                <a:lnTo>
                  <a:pt x="1916356" y="56739"/>
                </a:lnTo>
                <a:lnTo>
                  <a:pt x="1928860" y="58317"/>
                </a:lnTo>
                <a:lnTo>
                  <a:pt x="1941330" y="59991"/>
                </a:lnTo>
                <a:lnTo>
                  <a:pt x="1951934" y="67005"/>
                </a:lnTo>
                <a:lnTo>
                  <a:pt x="1960515" y="72775"/>
                </a:lnTo>
                <a:lnTo>
                  <a:pt x="1967347" y="77397"/>
                </a:lnTo>
                <a:lnTo>
                  <a:pt x="1972706" y="80967"/>
                </a:lnTo>
                <a:lnTo>
                  <a:pt x="1976868" y="83580"/>
                </a:lnTo>
                <a:lnTo>
                  <a:pt x="1980107" y="85331"/>
                </a:lnTo>
                <a:lnTo>
                  <a:pt x="1982700" y="86317"/>
                </a:lnTo>
                <a:lnTo>
                  <a:pt x="1984921" y="86633"/>
                </a:lnTo>
                <a:lnTo>
                  <a:pt x="1987045" y="86374"/>
                </a:lnTo>
                <a:lnTo>
                  <a:pt x="1989348" y="85637"/>
                </a:lnTo>
                <a:lnTo>
                  <a:pt x="1992106" y="84516"/>
                </a:lnTo>
                <a:lnTo>
                  <a:pt x="1995593" y="83107"/>
                </a:lnTo>
                <a:lnTo>
                  <a:pt x="2033610" y="75091"/>
                </a:lnTo>
                <a:lnTo>
                  <a:pt x="2082795" y="72946"/>
                </a:lnTo>
                <a:lnTo>
                  <a:pt x="2095488" y="73144"/>
                </a:lnTo>
                <a:lnTo>
                  <a:pt x="2146113" y="76972"/>
                </a:lnTo>
                <a:lnTo>
                  <a:pt x="2184008" y="81445"/>
                </a:lnTo>
                <a:lnTo>
                  <a:pt x="2196640" y="82940"/>
                </a:lnTo>
                <a:lnTo>
                  <a:pt x="2243317" y="81265"/>
                </a:lnTo>
                <a:lnTo>
                  <a:pt x="2282884" y="72597"/>
                </a:lnTo>
                <a:lnTo>
                  <a:pt x="2294917" y="69281"/>
                </a:lnTo>
                <a:lnTo>
                  <a:pt x="2293639" y="69592"/>
                </a:lnTo>
                <a:lnTo>
                  <a:pt x="2336770" y="86704"/>
                </a:lnTo>
                <a:lnTo>
                  <a:pt x="2374816" y="89380"/>
                </a:lnTo>
                <a:lnTo>
                  <a:pt x="2412903" y="91469"/>
                </a:lnTo>
                <a:lnTo>
                  <a:pt x="2451017" y="93160"/>
                </a:lnTo>
                <a:lnTo>
                  <a:pt x="2489146" y="94642"/>
                </a:lnTo>
                <a:lnTo>
                  <a:pt x="2501857" y="95122"/>
                </a:lnTo>
                <a:lnTo>
                  <a:pt x="2514567" y="95606"/>
                </a:lnTo>
                <a:lnTo>
                  <a:pt x="2552690" y="97157"/>
                </a:lnTo>
                <a:lnTo>
                  <a:pt x="2601912" y="107736"/>
                </a:lnTo>
                <a:lnTo>
                  <a:pt x="2614151" y="110820"/>
                </a:lnTo>
                <a:lnTo>
                  <a:pt x="2627173" y="111679"/>
                </a:lnTo>
                <a:lnTo>
                  <a:pt x="2640275" y="112038"/>
                </a:lnTo>
                <a:lnTo>
                  <a:pt x="2653440" y="111976"/>
                </a:lnTo>
                <a:lnTo>
                  <a:pt x="2693141" y="110061"/>
                </a:lnTo>
                <a:lnTo>
                  <a:pt x="2719608" y="108142"/>
                </a:lnTo>
                <a:lnTo>
                  <a:pt x="2732790" y="107229"/>
                </a:lnTo>
                <a:lnTo>
                  <a:pt x="2745914" y="106453"/>
                </a:lnTo>
                <a:lnTo>
                  <a:pt x="2758964" y="105893"/>
                </a:lnTo>
                <a:lnTo>
                  <a:pt x="2771921" y="105630"/>
                </a:lnTo>
                <a:lnTo>
                  <a:pt x="2784770" y="105742"/>
                </a:lnTo>
                <a:lnTo>
                  <a:pt x="2834729" y="111546"/>
                </a:lnTo>
                <a:lnTo>
                  <a:pt x="2878649" y="129698"/>
                </a:lnTo>
                <a:lnTo>
                  <a:pt x="2888482" y="158610"/>
                </a:lnTo>
                <a:lnTo>
                  <a:pt x="2888234" y="170759"/>
                </a:lnTo>
                <a:lnTo>
                  <a:pt x="2887040" y="183575"/>
                </a:lnTo>
                <a:lnTo>
                  <a:pt x="2885390" y="196705"/>
                </a:lnTo>
                <a:lnTo>
                  <a:pt x="2883777" y="209795"/>
                </a:lnTo>
                <a:lnTo>
                  <a:pt x="2882689" y="222492"/>
                </a:lnTo>
                <a:lnTo>
                  <a:pt x="2882617" y="234443"/>
                </a:lnTo>
                <a:lnTo>
                  <a:pt x="2883899" y="247638"/>
                </a:lnTo>
                <a:lnTo>
                  <a:pt x="2885134" y="260683"/>
                </a:lnTo>
                <a:lnTo>
                  <a:pt x="2888627" y="299056"/>
                </a:lnTo>
                <a:lnTo>
                  <a:pt x="2891935" y="336591"/>
                </a:lnTo>
                <a:lnTo>
                  <a:pt x="2893026" y="348984"/>
                </a:lnTo>
                <a:lnTo>
                  <a:pt x="2894123" y="361342"/>
                </a:lnTo>
                <a:lnTo>
                  <a:pt x="2895230" y="373678"/>
                </a:lnTo>
                <a:lnTo>
                  <a:pt x="2892620" y="386864"/>
                </a:lnTo>
                <a:lnTo>
                  <a:pt x="2883727" y="425520"/>
                </a:lnTo>
                <a:lnTo>
                  <a:pt x="2852535" y="468155"/>
                </a:lnTo>
                <a:lnTo>
                  <a:pt x="2819526" y="479299"/>
                </a:lnTo>
                <a:lnTo>
                  <a:pt x="2829363" y="487441"/>
                </a:lnTo>
                <a:lnTo>
                  <a:pt x="2859006" y="511810"/>
                </a:lnTo>
                <a:lnTo>
                  <a:pt x="2899270" y="525209"/>
                </a:lnTo>
                <a:lnTo>
                  <a:pt x="2948235" y="535415"/>
                </a:lnTo>
                <a:lnTo>
                  <a:pt x="2959839" y="537557"/>
                </a:lnTo>
                <a:lnTo>
                  <a:pt x="3007380" y="550174"/>
                </a:lnTo>
                <a:lnTo>
                  <a:pt x="3018894" y="554278"/>
                </a:lnTo>
                <a:lnTo>
                  <a:pt x="2946410" y="580950"/>
                </a:lnTo>
                <a:lnTo>
                  <a:pt x="2937143" y="588408"/>
                </a:lnTo>
                <a:lnTo>
                  <a:pt x="2931295" y="600259"/>
                </a:lnTo>
                <a:lnTo>
                  <a:pt x="2925659" y="612751"/>
                </a:lnTo>
                <a:lnTo>
                  <a:pt x="2914005" y="624033"/>
                </a:lnTo>
                <a:lnTo>
                  <a:pt x="2871316" y="648523"/>
                </a:lnTo>
                <a:lnTo>
                  <a:pt x="2848132" y="656050"/>
                </a:lnTo>
                <a:lnTo>
                  <a:pt x="2838831" y="666350"/>
                </a:lnTo>
                <a:lnTo>
                  <a:pt x="2817706" y="706477"/>
                </a:lnTo>
                <a:lnTo>
                  <a:pt x="2808590" y="750715"/>
                </a:lnTo>
                <a:lnTo>
                  <a:pt x="2806925" y="768893"/>
                </a:lnTo>
                <a:lnTo>
                  <a:pt x="2806939" y="775347"/>
                </a:lnTo>
                <a:lnTo>
                  <a:pt x="2807306" y="780382"/>
                </a:lnTo>
                <a:lnTo>
                  <a:pt x="2807867" y="784251"/>
                </a:lnTo>
                <a:lnTo>
                  <a:pt x="2808461" y="787206"/>
                </a:lnTo>
                <a:lnTo>
                  <a:pt x="2808931" y="789502"/>
                </a:lnTo>
                <a:lnTo>
                  <a:pt x="2809117" y="791392"/>
                </a:lnTo>
                <a:lnTo>
                  <a:pt x="2789110" y="814493"/>
                </a:lnTo>
                <a:lnTo>
                  <a:pt x="2781299" y="82224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4396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z="3600" spc="-20" dirty="0">
                <a:latin typeface="Calibri"/>
                <a:cs typeface="Calibri"/>
              </a:rPr>
              <a:t>B</a:t>
            </a:r>
            <a:r>
              <a:rPr sz="3600" spc="-10" dirty="0">
                <a:latin typeface="Calibri"/>
                <a:cs typeface="Calibri"/>
              </a:rPr>
              <a:t>l</a:t>
            </a:r>
            <a:r>
              <a:rPr sz="3600" dirty="0">
                <a:latin typeface="Calibri"/>
                <a:cs typeface="Calibri"/>
              </a:rPr>
              <a:t>o</a:t>
            </a:r>
            <a:r>
              <a:rPr sz="3600" spc="-25" dirty="0">
                <a:latin typeface="Calibri"/>
                <a:cs typeface="Calibri"/>
              </a:rPr>
              <a:t>c</a:t>
            </a:r>
            <a:r>
              <a:rPr sz="3600" spc="-20" dirty="0">
                <a:latin typeface="Calibri"/>
                <a:cs typeface="Calibri"/>
              </a:rPr>
              <a:t>k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5" dirty="0">
                <a:latin typeface="Calibri"/>
                <a:cs typeface="Calibri"/>
              </a:rPr>
              <a:t>D</a:t>
            </a:r>
            <a:r>
              <a:rPr sz="3600" spc="-10" dirty="0">
                <a:latin typeface="Calibri"/>
                <a:cs typeface="Calibri"/>
              </a:rPr>
              <a:t>ia</a:t>
            </a:r>
            <a:r>
              <a:rPr sz="3600" spc="5" dirty="0">
                <a:latin typeface="Calibri"/>
                <a:cs typeface="Calibri"/>
              </a:rPr>
              <a:t>g</a:t>
            </a:r>
            <a:r>
              <a:rPr sz="3600" spc="-90" dirty="0">
                <a:latin typeface="Calibri"/>
                <a:cs typeface="Calibri"/>
              </a:rPr>
              <a:t>r</a:t>
            </a:r>
            <a:r>
              <a:rPr sz="3600" spc="-30" dirty="0">
                <a:latin typeface="Calibri"/>
                <a:cs typeface="Calibri"/>
              </a:rPr>
              <a:t>am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700" y="2506983"/>
            <a:ext cx="1765300" cy="0"/>
          </a:xfrm>
          <a:custGeom>
            <a:avLst/>
            <a:gdLst/>
            <a:ahLst/>
            <a:cxnLst/>
            <a:rect l="l" t="t" r="r" b="b"/>
            <a:pathLst>
              <a:path w="1765300">
                <a:moveTo>
                  <a:pt x="0" y="0"/>
                </a:moveTo>
                <a:lnTo>
                  <a:pt x="1764982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92486" y="200619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1226" y="200619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306" y="2087981"/>
            <a:ext cx="144462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32269" y="252214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2043" y="2603749"/>
            <a:ext cx="87312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35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22379" y="1972312"/>
            <a:ext cx="1879600" cy="1069340"/>
          </a:xfrm>
          <a:custGeom>
            <a:avLst/>
            <a:gdLst/>
            <a:ahLst/>
            <a:cxnLst/>
            <a:rect l="l" t="t" r="r" b="b"/>
            <a:pathLst>
              <a:path w="1879600" h="1069339">
                <a:moveTo>
                  <a:pt x="0" y="1069348"/>
                </a:moveTo>
                <a:lnTo>
                  <a:pt x="1879604" y="1069348"/>
                </a:lnTo>
                <a:lnTo>
                  <a:pt x="1879604" y="0"/>
                </a:lnTo>
                <a:lnTo>
                  <a:pt x="0" y="0"/>
                </a:lnTo>
                <a:lnTo>
                  <a:pt x="0" y="106934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42589" y="3601042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97644" y="3688174"/>
            <a:ext cx="44767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30" dirty="0">
                <a:latin typeface="Times New Roman"/>
                <a:cs typeface="Times New Roman"/>
              </a:rPr>
              <a:t>g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42509" y="3549646"/>
            <a:ext cx="815340" cy="591820"/>
          </a:xfrm>
          <a:custGeom>
            <a:avLst/>
            <a:gdLst/>
            <a:ahLst/>
            <a:cxnLst/>
            <a:rect l="l" t="t" r="r" b="b"/>
            <a:pathLst>
              <a:path w="815339" h="591820">
                <a:moveTo>
                  <a:pt x="0" y="591824"/>
                </a:moveTo>
                <a:lnTo>
                  <a:pt x="815339" y="591824"/>
                </a:lnTo>
                <a:lnTo>
                  <a:pt x="815339" y="0"/>
                </a:lnTo>
                <a:lnTo>
                  <a:pt x="0" y="0"/>
                </a:lnTo>
                <a:lnTo>
                  <a:pt x="0" y="59182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73743" y="4515567"/>
            <a:ext cx="25527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7" baseline="-19943" dirty="0">
                <a:latin typeface="Times New Roman"/>
                <a:cs typeface="Times New Roman"/>
              </a:rPr>
              <a:t>0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71659" y="4461510"/>
            <a:ext cx="393700" cy="505459"/>
          </a:xfrm>
          <a:custGeom>
            <a:avLst/>
            <a:gdLst/>
            <a:ahLst/>
            <a:cxnLst/>
            <a:rect l="l" t="t" r="r" b="b"/>
            <a:pathLst>
              <a:path w="393700" h="505460">
                <a:moveTo>
                  <a:pt x="0" y="505455"/>
                </a:moveTo>
                <a:lnTo>
                  <a:pt x="393704" y="505455"/>
                </a:lnTo>
                <a:lnTo>
                  <a:pt x="393704" y="0"/>
                </a:lnTo>
                <a:lnTo>
                  <a:pt x="0" y="0"/>
                </a:lnTo>
                <a:lnTo>
                  <a:pt x="0" y="50545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3581" y="2493018"/>
            <a:ext cx="881380" cy="0"/>
          </a:xfrm>
          <a:custGeom>
            <a:avLst/>
            <a:gdLst/>
            <a:ahLst/>
            <a:cxnLst/>
            <a:rect l="l" t="t" r="r" b="b"/>
            <a:pathLst>
              <a:path w="881380">
                <a:moveTo>
                  <a:pt x="0" y="0"/>
                </a:moveTo>
                <a:lnTo>
                  <a:pt x="880977" y="0"/>
                </a:lnTo>
              </a:path>
            </a:pathLst>
          </a:custGeom>
          <a:ln w="140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51114" y="2508031"/>
            <a:ext cx="28829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46911" y="2589646"/>
            <a:ext cx="606425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0759" y="2080170"/>
            <a:ext cx="27178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2925" i="1" spc="7" baseline="-19943" dirty="0">
                <a:latin typeface="Times New Roman"/>
                <a:cs typeface="Times New Roman"/>
              </a:rPr>
              <a:t>I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6429" y="2043440"/>
            <a:ext cx="1008380" cy="899160"/>
          </a:xfrm>
          <a:custGeom>
            <a:avLst/>
            <a:gdLst/>
            <a:ahLst/>
            <a:cxnLst/>
            <a:rect l="l" t="t" r="r" b="b"/>
            <a:pathLst>
              <a:path w="1008380" h="899160">
                <a:moveTo>
                  <a:pt x="0" y="899159"/>
                </a:moveTo>
                <a:lnTo>
                  <a:pt x="1008375" y="899159"/>
                </a:lnTo>
                <a:lnTo>
                  <a:pt x="1008375" y="0"/>
                </a:lnTo>
                <a:lnTo>
                  <a:pt x="0" y="0"/>
                </a:lnTo>
                <a:lnTo>
                  <a:pt x="0" y="8991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9974" y="229743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9974" y="229743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06580" y="229743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87" y="395583"/>
                </a:lnTo>
                <a:lnTo>
                  <a:pt x="265745" y="386140"/>
                </a:lnTo>
                <a:lnTo>
                  <a:pt x="308286" y="366558"/>
                </a:lnTo>
                <a:lnTo>
                  <a:pt x="344705" y="338213"/>
                </a:lnTo>
                <a:lnTo>
                  <a:pt x="373599" y="302483"/>
                </a:lnTo>
                <a:lnTo>
                  <a:pt x="393562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2" y="135497"/>
                </a:lnTo>
                <a:lnTo>
                  <a:pt x="373599" y="93756"/>
                </a:lnTo>
                <a:lnTo>
                  <a:pt x="344705" y="58026"/>
                </a:lnTo>
                <a:lnTo>
                  <a:pt x="308286" y="29681"/>
                </a:lnTo>
                <a:lnTo>
                  <a:pt x="265745" y="10099"/>
                </a:lnTo>
                <a:lnTo>
                  <a:pt x="218487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06580" y="229743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87" y="656"/>
                </a:lnTo>
                <a:lnTo>
                  <a:pt x="265745" y="10099"/>
                </a:lnTo>
                <a:lnTo>
                  <a:pt x="308286" y="29681"/>
                </a:lnTo>
                <a:lnTo>
                  <a:pt x="344705" y="58026"/>
                </a:lnTo>
                <a:lnTo>
                  <a:pt x="373599" y="93756"/>
                </a:lnTo>
                <a:lnTo>
                  <a:pt x="393562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2" y="260742"/>
                </a:lnTo>
                <a:lnTo>
                  <a:pt x="373599" y="302483"/>
                </a:lnTo>
                <a:lnTo>
                  <a:pt x="344705" y="338213"/>
                </a:lnTo>
                <a:lnTo>
                  <a:pt x="308286" y="366558"/>
                </a:lnTo>
                <a:lnTo>
                  <a:pt x="265745" y="386140"/>
                </a:lnTo>
                <a:lnTo>
                  <a:pt x="218487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04859" y="2297430"/>
            <a:ext cx="407034" cy="396240"/>
          </a:xfrm>
          <a:custGeom>
            <a:avLst/>
            <a:gdLst/>
            <a:ahLst/>
            <a:cxnLst/>
            <a:rect l="l" t="t" r="r" b="b"/>
            <a:pathLst>
              <a:path w="407035" h="396239">
                <a:moveTo>
                  <a:pt x="203210" y="0"/>
                </a:moveTo>
                <a:lnTo>
                  <a:pt x="154377" y="5757"/>
                </a:lnTo>
                <a:lnTo>
                  <a:pt x="109824" y="22112"/>
                </a:lnTo>
                <a:lnTo>
                  <a:pt x="70964" y="47689"/>
                </a:lnTo>
                <a:lnTo>
                  <a:pt x="39208" y="81110"/>
                </a:lnTo>
                <a:lnTo>
                  <a:pt x="15969" y="121000"/>
                </a:lnTo>
                <a:lnTo>
                  <a:pt x="2659" y="165982"/>
                </a:lnTo>
                <a:lnTo>
                  <a:pt x="0" y="198119"/>
                </a:lnTo>
                <a:lnTo>
                  <a:pt x="673" y="214369"/>
                </a:lnTo>
                <a:lnTo>
                  <a:pt x="10360" y="260742"/>
                </a:lnTo>
                <a:lnTo>
                  <a:pt x="30446" y="302483"/>
                </a:lnTo>
                <a:lnTo>
                  <a:pt x="59519" y="338213"/>
                </a:lnTo>
                <a:lnTo>
                  <a:pt x="96168" y="366558"/>
                </a:lnTo>
                <a:lnTo>
                  <a:pt x="138980" y="386140"/>
                </a:lnTo>
                <a:lnTo>
                  <a:pt x="186544" y="395583"/>
                </a:lnTo>
                <a:lnTo>
                  <a:pt x="203210" y="396239"/>
                </a:lnTo>
                <a:lnTo>
                  <a:pt x="219876" y="395583"/>
                </a:lnTo>
                <a:lnTo>
                  <a:pt x="267439" y="386140"/>
                </a:lnTo>
                <a:lnTo>
                  <a:pt x="310251" y="366558"/>
                </a:lnTo>
                <a:lnTo>
                  <a:pt x="346900" y="338213"/>
                </a:lnTo>
                <a:lnTo>
                  <a:pt x="375974" y="302483"/>
                </a:lnTo>
                <a:lnTo>
                  <a:pt x="396060" y="260742"/>
                </a:lnTo>
                <a:lnTo>
                  <a:pt x="405746" y="214369"/>
                </a:lnTo>
                <a:lnTo>
                  <a:pt x="406420" y="198119"/>
                </a:lnTo>
                <a:lnTo>
                  <a:pt x="405746" y="181870"/>
                </a:lnTo>
                <a:lnTo>
                  <a:pt x="396060" y="135497"/>
                </a:lnTo>
                <a:lnTo>
                  <a:pt x="375974" y="93756"/>
                </a:lnTo>
                <a:lnTo>
                  <a:pt x="346900" y="58026"/>
                </a:lnTo>
                <a:lnTo>
                  <a:pt x="310251" y="29681"/>
                </a:lnTo>
                <a:lnTo>
                  <a:pt x="267439" y="10099"/>
                </a:lnTo>
                <a:lnTo>
                  <a:pt x="219876" y="656"/>
                </a:lnTo>
                <a:lnTo>
                  <a:pt x="203210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04859" y="2297430"/>
            <a:ext cx="407034" cy="396240"/>
          </a:xfrm>
          <a:custGeom>
            <a:avLst/>
            <a:gdLst/>
            <a:ahLst/>
            <a:cxnLst/>
            <a:rect l="l" t="t" r="r" b="b"/>
            <a:pathLst>
              <a:path w="407035" h="396239">
                <a:moveTo>
                  <a:pt x="0" y="198119"/>
                </a:moveTo>
                <a:lnTo>
                  <a:pt x="5905" y="150507"/>
                </a:lnTo>
                <a:lnTo>
                  <a:pt x="22682" y="107070"/>
                </a:lnTo>
                <a:lnTo>
                  <a:pt x="48917" y="69183"/>
                </a:lnTo>
                <a:lnTo>
                  <a:pt x="83197" y="38224"/>
                </a:lnTo>
                <a:lnTo>
                  <a:pt x="124112" y="15568"/>
                </a:lnTo>
                <a:lnTo>
                  <a:pt x="170249" y="2592"/>
                </a:lnTo>
                <a:lnTo>
                  <a:pt x="203210" y="0"/>
                </a:lnTo>
                <a:lnTo>
                  <a:pt x="219876" y="656"/>
                </a:lnTo>
                <a:lnTo>
                  <a:pt x="267439" y="10099"/>
                </a:lnTo>
                <a:lnTo>
                  <a:pt x="310251" y="29681"/>
                </a:lnTo>
                <a:lnTo>
                  <a:pt x="346900" y="58026"/>
                </a:lnTo>
                <a:lnTo>
                  <a:pt x="375974" y="93756"/>
                </a:lnTo>
                <a:lnTo>
                  <a:pt x="396060" y="135497"/>
                </a:lnTo>
                <a:lnTo>
                  <a:pt x="405746" y="181870"/>
                </a:lnTo>
                <a:lnTo>
                  <a:pt x="406420" y="198119"/>
                </a:lnTo>
                <a:lnTo>
                  <a:pt x="405746" y="214369"/>
                </a:lnTo>
                <a:lnTo>
                  <a:pt x="396060" y="260742"/>
                </a:lnTo>
                <a:lnTo>
                  <a:pt x="375974" y="302483"/>
                </a:lnTo>
                <a:lnTo>
                  <a:pt x="346900" y="338213"/>
                </a:lnTo>
                <a:lnTo>
                  <a:pt x="310251" y="366558"/>
                </a:lnTo>
                <a:lnTo>
                  <a:pt x="267439" y="386140"/>
                </a:lnTo>
                <a:lnTo>
                  <a:pt x="219876" y="395583"/>
                </a:lnTo>
                <a:lnTo>
                  <a:pt x="203210" y="396239"/>
                </a:lnTo>
                <a:lnTo>
                  <a:pt x="186544" y="395583"/>
                </a:lnTo>
                <a:lnTo>
                  <a:pt x="138980" y="386140"/>
                </a:lnTo>
                <a:lnTo>
                  <a:pt x="96168" y="366558"/>
                </a:lnTo>
                <a:lnTo>
                  <a:pt x="59519" y="338213"/>
                </a:lnTo>
                <a:lnTo>
                  <a:pt x="30446" y="302483"/>
                </a:lnTo>
                <a:lnTo>
                  <a:pt x="10360" y="260742"/>
                </a:lnTo>
                <a:lnTo>
                  <a:pt x="673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33833" y="249314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65160" y="242684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41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7494" y="249555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77549" y="242885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90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22269" y="249567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3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53587" y="242937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7" y="133349"/>
                </a:moveTo>
                <a:lnTo>
                  <a:pt x="11454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21429" y="251344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3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52747" y="244714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7" y="133349"/>
                </a:moveTo>
                <a:lnTo>
                  <a:pt x="11454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96899" y="2493203"/>
            <a:ext cx="615315" cy="3175"/>
          </a:xfrm>
          <a:custGeom>
            <a:avLst/>
            <a:gdLst/>
            <a:ahLst/>
            <a:cxnLst/>
            <a:rect l="l" t="t" r="r" b="b"/>
            <a:pathLst>
              <a:path w="615315" h="3175">
                <a:moveTo>
                  <a:pt x="0" y="2956"/>
                </a:moveTo>
                <a:lnTo>
                  <a:pt x="61472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797015" y="242709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640" y="133349"/>
                </a:moveTo>
                <a:lnTo>
                  <a:pt x="114604" y="66111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20780" y="2731373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54089" y="273137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90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07229" y="2731373"/>
            <a:ext cx="0" cy="1114425"/>
          </a:xfrm>
          <a:custGeom>
            <a:avLst/>
            <a:gdLst/>
            <a:ahLst/>
            <a:cxnLst/>
            <a:rect l="l" t="t" r="r" b="b"/>
            <a:pathLst>
              <a:path h="1114425">
                <a:moveTo>
                  <a:pt x="0" y="1114428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40570" y="273137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59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33165" y="2731373"/>
            <a:ext cx="0" cy="2806700"/>
          </a:xfrm>
          <a:custGeom>
            <a:avLst/>
            <a:gdLst/>
            <a:ahLst/>
            <a:cxnLst/>
            <a:rect l="l" t="t" r="r" b="b"/>
            <a:pathLst>
              <a:path h="2806700">
                <a:moveTo>
                  <a:pt x="0" y="2806616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66503" y="273137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89019" y="2492989"/>
            <a:ext cx="0" cy="3032125"/>
          </a:xfrm>
          <a:custGeom>
            <a:avLst/>
            <a:gdLst/>
            <a:ahLst/>
            <a:cxnLst/>
            <a:rect l="l" t="t" r="r" b="b"/>
            <a:pathLst>
              <a:path h="3032125">
                <a:moveTo>
                  <a:pt x="0" y="3031854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03208" y="2642712"/>
            <a:ext cx="768985" cy="630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ts val="264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98980" y="1997551"/>
            <a:ext cx="5657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11018" y="2028031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507229" y="3844290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604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608070" y="4710434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84143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85403" y="3844290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457504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85403" y="377759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8"/>
                </a:lnTo>
                <a:lnTo>
                  <a:pt x="114299" y="133353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52294" y="4710434"/>
            <a:ext cx="3738245" cy="0"/>
          </a:xfrm>
          <a:custGeom>
            <a:avLst/>
            <a:gdLst/>
            <a:ahLst/>
            <a:cxnLst/>
            <a:rect l="l" t="t" r="r" b="b"/>
            <a:pathLst>
              <a:path w="3738245">
                <a:moveTo>
                  <a:pt x="3738036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852294" y="4643746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233165" y="5525773"/>
            <a:ext cx="7358380" cy="0"/>
          </a:xfrm>
          <a:custGeom>
            <a:avLst/>
            <a:gdLst/>
            <a:ahLst/>
            <a:cxnLst/>
            <a:rect l="l" t="t" r="r" b="b"/>
            <a:pathLst>
              <a:path w="7358380">
                <a:moveTo>
                  <a:pt x="735817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82638" y="208177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043240" y="211714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06840" y="215270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59140" y="277500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58300" y="279786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43482" y="3093259"/>
            <a:ext cx="1092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525242" y="4947448"/>
            <a:ext cx="17907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6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tio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al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903829" y="3111255"/>
            <a:ext cx="89725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“p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lu</a:t>
            </a:r>
            <a:r>
              <a:rPr sz="2800" b="0" spc="-20" dirty="0">
                <a:solidFill>
                  <a:srgbClr val="C00000"/>
                </a:solidFill>
                <a:latin typeface="Calibri Light"/>
                <a:cs typeface="Calibri Light"/>
              </a:rPr>
              <a:t>s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”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917035" y="3136909"/>
            <a:ext cx="924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142999" y="2492989"/>
            <a:ext cx="0" cy="1351915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1351751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712970" y="2508412"/>
            <a:ext cx="1675130" cy="7620"/>
          </a:xfrm>
          <a:custGeom>
            <a:avLst/>
            <a:gdLst/>
            <a:ahLst/>
            <a:cxnLst/>
            <a:rect l="l" t="t" r="r" b="b"/>
            <a:pathLst>
              <a:path w="1675129" h="7619">
                <a:moveTo>
                  <a:pt x="0" y="7406"/>
                </a:moveTo>
                <a:lnTo>
                  <a:pt x="1674662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73027" y="244227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609" y="133349"/>
                </a:moveTo>
                <a:lnTo>
                  <a:pt x="114604" y="66141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056212" y="6239638"/>
            <a:ext cx="763905" cy="0"/>
          </a:xfrm>
          <a:custGeom>
            <a:avLst/>
            <a:gdLst/>
            <a:ahLst/>
            <a:cxnLst/>
            <a:rect l="l" t="t" r="r" b="b"/>
            <a:pathLst>
              <a:path w="763904">
                <a:moveTo>
                  <a:pt x="0" y="0"/>
                </a:moveTo>
                <a:lnTo>
                  <a:pt x="763859" y="0"/>
                </a:lnTo>
              </a:path>
            </a:pathLst>
          </a:custGeom>
          <a:ln w="12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685849" y="5992856"/>
            <a:ext cx="1979930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aseline="-31746" dirty="0">
                <a:latin typeface="Times New Roman"/>
                <a:cs typeface="Times New Roman"/>
              </a:rPr>
              <a:t>1</a:t>
            </a:r>
            <a:r>
              <a:rPr sz="2100" spc="195" baseline="-31746" dirty="0">
                <a:latin typeface="Times New Roman"/>
                <a:cs typeface="Times New Roman"/>
              </a:rPr>
              <a:t> </a:t>
            </a:r>
            <a:r>
              <a:rPr sz="4800" spc="-240" baseline="-3472" dirty="0">
                <a:latin typeface="Symbol"/>
                <a:cs typeface="Symbol"/>
              </a:rPr>
              <a:t></a:t>
            </a:r>
            <a:r>
              <a:rPr sz="2400" i="1" spc="25" dirty="0">
                <a:latin typeface="Times New Roman"/>
                <a:cs typeface="Times New Roman"/>
              </a:rPr>
              <a:t>y</a:t>
            </a:r>
            <a:r>
              <a:rPr sz="2100" i="1" baseline="-23809" dirty="0">
                <a:latin typeface="Times New Roman"/>
                <a:cs typeface="Times New Roman"/>
              </a:rPr>
              <a:t>d</a:t>
            </a:r>
            <a:r>
              <a:rPr sz="2100" i="1" spc="112" baseline="-23809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10" dirty="0">
                <a:latin typeface="Times New Roman"/>
                <a:cs typeface="Times New Roman"/>
              </a:rPr>
              <a:t>k</a:t>
            </a:r>
            <a:r>
              <a:rPr sz="2400" i="1" spc="-3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Symbol"/>
                <a:cs typeface="Symbol"/>
              </a:rPr>
              <a:t>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y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10" dirty="0">
                <a:latin typeface="Times New Roman"/>
                <a:cs typeface="Times New Roman"/>
              </a:rPr>
              <a:t>k</a:t>
            </a:r>
            <a:r>
              <a:rPr sz="2400" i="1" spc="-38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)</a:t>
            </a:r>
            <a:r>
              <a:rPr sz="4800" spc="-577" baseline="-3472" dirty="0">
                <a:latin typeface="Symbol"/>
                <a:cs typeface="Symbol"/>
              </a:rPr>
              <a:t></a:t>
            </a:r>
            <a:endParaRPr sz="4800" baseline="-3472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30648" y="6260450"/>
            <a:ext cx="681355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0" dirty="0">
                <a:latin typeface="Times New Roman"/>
                <a:cs typeface="Times New Roman"/>
              </a:rPr>
              <a:t>1</a:t>
            </a:r>
            <a:r>
              <a:rPr sz="2400" spc="20" dirty="0">
                <a:latin typeface="Symbol"/>
                <a:cs typeface="Symbol"/>
              </a:rPr>
              <a:t>−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i="1" spc="175" dirty="0">
                <a:latin typeface="Times New Roman"/>
                <a:cs typeface="Times New Roman"/>
              </a:rPr>
              <a:t>z</a:t>
            </a:r>
            <a:r>
              <a:rPr sz="2100" baseline="43650" dirty="0">
                <a:latin typeface="Symbol"/>
                <a:cs typeface="Symbol"/>
              </a:rPr>
              <a:t>−</a:t>
            </a:r>
            <a:endParaRPr sz="2100" baseline="43650"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71348" y="6051320"/>
            <a:ext cx="3535679" cy="39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20" dirty="0">
                <a:latin typeface="Times New Roman"/>
                <a:cs typeface="Times New Roman"/>
              </a:rPr>
              <a:t>u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10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Symbol"/>
                <a:cs typeface="Symbol"/>
              </a:rPr>
              <a:t>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Symbol"/>
                <a:cs typeface="Symbol"/>
              </a:rPr>
              <a:t>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100" baseline="-23809" dirty="0">
                <a:latin typeface="Times New Roman"/>
                <a:cs typeface="Times New Roman"/>
              </a:rPr>
              <a:t>0</a:t>
            </a:r>
            <a:r>
              <a:rPr sz="2100" spc="-7" baseline="-23809" dirty="0">
                <a:latin typeface="Times New Roman"/>
                <a:cs typeface="Times New Roman"/>
              </a:rPr>
              <a:t> </a:t>
            </a:r>
            <a:r>
              <a:rPr sz="2400" i="1" spc="100" dirty="0">
                <a:latin typeface="Times New Roman"/>
                <a:cs typeface="Times New Roman"/>
              </a:rPr>
              <a:t>y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10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Symbol"/>
                <a:cs typeface="Symbol"/>
              </a:rPr>
              <a:t>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g</a:t>
            </a:r>
            <a:r>
              <a:rPr sz="2100" spc="-97" baseline="-23809" dirty="0">
                <a:latin typeface="Times New Roman"/>
                <a:cs typeface="Times New Roman"/>
              </a:rPr>
              <a:t>1</a:t>
            </a:r>
            <a:r>
              <a:rPr sz="2400" i="1" spc="125" dirty="0">
                <a:latin typeface="Times New Roman"/>
                <a:cs typeface="Times New Roman"/>
              </a:rPr>
              <a:t>u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10" dirty="0">
                <a:latin typeface="Times New Roman"/>
                <a:cs typeface="Times New Roman"/>
              </a:rPr>
              <a:t>k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Symbol"/>
                <a:cs typeface="Symbol"/>
              </a:rPr>
              <a:t></a:t>
            </a:r>
            <a:r>
              <a:rPr sz="2400" spc="-185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297861" y="5861484"/>
            <a:ext cx="234315" cy="387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0" dirty="0">
                <a:latin typeface="Times New Roman"/>
                <a:cs typeface="Times New Roman"/>
              </a:rPr>
              <a:t>k</a:t>
            </a:r>
            <a:r>
              <a:rPr sz="2100" i="1" baseline="-23809" dirty="0">
                <a:latin typeface="Times New Roman"/>
                <a:cs typeface="Times New Roman"/>
              </a:rPr>
              <a:t>I</a:t>
            </a:r>
            <a:endParaRPr sz="2100" baseline="-2380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699" y="845637"/>
            <a:ext cx="299275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05094" y="2494290"/>
            <a:ext cx="1765300" cy="0"/>
          </a:xfrm>
          <a:custGeom>
            <a:avLst/>
            <a:gdLst/>
            <a:ahLst/>
            <a:cxnLst/>
            <a:rect l="l" t="t" r="r" b="b"/>
            <a:pathLst>
              <a:path w="1765300">
                <a:moveTo>
                  <a:pt x="0" y="0"/>
                </a:moveTo>
                <a:lnTo>
                  <a:pt x="1765012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7886" y="199349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6626" y="199349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4706" y="2075269"/>
            <a:ext cx="144462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7669" y="2509430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7444" y="2591036"/>
            <a:ext cx="87312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35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47799" y="1959614"/>
            <a:ext cx="1879600" cy="1069340"/>
          </a:xfrm>
          <a:custGeom>
            <a:avLst/>
            <a:gdLst/>
            <a:ahLst/>
            <a:cxnLst/>
            <a:rect l="l" t="t" r="r" b="b"/>
            <a:pathLst>
              <a:path w="1879600" h="1069339">
                <a:moveTo>
                  <a:pt x="0" y="1069335"/>
                </a:moveTo>
                <a:lnTo>
                  <a:pt x="1879591" y="1069335"/>
                </a:lnTo>
                <a:lnTo>
                  <a:pt x="1879591" y="0"/>
                </a:lnTo>
                <a:lnTo>
                  <a:pt x="0" y="0"/>
                </a:lnTo>
                <a:lnTo>
                  <a:pt x="0" y="10693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66448" y="2457346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0" y="0"/>
                </a:moveTo>
                <a:lnTo>
                  <a:pt x="1180654" y="0"/>
                </a:lnTo>
              </a:path>
            </a:pathLst>
          </a:custGeom>
          <a:ln w="14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42551" y="2472344"/>
            <a:ext cx="28956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9844" y="2553949"/>
            <a:ext cx="90551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204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i="1" spc="-114" dirty="0">
                <a:latin typeface="Times New Roman"/>
                <a:cs typeface="Times New Roman"/>
              </a:rPr>
              <a:t>g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9519" y="2046339"/>
            <a:ext cx="194310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09109" y="2007870"/>
            <a:ext cx="1320800" cy="982980"/>
          </a:xfrm>
          <a:custGeom>
            <a:avLst/>
            <a:gdLst/>
            <a:ahLst/>
            <a:cxnLst/>
            <a:rect l="l" t="t" r="r" b="b"/>
            <a:pathLst>
              <a:path w="1320800" h="982980">
                <a:moveTo>
                  <a:pt x="0" y="982979"/>
                </a:moveTo>
                <a:lnTo>
                  <a:pt x="1320795" y="982979"/>
                </a:lnTo>
                <a:lnTo>
                  <a:pt x="1320795" y="0"/>
                </a:lnTo>
                <a:lnTo>
                  <a:pt x="0" y="0"/>
                </a:lnTo>
                <a:lnTo>
                  <a:pt x="0" y="98297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99156" y="4502867"/>
            <a:ext cx="25527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2925" spc="7" baseline="-19943" dirty="0">
                <a:latin typeface="Times New Roman"/>
                <a:cs typeface="Times New Roman"/>
              </a:rPr>
              <a:t>0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97080" y="4448805"/>
            <a:ext cx="393700" cy="505459"/>
          </a:xfrm>
          <a:custGeom>
            <a:avLst/>
            <a:gdLst/>
            <a:ahLst/>
            <a:cxnLst/>
            <a:rect l="l" t="t" r="r" b="b"/>
            <a:pathLst>
              <a:path w="393700" h="505460">
                <a:moveTo>
                  <a:pt x="0" y="505468"/>
                </a:moveTo>
                <a:lnTo>
                  <a:pt x="393691" y="505468"/>
                </a:lnTo>
                <a:lnTo>
                  <a:pt x="393691" y="0"/>
                </a:lnTo>
                <a:lnTo>
                  <a:pt x="0" y="0"/>
                </a:lnTo>
                <a:lnTo>
                  <a:pt x="0" y="50546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99119" y="2480310"/>
            <a:ext cx="883285" cy="0"/>
          </a:xfrm>
          <a:custGeom>
            <a:avLst/>
            <a:gdLst/>
            <a:ahLst/>
            <a:cxnLst/>
            <a:rect l="l" t="t" r="r" b="b"/>
            <a:pathLst>
              <a:path w="883285">
                <a:moveTo>
                  <a:pt x="0" y="0"/>
                </a:moveTo>
                <a:lnTo>
                  <a:pt x="883205" y="0"/>
                </a:lnTo>
              </a:path>
            </a:pathLst>
          </a:custGeom>
          <a:ln w="140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78152" y="2495319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2413" y="2576958"/>
            <a:ext cx="607695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7023" y="2067457"/>
            <a:ext cx="27241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2925" i="1" spc="7" baseline="-19943" dirty="0">
                <a:latin typeface="Times New Roman"/>
                <a:cs typeface="Times New Roman"/>
              </a:rPr>
              <a:t>I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41825" y="2030730"/>
            <a:ext cx="1010919" cy="899160"/>
          </a:xfrm>
          <a:custGeom>
            <a:avLst/>
            <a:gdLst/>
            <a:ahLst/>
            <a:cxnLst/>
            <a:rect l="l" t="t" r="r" b="b"/>
            <a:pathLst>
              <a:path w="1010919" h="899160">
                <a:moveTo>
                  <a:pt x="0" y="899159"/>
                </a:moveTo>
                <a:lnTo>
                  <a:pt x="1010924" y="899159"/>
                </a:lnTo>
                <a:lnTo>
                  <a:pt x="1010924" y="0"/>
                </a:lnTo>
                <a:lnTo>
                  <a:pt x="0" y="0"/>
                </a:lnTo>
                <a:lnTo>
                  <a:pt x="0" y="8991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55369" y="22847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201929" y="0"/>
                </a:moveTo>
                <a:lnTo>
                  <a:pt x="153406" y="5757"/>
                </a:lnTo>
                <a:lnTo>
                  <a:pt x="109135" y="22112"/>
                </a:lnTo>
                <a:lnTo>
                  <a:pt x="70519" y="47689"/>
                </a:lnTo>
                <a:lnTo>
                  <a:pt x="38963" y="81110"/>
                </a:lnTo>
                <a:lnTo>
                  <a:pt x="15869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5" y="260742"/>
                </a:lnTo>
                <a:lnTo>
                  <a:pt x="30255" y="302483"/>
                </a:lnTo>
                <a:lnTo>
                  <a:pt x="59147" y="338213"/>
                </a:lnTo>
                <a:lnTo>
                  <a:pt x="95565" y="366558"/>
                </a:lnTo>
                <a:lnTo>
                  <a:pt x="138107" y="386140"/>
                </a:lnTo>
                <a:lnTo>
                  <a:pt x="185369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55369" y="22847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0" y="198119"/>
                </a:moveTo>
                <a:lnTo>
                  <a:pt x="5869" y="150507"/>
                </a:lnTo>
                <a:lnTo>
                  <a:pt x="22540" y="107070"/>
                </a:lnTo>
                <a:lnTo>
                  <a:pt x="48611" y="69183"/>
                </a:lnTo>
                <a:lnTo>
                  <a:pt x="82676" y="38224"/>
                </a:lnTo>
                <a:lnTo>
                  <a:pt x="123333" y="15568"/>
                </a:lnTo>
                <a:lnTo>
                  <a:pt x="169178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9" y="395583"/>
                </a:lnTo>
                <a:lnTo>
                  <a:pt x="138107" y="386140"/>
                </a:lnTo>
                <a:lnTo>
                  <a:pt x="95565" y="366558"/>
                </a:lnTo>
                <a:lnTo>
                  <a:pt x="59147" y="338213"/>
                </a:lnTo>
                <a:lnTo>
                  <a:pt x="30255" y="302483"/>
                </a:lnTo>
                <a:lnTo>
                  <a:pt x="10295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32809" y="22847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91" y="395583"/>
                </a:lnTo>
                <a:lnTo>
                  <a:pt x="265756" y="386140"/>
                </a:lnTo>
                <a:lnTo>
                  <a:pt x="308299" y="366558"/>
                </a:lnTo>
                <a:lnTo>
                  <a:pt x="344717" y="338213"/>
                </a:lnTo>
                <a:lnTo>
                  <a:pt x="373607" y="302483"/>
                </a:lnTo>
                <a:lnTo>
                  <a:pt x="393565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5" y="135497"/>
                </a:lnTo>
                <a:lnTo>
                  <a:pt x="373607" y="93756"/>
                </a:lnTo>
                <a:lnTo>
                  <a:pt x="344717" y="58026"/>
                </a:lnTo>
                <a:lnTo>
                  <a:pt x="308299" y="29681"/>
                </a:lnTo>
                <a:lnTo>
                  <a:pt x="265756" y="10099"/>
                </a:lnTo>
                <a:lnTo>
                  <a:pt x="218491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32809" y="228471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91" y="656"/>
                </a:lnTo>
                <a:lnTo>
                  <a:pt x="265756" y="10099"/>
                </a:lnTo>
                <a:lnTo>
                  <a:pt x="308299" y="29681"/>
                </a:lnTo>
                <a:lnTo>
                  <a:pt x="344717" y="58026"/>
                </a:lnTo>
                <a:lnTo>
                  <a:pt x="373607" y="93756"/>
                </a:lnTo>
                <a:lnTo>
                  <a:pt x="393565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5" y="260742"/>
                </a:lnTo>
                <a:lnTo>
                  <a:pt x="373607" y="302483"/>
                </a:lnTo>
                <a:lnTo>
                  <a:pt x="344717" y="338213"/>
                </a:lnTo>
                <a:lnTo>
                  <a:pt x="308299" y="366558"/>
                </a:lnTo>
                <a:lnTo>
                  <a:pt x="265756" y="386140"/>
                </a:lnTo>
                <a:lnTo>
                  <a:pt x="218491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59229" y="248043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90556" y="241413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41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2889" y="248283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02945" y="241618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47665" y="248296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55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9007" y="241666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26" y="133349"/>
                </a:moveTo>
                <a:lnTo>
                  <a:pt x="11451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49380" y="250076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3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80697" y="243446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7" y="133349"/>
                </a:moveTo>
                <a:lnTo>
                  <a:pt x="11454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322319" y="2480492"/>
            <a:ext cx="615315" cy="3175"/>
          </a:xfrm>
          <a:custGeom>
            <a:avLst/>
            <a:gdLst/>
            <a:ahLst/>
            <a:cxnLst/>
            <a:rect l="l" t="t" r="r" b="b"/>
            <a:pathLst>
              <a:path w="615315" h="3175">
                <a:moveTo>
                  <a:pt x="0" y="2987"/>
                </a:moveTo>
                <a:lnTo>
                  <a:pt x="61472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22405" y="24143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640" y="133349"/>
                </a:moveTo>
                <a:lnTo>
                  <a:pt x="114604" y="66111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48699" y="2718694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499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82039" y="27186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90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58574" y="2718694"/>
            <a:ext cx="0" cy="2806700"/>
          </a:xfrm>
          <a:custGeom>
            <a:avLst/>
            <a:gdLst/>
            <a:ahLst/>
            <a:cxnLst/>
            <a:rect l="l" t="t" r="r" b="b"/>
            <a:pathLst>
              <a:path h="2806700">
                <a:moveTo>
                  <a:pt x="0" y="280659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91899" y="27186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616939" y="2480310"/>
            <a:ext cx="0" cy="3032125"/>
          </a:xfrm>
          <a:custGeom>
            <a:avLst/>
            <a:gdLst/>
            <a:ahLst/>
            <a:cxnLst/>
            <a:rect l="l" t="t" r="r" b="b"/>
            <a:pathLst>
              <a:path h="3032125">
                <a:moveTo>
                  <a:pt x="0" y="303184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633490" y="4697729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84140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877683" y="4697729"/>
            <a:ext cx="3738245" cy="0"/>
          </a:xfrm>
          <a:custGeom>
            <a:avLst/>
            <a:gdLst/>
            <a:ahLst/>
            <a:cxnLst/>
            <a:rect l="l" t="t" r="r" b="b"/>
            <a:pathLst>
              <a:path w="3738245">
                <a:moveTo>
                  <a:pt x="3738036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877683" y="4631042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28616" y="2629685"/>
            <a:ext cx="768985" cy="62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350" i="1" spc="30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R="5080" algn="r">
              <a:lnSpc>
                <a:spcPts val="264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98140" y="2053224"/>
            <a:ext cx="56578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25" dirty="0">
                <a:latin typeface="Times New Roman"/>
                <a:cs typeface="Times New Roman"/>
              </a:rPr>
              <a:t>u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38958" y="2015331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58574" y="5513070"/>
            <a:ext cx="7358380" cy="0"/>
          </a:xfrm>
          <a:custGeom>
            <a:avLst/>
            <a:gdLst/>
            <a:ahLst/>
            <a:cxnLst/>
            <a:rect l="l" t="t" r="r" b="b"/>
            <a:pathLst>
              <a:path w="7358380">
                <a:moveTo>
                  <a:pt x="7358152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08034" y="206907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68640" y="210463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32240" y="214000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84540" y="276230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69251" y="3080369"/>
            <a:ext cx="1092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50997" y="4934583"/>
            <a:ext cx="17907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6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tio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al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253538" y="3081029"/>
            <a:ext cx="1415415" cy="72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39700">
              <a:lnSpc>
                <a:spcPct val="79800"/>
              </a:lnSpc>
            </a:pPr>
            <a:r>
              <a:rPr sz="2800" b="0" spc="-70" dirty="0">
                <a:solidFill>
                  <a:srgbClr val="C00000"/>
                </a:solidFill>
                <a:latin typeface="Calibri Light"/>
                <a:cs typeface="Calibri Light"/>
              </a:rPr>
              <a:t>f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w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8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h</a:t>
            </a:r>
            <a:r>
              <a:rPr sz="2800" b="0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fil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42803" y="3124019"/>
            <a:ext cx="924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637519" y="2500640"/>
            <a:ext cx="777875" cy="0"/>
          </a:xfrm>
          <a:custGeom>
            <a:avLst/>
            <a:gdLst/>
            <a:ahLst/>
            <a:cxnLst/>
            <a:rect l="l" t="t" r="r" b="b"/>
            <a:pathLst>
              <a:path w="777875">
                <a:moveTo>
                  <a:pt x="0" y="0"/>
                </a:moveTo>
                <a:lnTo>
                  <a:pt x="777422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300642" y="2433950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30" y="0"/>
                </a:moveTo>
                <a:lnTo>
                  <a:pt x="114330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18387" y="6135327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971" y="0"/>
                </a:lnTo>
              </a:path>
            </a:pathLst>
          </a:custGeom>
          <a:ln w="12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538837" y="5891545"/>
            <a:ext cx="1951989" cy="46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15" baseline="-32921" dirty="0">
                <a:latin typeface="Times New Roman"/>
                <a:cs typeface="Times New Roman"/>
              </a:rPr>
              <a:t>1</a:t>
            </a:r>
            <a:r>
              <a:rPr sz="2025" spc="202" baseline="-32921" dirty="0">
                <a:latin typeface="Times New Roman"/>
                <a:cs typeface="Times New Roman"/>
              </a:rPr>
              <a:t> </a:t>
            </a:r>
            <a:r>
              <a:rPr sz="4725" spc="-240" baseline="-2645" dirty="0">
                <a:latin typeface="Symbol"/>
                <a:cs typeface="Symbol"/>
              </a:rPr>
              <a:t>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8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)</a:t>
            </a:r>
            <a:r>
              <a:rPr sz="4725" spc="-569" baseline="-2645" dirty="0">
                <a:latin typeface="Symbol"/>
                <a:cs typeface="Symbol"/>
              </a:rPr>
              <a:t></a:t>
            </a:r>
            <a:endParaRPr sz="4725" baseline="-2645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030648" y="6260450"/>
            <a:ext cx="681355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0" dirty="0">
                <a:latin typeface="Times New Roman"/>
                <a:cs typeface="Times New Roman"/>
              </a:rPr>
              <a:t>1</a:t>
            </a:r>
            <a:r>
              <a:rPr sz="2400" spc="20" dirty="0">
                <a:latin typeface="Symbol"/>
                <a:cs typeface="Symbol"/>
              </a:rPr>
              <a:t>−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i="1" spc="175" dirty="0">
                <a:latin typeface="Times New Roman"/>
                <a:cs typeface="Times New Roman"/>
              </a:rPr>
              <a:t>z</a:t>
            </a:r>
            <a:r>
              <a:rPr sz="2100" baseline="43650" dirty="0">
                <a:latin typeface="Symbol"/>
                <a:cs typeface="Symbol"/>
              </a:rPr>
              <a:t>−</a:t>
            </a:r>
            <a:endParaRPr sz="2100" baseline="4365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4490" y="5949261"/>
            <a:ext cx="3485515" cy="387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-60" dirty="0">
                <a:latin typeface="Times New Roman"/>
                <a:cs typeface="Times New Roman"/>
              </a:rPr>
              <a:t>g</a:t>
            </a:r>
            <a:r>
              <a:rPr sz="2025" spc="-82" baseline="-24691" dirty="0">
                <a:latin typeface="Times New Roman"/>
                <a:cs typeface="Times New Roman"/>
              </a:rPr>
              <a:t>1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56408" y="5761852"/>
            <a:ext cx="2311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658" y="988245"/>
            <a:ext cx="6938009" cy="173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09">
              <a:lnSpc>
                <a:spcPct val="100000"/>
              </a:lnSpc>
            </a:pP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6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wh</a:t>
            </a:r>
            <a:r>
              <a:rPr sz="3600" spc="-4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"/>
              </a:spcBef>
            </a:pP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in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cl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-l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3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an</a:t>
            </a:r>
            <a:r>
              <a:rPr sz="3600" b="0" spc="-5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fu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1994" y="3143245"/>
            <a:ext cx="615950" cy="475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725" i="1" spc="697" baseline="-24691" dirty="0">
                <a:latin typeface="Times New Roman"/>
                <a:cs typeface="Times New Roman"/>
              </a:rPr>
              <a:t>z</a:t>
            </a:r>
            <a:r>
              <a:rPr sz="4725" i="1" spc="-712" baseline="-24691" dirty="0">
                <a:latin typeface="Times New Roman"/>
                <a:cs typeface="Times New Roman"/>
              </a:rPr>
              <a:t> </a:t>
            </a:r>
            <a:r>
              <a:rPr sz="1800" spc="385" dirty="0">
                <a:latin typeface="Symbol"/>
                <a:cs typeface="Symbol"/>
              </a:rPr>
              <a:t></a:t>
            </a:r>
            <a:r>
              <a:rPr sz="1800" spc="36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392" y="3140351"/>
            <a:ext cx="272351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spc="1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235" dirty="0">
                <a:solidFill>
                  <a:srgbClr val="44536A"/>
                </a:solidFill>
                <a:latin typeface="Calibri Light"/>
                <a:cs typeface="Calibri Light"/>
              </a:rPr>
              <a:t>’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hi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7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4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.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773" y="3974289"/>
            <a:ext cx="5426710" cy="1308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es</a:t>
            </a:r>
            <a:endParaRPr sz="3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35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1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ains.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0099" y="4685234"/>
            <a:ext cx="1685289" cy="676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50" i="1" spc="170" dirty="0">
                <a:latin typeface="Times New Roman"/>
                <a:cs typeface="Times New Roman"/>
              </a:rPr>
              <a:t>f</a:t>
            </a:r>
            <a:r>
              <a:rPr sz="3750" baseline="-24444" dirty="0">
                <a:latin typeface="Times New Roman"/>
                <a:cs typeface="Times New Roman"/>
              </a:rPr>
              <a:t>0</a:t>
            </a:r>
            <a:r>
              <a:rPr sz="3750" spc="-307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-340" dirty="0">
                <a:latin typeface="Times New Roman"/>
                <a:cs typeface="Times New Roman"/>
              </a:rPr>
              <a:t> </a:t>
            </a:r>
            <a:r>
              <a:rPr sz="4350" i="1" spc="-80" dirty="0">
                <a:latin typeface="Times New Roman"/>
                <a:cs typeface="Times New Roman"/>
              </a:rPr>
              <a:t>g</a:t>
            </a:r>
            <a:r>
              <a:rPr sz="3750" baseline="-24444" dirty="0">
                <a:latin typeface="Times New Roman"/>
                <a:cs typeface="Times New Roman"/>
              </a:rPr>
              <a:t>1</a:t>
            </a:r>
            <a:r>
              <a:rPr sz="3750" spc="-600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-545" dirty="0">
                <a:latin typeface="Times New Roman"/>
                <a:cs typeface="Times New Roman"/>
              </a:rPr>
              <a:t> </a:t>
            </a:r>
            <a:r>
              <a:rPr sz="4350" i="1" spc="165" dirty="0">
                <a:latin typeface="Times New Roman"/>
                <a:cs typeface="Times New Roman"/>
              </a:rPr>
              <a:t>k</a:t>
            </a:r>
            <a:r>
              <a:rPr sz="3750" i="1" baseline="-24444" dirty="0">
                <a:latin typeface="Times New Roman"/>
                <a:cs typeface="Times New Roman"/>
              </a:rPr>
              <a:t>I</a:t>
            </a:r>
            <a:endParaRPr sz="3750" baseline="-2444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896" y="5666395"/>
            <a:ext cx="65836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65" dirty="0">
                <a:solidFill>
                  <a:srgbClr val="44536A"/>
                </a:solidFill>
                <a:latin typeface="Calibri Light"/>
                <a:cs typeface="Calibri Light"/>
              </a:rPr>
              <a:t>v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assi</a:t>
            </a: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40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bl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m.</a:t>
            </a:r>
            <a:endParaRPr sz="3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09171" y="2895619"/>
            <a:ext cx="1148080" cy="0"/>
          </a:xfrm>
          <a:custGeom>
            <a:avLst/>
            <a:gdLst/>
            <a:ahLst/>
            <a:cxnLst/>
            <a:rect l="l" t="t" r="r" b="b"/>
            <a:pathLst>
              <a:path w="1148079">
                <a:moveTo>
                  <a:pt x="0" y="0"/>
                </a:moveTo>
                <a:lnTo>
                  <a:pt x="114773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51315" y="239481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90779" y="2482109"/>
            <a:ext cx="46291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2769" y="2910750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2348" y="2992506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7032" y="2690647"/>
            <a:ext cx="861694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1345" y="2696041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81688" y="4914896"/>
            <a:ext cx="1764664" cy="0"/>
          </a:xfrm>
          <a:custGeom>
            <a:avLst/>
            <a:gdLst/>
            <a:ahLst/>
            <a:cxnLst/>
            <a:rect l="l" t="t" r="r" b="b"/>
            <a:pathLst>
              <a:path w="1764664">
                <a:moveTo>
                  <a:pt x="0" y="0"/>
                </a:moveTo>
                <a:lnTo>
                  <a:pt x="1764101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47392" y="3918557"/>
            <a:ext cx="923925" cy="77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00" b="0" spc="-40" dirty="0">
                <a:solidFill>
                  <a:srgbClr val="C00000"/>
                </a:solidFill>
                <a:latin typeface="Calibri Light"/>
                <a:cs typeface="Calibri Light"/>
              </a:rPr>
              <a:t>b</a:t>
            </a:r>
            <a:r>
              <a:rPr sz="3500" b="0" spc="-35" dirty="0">
                <a:solidFill>
                  <a:srgbClr val="C00000"/>
                </a:solidFill>
                <a:latin typeface="Calibri Light"/>
                <a:cs typeface="Calibri Light"/>
              </a:rPr>
              <a:t>1</a:t>
            </a:r>
            <a:r>
              <a:rPr sz="3500" b="0" spc="-5" dirty="0">
                <a:solidFill>
                  <a:srgbClr val="C00000"/>
                </a:solidFill>
                <a:latin typeface="Calibri Light"/>
                <a:cs typeface="Calibri Light"/>
              </a:rPr>
              <a:t>=</a:t>
            </a:r>
            <a:r>
              <a:rPr sz="3500" b="0" spc="-20" dirty="0">
                <a:solidFill>
                  <a:srgbClr val="C00000"/>
                </a:solidFill>
                <a:latin typeface="Calibri Light"/>
                <a:cs typeface="Calibri Light"/>
              </a:rPr>
              <a:t>0</a:t>
            </a:r>
            <a:endParaRPr sz="3500">
              <a:latin typeface="Calibri Light"/>
              <a:cs typeface="Calibri Light"/>
            </a:endParaRPr>
          </a:p>
          <a:p>
            <a:pPr marL="559435">
              <a:lnSpc>
                <a:spcPct val="100000"/>
              </a:lnSpc>
              <a:spcBef>
                <a:spcPts val="259"/>
              </a:spcBef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2478" y="441411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0323" y="4501410"/>
            <a:ext cx="1346835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90" dirty="0">
                <a:latin typeface="Times New Roman"/>
                <a:cs typeface="Times New Roman"/>
              </a:rPr>
              <a:t> </a:t>
            </a:r>
            <a:r>
              <a:rPr sz="3975" i="1" spc="-562" baseline="35639" dirty="0">
                <a:latin typeface="Times New Roman"/>
                <a:cs typeface="Times New Roman"/>
              </a:rPr>
              <a:t>b</a:t>
            </a:r>
            <a:r>
              <a:rPr sz="2925" spc="127" baseline="28490" dirty="0">
                <a:latin typeface="Times New Roman"/>
                <a:cs typeface="Times New Roman"/>
              </a:rPr>
              <a:t>1</a:t>
            </a:r>
            <a:r>
              <a:rPr sz="3975" i="1" spc="-22" baseline="35639" dirty="0">
                <a:latin typeface="Times New Roman"/>
                <a:cs typeface="Times New Roman"/>
              </a:rPr>
              <a:t>z</a:t>
            </a:r>
            <a:endParaRPr sz="3975" baseline="3563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25915" y="4495891"/>
            <a:ext cx="69913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3669" y="4930052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4023" y="5011658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0463" y="4715330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573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Wh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spc="-75" dirty="0">
                <a:latin typeface="Calibri"/>
                <a:cs typeface="Calibri"/>
              </a:rPr>
              <a:t>e</a:t>
            </a:r>
            <a:r>
              <a:rPr spc="25" dirty="0">
                <a:latin typeface="Calibri"/>
                <a:cs typeface="Calibri"/>
              </a:rPr>
              <a:t>x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0612" y="2320540"/>
            <a:ext cx="7512050" cy="344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76190">
              <a:lnSpc>
                <a:spcPct val="159700"/>
              </a:lnSpc>
            </a:pP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Li</a:t>
            </a:r>
            <a:r>
              <a:rPr sz="3100" b="0" spc="-120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100" b="0" spc="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210" dirty="0">
                <a:solidFill>
                  <a:srgbClr val="44536A"/>
                </a:solidFill>
                <a:latin typeface="Calibri Light"/>
                <a:cs typeface="Calibri Light"/>
              </a:rPr>
              <a:t>’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100" b="0" spc="-5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oo</a:t>
            </a:r>
            <a:r>
              <a:rPr sz="3100" b="0" spc="-7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sh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2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t.</a:t>
            </a:r>
            <a:r>
              <a:rPr sz="3100" b="0" spc="-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J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spc="-7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set</a:t>
            </a:r>
            <a:r>
              <a:rPr sz="3100" b="0" spc="-7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b1</a:t>
            </a:r>
            <a:r>
              <a:rPr sz="3100" b="0" spc="-30" dirty="0">
                <a:solidFill>
                  <a:srgbClr val="44536A"/>
                </a:solidFill>
                <a:latin typeface="Calibri Light"/>
                <a:cs typeface="Calibri Light"/>
              </a:rPr>
              <a:t>=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0.</a:t>
            </a:r>
            <a:endParaRPr sz="3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192405">
              <a:lnSpc>
                <a:spcPts val="2980"/>
              </a:lnSpc>
            </a:pP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Co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spc="-8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1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al</a:t>
            </a:r>
            <a:r>
              <a:rPr sz="3100" b="0" spc="-3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2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it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100" b="0" spc="-25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an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bl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oc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k</a:t>
            </a:r>
            <a:r>
              <a:rPr sz="31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ia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100" b="0" spc="-8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100" b="0" spc="-7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spc="-2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tu</a:t>
            </a:r>
            <a:r>
              <a:rPr sz="3100" b="0" spc="-6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100" b="0" spc="-6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7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an</a:t>
            </a:r>
            <a:r>
              <a:rPr sz="3100" b="0" spc="-3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100" b="0" spc="-12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100" b="0" spc="-8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om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60" dirty="0">
                <a:solidFill>
                  <a:srgbClr val="44536A"/>
                </a:solidFill>
                <a:latin typeface="Calibri Light"/>
                <a:cs typeface="Calibri Light"/>
              </a:rPr>
              <a:t>x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mp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7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4.</a:t>
            </a:r>
            <a:endParaRPr sz="3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2980"/>
              </a:lnSpc>
            </a:pP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Cl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se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d-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oo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is</a:t>
            </a:r>
            <a:r>
              <a:rPr sz="3100" b="0" spc="-5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til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100" b="0" spc="-6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100" b="0" spc="-6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6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de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-1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1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he</a:t>
            </a:r>
            <a:r>
              <a:rPr sz="3100" b="0" spc="-7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100" b="0" spc="-6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7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til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100" b="0" spc="-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th</a:t>
            </a:r>
            <a:r>
              <a:rPr sz="3100" b="0" spc="-6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spc="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100" b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40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100" b="0" spc="-8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1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1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100" b="0" spc="-7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1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ain</a:t>
            </a:r>
            <a:r>
              <a:rPr sz="3100" b="0" spc="-10" dirty="0">
                <a:solidFill>
                  <a:srgbClr val="44536A"/>
                </a:solidFill>
                <a:latin typeface="Calibri Light"/>
                <a:cs typeface="Calibri Light"/>
              </a:rPr>
              <a:t>s.</a:t>
            </a:r>
            <a:endParaRPr sz="31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6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2833" y="3307096"/>
            <a:ext cx="2788285" cy="0"/>
          </a:xfrm>
          <a:custGeom>
            <a:avLst/>
            <a:gdLst/>
            <a:ahLst/>
            <a:cxnLst/>
            <a:rect l="l" t="t" r="r" b="b"/>
            <a:pathLst>
              <a:path w="2788285">
                <a:moveTo>
                  <a:pt x="0" y="0"/>
                </a:moveTo>
                <a:lnTo>
                  <a:pt x="2788107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5448" y="280277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3738" y="280277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5475" y="280277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1070" y="2889885"/>
            <a:ext cx="134683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85" dirty="0">
                <a:latin typeface="Times New Roman"/>
                <a:cs typeface="Times New Roman"/>
              </a:rPr>
              <a:t> </a:t>
            </a:r>
            <a:r>
              <a:rPr sz="3975" i="1" spc="-562" baseline="35639" dirty="0">
                <a:latin typeface="Times New Roman"/>
                <a:cs typeface="Times New Roman"/>
              </a:rPr>
              <a:t>b</a:t>
            </a:r>
            <a:r>
              <a:rPr sz="2925" spc="127" baseline="28490" dirty="0">
                <a:latin typeface="Times New Roman"/>
                <a:cs typeface="Times New Roman"/>
              </a:rPr>
              <a:t>1</a:t>
            </a:r>
            <a:r>
              <a:rPr sz="3975" i="1" spc="-22" baseline="35639" dirty="0">
                <a:latin typeface="Times New Roman"/>
                <a:cs typeface="Times New Roman"/>
              </a:rPr>
              <a:t>z</a:t>
            </a:r>
            <a:endParaRPr sz="3975" baseline="3563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7109" y="2884564"/>
            <a:ext cx="69913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8920" algn="l"/>
              </a:tabLst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4553" y="2884564"/>
            <a:ext cx="68326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21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8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6785" y="332224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6991" y="3404034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5342" y="3107507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5" dirty="0">
                <a:latin typeface="Calibri"/>
                <a:cs typeface="Calibri"/>
              </a:rPr>
              <a:t>1)</a:t>
            </a:r>
          </a:p>
        </p:txBody>
      </p:sp>
      <p:sp>
        <p:nvSpPr>
          <p:cNvPr id="5" name="object 5"/>
          <p:cNvSpPr/>
          <p:nvPr/>
        </p:nvSpPr>
        <p:spPr>
          <a:xfrm>
            <a:off x="3440083" y="1775442"/>
            <a:ext cx="2790190" cy="0"/>
          </a:xfrm>
          <a:custGeom>
            <a:avLst/>
            <a:gdLst/>
            <a:ahLst/>
            <a:cxnLst/>
            <a:rect l="l" t="t" r="r" b="b"/>
            <a:pathLst>
              <a:path w="2790190">
                <a:moveTo>
                  <a:pt x="0" y="0"/>
                </a:moveTo>
                <a:lnTo>
                  <a:pt x="2789691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2941" y="1271157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1811" y="1271157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4132" y="1271157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8016" y="1358325"/>
            <a:ext cx="1347470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90" dirty="0">
                <a:latin typeface="Times New Roman"/>
                <a:cs typeface="Times New Roman"/>
              </a:rPr>
              <a:t> </a:t>
            </a:r>
            <a:r>
              <a:rPr sz="3975" i="1" spc="-562" baseline="35639" dirty="0">
                <a:latin typeface="Times New Roman"/>
                <a:cs typeface="Times New Roman"/>
              </a:rPr>
              <a:t>b</a:t>
            </a:r>
            <a:r>
              <a:rPr sz="2925" spc="127" baseline="28490" dirty="0">
                <a:latin typeface="Times New Roman"/>
                <a:cs typeface="Times New Roman"/>
              </a:rPr>
              <a:t>1</a:t>
            </a:r>
            <a:r>
              <a:rPr sz="3975" i="1" spc="-22" baseline="35639" dirty="0">
                <a:latin typeface="Times New Roman"/>
                <a:cs typeface="Times New Roman"/>
              </a:rPr>
              <a:t>z</a:t>
            </a:r>
            <a:endParaRPr sz="3975" baseline="35639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4793" y="1352943"/>
            <a:ext cx="173164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  <a:tab pos="1060450" algn="l"/>
              </a:tabLst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22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5051" y="1790520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4708" y="1872306"/>
            <a:ext cx="87312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4404" y="1575900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825" y="2399770"/>
            <a:ext cx="7628255" cy="1179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015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5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r>
              <a:rPr sz="3000" spc="-442" baseline="-19444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3000" spc="-202" baseline="-19444" dirty="0">
                <a:latin typeface="Times New Roman"/>
                <a:cs typeface="Times New Roman"/>
              </a:rPr>
              <a:t>1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5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3000" spc="22" baseline="-19444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2)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215" dirty="0">
                <a:latin typeface="Times New Roman"/>
                <a:cs typeface="Times New Roman"/>
              </a:rPr>
              <a:t>b</a:t>
            </a:r>
            <a:r>
              <a:rPr sz="3000" spc="-67" baseline="-19444" dirty="0">
                <a:latin typeface="Times New Roman"/>
                <a:cs typeface="Times New Roman"/>
              </a:rPr>
              <a:t>3</a:t>
            </a: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95" dirty="0">
                <a:latin typeface="Times New Roman"/>
                <a:cs typeface="Times New Roman"/>
              </a:rPr>
              <a:t> </a:t>
            </a:r>
            <a:r>
              <a:rPr sz="2650" spc="-100" dirty="0">
                <a:latin typeface="Times New Roman"/>
                <a:cs typeface="Times New Roman"/>
              </a:rPr>
              <a:t>3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57472" y="4148377"/>
            <a:ext cx="949960" cy="0"/>
          </a:xfrm>
          <a:custGeom>
            <a:avLst/>
            <a:gdLst/>
            <a:ahLst/>
            <a:cxnLst/>
            <a:rect l="l" t="t" r="r" b="b"/>
            <a:pathLst>
              <a:path w="949960">
                <a:moveTo>
                  <a:pt x="0" y="0"/>
                </a:moveTo>
                <a:lnTo>
                  <a:pt x="949556" y="0"/>
                </a:lnTo>
              </a:path>
            </a:pathLst>
          </a:custGeom>
          <a:ln w="7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27467" y="3867521"/>
            <a:ext cx="211518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50" spc="-330" dirty="0">
                <a:latin typeface="Symbol"/>
                <a:cs typeface="Symbol"/>
              </a:rPr>
              <a:t></a:t>
            </a:r>
            <a:r>
              <a:rPr sz="2700" i="1" spc="75" dirty="0">
                <a:latin typeface="Times New Roman"/>
                <a:cs typeface="Times New Roman"/>
              </a:rPr>
              <a:t>y</a:t>
            </a:r>
            <a:r>
              <a:rPr sz="3675" i="1" spc="15" baseline="-15873" dirty="0">
                <a:latin typeface="Times New Roman"/>
                <a:cs typeface="Times New Roman"/>
              </a:rPr>
              <a:t>d</a:t>
            </a:r>
            <a:r>
              <a:rPr sz="3675" i="1" spc="-67" baseline="-15873" dirty="0">
                <a:latin typeface="Times New Roman"/>
                <a:cs typeface="Times New Roman"/>
              </a:rPr>
              <a:t> 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165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100" dirty="0">
                <a:latin typeface="Times New Roman"/>
                <a:cs typeface="Times New Roman"/>
              </a:rPr>
              <a:t> </a:t>
            </a:r>
            <a:r>
              <a:rPr sz="2700" i="1" spc="120" dirty="0">
                <a:latin typeface="Times New Roman"/>
                <a:cs typeface="Times New Roman"/>
              </a:rPr>
              <a:t>y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imes New Roman"/>
                <a:cs typeface="Times New Roman"/>
              </a:rPr>
              <a:t>)</a:t>
            </a:r>
            <a:r>
              <a:rPr sz="3350" spc="-325" dirty="0">
                <a:latin typeface="Symbol"/>
                <a:cs typeface="Symbol"/>
              </a:rPr>
              <a:t>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56006" y="6030356"/>
            <a:ext cx="4574540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25" dirty="0">
                <a:latin typeface="Symbol"/>
                <a:cs typeface="Symbol"/>
              </a:rPr>
              <a:t>−</a:t>
            </a:r>
            <a:r>
              <a:rPr sz="2550" spc="-285" dirty="0">
                <a:latin typeface="Times New Roman"/>
                <a:cs typeface="Times New Roman"/>
              </a:rPr>
              <a:t> </a:t>
            </a:r>
            <a:r>
              <a:rPr sz="2550" i="1" spc="-345" dirty="0">
                <a:latin typeface="Times New Roman"/>
                <a:cs typeface="Times New Roman"/>
              </a:rPr>
              <a:t>b</a:t>
            </a:r>
            <a:r>
              <a:rPr sz="2925" spc="-195" baseline="-19943" dirty="0">
                <a:latin typeface="Times New Roman"/>
                <a:cs typeface="Times New Roman"/>
              </a:rPr>
              <a:t>1</a:t>
            </a:r>
            <a:r>
              <a:rPr sz="2550" i="1" spc="125" dirty="0">
                <a:latin typeface="Times New Roman"/>
                <a:cs typeface="Times New Roman"/>
              </a:rPr>
              <a:t>u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spc="175" dirty="0">
                <a:latin typeface="Symbol"/>
                <a:cs typeface="Symbol"/>
              </a:rPr>
              <a:t>−</a:t>
            </a:r>
            <a:r>
              <a:rPr sz="2550" spc="-195" dirty="0">
                <a:latin typeface="Times New Roman"/>
                <a:cs typeface="Times New Roman"/>
              </a:rPr>
              <a:t>1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210" dirty="0">
                <a:latin typeface="Times New Roman"/>
                <a:cs typeface="Times New Roman"/>
              </a:rPr>
              <a:t> </a:t>
            </a:r>
            <a:r>
              <a:rPr sz="2550" spc="25" dirty="0">
                <a:latin typeface="Symbol"/>
                <a:cs typeface="Symbol"/>
              </a:rPr>
              <a:t>−</a:t>
            </a:r>
            <a:r>
              <a:rPr sz="2550" spc="-285" dirty="0">
                <a:latin typeface="Times New Roman"/>
                <a:cs typeface="Times New Roman"/>
              </a:rPr>
              <a:t> </a:t>
            </a:r>
            <a:r>
              <a:rPr sz="2550" i="1" spc="-130" dirty="0">
                <a:latin typeface="Times New Roman"/>
                <a:cs typeface="Times New Roman"/>
              </a:rPr>
              <a:t>b</a:t>
            </a:r>
            <a:r>
              <a:rPr sz="2925" spc="22" baseline="-19943" dirty="0">
                <a:latin typeface="Times New Roman"/>
                <a:cs typeface="Times New Roman"/>
              </a:rPr>
              <a:t>2</a:t>
            </a:r>
            <a:r>
              <a:rPr sz="2550" i="1" spc="125" dirty="0">
                <a:latin typeface="Times New Roman"/>
                <a:cs typeface="Times New Roman"/>
              </a:rPr>
              <a:t>u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spc="25" dirty="0">
                <a:latin typeface="Symbol"/>
                <a:cs typeface="Symbol"/>
              </a:rPr>
              <a:t>−</a:t>
            </a:r>
            <a:r>
              <a:rPr sz="2550" spc="-204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2)</a:t>
            </a:r>
            <a:r>
              <a:rPr sz="2550" spc="-210" dirty="0">
                <a:latin typeface="Times New Roman"/>
                <a:cs typeface="Times New Roman"/>
              </a:rPr>
              <a:t> </a:t>
            </a:r>
            <a:r>
              <a:rPr sz="2550" spc="25" dirty="0">
                <a:latin typeface="Symbol"/>
                <a:cs typeface="Symbol"/>
              </a:rPr>
              <a:t>−</a:t>
            </a:r>
            <a:r>
              <a:rPr sz="2550" spc="-285" dirty="0">
                <a:latin typeface="Times New Roman"/>
                <a:cs typeface="Times New Roman"/>
              </a:rPr>
              <a:t> </a:t>
            </a:r>
            <a:r>
              <a:rPr sz="2550" i="1" spc="-190" dirty="0">
                <a:latin typeface="Times New Roman"/>
                <a:cs typeface="Times New Roman"/>
              </a:rPr>
              <a:t>b</a:t>
            </a:r>
            <a:r>
              <a:rPr sz="2925" spc="-67" baseline="-19943" dirty="0">
                <a:latin typeface="Times New Roman"/>
                <a:cs typeface="Times New Roman"/>
              </a:rPr>
              <a:t>3</a:t>
            </a:r>
            <a:r>
              <a:rPr sz="2550" i="1" spc="125" dirty="0">
                <a:latin typeface="Times New Roman"/>
                <a:cs typeface="Times New Roman"/>
              </a:rPr>
              <a:t>u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spc="25" dirty="0">
                <a:latin typeface="Symbol"/>
                <a:cs typeface="Symbol"/>
              </a:rPr>
              <a:t>−</a:t>
            </a:r>
            <a:r>
              <a:rPr sz="2550" spc="-285" dirty="0">
                <a:latin typeface="Times New Roman"/>
                <a:cs typeface="Times New Roman"/>
              </a:rPr>
              <a:t> </a:t>
            </a:r>
            <a:r>
              <a:rPr sz="2550" spc="-75" dirty="0">
                <a:latin typeface="Times New Roman"/>
                <a:cs typeface="Times New Roman"/>
              </a:rPr>
              <a:t>3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7077" y="4159628"/>
            <a:ext cx="991235" cy="506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r>
              <a:rPr sz="2700" spc="-409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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i="1" spc="10" dirty="0">
                <a:latin typeface="Times New Roman"/>
                <a:cs typeface="Times New Roman"/>
              </a:rPr>
              <a:t>z</a:t>
            </a:r>
            <a:r>
              <a:rPr sz="2700" i="1" spc="-430" dirty="0">
                <a:latin typeface="Times New Roman"/>
                <a:cs typeface="Times New Roman"/>
              </a:rPr>
              <a:t> </a:t>
            </a:r>
            <a:r>
              <a:rPr sz="3675" spc="-157" baseline="27210" dirty="0">
                <a:latin typeface="Symbol"/>
                <a:cs typeface="Symbol"/>
              </a:rPr>
              <a:t></a:t>
            </a:r>
            <a:r>
              <a:rPr sz="3675" spc="15" baseline="27210" dirty="0">
                <a:latin typeface="Times New Roman"/>
                <a:cs typeface="Times New Roman"/>
              </a:rPr>
              <a:t>1</a:t>
            </a:r>
            <a:endParaRPr sz="3675" baseline="2721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2296" y="3730590"/>
            <a:ext cx="19939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3997" y="3938294"/>
            <a:ext cx="873125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145" dirty="0">
                <a:latin typeface="Times New Roman"/>
                <a:cs typeface="Times New Roman"/>
              </a:rPr>
              <a:t>z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1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)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995" y="4788587"/>
            <a:ext cx="4454525" cy="116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7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</a:t>
            </a:r>
            <a:r>
              <a:rPr sz="2650" spc="60" dirty="0">
                <a:latin typeface="Times New Roman"/>
                <a:cs typeface="Times New Roman"/>
              </a:rPr>
              <a:t> </a:t>
            </a:r>
            <a:r>
              <a:rPr sz="2650" i="1" spc="130" dirty="0">
                <a:latin typeface="Times New Roman"/>
                <a:cs typeface="Times New Roman"/>
              </a:rPr>
              <a:t>z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40" dirty="0">
                <a:latin typeface="Times New Roman"/>
                <a:cs typeface="Times New Roman"/>
              </a:rPr>
              <a:t> </a:t>
            </a:r>
            <a:r>
              <a:rPr sz="2650" spc="210" dirty="0">
                <a:latin typeface="Symbol"/>
                <a:cs typeface="Symbol"/>
              </a:rPr>
              <a:t></a:t>
            </a:r>
            <a:r>
              <a:rPr sz="2650" spc="-210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-275" dirty="0">
                <a:latin typeface="Times New Roman"/>
                <a:cs typeface="Times New Roman"/>
              </a:rPr>
              <a:t> </a:t>
            </a:r>
            <a:r>
              <a:rPr sz="3300" spc="-325" dirty="0">
                <a:latin typeface="Symbol"/>
                <a:cs typeface="Symbol"/>
              </a:rPr>
              <a:t></a:t>
            </a:r>
            <a:r>
              <a:rPr sz="2650" i="1" spc="65" dirty="0">
                <a:latin typeface="Times New Roman"/>
                <a:cs typeface="Times New Roman"/>
              </a:rPr>
              <a:t>y</a:t>
            </a:r>
            <a:r>
              <a:rPr sz="3675" i="1" spc="-22" baseline="-14739" dirty="0">
                <a:latin typeface="Times New Roman"/>
                <a:cs typeface="Times New Roman"/>
              </a:rPr>
              <a:t>d</a:t>
            </a:r>
            <a:r>
              <a:rPr sz="3675" i="1" spc="-89" baseline="-14739" dirty="0">
                <a:latin typeface="Times New Roman"/>
                <a:cs typeface="Times New Roman"/>
              </a:rPr>
              <a:t> 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</a:t>
            </a:r>
            <a:r>
              <a:rPr sz="2650" spc="95" dirty="0">
                <a:latin typeface="Times New Roman"/>
                <a:cs typeface="Times New Roman"/>
              </a:rPr>
              <a:t> </a:t>
            </a:r>
            <a:r>
              <a:rPr sz="2650" i="1" spc="110" dirty="0">
                <a:latin typeface="Times New Roman"/>
                <a:cs typeface="Times New Roman"/>
              </a:rPr>
              <a:t>y</a:t>
            </a:r>
            <a:r>
              <a:rPr sz="2650" spc="70" dirty="0">
                <a:latin typeface="Times New Roman"/>
                <a:cs typeface="Times New Roman"/>
              </a:rPr>
              <a:t>(</a:t>
            </a: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425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)</a:t>
            </a:r>
            <a:r>
              <a:rPr sz="3300" spc="-320" dirty="0">
                <a:latin typeface="Symbol"/>
                <a:cs typeface="Symbol"/>
              </a:rPr>
              <a:t></a:t>
            </a:r>
            <a:endParaRPr sz="3300">
              <a:latin typeface="Symbol"/>
              <a:cs typeface="Symbol"/>
            </a:endParaRPr>
          </a:p>
          <a:p>
            <a:pPr marL="60960">
              <a:lnSpc>
                <a:spcPct val="100000"/>
              </a:lnSpc>
              <a:spcBef>
                <a:spcPts val="1960"/>
              </a:spcBef>
            </a:pPr>
            <a:r>
              <a:rPr sz="2550" i="1" spc="125" dirty="0">
                <a:latin typeface="Times New Roman"/>
                <a:cs typeface="Times New Roman"/>
              </a:rPr>
              <a:t>z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415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4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i="1" spc="125" dirty="0">
                <a:latin typeface="Times New Roman"/>
                <a:cs typeface="Times New Roman"/>
              </a:rPr>
              <a:t>z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spc="160" dirty="0">
                <a:latin typeface="Symbol"/>
                <a:cs typeface="Symbol"/>
              </a:rPr>
              <a:t></a:t>
            </a:r>
            <a:r>
              <a:rPr sz="2550" spc="-195" dirty="0">
                <a:latin typeface="Times New Roman"/>
                <a:cs typeface="Times New Roman"/>
              </a:rPr>
              <a:t>1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21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</a:t>
            </a:r>
            <a:r>
              <a:rPr sz="2550" spc="80" dirty="0">
                <a:latin typeface="Times New Roman"/>
                <a:cs typeface="Times New Roman"/>
              </a:rPr>
              <a:t> </a:t>
            </a:r>
            <a:r>
              <a:rPr sz="2550" i="1" spc="20" dirty="0">
                <a:latin typeface="Times New Roman"/>
                <a:cs typeface="Times New Roman"/>
              </a:rPr>
              <a:t>y</a:t>
            </a:r>
            <a:r>
              <a:rPr sz="2925" i="1" spc="-15" baseline="-18518" dirty="0">
                <a:latin typeface="Times New Roman"/>
                <a:cs typeface="Times New Roman"/>
              </a:rPr>
              <a:t>d</a:t>
            </a:r>
            <a:r>
              <a:rPr sz="2925" i="1" spc="-7" baseline="-18518" dirty="0">
                <a:latin typeface="Times New Roman"/>
                <a:cs typeface="Times New Roman"/>
              </a:rPr>
              <a:t> 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415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21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</a:t>
            </a:r>
            <a:r>
              <a:rPr sz="2550" spc="-160" dirty="0">
                <a:latin typeface="Times New Roman"/>
                <a:cs typeface="Times New Roman"/>
              </a:rPr>
              <a:t> </a:t>
            </a:r>
            <a:r>
              <a:rPr sz="2550" i="1" spc="-220" dirty="0">
                <a:latin typeface="Times New Roman"/>
                <a:cs typeface="Times New Roman"/>
              </a:rPr>
              <a:t>a</a:t>
            </a:r>
            <a:r>
              <a:rPr sz="2925" spc="-15" baseline="-18518" dirty="0">
                <a:latin typeface="Times New Roman"/>
                <a:cs typeface="Times New Roman"/>
              </a:rPr>
              <a:t>1</a:t>
            </a:r>
            <a:r>
              <a:rPr sz="2925" spc="-434" baseline="-18518" dirty="0">
                <a:latin typeface="Times New Roman"/>
                <a:cs typeface="Times New Roman"/>
              </a:rPr>
              <a:t> </a:t>
            </a:r>
            <a:r>
              <a:rPr sz="2550" i="1" spc="110" dirty="0">
                <a:latin typeface="Times New Roman"/>
                <a:cs typeface="Times New Roman"/>
              </a:rPr>
              <a:t>y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spc="165" dirty="0">
                <a:latin typeface="Symbol"/>
                <a:cs typeface="Symbol"/>
              </a:rPr>
              <a:t></a:t>
            </a:r>
            <a:r>
              <a:rPr sz="2550" spc="-195" dirty="0">
                <a:latin typeface="Times New Roman"/>
                <a:cs typeface="Times New Roman"/>
              </a:rPr>
              <a:t>1)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5" dirty="0">
                <a:latin typeface="Calibri"/>
                <a:cs typeface="Calibri"/>
              </a:rPr>
              <a:t>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2905" y="1534678"/>
            <a:ext cx="8211184" cy="881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3255">
              <a:lnSpc>
                <a:spcPct val="100000"/>
              </a:lnSpc>
            </a:pPr>
            <a:r>
              <a:rPr sz="2250" i="1" spc="75" dirty="0">
                <a:latin typeface="Times New Roman"/>
                <a:cs typeface="Times New Roman"/>
              </a:rPr>
              <a:t>y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37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50" dirty="0">
                <a:latin typeface="Symbol"/>
                <a:cs typeface="Symbol"/>
              </a:rPr>
              <a:t></a:t>
            </a:r>
            <a:r>
              <a:rPr sz="2250" i="1" spc="-215" dirty="0">
                <a:latin typeface="Times New Roman"/>
                <a:cs typeface="Times New Roman"/>
              </a:rPr>
              <a:t>a</a:t>
            </a:r>
            <a:r>
              <a:rPr sz="2550" spc="-15" baseline="-19607" dirty="0">
                <a:latin typeface="Times New Roman"/>
                <a:cs typeface="Times New Roman"/>
              </a:rPr>
              <a:t>1</a:t>
            </a:r>
            <a:r>
              <a:rPr sz="2550" spc="-375" baseline="-19607" dirty="0">
                <a:latin typeface="Times New Roman"/>
                <a:cs typeface="Times New Roman"/>
              </a:rPr>
              <a:t> </a:t>
            </a:r>
            <a:r>
              <a:rPr sz="2250" i="1" spc="75" dirty="0">
                <a:latin typeface="Times New Roman"/>
                <a:cs typeface="Times New Roman"/>
              </a:rPr>
              <a:t>y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12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1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220" dirty="0">
                <a:latin typeface="Times New Roman"/>
                <a:cs typeface="Times New Roman"/>
              </a:rPr>
              <a:t> </a:t>
            </a:r>
            <a:r>
              <a:rPr sz="2250" i="1" spc="-320" dirty="0">
                <a:latin typeface="Times New Roman"/>
                <a:cs typeface="Times New Roman"/>
              </a:rPr>
              <a:t>b</a:t>
            </a:r>
            <a:r>
              <a:rPr sz="2550" spc="-179" baseline="-19607" dirty="0">
                <a:latin typeface="Times New Roman"/>
                <a:cs typeface="Times New Roman"/>
              </a:rPr>
              <a:t>1</a:t>
            </a:r>
            <a:r>
              <a:rPr sz="2250" i="1" spc="90" dirty="0">
                <a:latin typeface="Times New Roman"/>
                <a:cs typeface="Times New Roman"/>
              </a:rPr>
              <a:t>u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12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1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220" dirty="0">
                <a:latin typeface="Times New Roman"/>
                <a:cs typeface="Times New Roman"/>
              </a:rPr>
              <a:t> </a:t>
            </a:r>
            <a:r>
              <a:rPr sz="2250" i="1" spc="-135" dirty="0">
                <a:latin typeface="Times New Roman"/>
                <a:cs typeface="Times New Roman"/>
              </a:rPr>
              <a:t>b</a:t>
            </a:r>
            <a:r>
              <a:rPr sz="2550" spc="7" baseline="-19607" dirty="0">
                <a:latin typeface="Times New Roman"/>
                <a:cs typeface="Times New Roman"/>
              </a:rPr>
              <a:t>2</a:t>
            </a:r>
            <a:r>
              <a:rPr sz="2250" i="1" spc="90" dirty="0">
                <a:latin typeface="Times New Roman"/>
                <a:cs typeface="Times New Roman"/>
              </a:rPr>
              <a:t>u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</a:t>
            </a:r>
            <a:r>
              <a:rPr sz="2250" spc="-18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2)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220" dirty="0">
                <a:latin typeface="Times New Roman"/>
                <a:cs typeface="Times New Roman"/>
              </a:rPr>
              <a:t> </a:t>
            </a:r>
            <a:r>
              <a:rPr sz="2250" i="1" spc="-185" dirty="0">
                <a:latin typeface="Times New Roman"/>
                <a:cs typeface="Times New Roman"/>
              </a:rPr>
              <a:t>b</a:t>
            </a:r>
            <a:r>
              <a:rPr sz="2550" spc="-67" baseline="-19607" dirty="0">
                <a:latin typeface="Times New Roman"/>
                <a:cs typeface="Times New Roman"/>
              </a:rPr>
              <a:t>3</a:t>
            </a:r>
            <a:r>
              <a:rPr sz="2250" i="1" spc="90" dirty="0">
                <a:latin typeface="Times New Roman"/>
                <a:cs typeface="Times New Roman"/>
              </a:rPr>
              <a:t>u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</a:t>
            </a:r>
            <a:r>
              <a:rPr sz="2250" spc="-250" dirty="0">
                <a:latin typeface="Times New Roman"/>
                <a:cs typeface="Times New Roman"/>
              </a:rPr>
              <a:t> </a:t>
            </a:r>
            <a:r>
              <a:rPr sz="2250" spc="-90" dirty="0">
                <a:latin typeface="Times New Roman"/>
                <a:cs typeface="Times New Roman"/>
              </a:rPr>
              <a:t>3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350" i="1" spc="100" dirty="0">
                <a:latin typeface="Times New Roman"/>
                <a:cs typeface="Times New Roman"/>
              </a:rPr>
              <a:t>z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38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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i="1" spc="100" dirty="0">
                <a:latin typeface="Times New Roman"/>
                <a:cs typeface="Times New Roman"/>
              </a:rPr>
              <a:t>z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Symbol"/>
                <a:cs typeface="Symbol"/>
              </a:rPr>
              <a:t></a:t>
            </a:r>
            <a:r>
              <a:rPr sz="2350" spc="-200" dirty="0">
                <a:latin typeface="Times New Roman"/>
                <a:cs typeface="Times New Roman"/>
              </a:rPr>
              <a:t>1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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i="1" spc="-10" dirty="0">
                <a:latin typeface="Times New Roman"/>
                <a:cs typeface="Times New Roman"/>
              </a:rPr>
              <a:t>y</a:t>
            </a:r>
            <a:r>
              <a:rPr sz="2625" i="1" baseline="-19047" dirty="0">
                <a:latin typeface="Times New Roman"/>
                <a:cs typeface="Times New Roman"/>
              </a:rPr>
              <a:t>d 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38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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2350" i="1" spc="-225" dirty="0">
                <a:latin typeface="Times New Roman"/>
                <a:cs typeface="Times New Roman"/>
              </a:rPr>
              <a:t>a</a:t>
            </a:r>
            <a:r>
              <a:rPr sz="2625" baseline="-19047" dirty="0">
                <a:latin typeface="Times New Roman"/>
                <a:cs typeface="Times New Roman"/>
              </a:rPr>
              <a:t>1</a:t>
            </a:r>
            <a:r>
              <a:rPr sz="2625" spc="-382" baseline="-19047" dirty="0">
                <a:latin typeface="Times New Roman"/>
                <a:cs typeface="Times New Roman"/>
              </a:rPr>
              <a:t> </a:t>
            </a:r>
            <a:r>
              <a:rPr sz="2350" i="1" spc="75" dirty="0">
                <a:latin typeface="Times New Roman"/>
                <a:cs typeface="Times New Roman"/>
              </a:rPr>
              <a:t>y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Symbol"/>
                <a:cs typeface="Symbol"/>
              </a:rPr>
              <a:t></a:t>
            </a:r>
            <a:r>
              <a:rPr sz="2350" spc="-200" dirty="0">
                <a:latin typeface="Times New Roman"/>
                <a:cs typeface="Times New Roman"/>
              </a:rPr>
              <a:t>1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i="1" spc="-335" dirty="0">
                <a:latin typeface="Times New Roman"/>
                <a:cs typeface="Times New Roman"/>
              </a:rPr>
              <a:t>b</a:t>
            </a:r>
            <a:r>
              <a:rPr sz="2625" spc="-165" baseline="-19047" dirty="0">
                <a:latin typeface="Times New Roman"/>
                <a:cs typeface="Times New Roman"/>
              </a:rPr>
              <a:t>1</a:t>
            </a:r>
            <a:r>
              <a:rPr sz="2350" i="1" spc="95" dirty="0">
                <a:latin typeface="Times New Roman"/>
                <a:cs typeface="Times New Roman"/>
              </a:rPr>
              <a:t>u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Symbol"/>
                <a:cs typeface="Symbol"/>
              </a:rPr>
              <a:t></a:t>
            </a:r>
            <a:r>
              <a:rPr sz="2350" spc="-200" dirty="0">
                <a:latin typeface="Times New Roman"/>
                <a:cs typeface="Times New Roman"/>
              </a:rPr>
              <a:t>1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i="1" spc="-140" dirty="0">
                <a:latin typeface="Times New Roman"/>
                <a:cs typeface="Times New Roman"/>
              </a:rPr>
              <a:t>b</a:t>
            </a:r>
            <a:r>
              <a:rPr sz="2625" spc="30" baseline="-19047" dirty="0">
                <a:latin typeface="Times New Roman"/>
                <a:cs typeface="Times New Roman"/>
              </a:rPr>
              <a:t>2</a:t>
            </a:r>
            <a:r>
              <a:rPr sz="2350" i="1" spc="95" dirty="0">
                <a:latin typeface="Times New Roman"/>
                <a:cs typeface="Times New Roman"/>
              </a:rPr>
              <a:t>u</a:t>
            </a:r>
            <a:r>
              <a:rPr sz="2350" spc="45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2)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i="1" spc="-195" dirty="0">
                <a:latin typeface="Times New Roman"/>
                <a:cs typeface="Times New Roman"/>
              </a:rPr>
              <a:t>b</a:t>
            </a:r>
            <a:r>
              <a:rPr sz="2625" spc="-52" baseline="-19047" dirty="0">
                <a:latin typeface="Times New Roman"/>
                <a:cs typeface="Times New Roman"/>
              </a:rPr>
              <a:t>3</a:t>
            </a:r>
            <a:r>
              <a:rPr sz="2350" i="1" spc="95" dirty="0">
                <a:latin typeface="Times New Roman"/>
                <a:cs typeface="Times New Roman"/>
              </a:rPr>
              <a:t>u</a:t>
            </a:r>
            <a:r>
              <a:rPr sz="2350" spc="45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spc="-90" dirty="0">
                <a:latin typeface="Times New Roman"/>
                <a:cs typeface="Times New Roman"/>
              </a:rPr>
              <a:t>3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6332" y="2903923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9924" y="2899061"/>
            <a:ext cx="140716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179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694" y="3212957"/>
            <a:ext cx="123634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525" baseline="25462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9924" y="3212957"/>
            <a:ext cx="1407160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</a:t>
            </a:r>
            <a:r>
              <a:rPr sz="3600" spc="-262" baseline="25462" dirty="0">
                <a:latin typeface="Times New Roman"/>
                <a:cs typeface="Times New Roman"/>
              </a:rPr>
              <a:t> </a:t>
            </a:r>
            <a:r>
              <a:rPr sz="3600" spc="30" baseline="25462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4615" y="3504649"/>
            <a:ext cx="3168650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94055" algn="l"/>
                <a:tab pos="2308225" algn="l"/>
                <a:tab pos="2782570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202" baseline="1388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22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682" y="3796341"/>
            <a:ext cx="123571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22" baseline="2314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9868" y="3796341"/>
            <a:ext cx="140716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</a:t>
            </a:r>
            <a:r>
              <a:rPr sz="3600" spc="-262" baseline="2314" dirty="0">
                <a:latin typeface="Times New Roman"/>
                <a:cs typeface="Times New Roman"/>
              </a:rPr>
              <a:t> </a:t>
            </a:r>
            <a:r>
              <a:rPr sz="3600" spc="142" baseline="2314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3</a:t>
            </a:r>
            <a:r>
              <a:rPr sz="2400" spc="17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6341" y="4273619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9868" y="4088045"/>
            <a:ext cx="1407160" cy="515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2407" dirty="0">
                <a:latin typeface="Symbol"/>
                <a:cs typeface="Symbol"/>
              </a:rPr>
              <a:t></a:t>
            </a:r>
            <a:r>
              <a:rPr sz="3600" spc="-262" baseline="32407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</a:t>
            </a:r>
            <a:r>
              <a:rPr sz="3600" spc="-179" baseline="32407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</a:t>
            </a:r>
            <a:endParaRPr sz="3600" baseline="32407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13681" y="3765822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694" y="2921255"/>
            <a:ext cx="16738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5535" algn="l"/>
                <a:tab pos="1543685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9222" y="2921255"/>
            <a:ext cx="20339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  <a:tab pos="1626870" algn="l"/>
                <a:tab pos="1903730" algn="l"/>
              </a:tabLst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9027" y="3212957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89222" y="3212957"/>
            <a:ext cx="20339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  <a:tab pos="1626870" algn="l"/>
                <a:tab pos="190373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7694" y="3504649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1082" y="3504649"/>
            <a:ext cx="580390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</a:t>
            </a:r>
            <a:r>
              <a:rPr sz="3600" spc="-15" baseline="-1388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19924" y="3504649"/>
            <a:ext cx="313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41050" y="3796341"/>
            <a:ext cx="580390" cy="875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R="5080" algn="r">
              <a:lnSpc>
                <a:spcPts val="2145"/>
              </a:lnSpc>
              <a:tabLst>
                <a:tab pos="43751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R="5080" algn="r">
              <a:lnSpc>
                <a:spcPts val="2440"/>
              </a:lnSpc>
              <a:tabLst>
                <a:tab pos="437515" algn="l"/>
              </a:tabLst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9143" y="3796341"/>
            <a:ext cx="41973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03781" y="3796341"/>
            <a:ext cx="419734" cy="875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  <a:tabLst>
                <a:tab pos="28892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145"/>
              </a:lnSpc>
              <a:tabLst>
                <a:tab pos="28892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  <a:tabLst>
                <a:tab pos="288925" algn="l"/>
              </a:tabLst>
            </a:pP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7682" y="4088045"/>
            <a:ext cx="14287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9143" y="4088045"/>
            <a:ext cx="41973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19868" y="4341684"/>
            <a:ext cx="313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84538" y="4341684"/>
            <a:ext cx="8242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7195" algn="l"/>
                <a:tab pos="694055" algn="l"/>
              </a:tabLst>
            </a:pPr>
            <a:r>
              <a:rPr sz="2400" spc="-10" dirty="0">
                <a:latin typeface="Symbol"/>
                <a:cs typeface="Symbol"/>
              </a:rPr>
              <a:t>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4800" y="5837933"/>
            <a:ext cx="435419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13375" y="6303360"/>
            <a:ext cx="154686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S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5" dirty="0">
                <a:latin typeface="Calibri"/>
                <a:cs typeface="Calibri"/>
              </a:rPr>
              <a:t>3)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0201" y="1534678"/>
            <a:ext cx="8211184" cy="881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3255">
              <a:lnSpc>
                <a:spcPct val="100000"/>
              </a:lnSpc>
            </a:pPr>
            <a:r>
              <a:rPr sz="2250" i="1" spc="75" dirty="0">
                <a:latin typeface="Times New Roman"/>
                <a:cs typeface="Times New Roman"/>
              </a:rPr>
              <a:t>y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37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50" dirty="0">
                <a:latin typeface="Symbol"/>
                <a:cs typeface="Symbol"/>
              </a:rPr>
              <a:t></a:t>
            </a:r>
            <a:r>
              <a:rPr sz="2250" i="1" spc="-215" dirty="0">
                <a:latin typeface="Times New Roman"/>
                <a:cs typeface="Times New Roman"/>
              </a:rPr>
              <a:t>a</a:t>
            </a:r>
            <a:r>
              <a:rPr sz="2550" spc="-15" baseline="-19607" dirty="0">
                <a:latin typeface="Times New Roman"/>
                <a:cs typeface="Times New Roman"/>
              </a:rPr>
              <a:t>1</a:t>
            </a:r>
            <a:r>
              <a:rPr sz="2550" spc="-375" baseline="-19607" dirty="0">
                <a:latin typeface="Times New Roman"/>
                <a:cs typeface="Times New Roman"/>
              </a:rPr>
              <a:t> </a:t>
            </a:r>
            <a:r>
              <a:rPr sz="2250" i="1" spc="75" dirty="0">
                <a:latin typeface="Times New Roman"/>
                <a:cs typeface="Times New Roman"/>
              </a:rPr>
              <a:t>y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12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1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220" dirty="0">
                <a:latin typeface="Times New Roman"/>
                <a:cs typeface="Times New Roman"/>
              </a:rPr>
              <a:t> </a:t>
            </a:r>
            <a:r>
              <a:rPr sz="2250" i="1" spc="-320" dirty="0">
                <a:latin typeface="Times New Roman"/>
                <a:cs typeface="Times New Roman"/>
              </a:rPr>
              <a:t>b</a:t>
            </a:r>
            <a:r>
              <a:rPr sz="2550" spc="-179" baseline="-19607" dirty="0">
                <a:latin typeface="Times New Roman"/>
                <a:cs typeface="Times New Roman"/>
              </a:rPr>
              <a:t>1</a:t>
            </a:r>
            <a:r>
              <a:rPr sz="2250" i="1" spc="90" dirty="0">
                <a:latin typeface="Times New Roman"/>
                <a:cs typeface="Times New Roman"/>
              </a:rPr>
              <a:t>u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12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1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220" dirty="0">
                <a:latin typeface="Times New Roman"/>
                <a:cs typeface="Times New Roman"/>
              </a:rPr>
              <a:t> </a:t>
            </a:r>
            <a:r>
              <a:rPr sz="2250" i="1" spc="-135" dirty="0">
                <a:latin typeface="Times New Roman"/>
                <a:cs typeface="Times New Roman"/>
              </a:rPr>
              <a:t>b</a:t>
            </a:r>
            <a:r>
              <a:rPr sz="2550" spc="7" baseline="-19607" dirty="0">
                <a:latin typeface="Times New Roman"/>
                <a:cs typeface="Times New Roman"/>
              </a:rPr>
              <a:t>2</a:t>
            </a:r>
            <a:r>
              <a:rPr sz="2250" i="1" spc="90" dirty="0">
                <a:latin typeface="Times New Roman"/>
                <a:cs typeface="Times New Roman"/>
              </a:rPr>
              <a:t>u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</a:t>
            </a:r>
            <a:r>
              <a:rPr sz="2250" spc="-18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2)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220" dirty="0">
                <a:latin typeface="Times New Roman"/>
                <a:cs typeface="Times New Roman"/>
              </a:rPr>
              <a:t> </a:t>
            </a:r>
            <a:r>
              <a:rPr sz="2250" i="1" spc="-185" dirty="0">
                <a:latin typeface="Times New Roman"/>
                <a:cs typeface="Times New Roman"/>
              </a:rPr>
              <a:t>b</a:t>
            </a:r>
            <a:r>
              <a:rPr sz="2550" spc="-67" baseline="-19607" dirty="0">
                <a:latin typeface="Times New Roman"/>
                <a:cs typeface="Times New Roman"/>
              </a:rPr>
              <a:t>3</a:t>
            </a:r>
            <a:r>
              <a:rPr sz="2250" i="1" spc="90" dirty="0">
                <a:latin typeface="Times New Roman"/>
                <a:cs typeface="Times New Roman"/>
              </a:rPr>
              <a:t>u</a:t>
            </a:r>
            <a:r>
              <a:rPr sz="2250" spc="45" dirty="0">
                <a:latin typeface="Times New Roman"/>
                <a:cs typeface="Times New Roman"/>
              </a:rPr>
              <a:t>(</a:t>
            </a: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</a:t>
            </a:r>
            <a:r>
              <a:rPr sz="2250" spc="-250" dirty="0">
                <a:latin typeface="Times New Roman"/>
                <a:cs typeface="Times New Roman"/>
              </a:rPr>
              <a:t> </a:t>
            </a:r>
            <a:r>
              <a:rPr sz="2250" spc="-90" dirty="0">
                <a:latin typeface="Times New Roman"/>
                <a:cs typeface="Times New Roman"/>
              </a:rPr>
              <a:t>3</a:t>
            </a:r>
            <a:r>
              <a:rPr sz="2250" spc="-10" dirty="0">
                <a:latin typeface="Times New Roman"/>
                <a:cs typeface="Times New Roman"/>
              </a:rPr>
              <a:t>)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350" i="1" spc="100" dirty="0">
                <a:latin typeface="Times New Roman"/>
                <a:cs typeface="Times New Roman"/>
              </a:rPr>
              <a:t>z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38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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i="1" spc="100" dirty="0">
                <a:latin typeface="Times New Roman"/>
                <a:cs typeface="Times New Roman"/>
              </a:rPr>
              <a:t>z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Symbol"/>
                <a:cs typeface="Symbol"/>
              </a:rPr>
              <a:t></a:t>
            </a:r>
            <a:r>
              <a:rPr sz="2350" spc="-200" dirty="0">
                <a:latin typeface="Times New Roman"/>
                <a:cs typeface="Times New Roman"/>
              </a:rPr>
              <a:t>1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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i="1" spc="-10" dirty="0">
                <a:latin typeface="Times New Roman"/>
                <a:cs typeface="Times New Roman"/>
              </a:rPr>
              <a:t>y</a:t>
            </a:r>
            <a:r>
              <a:rPr sz="2625" i="1" baseline="-19047" dirty="0">
                <a:latin typeface="Times New Roman"/>
                <a:cs typeface="Times New Roman"/>
              </a:rPr>
              <a:t>d 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38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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2350" i="1" spc="-225" dirty="0">
                <a:latin typeface="Times New Roman"/>
                <a:cs typeface="Times New Roman"/>
              </a:rPr>
              <a:t>a</a:t>
            </a:r>
            <a:r>
              <a:rPr sz="2625" baseline="-19047" dirty="0">
                <a:latin typeface="Times New Roman"/>
                <a:cs typeface="Times New Roman"/>
              </a:rPr>
              <a:t>1</a:t>
            </a:r>
            <a:r>
              <a:rPr sz="2625" spc="-382" baseline="-19047" dirty="0">
                <a:latin typeface="Times New Roman"/>
                <a:cs typeface="Times New Roman"/>
              </a:rPr>
              <a:t> </a:t>
            </a:r>
            <a:r>
              <a:rPr sz="2350" i="1" spc="75" dirty="0">
                <a:latin typeface="Times New Roman"/>
                <a:cs typeface="Times New Roman"/>
              </a:rPr>
              <a:t>y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Symbol"/>
                <a:cs typeface="Symbol"/>
              </a:rPr>
              <a:t></a:t>
            </a:r>
            <a:r>
              <a:rPr sz="2350" spc="-200" dirty="0">
                <a:latin typeface="Times New Roman"/>
                <a:cs typeface="Times New Roman"/>
              </a:rPr>
              <a:t>1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i="1" spc="-335" dirty="0">
                <a:latin typeface="Times New Roman"/>
                <a:cs typeface="Times New Roman"/>
              </a:rPr>
              <a:t>b</a:t>
            </a:r>
            <a:r>
              <a:rPr sz="2625" spc="-165" baseline="-19047" dirty="0">
                <a:latin typeface="Times New Roman"/>
                <a:cs typeface="Times New Roman"/>
              </a:rPr>
              <a:t>1</a:t>
            </a:r>
            <a:r>
              <a:rPr sz="2350" i="1" spc="95" dirty="0">
                <a:latin typeface="Times New Roman"/>
                <a:cs typeface="Times New Roman"/>
              </a:rPr>
              <a:t>u</a:t>
            </a:r>
            <a:r>
              <a:rPr sz="2350" spc="50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Symbol"/>
                <a:cs typeface="Symbol"/>
              </a:rPr>
              <a:t></a:t>
            </a:r>
            <a:r>
              <a:rPr sz="2350" spc="-200" dirty="0">
                <a:latin typeface="Times New Roman"/>
                <a:cs typeface="Times New Roman"/>
              </a:rPr>
              <a:t>1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i="1" spc="-140" dirty="0">
                <a:latin typeface="Times New Roman"/>
                <a:cs typeface="Times New Roman"/>
              </a:rPr>
              <a:t>b</a:t>
            </a:r>
            <a:r>
              <a:rPr sz="2625" spc="30" baseline="-19047" dirty="0">
                <a:latin typeface="Times New Roman"/>
                <a:cs typeface="Times New Roman"/>
              </a:rPr>
              <a:t>2</a:t>
            </a:r>
            <a:r>
              <a:rPr sz="2350" i="1" spc="95" dirty="0">
                <a:latin typeface="Times New Roman"/>
                <a:cs typeface="Times New Roman"/>
              </a:rPr>
              <a:t>u</a:t>
            </a:r>
            <a:r>
              <a:rPr sz="2350" spc="45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2)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i="1" spc="-195" dirty="0">
                <a:latin typeface="Times New Roman"/>
                <a:cs typeface="Times New Roman"/>
              </a:rPr>
              <a:t>b</a:t>
            </a:r>
            <a:r>
              <a:rPr sz="2625" spc="-52" baseline="-19047" dirty="0">
                <a:latin typeface="Times New Roman"/>
                <a:cs typeface="Times New Roman"/>
              </a:rPr>
              <a:t>3</a:t>
            </a:r>
            <a:r>
              <a:rPr sz="2350" i="1" spc="95" dirty="0">
                <a:latin typeface="Times New Roman"/>
                <a:cs typeface="Times New Roman"/>
              </a:rPr>
              <a:t>u</a:t>
            </a:r>
            <a:r>
              <a:rPr sz="2350" spc="45" dirty="0">
                <a:latin typeface="Times New Roman"/>
                <a:cs typeface="Times New Roman"/>
              </a:rPr>
              <a:t>(</a:t>
            </a:r>
            <a:r>
              <a:rPr sz="2350" i="1" spc="-15" dirty="0">
                <a:latin typeface="Times New Roman"/>
                <a:cs typeface="Times New Roman"/>
              </a:rPr>
              <a:t>k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15" dirty="0">
                <a:latin typeface="Symbol"/>
                <a:cs typeface="Symbol"/>
              </a:rPr>
              <a:t>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spc="-90" dirty="0">
                <a:latin typeface="Times New Roman"/>
                <a:cs typeface="Times New Roman"/>
              </a:rPr>
              <a:t>3</a:t>
            </a:r>
            <a:r>
              <a:rPr sz="2350" spc="-1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1011" y="2698596"/>
            <a:ext cx="55308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-3472" dirty="0">
                <a:latin typeface="Symbol"/>
                <a:cs typeface="Symbol"/>
              </a:rPr>
              <a:t>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175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4448" y="2703347"/>
            <a:ext cx="3682365" cy="1750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  <a:tabLst>
                <a:tab pos="802640" algn="l"/>
                <a:tab pos="1420495" algn="l"/>
                <a:tab pos="3253740" algn="l"/>
              </a:tabLst>
            </a:pPr>
            <a:r>
              <a:rPr sz="3600" i="1" spc="-202" baseline="1157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i="1" spc="-270" baseline="1157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spc="-262" baseline="-3472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187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28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670"/>
              </a:spcBef>
              <a:tabLst>
                <a:tab pos="852805" algn="l"/>
              </a:tabLst>
            </a:pPr>
            <a:r>
              <a:rPr sz="2400" spc="-15" dirty="0">
                <a:latin typeface="Times New Roman"/>
                <a:cs typeface="Times New Roman"/>
              </a:rPr>
              <a:t>0	0</a:t>
            </a: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  <a:spcBef>
                <a:spcPts val="710"/>
              </a:spcBef>
              <a:tabLst>
                <a:tab pos="852805" algn="l"/>
              </a:tabLst>
            </a:pPr>
            <a:r>
              <a:rPr sz="2400" spc="-15" dirty="0">
                <a:latin typeface="Times New Roman"/>
                <a:cs typeface="Times New Roman"/>
              </a:rPr>
              <a:t>1	0</a:t>
            </a:r>
            <a:endParaRPr sz="2400">
              <a:latin typeface="Times New Roman"/>
              <a:cs typeface="Times New Roman"/>
            </a:endParaRPr>
          </a:p>
          <a:p>
            <a:pPr marR="2550160" algn="ctr">
              <a:lnSpc>
                <a:spcPct val="100000"/>
              </a:lnSpc>
              <a:spcBef>
                <a:spcPts val="710"/>
              </a:spcBef>
              <a:tabLst>
                <a:tab pos="711835" algn="l"/>
              </a:tabLst>
            </a:pPr>
            <a:r>
              <a:rPr sz="2400" spc="-20" dirty="0">
                <a:latin typeface="Symbol"/>
                <a:cs typeface="Symbol"/>
              </a:rPr>
              <a:t></a:t>
            </a:r>
            <a:r>
              <a:rPr sz="2400" i="1" spc="-135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Symbol"/>
                <a:cs typeface="Symbol"/>
              </a:rPr>
              <a:t></a:t>
            </a:r>
            <a:r>
              <a:rPr sz="2400" i="1" spc="-180" dirty="0">
                <a:latin typeface="Times New Roman"/>
                <a:cs typeface="Times New Roman"/>
              </a:rPr>
              <a:t>b</a:t>
            </a:r>
            <a:r>
              <a:rPr sz="2025" spc="15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1003" y="3594699"/>
            <a:ext cx="464820" cy="883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41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314" dirty="0">
                <a:latin typeface="Times New Roman"/>
                <a:cs typeface="Times New Roman"/>
              </a:rPr>
              <a:t>0</a:t>
            </a:r>
            <a:endParaRPr sz="3600" baseline="-2314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3600" i="1" spc="-262" baseline="15046" dirty="0">
                <a:latin typeface="Times New Roman"/>
                <a:cs typeface="Times New Roman"/>
              </a:rPr>
              <a:t>a</a:t>
            </a:r>
            <a:r>
              <a:rPr sz="2025" spc="15" baseline="2057" dirty="0">
                <a:latin typeface="Times New Roman"/>
                <a:cs typeface="Times New Roman"/>
              </a:rPr>
              <a:t>1</a:t>
            </a:r>
            <a:endParaRPr sz="2025" baseline="205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6127" y="4068080"/>
            <a:ext cx="67754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90" dirty="0">
                <a:latin typeface="Symbol"/>
                <a:cs typeface="Symbol"/>
              </a:rPr>
              <a:t></a:t>
            </a:r>
            <a:r>
              <a:rPr sz="3600" spc="-37" baseline="15046" dirty="0">
                <a:latin typeface="Symbol"/>
                <a:cs typeface="Symbol"/>
              </a:rPr>
              <a:t></a:t>
            </a:r>
            <a:r>
              <a:rPr sz="3600" i="1" spc="-427" baseline="15046" dirty="0">
                <a:latin typeface="Times New Roman"/>
                <a:cs typeface="Times New Roman"/>
              </a:rPr>
              <a:t>b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r>
              <a:rPr sz="135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857" y="2708196"/>
            <a:ext cx="5461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9057" y="2708196"/>
            <a:ext cx="43180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</a:t>
            </a:r>
            <a:r>
              <a:rPr sz="3600" spc="104" baseline="347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1011" y="3012077"/>
            <a:ext cx="438150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415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5462" dirty="0">
                <a:latin typeface="Times New Roman"/>
                <a:cs typeface="Times New Roman"/>
              </a:rPr>
              <a:t>0</a:t>
            </a:r>
            <a:endParaRPr sz="3600" baseline="-25462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32574" y="3012077"/>
            <a:ext cx="1570990" cy="48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r>
              <a:rPr sz="3600" spc="-262" baseline="26620" dirty="0">
                <a:latin typeface="Times New Roman"/>
                <a:cs typeface="Times New Roman"/>
              </a:rPr>
              <a:t> </a:t>
            </a:r>
            <a:r>
              <a:rPr sz="3600" spc="22" baseline="25462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66117" y="3012862"/>
            <a:ext cx="67754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8445" algn="l"/>
                <a:tab pos="54737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26620" dirty="0">
                <a:latin typeface="Times New Roman"/>
                <a:cs typeface="Times New Roman"/>
              </a:rPr>
              <a:t>1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072" y="3016827"/>
            <a:ext cx="1236345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525" baseline="25462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39057" y="3016827"/>
            <a:ext cx="431800" cy="476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5462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0977" y="3304174"/>
            <a:ext cx="2499995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9570" algn="l"/>
                <a:tab pos="2113280" algn="l"/>
              </a:tabLst>
            </a:pP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-427" baseline="13888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r>
              <a:rPr sz="3600" baseline="13888" dirty="0">
                <a:latin typeface="Times New Roman"/>
                <a:cs typeface="Times New Roman"/>
              </a:rPr>
              <a:t>	</a:t>
            </a:r>
            <a:r>
              <a:rPr sz="3600" spc="-15" baseline="13888" dirty="0">
                <a:latin typeface="Symbol"/>
                <a:cs typeface="Symbol"/>
              </a:rPr>
              <a:t></a:t>
            </a:r>
            <a:r>
              <a:rPr sz="3600" spc="22" baseline="13888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32574" y="3594699"/>
            <a:ext cx="157099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4" baseline="1157" dirty="0">
                <a:latin typeface="Times New Roman"/>
                <a:cs typeface="Times New Roman"/>
              </a:rPr>
              <a:t>0</a:t>
            </a:r>
            <a:r>
              <a:rPr sz="3600" spc="-15" baseline="3472" dirty="0">
                <a:latin typeface="Symbol"/>
                <a:cs typeface="Symbol"/>
              </a:rPr>
              <a:t></a:t>
            </a:r>
            <a:r>
              <a:rPr sz="3600" spc="-262" baseline="3472" dirty="0">
                <a:latin typeface="Times New Roman"/>
                <a:cs typeface="Times New Roman"/>
              </a:rPr>
              <a:t> </a:t>
            </a:r>
            <a:r>
              <a:rPr sz="3600" spc="135" baseline="2314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3</a:t>
            </a:r>
            <a:r>
              <a:rPr sz="2400" spc="185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66122" y="3595484"/>
            <a:ext cx="67754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0985" algn="l"/>
                <a:tab pos="54737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-3472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077" y="3599449"/>
            <a:ext cx="123634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22" baseline="2314" dirty="0">
                <a:latin typeface="Symbol"/>
                <a:cs typeface="Symbol"/>
              </a:rPr>
              <a:t>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39061" y="3599449"/>
            <a:ext cx="431800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0" dirty="0">
                <a:latin typeface="Symbol"/>
                <a:cs typeface="Symbol"/>
              </a:rPr>
              <a:t></a:t>
            </a:r>
            <a:r>
              <a:rPr sz="3600" spc="104" baseline="-2314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0202" y="4071247"/>
            <a:ext cx="157353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1157" dirty="0">
                <a:latin typeface="Times New Roman"/>
                <a:cs typeface="Times New Roman"/>
              </a:rPr>
              <a:t>1</a:t>
            </a:r>
            <a:r>
              <a:rPr sz="3600" spc="-15" baseline="-13888" dirty="0">
                <a:latin typeface="Symbol"/>
                <a:cs typeface="Symbol"/>
              </a:rPr>
              <a:t></a:t>
            </a:r>
            <a:r>
              <a:rPr sz="3600" spc="-262" baseline="-13888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</a:t>
            </a:r>
            <a:r>
              <a:rPr sz="3600" spc="-187" baseline="-1273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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7839" y="4076094"/>
            <a:ext cx="53213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39067" y="4076094"/>
            <a:ext cx="61404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30" dirty="0">
                <a:latin typeface="Symbol"/>
                <a:cs typeface="Symbol"/>
              </a:rPr>
              <a:t></a:t>
            </a:r>
            <a:r>
              <a:rPr sz="3600" spc="127" baseline="1273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  <a:p>
            <a:pPr marL="79375">
              <a:lnSpc>
                <a:spcPct val="100000"/>
              </a:lnSpc>
              <a:spcBef>
                <a:spcPts val="595"/>
              </a:spcBef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60886" y="3568955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00976" y="2721551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9072" y="2725516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52787" y="2725516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52788" y="3303388"/>
            <a:ext cx="58102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</a:t>
            </a:r>
            <a:r>
              <a:rPr sz="3600" spc="-7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96126" y="3303388"/>
            <a:ext cx="3136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61051" y="3304174"/>
            <a:ext cx="548005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3600" spc="-22" baseline="-13888" dirty="0">
                <a:latin typeface="Symbol"/>
                <a:cs typeface="Symbol"/>
              </a:rPr>
              <a:t></a:t>
            </a:r>
            <a:r>
              <a:rPr sz="3600" spc="-179" baseline="-13888" dirty="0">
                <a:latin typeface="Times New Roman"/>
                <a:cs typeface="Times New Roman"/>
              </a:rPr>
              <a:t> 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073" y="3308138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91006" y="3886010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96119" y="3886010"/>
            <a:ext cx="3136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1157" dirty="0">
                <a:latin typeface="Symbol"/>
                <a:cs typeface="Symbol"/>
              </a:rPr>
              <a:t></a:t>
            </a:r>
            <a:r>
              <a:rPr sz="3600" spc="-262" baseline="11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61058" y="3886807"/>
            <a:ext cx="54800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7195" algn="l"/>
              </a:tabLst>
            </a:pPr>
            <a:r>
              <a:rPr sz="2400" spc="-10" dirty="0">
                <a:latin typeface="Symbol"/>
                <a:cs typeface="Symbol"/>
              </a:rPr>
              <a:t>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15" baseline="1157" dirty="0">
                <a:latin typeface="Symbol"/>
                <a:cs typeface="Symbol"/>
              </a:rPr>
              <a:t></a:t>
            </a:r>
            <a:endParaRPr sz="3600" baseline="1157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00983" y="3886807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9080" y="3890760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52794" y="3890760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39064" y="3890760"/>
            <a:ext cx="4318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099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4800" y="5837933"/>
            <a:ext cx="435419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F</a:t>
            </a:r>
            <a:r>
              <a:rPr sz="2400" b="1" spc="20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86951" y="5200017"/>
            <a:ext cx="1913255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13815" algn="l"/>
                <a:tab pos="1747520" algn="l"/>
              </a:tabLst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4875" spc="-667" baseline="-3418" dirty="0">
                <a:latin typeface="Symbol"/>
                <a:cs typeface="Symbol"/>
              </a:rPr>
              <a:t></a:t>
            </a:r>
            <a:r>
              <a:rPr sz="2400" dirty="0">
                <a:latin typeface="Times New Roman"/>
                <a:cs typeface="Times New Roman"/>
              </a:rPr>
              <a:t>1	0	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55581" y="5041482"/>
            <a:ext cx="1528445" cy="60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67" baseline="-40509" dirty="0">
                <a:latin typeface="Times New Roman"/>
                <a:cs typeface="Times New Roman"/>
              </a:rPr>
              <a:t>0</a:t>
            </a:r>
            <a:r>
              <a:rPr sz="4875" spc="-67" baseline="-33333" dirty="0">
                <a:latin typeface="Symbol"/>
                <a:cs typeface="Symbol"/>
              </a:rPr>
              <a:t></a:t>
            </a:r>
            <a:r>
              <a:rPr sz="3600" spc="-15" baseline="-26620" dirty="0">
                <a:latin typeface="Symbol"/>
                <a:cs typeface="Symbol"/>
              </a:rPr>
              <a:t></a:t>
            </a:r>
            <a:r>
              <a:rPr sz="3600" spc="-525" baseline="-26620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-26620" dirty="0">
                <a:latin typeface="Symbol"/>
                <a:cs typeface="Symbol"/>
              </a:rPr>
              <a:t></a:t>
            </a:r>
            <a:endParaRPr sz="3600" baseline="-2662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47587" y="5481585"/>
            <a:ext cx="123634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22" baseline="2314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06360" y="5958197"/>
            <a:ext cx="53213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47587" y="460771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541307" y="4607713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47587" y="4898999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41307" y="4898999"/>
            <a:ext cx="142875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447575" y="5772872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41294" y="5772872"/>
            <a:ext cx="14287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35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81605" y="5409132"/>
            <a:ext cx="4699000" cy="1250315"/>
          </a:xfrm>
          <a:custGeom>
            <a:avLst/>
            <a:gdLst/>
            <a:ahLst/>
            <a:cxnLst/>
            <a:rect l="l" t="t" r="r" b="b"/>
            <a:pathLst>
              <a:path w="4699000" h="1250315">
                <a:moveTo>
                  <a:pt x="0" y="216308"/>
                </a:moveTo>
                <a:lnTo>
                  <a:pt x="11412" y="210722"/>
                </a:lnTo>
                <a:lnTo>
                  <a:pt x="22888" y="205255"/>
                </a:lnTo>
                <a:lnTo>
                  <a:pt x="34375" y="199811"/>
                </a:lnTo>
                <a:lnTo>
                  <a:pt x="45821" y="194293"/>
                </a:lnTo>
                <a:lnTo>
                  <a:pt x="81960" y="174504"/>
                </a:lnTo>
                <a:lnTo>
                  <a:pt x="123750" y="147269"/>
                </a:lnTo>
                <a:lnTo>
                  <a:pt x="150503" y="128805"/>
                </a:lnTo>
                <a:lnTo>
                  <a:pt x="161824" y="135281"/>
                </a:lnTo>
                <a:lnTo>
                  <a:pt x="197060" y="154953"/>
                </a:lnTo>
                <a:lnTo>
                  <a:pt x="246432" y="165829"/>
                </a:lnTo>
                <a:lnTo>
                  <a:pt x="286179" y="169167"/>
                </a:lnTo>
                <a:lnTo>
                  <a:pt x="324739" y="171725"/>
                </a:lnTo>
                <a:lnTo>
                  <a:pt x="374771" y="174441"/>
                </a:lnTo>
                <a:lnTo>
                  <a:pt x="387099" y="175069"/>
                </a:lnTo>
                <a:lnTo>
                  <a:pt x="399376" y="175699"/>
                </a:lnTo>
                <a:lnTo>
                  <a:pt x="411611" y="176343"/>
                </a:lnTo>
                <a:lnTo>
                  <a:pt x="423814" y="177011"/>
                </a:lnTo>
                <a:lnTo>
                  <a:pt x="435996" y="177714"/>
                </a:lnTo>
                <a:lnTo>
                  <a:pt x="450611" y="176249"/>
                </a:lnTo>
                <a:lnTo>
                  <a:pt x="489576" y="172338"/>
                </a:lnTo>
                <a:lnTo>
                  <a:pt x="534020" y="159772"/>
                </a:lnTo>
                <a:lnTo>
                  <a:pt x="557502" y="141388"/>
                </a:lnTo>
                <a:lnTo>
                  <a:pt x="558008" y="140344"/>
                </a:lnTo>
                <a:lnTo>
                  <a:pt x="558633" y="139761"/>
                </a:lnTo>
                <a:lnTo>
                  <a:pt x="559654" y="139660"/>
                </a:lnTo>
                <a:lnTo>
                  <a:pt x="561348" y="140062"/>
                </a:lnTo>
                <a:lnTo>
                  <a:pt x="563993" y="140989"/>
                </a:lnTo>
                <a:lnTo>
                  <a:pt x="567864" y="142463"/>
                </a:lnTo>
                <a:lnTo>
                  <a:pt x="573239" y="144505"/>
                </a:lnTo>
                <a:lnTo>
                  <a:pt x="580396" y="147136"/>
                </a:lnTo>
                <a:lnTo>
                  <a:pt x="589611" y="150379"/>
                </a:lnTo>
                <a:lnTo>
                  <a:pt x="602433" y="158906"/>
                </a:lnTo>
                <a:lnTo>
                  <a:pt x="613115" y="167617"/>
                </a:lnTo>
                <a:lnTo>
                  <a:pt x="622872" y="174646"/>
                </a:lnTo>
                <a:lnTo>
                  <a:pt x="632923" y="178126"/>
                </a:lnTo>
                <a:lnTo>
                  <a:pt x="645181" y="175669"/>
                </a:lnTo>
                <a:lnTo>
                  <a:pt x="676530" y="148132"/>
                </a:lnTo>
                <a:lnTo>
                  <a:pt x="697575" y="116185"/>
                </a:lnTo>
                <a:lnTo>
                  <a:pt x="710212" y="118990"/>
                </a:lnTo>
                <a:lnTo>
                  <a:pt x="722556" y="122578"/>
                </a:lnTo>
                <a:lnTo>
                  <a:pt x="734813" y="125779"/>
                </a:lnTo>
                <a:lnTo>
                  <a:pt x="747188" y="127424"/>
                </a:lnTo>
                <a:lnTo>
                  <a:pt x="765864" y="127226"/>
                </a:lnTo>
                <a:lnTo>
                  <a:pt x="810790" y="123429"/>
                </a:lnTo>
                <a:lnTo>
                  <a:pt x="824591" y="115792"/>
                </a:lnTo>
                <a:lnTo>
                  <a:pt x="824808" y="115118"/>
                </a:lnTo>
                <a:lnTo>
                  <a:pt x="825297" y="114786"/>
                </a:lnTo>
                <a:lnTo>
                  <a:pt x="826383" y="114862"/>
                </a:lnTo>
                <a:lnTo>
                  <a:pt x="828389" y="115409"/>
                </a:lnTo>
                <a:lnTo>
                  <a:pt x="831641" y="116492"/>
                </a:lnTo>
                <a:lnTo>
                  <a:pt x="836464" y="118174"/>
                </a:lnTo>
                <a:lnTo>
                  <a:pt x="843183" y="120521"/>
                </a:lnTo>
                <a:lnTo>
                  <a:pt x="852123" y="123596"/>
                </a:lnTo>
                <a:lnTo>
                  <a:pt x="891061" y="118031"/>
                </a:lnTo>
                <a:lnTo>
                  <a:pt x="895847" y="116322"/>
                </a:lnTo>
                <a:lnTo>
                  <a:pt x="898982" y="115223"/>
                </a:lnTo>
                <a:lnTo>
                  <a:pt x="900787" y="114668"/>
                </a:lnTo>
                <a:lnTo>
                  <a:pt x="901580" y="114592"/>
                </a:lnTo>
                <a:lnTo>
                  <a:pt x="901682" y="114929"/>
                </a:lnTo>
                <a:lnTo>
                  <a:pt x="901410" y="115615"/>
                </a:lnTo>
                <a:lnTo>
                  <a:pt x="901086" y="116583"/>
                </a:lnTo>
                <a:lnTo>
                  <a:pt x="948489" y="127258"/>
                </a:lnTo>
                <a:lnTo>
                  <a:pt x="965204" y="127465"/>
                </a:lnTo>
                <a:lnTo>
                  <a:pt x="970762" y="127104"/>
                </a:lnTo>
                <a:lnTo>
                  <a:pt x="1020052" y="120205"/>
                </a:lnTo>
                <a:lnTo>
                  <a:pt x="1069412" y="112262"/>
                </a:lnTo>
                <a:lnTo>
                  <a:pt x="1112232" y="105115"/>
                </a:lnTo>
                <a:lnTo>
                  <a:pt x="1122382" y="103402"/>
                </a:lnTo>
                <a:lnTo>
                  <a:pt x="1129517" y="102201"/>
                </a:lnTo>
                <a:lnTo>
                  <a:pt x="1141745" y="106906"/>
                </a:lnTo>
                <a:lnTo>
                  <a:pt x="1153635" y="111829"/>
                </a:lnTo>
                <a:lnTo>
                  <a:pt x="1165700" y="114660"/>
                </a:lnTo>
                <a:lnTo>
                  <a:pt x="1213863" y="113107"/>
                </a:lnTo>
                <a:lnTo>
                  <a:pt x="1257950" y="105579"/>
                </a:lnTo>
                <a:lnTo>
                  <a:pt x="1302719" y="91190"/>
                </a:lnTo>
                <a:lnTo>
                  <a:pt x="1316328" y="95151"/>
                </a:lnTo>
                <a:lnTo>
                  <a:pt x="1352462" y="123653"/>
                </a:lnTo>
                <a:lnTo>
                  <a:pt x="1395126" y="149243"/>
                </a:lnTo>
                <a:lnTo>
                  <a:pt x="1407731" y="152229"/>
                </a:lnTo>
                <a:lnTo>
                  <a:pt x="1422996" y="142177"/>
                </a:lnTo>
                <a:lnTo>
                  <a:pt x="1435961" y="133396"/>
                </a:lnTo>
                <a:lnTo>
                  <a:pt x="1446910" y="125818"/>
                </a:lnTo>
                <a:lnTo>
                  <a:pt x="1456128" y="119373"/>
                </a:lnTo>
                <a:lnTo>
                  <a:pt x="1463899" y="113995"/>
                </a:lnTo>
                <a:lnTo>
                  <a:pt x="1496062" y="100284"/>
                </a:lnTo>
                <a:lnTo>
                  <a:pt x="1501666" y="100455"/>
                </a:lnTo>
                <a:lnTo>
                  <a:pt x="1508099" y="101144"/>
                </a:lnTo>
                <a:lnTo>
                  <a:pt x="1515644" y="102285"/>
                </a:lnTo>
                <a:lnTo>
                  <a:pt x="1524586" y="103808"/>
                </a:lnTo>
                <a:lnTo>
                  <a:pt x="1535209" y="105646"/>
                </a:lnTo>
                <a:lnTo>
                  <a:pt x="1547797" y="107729"/>
                </a:lnTo>
                <a:lnTo>
                  <a:pt x="1562635" y="109991"/>
                </a:lnTo>
                <a:lnTo>
                  <a:pt x="1580008" y="112361"/>
                </a:lnTo>
                <a:lnTo>
                  <a:pt x="1600199" y="114773"/>
                </a:lnTo>
                <a:lnTo>
                  <a:pt x="1616472" y="120491"/>
                </a:lnTo>
                <a:lnTo>
                  <a:pt x="1629748" y="125642"/>
                </a:lnTo>
                <a:lnTo>
                  <a:pt x="1640547" y="130146"/>
                </a:lnTo>
                <a:lnTo>
                  <a:pt x="1649385" y="133926"/>
                </a:lnTo>
                <a:lnTo>
                  <a:pt x="1656782" y="136903"/>
                </a:lnTo>
                <a:lnTo>
                  <a:pt x="1663254" y="138998"/>
                </a:lnTo>
                <a:lnTo>
                  <a:pt x="1669320" y="140134"/>
                </a:lnTo>
                <a:lnTo>
                  <a:pt x="1675497" y="140231"/>
                </a:lnTo>
                <a:lnTo>
                  <a:pt x="1682305" y="139211"/>
                </a:lnTo>
                <a:lnTo>
                  <a:pt x="1724090" y="123060"/>
                </a:lnTo>
                <a:lnTo>
                  <a:pt x="1757638" y="105976"/>
                </a:lnTo>
                <a:lnTo>
                  <a:pt x="1772298" y="107332"/>
                </a:lnTo>
                <a:lnTo>
                  <a:pt x="1785286" y="110123"/>
                </a:lnTo>
                <a:lnTo>
                  <a:pt x="1797112" y="113066"/>
                </a:lnTo>
                <a:lnTo>
                  <a:pt x="1808287" y="114878"/>
                </a:lnTo>
                <a:lnTo>
                  <a:pt x="1853868" y="104421"/>
                </a:lnTo>
                <a:lnTo>
                  <a:pt x="1890408" y="80932"/>
                </a:lnTo>
                <a:lnTo>
                  <a:pt x="1900009" y="74208"/>
                </a:lnTo>
                <a:lnTo>
                  <a:pt x="1911235" y="67400"/>
                </a:lnTo>
                <a:lnTo>
                  <a:pt x="1925067" y="61176"/>
                </a:lnTo>
                <a:lnTo>
                  <a:pt x="1937230" y="56929"/>
                </a:lnTo>
                <a:lnTo>
                  <a:pt x="1948222" y="53659"/>
                </a:lnTo>
                <a:lnTo>
                  <a:pt x="1961621" y="61616"/>
                </a:lnTo>
                <a:lnTo>
                  <a:pt x="1972065" y="67833"/>
                </a:lnTo>
                <a:lnTo>
                  <a:pt x="1979906" y="72470"/>
                </a:lnTo>
                <a:lnTo>
                  <a:pt x="1985499" y="75686"/>
                </a:lnTo>
                <a:lnTo>
                  <a:pt x="1989196" y="77642"/>
                </a:lnTo>
                <a:lnTo>
                  <a:pt x="1991351" y="78495"/>
                </a:lnTo>
                <a:lnTo>
                  <a:pt x="1992317" y="78406"/>
                </a:lnTo>
                <a:lnTo>
                  <a:pt x="1992447" y="77533"/>
                </a:lnTo>
                <a:lnTo>
                  <a:pt x="1992094" y="76037"/>
                </a:lnTo>
                <a:lnTo>
                  <a:pt x="1991612" y="74077"/>
                </a:lnTo>
                <a:lnTo>
                  <a:pt x="1991354" y="71811"/>
                </a:lnTo>
                <a:lnTo>
                  <a:pt x="2014292" y="60738"/>
                </a:lnTo>
                <a:lnTo>
                  <a:pt x="2025494" y="60800"/>
                </a:lnTo>
                <a:lnTo>
                  <a:pt x="2069807" y="66581"/>
                </a:lnTo>
                <a:lnTo>
                  <a:pt x="2105668" y="80694"/>
                </a:lnTo>
                <a:lnTo>
                  <a:pt x="2117427" y="86199"/>
                </a:lnTo>
                <a:lnTo>
                  <a:pt x="2129220" y="91445"/>
                </a:lnTo>
                <a:lnTo>
                  <a:pt x="2141123" y="96038"/>
                </a:lnTo>
                <a:lnTo>
                  <a:pt x="2153214" y="99583"/>
                </a:lnTo>
                <a:lnTo>
                  <a:pt x="2165571" y="101686"/>
                </a:lnTo>
                <a:lnTo>
                  <a:pt x="2692408" y="114773"/>
                </a:lnTo>
                <a:lnTo>
                  <a:pt x="2700784" y="124812"/>
                </a:lnTo>
                <a:lnTo>
                  <a:pt x="2727622" y="151947"/>
                </a:lnTo>
                <a:lnTo>
                  <a:pt x="2758424" y="155959"/>
                </a:lnTo>
                <a:lnTo>
                  <a:pt x="2769804" y="154426"/>
                </a:lnTo>
                <a:lnTo>
                  <a:pt x="2807414" y="124703"/>
                </a:lnTo>
                <a:lnTo>
                  <a:pt x="2814741" y="116681"/>
                </a:lnTo>
                <a:lnTo>
                  <a:pt x="2849450" y="95367"/>
                </a:lnTo>
                <a:lnTo>
                  <a:pt x="2870197" y="89391"/>
                </a:lnTo>
                <a:lnTo>
                  <a:pt x="2882678" y="91714"/>
                </a:lnTo>
                <a:lnTo>
                  <a:pt x="2895399" y="93512"/>
                </a:lnTo>
                <a:lnTo>
                  <a:pt x="2907761" y="96129"/>
                </a:lnTo>
                <a:lnTo>
                  <a:pt x="2919168" y="100913"/>
                </a:lnTo>
                <a:lnTo>
                  <a:pt x="2927633" y="110641"/>
                </a:lnTo>
                <a:lnTo>
                  <a:pt x="2932982" y="122786"/>
                </a:lnTo>
                <a:lnTo>
                  <a:pt x="2938440" y="133868"/>
                </a:lnTo>
                <a:lnTo>
                  <a:pt x="2951842" y="138070"/>
                </a:lnTo>
                <a:lnTo>
                  <a:pt x="2963937" y="138062"/>
                </a:lnTo>
                <a:lnTo>
                  <a:pt x="2975015" y="135365"/>
                </a:lnTo>
                <a:lnTo>
                  <a:pt x="2985370" y="131499"/>
                </a:lnTo>
                <a:lnTo>
                  <a:pt x="2995295" y="127982"/>
                </a:lnTo>
                <a:lnTo>
                  <a:pt x="3033004" y="136168"/>
                </a:lnTo>
                <a:lnTo>
                  <a:pt x="3069876" y="149173"/>
                </a:lnTo>
                <a:lnTo>
                  <a:pt x="3081302" y="152478"/>
                </a:lnTo>
                <a:lnTo>
                  <a:pt x="3123954" y="145837"/>
                </a:lnTo>
                <a:lnTo>
                  <a:pt x="3142505" y="137215"/>
                </a:lnTo>
                <a:lnTo>
                  <a:pt x="3152561" y="132966"/>
                </a:lnTo>
                <a:lnTo>
                  <a:pt x="3192610" y="125572"/>
                </a:lnTo>
                <a:lnTo>
                  <a:pt x="3231816" y="121469"/>
                </a:lnTo>
                <a:lnTo>
                  <a:pt x="3280843" y="117541"/>
                </a:lnTo>
                <a:lnTo>
                  <a:pt x="3292746" y="116619"/>
                </a:lnTo>
                <a:lnTo>
                  <a:pt x="3332952" y="118551"/>
                </a:lnTo>
                <a:lnTo>
                  <a:pt x="3358893" y="122075"/>
                </a:lnTo>
                <a:lnTo>
                  <a:pt x="3371188" y="123779"/>
                </a:lnTo>
                <a:lnTo>
                  <a:pt x="3383160" y="125287"/>
                </a:lnTo>
                <a:lnTo>
                  <a:pt x="3394902" y="126481"/>
                </a:lnTo>
                <a:lnTo>
                  <a:pt x="3406512" y="127244"/>
                </a:lnTo>
                <a:lnTo>
                  <a:pt x="3427018" y="127188"/>
                </a:lnTo>
                <a:lnTo>
                  <a:pt x="3473639" y="125544"/>
                </a:lnTo>
                <a:lnTo>
                  <a:pt x="3515440" y="119018"/>
                </a:lnTo>
                <a:lnTo>
                  <a:pt x="3556601" y="106137"/>
                </a:lnTo>
                <a:lnTo>
                  <a:pt x="3592025" y="82192"/>
                </a:lnTo>
                <a:lnTo>
                  <a:pt x="3601464" y="75233"/>
                </a:lnTo>
                <a:lnTo>
                  <a:pt x="3610573" y="69052"/>
                </a:lnTo>
                <a:lnTo>
                  <a:pt x="3651591" y="49193"/>
                </a:lnTo>
                <a:lnTo>
                  <a:pt x="3690152" y="38127"/>
                </a:lnTo>
                <a:lnTo>
                  <a:pt x="3708403" y="25927"/>
                </a:lnTo>
                <a:lnTo>
                  <a:pt x="3721019" y="27465"/>
                </a:lnTo>
                <a:lnTo>
                  <a:pt x="3733624" y="29210"/>
                </a:lnTo>
                <a:lnTo>
                  <a:pt x="3746224" y="31059"/>
                </a:lnTo>
                <a:lnTo>
                  <a:pt x="3758824" y="32909"/>
                </a:lnTo>
                <a:lnTo>
                  <a:pt x="3771429" y="34660"/>
                </a:lnTo>
                <a:lnTo>
                  <a:pt x="3784044" y="36207"/>
                </a:lnTo>
                <a:lnTo>
                  <a:pt x="3796675" y="37448"/>
                </a:lnTo>
                <a:lnTo>
                  <a:pt x="3809326" y="38282"/>
                </a:lnTo>
                <a:lnTo>
                  <a:pt x="3822003" y="38605"/>
                </a:lnTo>
                <a:lnTo>
                  <a:pt x="3844738" y="38365"/>
                </a:lnTo>
                <a:lnTo>
                  <a:pt x="3884314" y="35358"/>
                </a:lnTo>
                <a:lnTo>
                  <a:pt x="3892956" y="30524"/>
                </a:lnTo>
                <a:lnTo>
                  <a:pt x="3891632" y="28861"/>
                </a:lnTo>
                <a:lnTo>
                  <a:pt x="3879217" y="23596"/>
                </a:lnTo>
                <a:lnTo>
                  <a:pt x="3879579" y="23685"/>
                </a:lnTo>
                <a:lnTo>
                  <a:pt x="3927074" y="34026"/>
                </a:lnTo>
                <a:lnTo>
                  <a:pt x="3949714" y="38606"/>
                </a:lnTo>
                <a:lnTo>
                  <a:pt x="3958597" y="47897"/>
                </a:lnTo>
                <a:lnTo>
                  <a:pt x="3993925" y="80879"/>
                </a:lnTo>
                <a:lnTo>
                  <a:pt x="4029564" y="90196"/>
                </a:lnTo>
                <a:lnTo>
                  <a:pt x="4044534" y="86369"/>
                </a:lnTo>
                <a:lnTo>
                  <a:pt x="4080810" y="56184"/>
                </a:lnTo>
                <a:lnTo>
                  <a:pt x="4086704" y="47279"/>
                </a:lnTo>
                <a:lnTo>
                  <a:pt x="4092317" y="38891"/>
                </a:lnTo>
                <a:lnTo>
                  <a:pt x="4120543" y="7528"/>
                </a:lnTo>
                <a:lnTo>
                  <a:pt x="4150792" y="0"/>
                </a:lnTo>
                <a:lnTo>
                  <a:pt x="4160458" y="1232"/>
                </a:lnTo>
                <a:lnTo>
                  <a:pt x="4196499" y="13702"/>
                </a:lnTo>
                <a:lnTo>
                  <a:pt x="4238533" y="38508"/>
                </a:lnTo>
                <a:lnTo>
                  <a:pt x="4256987" y="80499"/>
                </a:lnTo>
                <a:lnTo>
                  <a:pt x="4259722" y="102625"/>
                </a:lnTo>
                <a:lnTo>
                  <a:pt x="4261610" y="112976"/>
                </a:lnTo>
                <a:lnTo>
                  <a:pt x="4293099" y="152453"/>
                </a:lnTo>
                <a:lnTo>
                  <a:pt x="4327759" y="168970"/>
                </a:lnTo>
                <a:lnTo>
                  <a:pt x="4351211" y="176631"/>
                </a:lnTo>
                <a:lnTo>
                  <a:pt x="4365399" y="174418"/>
                </a:lnTo>
                <a:lnTo>
                  <a:pt x="4402309" y="160423"/>
                </a:lnTo>
                <a:lnTo>
                  <a:pt x="4443859" y="133417"/>
                </a:lnTo>
                <a:lnTo>
                  <a:pt x="4469361" y="115526"/>
                </a:lnTo>
                <a:lnTo>
                  <a:pt x="4484183" y="120304"/>
                </a:lnTo>
                <a:lnTo>
                  <a:pt x="4496610" y="124335"/>
                </a:lnTo>
                <a:lnTo>
                  <a:pt x="4506931" y="127701"/>
                </a:lnTo>
                <a:lnTo>
                  <a:pt x="4515433" y="130486"/>
                </a:lnTo>
                <a:lnTo>
                  <a:pt x="4522406" y="132773"/>
                </a:lnTo>
                <a:lnTo>
                  <a:pt x="4528136" y="134643"/>
                </a:lnTo>
                <a:lnTo>
                  <a:pt x="4571348" y="146388"/>
                </a:lnTo>
                <a:lnTo>
                  <a:pt x="4580502" y="148645"/>
                </a:lnTo>
                <a:lnTo>
                  <a:pt x="4591584" y="151394"/>
                </a:lnTo>
                <a:lnTo>
                  <a:pt x="4603854" y="162122"/>
                </a:lnTo>
                <a:lnTo>
                  <a:pt x="4614562" y="171391"/>
                </a:lnTo>
                <a:lnTo>
                  <a:pt x="4645415" y="205031"/>
                </a:lnTo>
                <a:lnTo>
                  <a:pt x="4661830" y="246712"/>
                </a:lnTo>
                <a:lnTo>
                  <a:pt x="4671730" y="286518"/>
                </a:lnTo>
                <a:lnTo>
                  <a:pt x="4674301" y="306274"/>
                </a:lnTo>
                <a:lnTo>
                  <a:pt x="4674226" y="309791"/>
                </a:lnTo>
                <a:lnTo>
                  <a:pt x="4673933" y="312269"/>
                </a:lnTo>
                <a:lnTo>
                  <a:pt x="4673571" y="314004"/>
                </a:lnTo>
                <a:lnTo>
                  <a:pt x="4673290" y="315295"/>
                </a:lnTo>
                <a:lnTo>
                  <a:pt x="4673239" y="316439"/>
                </a:lnTo>
                <a:lnTo>
                  <a:pt x="4686112" y="336842"/>
                </a:lnTo>
                <a:lnTo>
                  <a:pt x="4691846" y="345273"/>
                </a:lnTo>
                <a:lnTo>
                  <a:pt x="4699003" y="355934"/>
                </a:lnTo>
                <a:lnTo>
                  <a:pt x="4698429" y="368563"/>
                </a:lnTo>
                <a:lnTo>
                  <a:pt x="4698014" y="381213"/>
                </a:lnTo>
                <a:lnTo>
                  <a:pt x="4697363" y="431938"/>
                </a:lnTo>
                <a:lnTo>
                  <a:pt x="4697302" y="444632"/>
                </a:lnTo>
                <a:lnTo>
                  <a:pt x="4697223" y="457324"/>
                </a:lnTo>
                <a:lnTo>
                  <a:pt x="4696120" y="507994"/>
                </a:lnTo>
                <a:lnTo>
                  <a:pt x="4692326" y="558329"/>
                </a:lnTo>
                <a:lnTo>
                  <a:pt x="4680627" y="602938"/>
                </a:lnTo>
                <a:lnTo>
                  <a:pt x="4657438" y="606214"/>
                </a:lnTo>
                <a:lnTo>
                  <a:pt x="4645746" y="615640"/>
                </a:lnTo>
                <a:lnTo>
                  <a:pt x="4623164" y="648782"/>
                </a:lnTo>
                <a:lnTo>
                  <a:pt x="4611124" y="682793"/>
                </a:lnTo>
                <a:lnTo>
                  <a:pt x="4613559" y="697962"/>
                </a:lnTo>
                <a:lnTo>
                  <a:pt x="4615643" y="711689"/>
                </a:lnTo>
                <a:lnTo>
                  <a:pt x="4625626" y="757839"/>
                </a:lnTo>
                <a:lnTo>
                  <a:pt x="4651662" y="803720"/>
                </a:lnTo>
                <a:lnTo>
                  <a:pt x="4677870" y="830236"/>
                </a:lnTo>
                <a:lnTo>
                  <a:pt x="4685654" y="837606"/>
                </a:lnTo>
                <a:lnTo>
                  <a:pt x="4690869" y="849706"/>
                </a:lnTo>
                <a:lnTo>
                  <a:pt x="4695999" y="861524"/>
                </a:lnTo>
                <a:lnTo>
                  <a:pt x="4698884" y="873544"/>
                </a:lnTo>
                <a:lnTo>
                  <a:pt x="4692091" y="911978"/>
                </a:lnTo>
                <a:lnTo>
                  <a:pt x="4674634" y="948072"/>
                </a:lnTo>
                <a:lnTo>
                  <a:pt x="4645091" y="976713"/>
                </a:lnTo>
                <a:lnTo>
                  <a:pt x="4625782" y="988625"/>
                </a:lnTo>
                <a:lnTo>
                  <a:pt x="4627195" y="1001691"/>
                </a:lnTo>
                <a:lnTo>
                  <a:pt x="4629538" y="1014373"/>
                </a:lnTo>
                <a:lnTo>
                  <a:pt x="4632144" y="1026807"/>
                </a:lnTo>
                <a:lnTo>
                  <a:pt x="4634346" y="1039126"/>
                </a:lnTo>
                <a:lnTo>
                  <a:pt x="4635475" y="1051464"/>
                </a:lnTo>
                <a:lnTo>
                  <a:pt x="4634921" y="1064755"/>
                </a:lnTo>
                <a:lnTo>
                  <a:pt x="4633409" y="1077641"/>
                </a:lnTo>
                <a:lnTo>
                  <a:pt x="4631221" y="1090206"/>
                </a:lnTo>
                <a:lnTo>
                  <a:pt x="4628642" y="1102533"/>
                </a:lnTo>
                <a:lnTo>
                  <a:pt x="4625952" y="1114705"/>
                </a:lnTo>
                <a:lnTo>
                  <a:pt x="4623435" y="1126806"/>
                </a:lnTo>
                <a:lnTo>
                  <a:pt x="4615956" y="1167694"/>
                </a:lnTo>
                <a:lnTo>
                  <a:pt x="4604242" y="1213231"/>
                </a:lnTo>
                <a:lnTo>
                  <a:pt x="4593814" y="1239289"/>
                </a:lnTo>
                <a:lnTo>
                  <a:pt x="4588444" y="1249888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13375" y="6303360"/>
            <a:ext cx="154686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h</a:t>
            </a:r>
            <a:r>
              <a:rPr sz="2400" b="1" spc="35" dirty="0">
                <a:latin typeface="Times New Roman"/>
                <a:cs typeface="Times New Roman"/>
              </a:rPr>
              <a:t>x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983876"/>
            <a:ext cx="298196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200" spc="-2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200" spc="-1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200" spc="-7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2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200" spc="-5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200" spc="-1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200" spc="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200" spc="-4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200" spc="-3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2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200" spc="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2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4571" y="2212305"/>
            <a:ext cx="1421765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Symbol"/>
                <a:cs typeface="Symbol"/>
              </a:rPr>
              <a:t>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r>
              <a:rPr sz="4875" spc="-367" baseline="-3418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4632" y="2202551"/>
            <a:ext cx="719455" cy="463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65" dirty="0">
                <a:latin typeface="Symbol"/>
                <a:cs typeface="Symbol"/>
              </a:rPr>
              <a:t>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225" baseline="-24691" dirty="0">
                <a:latin typeface="Times New Roman"/>
                <a:cs typeface="Times New Roman"/>
              </a:rPr>
              <a:t> </a:t>
            </a: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15" baseline="13888" dirty="0">
                <a:latin typeface="Symbol"/>
                <a:cs typeface="Symbol"/>
              </a:rPr>
              <a:t></a:t>
            </a:r>
            <a:endParaRPr sz="3600" baseline="13888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4894" y="2281925"/>
            <a:ext cx="83566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7690" algn="l"/>
              </a:tabLst>
            </a:pPr>
            <a:r>
              <a:rPr sz="2400" i="1" spc="-4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10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0388" y="1600993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1613" y="1910351"/>
            <a:ext cx="1236345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6620" dirty="0">
                <a:latin typeface="Symbol"/>
                <a:cs typeface="Symbol"/>
              </a:rPr>
              <a:t></a:t>
            </a:r>
            <a:r>
              <a:rPr sz="3600" spc="-525" baseline="26620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endParaRPr sz="3600" baseline="2662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1613" y="2494849"/>
            <a:ext cx="123634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22" baseline="2314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50241" y="2972594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1613" y="161835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5329" y="161835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5329" y="220255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1613" y="2786751"/>
            <a:ext cx="14287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5329" y="2786751"/>
            <a:ext cx="14287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44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6129" y="3636064"/>
            <a:ext cx="580898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-45" dirty="0">
                <a:latin typeface="Times New Roman"/>
                <a:cs typeface="Times New Roman"/>
              </a:rPr>
              <a:t>g</a:t>
            </a:r>
            <a:r>
              <a:rPr sz="2025" spc="-82" baseline="-24691" dirty="0">
                <a:latin typeface="Times New Roman"/>
                <a:cs typeface="Times New Roman"/>
              </a:rPr>
              <a:t>1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105" dirty="0">
                <a:latin typeface="Times New Roman"/>
                <a:cs typeface="Times New Roman"/>
              </a:rPr>
              <a:t>g</a:t>
            </a:r>
            <a:r>
              <a:rPr sz="2025" spc="75" baseline="-24691" dirty="0">
                <a:latin typeface="Times New Roman"/>
                <a:cs typeface="Times New Roman"/>
              </a:rPr>
              <a:t>2</a:t>
            </a:r>
            <a:r>
              <a:rPr sz="2400" i="1" spc="114" dirty="0">
                <a:latin typeface="Times New Roman"/>
                <a:cs typeface="Times New Roman"/>
              </a:rPr>
              <a:t>u</a:t>
            </a:r>
            <a:r>
              <a:rPr sz="2400" spc="5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89" baseline="-2469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5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58289" y="4631651"/>
            <a:ext cx="753110" cy="0"/>
          </a:xfrm>
          <a:custGeom>
            <a:avLst/>
            <a:gdLst/>
            <a:ahLst/>
            <a:cxnLst/>
            <a:rect l="l" t="t" r="r" b="b"/>
            <a:pathLst>
              <a:path w="753109">
                <a:moveTo>
                  <a:pt x="0" y="0"/>
                </a:moveTo>
                <a:lnTo>
                  <a:pt x="753001" y="0"/>
                </a:lnTo>
              </a:path>
            </a:pathLst>
          </a:custGeom>
          <a:ln w="12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78813" y="4387868"/>
            <a:ext cx="1952625" cy="46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15" baseline="-32921" dirty="0">
                <a:latin typeface="Times New Roman"/>
                <a:cs typeface="Times New Roman"/>
              </a:rPr>
              <a:t>1</a:t>
            </a:r>
            <a:r>
              <a:rPr sz="2025" spc="202" baseline="-32921" dirty="0">
                <a:latin typeface="Times New Roman"/>
                <a:cs typeface="Times New Roman"/>
              </a:rPr>
              <a:t> </a:t>
            </a:r>
            <a:r>
              <a:rPr sz="4725" spc="-240" baseline="-2645" dirty="0">
                <a:latin typeface="Symbol"/>
                <a:cs typeface="Symbol"/>
              </a:rPr>
              <a:t>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)</a:t>
            </a:r>
            <a:r>
              <a:rPr sz="4725" spc="-569" baseline="-2645" dirty="0">
                <a:latin typeface="Symbol"/>
                <a:cs typeface="Symbol"/>
              </a:rPr>
              <a:t></a:t>
            </a:r>
            <a:endParaRPr sz="4725" baseline="-2645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2022" y="4445569"/>
            <a:ext cx="498792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-60" dirty="0">
                <a:latin typeface="Times New Roman"/>
                <a:cs typeface="Times New Roman"/>
              </a:rPr>
              <a:t>g</a:t>
            </a:r>
            <a:r>
              <a:rPr sz="2025" spc="-82" baseline="-24691" dirty="0">
                <a:latin typeface="Times New Roman"/>
                <a:cs typeface="Times New Roman"/>
              </a:rPr>
              <a:t>1</a:t>
            </a: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25" dirty="0">
                <a:latin typeface="Symbol"/>
                <a:cs typeface="Symbol"/>
              </a:rPr>
              <a:t></a:t>
            </a:r>
            <a:r>
              <a:rPr sz="2400" spc="-20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90" dirty="0">
                <a:latin typeface="Times New Roman"/>
                <a:cs typeface="Times New Roman"/>
              </a:rPr>
              <a:t>g</a:t>
            </a:r>
            <a:r>
              <a:rPr sz="2025" spc="75" baseline="-24691" dirty="0">
                <a:latin typeface="Times New Roman"/>
                <a:cs typeface="Times New Roman"/>
              </a:rPr>
              <a:t>2</a:t>
            </a:r>
            <a:r>
              <a:rPr sz="2400" i="1" spc="100" dirty="0">
                <a:latin typeface="Times New Roman"/>
                <a:cs typeface="Times New Roman"/>
              </a:rPr>
              <a:t>u</a:t>
            </a:r>
            <a:r>
              <a:rPr sz="2400" spc="4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32894" y="4652037"/>
            <a:ext cx="672465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spc="15" baseline="43209" dirty="0">
                <a:latin typeface="Symbol"/>
                <a:cs typeface="Symbol"/>
              </a:rPr>
              <a:t></a:t>
            </a:r>
            <a:endParaRPr sz="2025" baseline="43209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96334" y="4258157"/>
            <a:ext cx="2311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9088" y="5160321"/>
            <a:ext cx="125730" cy="51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484" dirty="0">
                <a:latin typeface="Symbol"/>
                <a:cs typeface="Symbol"/>
              </a:rPr>
              <a:t>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98955" y="5455922"/>
            <a:ext cx="753110" cy="0"/>
          </a:xfrm>
          <a:custGeom>
            <a:avLst/>
            <a:gdLst/>
            <a:ahLst/>
            <a:cxnLst/>
            <a:rect l="l" t="t" r="r" b="b"/>
            <a:pathLst>
              <a:path w="753109">
                <a:moveTo>
                  <a:pt x="0" y="0"/>
                </a:moveTo>
                <a:lnTo>
                  <a:pt x="75303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004761" y="5160321"/>
            <a:ext cx="360045" cy="51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5700" spc="-727" baseline="-20467" dirty="0">
                <a:latin typeface="Symbol"/>
                <a:cs typeface="Symbol"/>
              </a:rPr>
              <a:t></a:t>
            </a:r>
            <a:endParaRPr sz="5700" baseline="-20467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67860" y="5211390"/>
            <a:ext cx="1804035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45920" algn="l"/>
              </a:tabLst>
            </a:pPr>
            <a:r>
              <a:rPr sz="3150" spc="-380" dirty="0">
                <a:latin typeface="Symbol"/>
                <a:cs typeface="Symbol"/>
              </a:rPr>
              <a:t></a:t>
            </a:r>
            <a:r>
              <a:rPr sz="3150" spc="-380" dirty="0">
                <a:latin typeface="Times New Roman"/>
                <a:cs typeface="Times New Roman"/>
              </a:rPr>
              <a:t>	</a:t>
            </a: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90710" y="5238293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9065" y="5269285"/>
            <a:ext cx="353949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42820" algn="l"/>
                <a:tab pos="2886075" algn="l"/>
              </a:tabLst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60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322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i="1" spc="90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-165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67508" y="5269285"/>
            <a:ext cx="3269615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 marR="5080" indent="-806450">
              <a:lnSpc>
                <a:spcPct val="65100"/>
              </a:lnSpc>
              <a:tabLst>
                <a:tab pos="1785620" algn="l"/>
                <a:tab pos="2064385" algn="l"/>
              </a:tabLst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baseline="43209" dirty="0">
                <a:latin typeface="Symbol"/>
                <a:cs typeface="Symbol"/>
              </a:rPr>
              <a:t></a:t>
            </a:r>
            <a:r>
              <a:rPr sz="2025" spc="15" baseline="45267" dirty="0">
                <a:latin typeface="Times New Roman"/>
                <a:cs typeface="Times New Roman"/>
              </a:rPr>
              <a:t>1</a:t>
            </a:r>
            <a:endParaRPr sz="2025" baseline="4526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37025" y="5081272"/>
            <a:ext cx="2311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78106" y="5456206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132" y="6046402"/>
            <a:ext cx="24104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0" dirty="0">
                <a:latin typeface="Times New Roman"/>
                <a:cs typeface="Times New Roman"/>
              </a:rPr>
              <a:t>u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</a:t>
            </a:r>
            <a:r>
              <a:rPr sz="3000" b="1" spc="15" dirty="0">
                <a:latin typeface="Times New Roman"/>
                <a:cs typeface="Times New Roman"/>
              </a:rPr>
              <a:t>k</a:t>
            </a:r>
            <a:r>
              <a:rPr sz="3000" b="1" spc="-21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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x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4309" y="5859223"/>
            <a:ext cx="3019425" cy="822325"/>
          </a:xfrm>
          <a:custGeom>
            <a:avLst/>
            <a:gdLst/>
            <a:ahLst/>
            <a:cxnLst/>
            <a:rect l="l" t="t" r="r" b="b"/>
            <a:pathLst>
              <a:path w="3019425" h="822325">
                <a:moveTo>
                  <a:pt x="0" y="136442"/>
                </a:moveTo>
                <a:lnTo>
                  <a:pt x="11858" y="131872"/>
                </a:lnTo>
                <a:lnTo>
                  <a:pt x="23785" y="127462"/>
                </a:lnTo>
                <a:lnTo>
                  <a:pt x="35694" y="123010"/>
                </a:lnTo>
                <a:lnTo>
                  <a:pt x="71432" y="105947"/>
                </a:lnTo>
                <a:lnTo>
                  <a:pt x="91708" y="91240"/>
                </a:lnTo>
                <a:lnTo>
                  <a:pt x="105568" y="84953"/>
                </a:lnTo>
                <a:lnTo>
                  <a:pt x="142725" y="71247"/>
                </a:lnTo>
                <a:lnTo>
                  <a:pt x="164945" y="64351"/>
                </a:lnTo>
                <a:lnTo>
                  <a:pt x="175629" y="60958"/>
                </a:lnTo>
                <a:lnTo>
                  <a:pt x="215895" y="47550"/>
                </a:lnTo>
                <a:lnTo>
                  <a:pt x="228383" y="49877"/>
                </a:lnTo>
                <a:lnTo>
                  <a:pt x="241106" y="51680"/>
                </a:lnTo>
                <a:lnTo>
                  <a:pt x="280575" y="79664"/>
                </a:lnTo>
                <a:lnTo>
                  <a:pt x="286458" y="90945"/>
                </a:lnTo>
                <a:lnTo>
                  <a:pt x="297615" y="101853"/>
                </a:lnTo>
                <a:lnTo>
                  <a:pt x="308174" y="109939"/>
                </a:lnTo>
                <a:lnTo>
                  <a:pt x="318128" y="116286"/>
                </a:lnTo>
                <a:lnTo>
                  <a:pt x="327469" y="121979"/>
                </a:lnTo>
                <a:lnTo>
                  <a:pt x="340476" y="121492"/>
                </a:lnTo>
                <a:lnTo>
                  <a:pt x="379131" y="119977"/>
                </a:lnTo>
                <a:lnTo>
                  <a:pt x="417324" y="118248"/>
                </a:lnTo>
                <a:lnTo>
                  <a:pt x="467711" y="115323"/>
                </a:lnTo>
                <a:lnTo>
                  <a:pt x="517715" y="111327"/>
                </a:lnTo>
                <a:lnTo>
                  <a:pt x="531152" y="110144"/>
                </a:lnTo>
                <a:lnTo>
                  <a:pt x="569509" y="105830"/>
                </a:lnTo>
                <a:lnTo>
                  <a:pt x="616325" y="86304"/>
                </a:lnTo>
                <a:lnTo>
                  <a:pt x="635472" y="70072"/>
                </a:lnTo>
                <a:lnTo>
                  <a:pt x="644852" y="62348"/>
                </a:lnTo>
                <a:lnTo>
                  <a:pt x="656223" y="54393"/>
                </a:lnTo>
                <a:lnTo>
                  <a:pt x="666890" y="47257"/>
                </a:lnTo>
                <a:lnTo>
                  <a:pt x="677059" y="40601"/>
                </a:lnTo>
                <a:lnTo>
                  <a:pt x="688891" y="47872"/>
                </a:lnTo>
                <a:lnTo>
                  <a:pt x="699629" y="55733"/>
                </a:lnTo>
                <a:lnTo>
                  <a:pt x="709763" y="63649"/>
                </a:lnTo>
                <a:lnTo>
                  <a:pt x="719780" y="71088"/>
                </a:lnTo>
                <a:lnTo>
                  <a:pt x="730169" y="77514"/>
                </a:lnTo>
                <a:lnTo>
                  <a:pt x="741419" y="82393"/>
                </a:lnTo>
                <a:lnTo>
                  <a:pt x="754018" y="85191"/>
                </a:lnTo>
                <a:lnTo>
                  <a:pt x="768993" y="84413"/>
                </a:lnTo>
                <a:lnTo>
                  <a:pt x="817256" y="67269"/>
                </a:lnTo>
                <a:lnTo>
                  <a:pt x="840261" y="51640"/>
                </a:lnTo>
                <a:lnTo>
                  <a:pt x="844263" y="48955"/>
                </a:lnTo>
                <a:lnTo>
                  <a:pt x="846970" y="47435"/>
                </a:lnTo>
                <a:lnTo>
                  <a:pt x="848705" y="47024"/>
                </a:lnTo>
                <a:lnTo>
                  <a:pt x="849791" y="47664"/>
                </a:lnTo>
                <a:lnTo>
                  <a:pt x="850551" y="49296"/>
                </a:lnTo>
                <a:lnTo>
                  <a:pt x="851308" y="51862"/>
                </a:lnTo>
                <a:lnTo>
                  <a:pt x="852385" y="55306"/>
                </a:lnTo>
                <a:lnTo>
                  <a:pt x="885686" y="90507"/>
                </a:lnTo>
                <a:lnTo>
                  <a:pt x="909893" y="97014"/>
                </a:lnTo>
                <a:lnTo>
                  <a:pt x="918246" y="85557"/>
                </a:lnTo>
                <a:lnTo>
                  <a:pt x="924729" y="76398"/>
                </a:lnTo>
                <a:lnTo>
                  <a:pt x="929602" y="69347"/>
                </a:lnTo>
                <a:lnTo>
                  <a:pt x="933120" y="64211"/>
                </a:lnTo>
                <a:lnTo>
                  <a:pt x="935541" y="60800"/>
                </a:lnTo>
                <a:lnTo>
                  <a:pt x="937123" y="58922"/>
                </a:lnTo>
                <a:lnTo>
                  <a:pt x="938124" y="58387"/>
                </a:lnTo>
                <a:lnTo>
                  <a:pt x="938800" y="59003"/>
                </a:lnTo>
                <a:lnTo>
                  <a:pt x="939410" y="60578"/>
                </a:lnTo>
                <a:lnTo>
                  <a:pt x="940210" y="62922"/>
                </a:lnTo>
                <a:lnTo>
                  <a:pt x="941459" y="65844"/>
                </a:lnTo>
                <a:lnTo>
                  <a:pt x="986523" y="85162"/>
                </a:lnTo>
                <a:lnTo>
                  <a:pt x="999013" y="82815"/>
                </a:lnTo>
                <a:lnTo>
                  <a:pt x="1039431" y="53756"/>
                </a:lnTo>
                <a:lnTo>
                  <a:pt x="1046335" y="44033"/>
                </a:lnTo>
                <a:lnTo>
                  <a:pt x="1053601" y="35346"/>
                </a:lnTo>
                <a:lnTo>
                  <a:pt x="1085675" y="12334"/>
                </a:lnTo>
                <a:lnTo>
                  <a:pt x="1120212" y="0"/>
                </a:lnTo>
                <a:lnTo>
                  <a:pt x="1134746" y="8316"/>
                </a:lnTo>
                <a:lnTo>
                  <a:pt x="1146904" y="15215"/>
                </a:lnTo>
                <a:lnTo>
                  <a:pt x="1184700" y="32686"/>
                </a:lnTo>
                <a:lnTo>
                  <a:pt x="1195840" y="33984"/>
                </a:lnTo>
                <a:lnTo>
                  <a:pt x="1202003" y="33897"/>
                </a:lnTo>
                <a:lnTo>
                  <a:pt x="1209045" y="33481"/>
                </a:lnTo>
                <a:lnTo>
                  <a:pt x="1217326" y="32856"/>
                </a:lnTo>
                <a:lnTo>
                  <a:pt x="1227209" y="32143"/>
                </a:lnTo>
                <a:lnTo>
                  <a:pt x="1239054" y="31464"/>
                </a:lnTo>
                <a:lnTo>
                  <a:pt x="1253224" y="30938"/>
                </a:lnTo>
                <a:lnTo>
                  <a:pt x="1270081" y="30687"/>
                </a:lnTo>
                <a:lnTo>
                  <a:pt x="1289985" y="30831"/>
                </a:lnTo>
                <a:lnTo>
                  <a:pt x="1340382" y="32790"/>
                </a:lnTo>
                <a:lnTo>
                  <a:pt x="1384264" y="35820"/>
                </a:lnTo>
                <a:lnTo>
                  <a:pt x="1422223" y="39100"/>
                </a:lnTo>
                <a:lnTo>
                  <a:pt x="1460153" y="42696"/>
                </a:lnTo>
                <a:lnTo>
                  <a:pt x="1472794" y="43916"/>
                </a:lnTo>
                <a:lnTo>
                  <a:pt x="1485436" y="45130"/>
                </a:lnTo>
                <a:lnTo>
                  <a:pt x="1498080" y="46327"/>
                </a:lnTo>
                <a:lnTo>
                  <a:pt x="1510725" y="47498"/>
                </a:lnTo>
                <a:lnTo>
                  <a:pt x="1522887" y="51960"/>
                </a:lnTo>
                <a:lnTo>
                  <a:pt x="1572636" y="62681"/>
                </a:lnTo>
                <a:lnTo>
                  <a:pt x="1610844" y="64952"/>
                </a:lnTo>
                <a:lnTo>
                  <a:pt x="1623444" y="65571"/>
                </a:lnTo>
                <a:lnTo>
                  <a:pt x="1673067" y="70039"/>
                </a:lnTo>
                <a:lnTo>
                  <a:pt x="1709041" y="83983"/>
                </a:lnTo>
                <a:lnTo>
                  <a:pt x="1718683" y="91865"/>
                </a:lnTo>
                <a:lnTo>
                  <a:pt x="1732230" y="87656"/>
                </a:lnTo>
                <a:lnTo>
                  <a:pt x="1775144" y="62289"/>
                </a:lnTo>
                <a:lnTo>
                  <a:pt x="1796292" y="44944"/>
                </a:lnTo>
                <a:lnTo>
                  <a:pt x="1806415" y="38166"/>
                </a:lnTo>
                <a:lnTo>
                  <a:pt x="1821388" y="36905"/>
                </a:lnTo>
                <a:lnTo>
                  <a:pt x="1833464" y="39619"/>
                </a:lnTo>
                <a:lnTo>
                  <a:pt x="1843740" y="43905"/>
                </a:lnTo>
                <a:lnTo>
                  <a:pt x="1853314" y="47359"/>
                </a:lnTo>
                <a:lnTo>
                  <a:pt x="1891246" y="53534"/>
                </a:lnTo>
                <a:lnTo>
                  <a:pt x="1916356" y="56739"/>
                </a:lnTo>
                <a:lnTo>
                  <a:pt x="1928860" y="58317"/>
                </a:lnTo>
                <a:lnTo>
                  <a:pt x="1941330" y="59991"/>
                </a:lnTo>
                <a:lnTo>
                  <a:pt x="1951934" y="67005"/>
                </a:lnTo>
                <a:lnTo>
                  <a:pt x="1960515" y="72775"/>
                </a:lnTo>
                <a:lnTo>
                  <a:pt x="1967347" y="77397"/>
                </a:lnTo>
                <a:lnTo>
                  <a:pt x="1972706" y="80967"/>
                </a:lnTo>
                <a:lnTo>
                  <a:pt x="1976868" y="83580"/>
                </a:lnTo>
                <a:lnTo>
                  <a:pt x="1980107" y="85331"/>
                </a:lnTo>
                <a:lnTo>
                  <a:pt x="1982700" y="86317"/>
                </a:lnTo>
                <a:lnTo>
                  <a:pt x="1984921" y="86633"/>
                </a:lnTo>
                <a:lnTo>
                  <a:pt x="1987045" y="86374"/>
                </a:lnTo>
                <a:lnTo>
                  <a:pt x="1989348" y="85637"/>
                </a:lnTo>
                <a:lnTo>
                  <a:pt x="1992106" y="84516"/>
                </a:lnTo>
                <a:lnTo>
                  <a:pt x="1995593" y="83107"/>
                </a:lnTo>
                <a:lnTo>
                  <a:pt x="2033610" y="75091"/>
                </a:lnTo>
                <a:lnTo>
                  <a:pt x="2082795" y="72946"/>
                </a:lnTo>
                <a:lnTo>
                  <a:pt x="2095488" y="73144"/>
                </a:lnTo>
                <a:lnTo>
                  <a:pt x="2146113" y="76972"/>
                </a:lnTo>
                <a:lnTo>
                  <a:pt x="2184008" y="81445"/>
                </a:lnTo>
                <a:lnTo>
                  <a:pt x="2196640" y="82940"/>
                </a:lnTo>
                <a:lnTo>
                  <a:pt x="2243317" y="81265"/>
                </a:lnTo>
                <a:lnTo>
                  <a:pt x="2282884" y="72597"/>
                </a:lnTo>
                <a:lnTo>
                  <a:pt x="2294917" y="69281"/>
                </a:lnTo>
                <a:lnTo>
                  <a:pt x="2293639" y="69592"/>
                </a:lnTo>
                <a:lnTo>
                  <a:pt x="2336770" y="86704"/>
                </a:lnTo>
                <a:lnTo>
                  <a:pt x="2374816" y="89380"/>
                </a:lnTo>
                <a:lnTo>
                  <a:pt x="2412903" y="91469"/>
                </a:lnTo>
                <a:lnTo>
                  <a:pt x="2451017" y="93160"/>
                </a:lnTo>
                <a:lnTo>
                  <a:pt x="2489146" y="94642"/>
                </a:lnTo>
                <a:lnTo>
                  <a:pt x="2501857" y="95122"/>
                </a:lnTo>
                <a:lnTo>
                  <a:pt x="2514567" y="95606"/>
                </a:lnTo>
                <a:lnTo>
                  <a:pt x="2552690" y="97157"/>
                </a:lnTo>
                <a:lnTo>
                  <a:pt x="2601912" y="107736"/>
                </a:lnTo>
                <a:lnTo>
                  <a:pt x="2614151" y="110820"/>
                </a:lnTo>
                <a:lnTo>
                  <a:pt x="2627173" y="111679"/>
                </a:lnTo>
                <a:lnTo>
                  <a:pt x="2640275" y="112038"/>
                </a:lnTo>
                <a:lnTo>
                  <a:pt x="2653440" y="111976"/>
                </a:lnTo>
                <a:lnTo>
                  <a:pt x="2693141" y="110061"/>
                </a:lnTo>
                <a:lnTo>
                  <a:pt x="2719608" y="108142"/>
                </a:lnTo>
                <a:lnTo>
                  <a:pt x="2732790" y="107229"/>
                </a:lnTo>
                <a:lnTo>
                  <a:pt x="2745914" y="106453"/>
                </a:lnTo>
                <a:lnTo>
                  <a:pt x="2758964" y="105893"/>
                </a:lnTo>
                <a:lnTo>
                  <a:pt x="2771921" y="105630"/>
                </a:lnTo>
                <a:lnTo>
                  <a:pt x="2784770" y="105742"/>
                </a:lnTo>
                <a:lnTo>
                  <a:pt x="2834729" y="111546"/>
                </a:lnTo>
                <a:lnTo>
                  <a:pt x="2878649" y="129698"/>
                </a:lnTo>
                <a:lnTo>
                  <a:pt x="2888482" y="158610"/>
                </a:lnTo>
                <a:lnTo>
                  <a:pt x="2888234" y="170759"/>
                </a:lnTo>
                <a:lnTo>
                  <a:pt x="2887040" y="183575"/>
                </a:lnTo>
                <a:lnTo>
                  <a:pt x="2885390" y="196705"/>
                </a:lnTo>
                <a:lnTo>
                  <a:pt x="2883777" y="209795"/>
                </a:lnTo>
                <a:lnTo>
                  <a:pt x="2882689" y="222492"/>
                </a:lnTo>
                <a:lnTo>
                  <a:pt x="2882617" y="234443"/>
                </a:lnTo>
                <a:lnTo>
                  <a:pt x="2883899" y="247638"/>
                </a:lnTo>
                <a:lnTo>
                  <a:pt x="2885134" y="260683"/>
                </a:lnTo>
                <a:lnTo>
                  <a:pt x="2888627" y="299056"/>
                </a:lnTo>
                <a:lnTo>
                  <a:pt x="2891935" y="336591"/>
                </a:lnTo>
                <a:lnTo>
                  <a:pt x="2893026" y="348984"/>
                </a:lnTo>
                <a:lnTo>
                  <a:pt x="2894123" y="361342"/>
                </a:lnTo>
                <a:lnTo>
                  <a:pt x="2895230" y="373678"/>
                </a:lnTo>
                <a:lnTo>
                  <a:pt x="2892620" y="386864"/>
                </a:lnTo>
                <a:lnTo>
                  <a:pt x="2883727" y="425520"/>
                </a:lnTo>
                <a:lnTo>
                  <a:pt x="2852535" y="468155"/>
                </a:lnTo>
                <a:lnTo>
                  <a:pt x="2819526" y="479299"/>
                </a:lnTo>
                <a:lnTo>
                  <a:pt x="2829363" y="487441"/>
                </a:lnTo>
                <a:lnTo>
                  <a:pt x="2859006" y="511810"/>
                </a:lnTo>
                <a:lnTo>
                  <a:pt x="2899270" y="525209"/>
                </a:lnTo>
                <a:lnTo>
                  <a:pt x="2948235" y="535415"/>
                </a:lnTo>
                <a:lnTo>
                  <a:pt x="2959839" y="537557"/>
                </a:lnTo>
                <a:lnTo>
                  <a:pt x="3007380" y="550174"/>
                </a:lnTo>
                <a:lnTo>
                  <a:pt x="3018894" y="554278"/>
                </a:lnTo>
                <a:lnTo>
                  <a:pt x="2946410" y="580950"/>
                </a:lnTo>
                <a:lnTo>
                  <a:pt x="2937143" y="588408"/>
                </a:lnTo>
                <a:lnTo>
                  <a:pt x="2931295" y="600259"/>
                </a:lnTo>
                <a:lnTo>
                  <a:pt x="2925659" y="612751"/>
                </a:lnTo>
                <a:lnTo>
                  <a:pt x="2914005" y="624033"/>
                </a:lnTo>
                <a:lnTo>
                  <a:pt x="2871316" y="648523"/>
                </a:lnTo>
                <a:lnTo>
                  <a:pt x="2848132" y="656050"/>
                </a:lnTo>
                <a:lnTo>
                  <a:pt x="2838831" y="666350"/>
                </a:lnTo>
                <a:lnTo>
                  <a:pt x="2817706" y="706477"/>
                </a:lnTo>
                <a:lnTo>
                  <a:pt x="2808590" y="750715"/>
                </a:lnTo>
                <a:lnTo>
                  <a:pt x="2806925" y="768893"/>
                </a:lnTo>
                <a:lnTo>
                  <a:pt x="2806939" y="775347"/>
                </a:lnTo>
                <a:lnTo>
                  <a:pt x="2807306" y="780382"/>
                </a:lnTo>
                <a:lnTo>
                  <a:pt x="2807867" y="784251"/>
                </a:lnTo>
                <a:lnTo>
                  <a:pt x="2808461" y="787206"/>
                </a:lnTo>
                <a:lnTo>
                  <a:pt x="2808931" y="789502"/>
                </a:lnTo>
                <a:lnTo>
                  <a:pt x="2809117" y="791392"/>
                </a:lnTo>
                <a:lnTo>
                  <a:pt x="2789110" y="814493"/>
                </a:lnTo>
                <a:lnTo>
                  <a:pt x="2781299" y="822242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06" y="681591"/>
            <a:ext cx="197675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PI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906" y="1138862"/>
            <a:ext cx="252984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9689" y="2454920"/>
            <a:ext cx="1896745" cy="0"/>
          </a:xfrm>
          <a:custGeom>
            <a:avLst/>
            <a:gdLst/>
            <a:ahLst/>
            <a:cxnLst/>
            <a:rect l="l" t="t" r="r" b="b"/>
            <a:pathLst>
              <a:path w="1896745">
                <a:moveTo>
                  <a:pt x="0" y="0"/>
                </a:moveTo>
                <a:lnTo>
                  <a:pt x="189664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06316" y="2108631"/>
            <a:ext cx="904240" cy="200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11835" algn="l"/>
              </a:tabLst>
            </a:pPr>
            <a:r>
              <a:rPr sz="1350" spc="-10" dirty="0">
                <a:latin typeface="Symbol"/>
                <a:cs typeface="Symbol"/>
              </a:rPr>
              <a:t></a:t>
            </a:r>
            <a:r>
              <a:rPr sz="1350" dirty="0">
                <a:latin typeface="Times New Roman"/>
                <a:cs typeface="Times New Roman"/>
              </a:rPr>
              <a:t>1	</a:t>
            </a:r>
            <a:r>
              <a:rPr sz="1350" spc="-10" dirty="0">
                <a:latin typeface="Symbol"/>
                <a:cs typeface="Symbol"/>
              </a:rPr>
              <a:t></a:t>
            </a:r>
            <a:r>
              <a:rPr sz="135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7695" y="2108631"/>
            <a:ext cx="205104" cy="200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10" dirty="0">
                <a:latin typeface="Symbol"/>
                <a:cs typeface="Symbol"/>
              </a:rPr>
              <a:t></a:t>
            </a:r>
            <a:r>
              <a:rPr sz="1350" dirty="0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5227" y="2164119"/>
            <a:ext cx="1692275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18795" algn="l"/>
                <a:tab pos="1231900" algn="l"/>
              </a:tabLst>
            </a:pPr>
            <a:r>
              <a:rPr sz="1800" i="1" spc="-245" dirty="0">
                <a:latin typeface="Times New Roman"/>
                <a:cs typeface="Times New Roman"/>
              </a:rPr>
              <a:t>b</a:t>
            </a:r>
            <a:r>
              <a:rPr sz="2025" spc="82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z	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i="1" spc="-95" dirty="0">
                <a:latin typeface="Times New Roman"/>
                <a:cs typeface="Times New Roman"/>
              </a:rPr>
              <a:t>b</a:t>
            </a:r>
            <a:r>
              <a:rPr sz="2025" baseline="-18518" dirty="0">
                <a:latin typeface="Times New Roman"/>
                <a:cs typeface="Times New Roman"/>
              </a:rPr>
              <a:t>2</a:t>
            </a:r>
            <a:r>
              <a:rPr sz="2025" spc="-270" baseline="-18518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z	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i="1" spc="-140" dirty="0">
                <a:latin typeface="Times New Roman"/>
                <a:cs typeface="Times New Roman"/>
              </a:rPr>
              <a:t>b</a:t>
            </a:r>
            <a:r>
              <a:rPr sz="2025" spc="172" baseline="-18518" dirty="0">
                <a:latin typeface="Times New Roman"/>
                <a:cs typeface="Times New Roman"/>
              </a:rPr>
              <a:t>3</a:t>
            </a:r>
            <a:r>
              <a:rPr sz="1800" i="1" dirty="0"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7611" y="2461056"/>
            <a:ext cx="205104" cy="200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10" dirty="0">
                <a:latin typeface="Symbol"/>
                <a:cs typeface="Symbol"/>
              </a:rPr>
              <a:t></a:t>
            </a:r>
            <a:r>
              <a:rPr sz="135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5866" y="2516544"/>
            <a:ext cx="601345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4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i="1" spc="-160" dirty="0">
                <a:latin typeface="Times New Roman"/>
                <a:cs typeface="Times New Roman"/>
              </a:rPr>
              <a:t>a</a:t>
            </a:r>
            <a:r>
              <a:rPr sz="2025" spc="82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0309" y="2091683"/>
            <a:ext cx="1983739" cy="726440"/>
          </a:xfrm>
          <a:custGeom>
            <a:avLst/>
            <a:gdLst/>
            <a:ahLst/>
            <a:cxnLst/>
            <a:rect l="l" t="t" r="r" b="b"/>
            <a:pathLst>
              <a:path w="1983740" h="726439">
                <a:moveTo>
                  <a:pt x="0" y="726435"/>
                </a:moveTo>
                <a:lnTo>
                  <a:pt x="1983735" y="726435"/>
                </a:lnTo>
                <a:lnTo>
                  <a:pt x="1983735" y="0"/>
                </a:lnTo>
                <a:lnTo>
                  <a:pt x="0" y="0"/>
                </a:lnTo>
                <a:lnTo>
                  <a:pt x="0" y="7264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59925" y="3584427"/>
            <a:ext cx="23050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10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4455" y="3584427"/>
            <a:ext cx="23050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10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14230" y="3647845"/>
            <a:ext cx="119824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15950" algn="l"/>
              </a:tabLst>
            </a:pPr>
            <a:r>
              <a:rPr sz="2050" i="1" spc="-90" dirty="0">
                <a:latin typeface="Times New Roman"/>
                <a:cs typeface="Times New Roman"/>
              </a:rPr>
              <a:t>g</a:t>
            </a:r>
            <a:r>
              <a:rPr sz="2325" spc="75" baseline="-19713" dirty="0">
                <a:latin typeface="Times New Roman"/>
                <a:cs typeface="Times New Roman"/>
              </a:rPr>
              <a:t>1</a:t>
            </a:r>
            <a:r>
              <a:rPr sz="2050" i="1" dirty="0">
                <a:latin typeface="Times New Roman"/>
                <a:cs typeface="Times New Roman"/>
              </a:rPr>
              <a:t>z	</a:t>
            </a:r>
            <a:r>
              <a:rPr sz="2050" dirty="0">
                <a:latin typeface="Symbol"/>
                <a:cs typeface="Symbol"/>
              </a:rPr>
              <a:t>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i="1" spc="85" dirty="0">
                <a:latin typeface="Times New Roman"/>
                <a:cs typeface="Times New Roman"/>
              </a:rPr>
              <a:t>g</a:t>
            </a:r>
            <a:r>
              <a:rPr sz="2325" spc="-15" baseline="-19713" dirty="0">
                <a:latin typeface="Times New Roman"/>
                <a:cs typeface="Times New Roman"/>
              </a:rPr>
              <a:t>2</a:t>
            </a:r>
            <a:r>
              <a:rPr sz="2325" spc="-315" baseline="-19713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z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73929" y="3547110"/>
            <a:ext cx="1483360" cy="459740"/>
          </a:xfrm>
          <a:custGeom>
            <a:avLst/>
            <a:gdLst/>
            <a:ahLst/>
            <a:cxnLst/>
            <a:rect l="l" t="t" r="r" b="b"/>
            <a:pathLst>
              <a:path w="1483360" h="459739">
                <a:moveTo>
                  <a:pt x="0" y="459735"/>
                </a:moveTo>
                <a:lnTo>
                  <a:pt x="1483364" y="459735"/>
                </a:lnTo>
                <a:lnTo>
                  <a:pt x="1483364" y="0"/>
                </a:lnTo>
                <a:lnTo>
                  <a:pt x="0" y="0"/>
                </a:lnTo>
                <a:lnTo>
                  <a:pt x="0" y="4597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10243" y="4424453"/>
            <a:ext cx="25527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3000" spc="-15" baseline="-19444" dirty="0">
                <a:latin typeface="Times New Roman"/>
                <a:cs typeface="Times New Roman"/>
              </a:rPr>
              <a:t>0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08170" y="4370070"/>
            <a:ext cx="393700" cy="508000"/>
          </a:xfrm>
          <a:custGeom>
            <a:avLst/>
            <a:gdLst/>
            <a:ahLst/>
            <a:cxnLst/>
            <a:rect l="l" t="t" r="r" b="b"/>
            <a:pathLst>
              <a:path w="393700" h="508000">
                <a:moveTo>
                  <a:pt x="0" y="508004"/>
                </a:moveTo>
                <a:lnTo>
                  <a:pt x="393704" y="508004"/>
                </a:lnTo>
                <a:lnTo>
                  <a:pt x="393704" y="0"/>
                </a:lnTo>
                <a:lnTo>
                  <a:pt x="0" y="0"/>
                </a:lnTo>
                <a:lnTo>
                  <a:pt x="0" y="50800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80973" y="2143924"/>
            <a:ext cx="982980" cy="72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">
              <a:lnSpc>
                <a:spcPct val="100000"/>
              </a:lnSpc>
              <a:tabLst>
                <a:tab pos="480059" algn="l"/>
                <a:tab pos="969644" algn="l"/>
              </a:tabLst>
            </a:pPr>
            <a:r>
              <a:rPr sz="1950" u="heavy" dirty="0">
                <a:latin typeface="Times New Roman"/>
                <a:cs typeface="Times New Roman"/>
              </a:rPr>
              <a:t> 	</a:t>
            </a:r>
            <a:r>
              <a:rPr sz="1950" i="1" u="heavy" spc="5" dirty="0">
                <a:latin typeface="Times New Roman"/>
                <a:cs typeface="Times New Roman"/>
              </a:rPr>
              <a:t>I</a:t>
            </a:r>
            <a:r>
              <a:rPr sz="1950" u="heavy" dirty="0">
                <a:latin typeface="Times New Roman"/>
                <a:cs typeface="Times New Roman"/>
              </a:rPr>
              <a:t> 	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85582" y="1988730"/>
            <a:ext cx="174625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k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50385" y="1952000"/>
            <a:ext cx="1010919" cy="899160"/>
          </a:xfrm>
          <a:custGeom>
            <a:avLst/>
            <a:gdLst/>
            <a:ahLst/>
            <a:cxnLst/>
            <a:rect l="l" t="t" r="r" b="b"/>
            <a:pathLst>
              <a:path w="1010919" h="899160">
                <a:moveTo>
                  <a:pt x="0" y="899159"/>
                </a:moveTo>
                <a:lnTo>
                  <a:pt x="1010924" y="899159"/>
                </a:lnTo>
                <a:lnTo>
                  <a:pt x="1010924" y="0"/>
                </a:lnTo>
                <a:lnTo>
                  <a:pt x="0" y="0"/>
                </a:lnTo>
                <a:lnTo>
                  <a:pt x="0" y="8991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6465" y="220599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201929" y="0"/>
                </a:moveTo>
                <a:lnTo>
                  <a:pt x="153406" y="5757"/>
                </a:lnTo>
                <a:lnTo>
                  <a:pt x="109135" y="22112"/>
                </a:lnTo>
                <a:lnTo>
                  <a:pt x="70519" y="47689"/>
                </a:lnTo>
                <a:lnTo>
                  <a:pt x="38963" y="81110"/>
                </a:lnTo>
                <a:lnTo>
                  <a:pt x="15869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5" y="260742"/>
                </a:lnTo>
                <a:lnTo>
                  <a:pt x="30255" y="302483"/>
                </a:lnTo>
                <a:lnTo>
                  <a:pt x="59147" y="338213"/>
                </a:lnTo>
                <a:lnTo>
                  <a:pt x="95565" y="366558"/>
                </a:lnTo>
                <a:lnTo>
                  <a:pt x="138107" y="386140"/>
                </a:lnTo>
                <a:lnTo>
                  <a:pt x="185369" y="395583"/>
                </a:lnTo>
                <a:lnTo>
                  <a:pt x="201929" y="396239"/>
                </a:lnTo>
                <a:lnTo>
                  <a:pt x="218491" y="395583"/>
                </a:lnTo>
                <a:lnTo>
                  <a:pt x="265756" y="386140"/>
                </a:lnTo>
                <a:lnTo>
                  <a:pt x="308299" y="366558"/>
                </a:lnTo>
                <a:lnTo>
                  <a:pt x="344717" y="338213"/>
                </a:lnTo>
                <a:lnTo>
                  <a:pt x="373607" y="302483"/>
                </a:lnTo>
                <a:lnTo>
                  <a:pt x="393565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5" y="135497"/>
                </a:lnTo>
                <a:lnTo>
                  <a:pt x="373607" y="93756"/>
                </a:lnTo>
                <a:lnTo>
                  <a:pt x="344717" y="58026"/>
                </a:lnTo>
                <a:lnTo>
                  <a:pt x="308299" y="29681"/>
                </a:lnTo>
                <a:lnTo>
                  <a:pt x="265756" y="10099"/>
                </a:lnTo>
                <a:lnTo>
                  <a:pt x="218491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6465" y="220599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0" y="198119"/>
                </a:moveTo>
                <a:lnTo>
                  <a:pt x="5869" y="150507"/>
                </a:lnTo>
                <a:lnTo>
                  <a:pt x="22540" y="107070"/>
                </a:lnTo>
                <a:lnTo>
                  <a:pt x="48611" y="69183"/>
                </a:lnTo>
                <a:lnTo>
                  <a:pt x="82676" y="38224"/>
                </a:lnTo>
                <a:lnTo>
                  <a:pt x="123333" y="15568"/>
                </a:lnTo>
                <a:lnTo>
                  <a:pt x="169178" y="2592"/>
                </a:lnTo>
                <a:lnTo>
                  <a:pt x="201929" y="0"/>
                </a:lnTo>
                <a:lnTo>
                  <a:pt x="218491" y="656"/>
                </a:lnTo>
                <a:lnTo>
                  <a:pt x="265756" y="10099"/>
                </a:lnTo>
                <a:lnTo>
                  <a:pt x="308299" y="29681"/>
                </a:lnTo>
                <a:lnTo>
                  <a:pt x="344717" y="58026"/>
                </a:lnTo>
                <a:lnTo>
                  <a:pt x="373607" y="93756"/>
                </a:lnTo>
                <a:lnTo>
                  <a:pt x="393565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5" y="260742"/>
                </a:lnTo>
                <a:lnTo>
                  <a:pt x="373607" y="302483"/>
                </a:lnTo>
                <a:lnTo>
                  <a:pt x="344717" y="338213"/>
                </a:lnTo>
                <a:lnTo>
                  <a:pt x="308299" y="366558"/>
                </a:lnTo>
                <a:lnTo>
                  <a:pt x="265756" y="386140"/>
                </a:lnTo>
                <a:lnTo>
                  <a:pt x="218491" y="395583"/>
                </a:lnTo>
                <a:lnTo>
                  <a:pt x="201929" y="396239"/>
                </a:lnTo>
                <a:lnTo>
                  <a:pt x="185369" y="395583"/>
                </a:lnTo>
                <a:lnTo>
                  <a:pt x="138107" y="386140"/>
                </a:lnTo>
                <a:lnTo>
                  <a:pt x="95565" y="366558"/>
                </a:lnTo>
                <a:lnTo>
                  <a:pt x="59147" y="338213"/>
                </a:lnTo>
                <a:lnTo>
                  <a:pt x="30255" y="302483"/>
                </a:lnTo>
                <a:lnTo>
                  <a:pt x="10295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43059" y="220599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12" y="5757"/>
                </a:lnTo>
                <a:lnTo>
                  <a:pt x="109143" y="22112"/>
                </a:lnTo>
                <a:lnTo>
                  <a:pt x="70527" y="47689"/>
                </a:lnTo>
                <a:lnTo>
                  <a:pt x="38968" y="81110"/>
                </a:lnTo>
                <a:lnTo>
                  <a:pt x="15872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7" y="260742"/>
                </a:lnTo>
                <a:lnTo>
                  <a:pt x="30260" y="302483"/>
                </a:lnTo>
                <a:lnTo>
                  <a:pt x="59154" y="338213"/>
                </a:lnTo>
                <a:lnTo>
                  <a:pt x="95573" y="366558"/>
                </a:lnTo>
                <a:lnTo>
                  <a:pt x="138114" y="386140"/>
                </a:lnTo>
                <a:lnTo>
                  <a:pt x="185372" y="395583"/>
                </a:lnTo>
                <a:lnTo>
                  <a:pt x="201929" y="396239"/>
                </a:lnTo>
                <a:lnTo>
                  <a:pt x="218491" y="395583"/>
                </a:lnTo>
                <a:lnTo>
                  <a:pt x="265756" y="386140"/>
                </a:lnTo>
                <a:lnTo>
                  <a:pt x="308299" y="366558"/>
                </a:lnTo>
                <a:lnTo>
                  <a:pt x="344717" y="338213"/>
                </a:lnTo>
                <a:lnTo>
                  <a:pt x="373607" y="302483"/>
                </a:lnTo>
                <a:lnTo>
                  <a:pt x="393565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5" y="135497"/>
                </a:lnTo>
                <a:lnTo>
                  <a:pt x="373607" y="93756"/>
                </a:lnTo>
                <a:lnTo>
                  <a:pt x="344717" y="58026"/>
                </a:lnTo>
                <a:lnTo>
                  <a:pt x="308299" y="29681"/>
                </a:lnTo>
                <a:lnTo>
                  <a:pt x="265756" y="10099"/>
                </a:lnTo>
                <a:lnTo>
                  <a:pt x="218491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43059" y="220599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70" y="150507"/>
                </a:lnTo>
                <a:lnTo>
                  <a:pt x="22544" y="107070"/>
                </a:lnTo>
                <a:lnTo>
                  <a:pt x="48617" y="69183"/>
                </a:lnTo>
                <a:lnTo>
                  <a:pt x="82684" y="38224"/>
                </a:lnTo>
                <a:lnTo>
                  <a:pt x="123341" y="15568"/>
                </a:lnTo>
                <a:lnTo>
                  <a:pt x="169182" y="2592"/>
                </a:lnTo>
                <a:lnTo>
                  <a:pt x="201929" y="0"/>
                </a:lnTo>
                <a:lnTo>
                  <a:pt x="218491" y="656"/>
                </a:lnTo>
                <a:lnTo>
                  <a:pt x="265756" y="10099"/>
                </a:lnTo>
                <a:lnTo>
                  <a:pt x="308299" y="29681"/>
                </a:lnTo>
                <a:lnTo>
                  <a:pt x="344717" y="58026"/>
                </a:lnTo>
                <a:lnTo>
                  <a:pt x="373607" y="93756"/>
                </a:lnTo>
                <a:lnTo>
                  <a:pt x="393565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5" y="260742"/>
                </a:lnTo>
                <a:lnTo>
                  <a:pt x="373607" y="302483"/>
                </a:lnTo>
                <a:lnTo>
                  <a:pt x="344717" y="338213"/>
                </a:lnTo>
                <a:lnTo>
                  <a:pt x="308299" y="366558"/>
                </a:lnTo>
                <a:lnTo>
                  <a:pt x="265756" y="386140"/>
                </a:lnTo>
                <a:lnTo>
                  <a:pt x="218491" y="395583"/>
                </a:lnTo>
                <a:lnTo>
                  <a:pt x="201929" y="396239"/>
                </a:lnTo>
                <a:lnTo>
                  <a:pt x="185372" y="395583"/>
                </a:lnTo>
                <a:lnTo>
                  <a:pt x="138114" y="386140"/>
                </a:lnTo>
                <a:lnTo>
                  <a:pt x="95573" y="366558"/>
                </a:lnTo>
                <a:lnTo>
                  <a:pt x="59154" y="338213"/>
                </a:lnTo>
                <a:lnTo>
                  <a:pt x="30260" y="302483"/>
                </a:lnTo>
                <a:lnTo>
                  <a:pt x="10297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41370" y="220599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91" y="395583"/>
                </a:lnTo>
                <a:lnTo>
                  <a:pt x="265756" y="386140"/>
                </a:lnTo>
                <a:lnTo>
                  <a:pt x="308299" y="366558"/>
                </a:lnTo>
                <a:lnTo>
                  <a:pt x="344717" y="338213"/>
                </a:lnTo>
                <a:lnTo>
                  <a:pt x="373607" y="302483"/>
                </a:lnTo>
                <a:lnTo>
                  <a:pt x="393565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5" y="135497"/>
                </a:lnTo>
                <a:lnTo>
                  <a:pt x="373607" y="93756"/>
                </a:lnTo>
                <a:lnTo>
                  <a:pt x="344717" y="58026"/>
                </a:lnTo>
                <a:lnTo>
                  <a:pt x="308299" y="29681"/>
                </a:lnTo>
                <a:lnTo>
                  <a:pt x="265756" y="10099"/>
                </a:lnTo>
                <a:lnTo>
                  <a:pt x="218491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41370" y="220599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91" y="656"/>
                </a:lnTo>
                <a:lnTo>
                  <a:pt x="265756" y="10099"/>
                </a:lnTo>
                <a:lnTo>
                  <a:pt x="308299" y="29681"/>
                </a:lnTo>
                <a:lnTo>
                  <a:pt x="344717" y="58026"/>
                </a:lnTo>
                <a:lnTo>
                  <a:pt x="373607" y="93756"/>
                </a:lnTo>
                <a:lnTo>
                  <a:pt x="393565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5" y="260742"/>
                </a:lnTo>
                <a:lnTo>
                  <a:pt x="373607" y="302483"/>
                </a:lnTo>
                <a:lnTo>
                  <a:pt x="344717" y="338213"/>
                </a:lnTo>
                <a:lnTo>
                  <a:pt x="308299" y="366558"/>
                </a:lnTo>
                <a:lnTo>
                  <a:pt x="265756" y="386140"/>
                </a:lnTo>
                <a:lnTo>
                  <a:pt x="218491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70325" y="240423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52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01652" y="233793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4" y="133349"/>
                </a:moveTo>
                <a:lnTo>
                  <a:pt x="114537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3985" y="240411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4053" y="233741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90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58773" y="240423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3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90097" y="233793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7" y="133349"/>
                </a:moveTo>
                <a:lnTo>
                  <a:pt x="11454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57939" y="242200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3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89257" y="235570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7" y="133349"/>
                </a:moveTo>
                <a:lnTo>
                  <a:pt x="11454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68979" y="2404292"/>
            <a:ext cx="615315" cy="3175"/>
          </a:xfrm>
          <a:custGeom>
            <a:avLst/>
            <a:gdLst/>
            <a:ahLst/>
            <a:cxnLst/>
            <a:rect l="l" t="t" r="r" b="b"/>
            <a:pathLst>
              <a:path w="615315" h="3175">
                <a:moveTo>
                  <a:pt x="0" y="2987"/>
                </a:moveTo>
                <a:lnTo>
                  <a:pt x="61472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769065" y="23381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640" y="133349"/>
                </a:moveTo>
                <a:lnTo>
                  <a:pt x="114604" y="66111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39712" y="2553485"/>
            <a:ext cx="67754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0830" algn="l"/>
              </a:tabLst>
            </a:pPr>
            <a:r>
              <a:rPr sz="2350" i="1" spc="20" dirty="0">
                <a:latin typeface="Times New Roman"/>
                <a:cs typeface="Times New Roman"/>
              </a:rPr>
              <a:t>y	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7027" y="2734525"/>
            <a:ext cx="113664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41880" y="1938924"/>
            <a:ext cx="56578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25" dirty="0">
                <a:latin typeface="Times New Roman"/>
                <a:cs typeface="Times New Roman"/>
              </a:rPr>
              <a:t>u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47518" y="1938924"/>
            <a:ext cx="546100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10" dirty="0">
                <a:latin typeface="Times New Roman"/>
                <a:cs typeface="Times New Roman"/>
              </a:rPr>
              <a:t>y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557259" y="2639933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90600" y="263993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90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43739" y="2639933"/>
            <a:ext cx="0" cy="1115060"/>
          </a:xfrm>
          <a:custGeom>
            <a:avLst/>
            <a:gdLst/>
            <a:ahLst/>
            <a:cxnLst/>
            <a:rect l="l" t="t" r="r" b="b"/>
            <a:pathLst>
              <a:path h="1115060">
                <a:moveTo>
                  <a:pt x="0" y="111444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377049" y="263993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90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67133" y="2639933"/>
            <a:ext cx="0" cy="2806700"/>
          </a:xfrm>
          <a:custGeom>
            <a:avLst/>
            <a:gdLst/>
            <a:ahLst/>
            <a:cxnLst/>
            <a:rect l="l" t="t" r="r" b="b"/>
            <a:pathLst>
              <a:path h="2806700">
                <a:moveTo>
                  <a:pt x="0" y="2806616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00458" y="263993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25499" y="2404110"/>
            <a:ext cx="0" cy="3032125"/>
          </a:xfrm>
          <a:custGeom>
            <a:avLst/>
            <a:gdLst/>
            <a:ahLst/>
            <a:cxnLst/>
            <a:rect l="l" t="t" r="r" b="b"/>
            <a:pathLst>
              <a:path h="3032125">
                <a:moveTo>
                  <a:pt x="0" y="303184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43739" y="3755380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601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44580" y="4618994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84143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17863" y="3755380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4">
                <a:moveTo>
                  <a:pt x="457504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17863" y="368872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59"/>
                </a:lnTo>
                <a:lnTo>
                  <a:pt x="114299" y="13334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824343" y="4618994"/>
            <a:ext cx="3702050" cy="0"/>
          </a:xfrm>
          <a:custGeom>
            <a:avLst/>
            <a:gdLst/>
            <a:ahLst/>
            <a:cxnLst/>
            <a:rect l="l" t="t" r="r" b="b"/>
            <a:pathLst>
              <a:path w="3702050">
                <a:moveTo>
                  <a:pt x="370203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824343" y="4552307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167133" y="5434334"/>
            <a:ext cx="7358380" cy="0"/>
          </a:xfrm>
          <a:custGeom>
            <a:avLst/>
            <a:gdLst/>
            <a:ahLst/>
            <a:cxnLst/>
            <a:rect l="l" t="t" r="r" b="b"/>
            <a:pathLst>
              <a:path w="7358380">
                <a:moveTo>
                  <a:pt x="7358152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19141" y="199287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977199" y="202843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40800" y="2064007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5654" y="285120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93100" y="268356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94800" y="270642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79093" y="3003102"/>
            <a:ext cx="1092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60840" y="4857316"/>
            <a:ext cx="17907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6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tio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al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956178" y="3093120"/>
            <a:ext cx="89725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“p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lu</a:t>
            </a:r>
            <a:r>
              <a:rPr sz="2800" b="0" spc="-20" dirty="0">
                <a:solidFill>
                  <a:srgbClr val="C00000"/>
                </a:solidFill>
                <a:latin typeface="Calibri Light"/>
                <a:cs typeface="Calibri Light"/>
              </a:rPr>
              <a:t>s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”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52646" y="2877092"/>
            <a:ext cx="924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754349" y="2424440"/>
            <a:ext cx="1022985" cy="1330960"/>
          </a:xfrm>
          <a:custGeom>
            <a:avLst/>
            <a:gdLst/>
            <a:ahLst/>
            <a:cxnLst/>
            <a:rect l="l" t="t" r="r" b="b"/>
            <a:pathLst>
              <a:path w="1022984" h="1330960">
                <a:moveTo>
                  <a:pt x="1022543" y="1330543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652009" y="2404110"/>
            <a:ext cx="1567180" cy="3175"/>
          </a:xfrm>
          <a:custGeom>
            <a:avLst/>
            <a:gdLst/>
            <a:ahLst/>
            <a:cxnLst/>
            <a:rect l="l" t="t" r="r" b="b"/>
            <a:pathLst>
              <a:path w="1567179" h="3175">
                <a:moveTo>
                  <a:pt x="0" y="0"/>
                </a:moveTo>
                <a:lnTo>
                  <a:pt x="1566732" y="3078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04290" y="2340285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74" y="0"/>
                </a:moveTo>
                <a:lnTo>
                  <a:pt x="114452" y="6690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304315" y="5736496"/>
            <a:ext cx="125730" cy="509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484" dirty="0">
                <a:latin typeface="Symbol"/>
                <a:cs typeface="Symbol"/>
              </a:rPr>
              <a:t>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944198" y="6031193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3024" y="0"/>
                </a:lnTo>
              </a:path>
            </a:pathLst>
          </a:custGeom>
          <a:ln w="12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3749986" y="5736496"/>
            <a:ext cx="360045" cy="509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5700" spc="-727" baseline="-20467" dirty="0">
                <a:latin typeface="Symbol"/>
                <a:cs typeface="Symbol"/>
              </a:rPr>
              <a:t></a:t>
            </a:r>
            <a:endParaRPr sz="5700" baseline="-20467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713086" y="5787412"/>
            <a:ext cx="1804035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45920" algn="l"/>
              </a:tabLst>
            </a:pPr>
            <a:r>
              <a:rPr sz="3150" spc="-380" dirty="0">
                <a:latin typeface="Symbol"/>
                <a:cs typeface="Symbol"/>
              </a:rPr>
              <a:t></a:t>
            </a:r>
            <a:r>
              <a:rPr sz="3150" spc="-380" dirty="0">
                <a:latin typeface="Times New Roman"/>
                <a:cs typeface="Times New Roman"/>
              </a:rPr>
              <a:t>	</a:t>
            </a: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35937" y="5814214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4284" y="5845117"/>
            <a:ext cx="262572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42820" algn="l"/>
              </a:tabLst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60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322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088266" y="5845117"/>
            <a:ext cx="66548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825" indent="-238125">
              <a:lnSpc>
                <a:spcPct val="100000"/>
              </a:lnSpc>
              <a:buFont typeface="Symbol"/>
              <a:buChar char=""/>
              <a:tabLst>
                <a:tab pos="251460" algn="l"/>
              </a:tabLst>
            </a:pPr>
            <a:r>
              <a:rPr sz="2400" i="1" spc="90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-165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12733" y="5845117"/>
            <a:ext cx="3269615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 marR="5080" indent="-806450">
              <a:lnSpc>
                <a:spcPct val="64900"/>
              </a:lnSpc>
              <a:tabLst>
                <a:tab pos="1785620" algn="l"/>
                <a:tab pos="2064385" algn="l"/>
              </a:tabLst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baseline="43209" dirty="0">
                <a:latin typeface="Symbol"/>
                <a:cs typeface="Symbol"/>
              </a:rPr>
              <a:t></a:t>
            </a:r>
            <a:r>
              <a:rPr sz="2025" spc="15" baseline="43209" dirty="0">
                <a:latin typeface="Times New Roman"/>
                <a:cs typeface="Times New Roman"/>
              </a:rPr>
              <a:t>1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182251" y="5657706"/>
            <a:ext cx="2311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023326" y="6031438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063" y="703486"/>
            <a:ext cx="275780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4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600" spc="-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IP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7063" y="1160686"/>
            <a:ext cx="267970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k</a:t>
            </a:r>
            <a:r>
              <a:rPr sz="36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ia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6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am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47060" y="2436571"/>
            <a:ext cx="1898650" cy="0"/>
          </a:xfrm>
          <a:custGeom>
            <a:avLst/>
            <a:gdLst/>
            <a:ahLst/>
            <a:cxnLst/>
            <a:rect l="l" t="t" r="r" b="b"/>
            <a:pathLst>
              <a:path w="1898650">
                <a:moveTo>
                  <a:pt x="0" y="0"/>
                </a:moveTo>
                <a:lnTo>
                  <a:pt x="1898227" y="0"/>
                </a:lnTo>
              </a:path>
            </a:pathLst>
          </a:custGeom>
          <a:ln w="11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71825" y="2446861"/>
            <a:ext cx="244475" cy="23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0" dirty="0">
                <a:latin typeface="Symbol"/>
                <a:cs typeface="Symbol"/>
              </a:rPr>
              <a:t></a:t>
            </a:r>
            <a:r>
              <a:rPr sz="1650" spc="-1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4393" y="2446861"/>
            <a:ext cx="244475" cy="23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0" dirty="0">
                <a:latin typeface="Symbol"/>
                <a:cs typeface="Symbol"/>
              </a:rPr>
              <a:t></a:t>
            </a:r>
            <a:r>
              <a:rPr sz="1650" spc="-10" dirty="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2707" y="2514503"/>
            <a:ext cx="1657985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36955" algn="l"/>
              </a:tabLst>
            </a:pP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i="1" spc="-110" dirty="0">
                <a:latin typeface="Times New Roman"/>
                <a:cs typeface="Times New Roman"/>
              </a:rPr>
              <a:t>g</a:t>
            </a:r>
            <a:r>
              <a:rPr sz="2475" spc="75" baseline="-18518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g</a:t>
            </a:r>
            <a:r>
              <a:rPr sz="2475" spc="-15" baseline="-18518" dirty="0">
                <a:latin typeface="Times New Roman"/>
                <a:cs typeface="Times New Roman"/>
              </a:rPr>
              <a:t>2</a:t>
            </a:r>
            <a:r>
              <a:rPr sz="2475" spc="-330" baseline="-18518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3646" y="2093694"/>
            <a:ext cx="165100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99219" y="2063739"/>
            <a:ext cx="2004060" cy="815340"/>
          </a:xfrm>
          <a:custGeom>
            <a:avLst/>
            <a:gdLst/>
            <a:ahLst/>
            <a:cxnLst/>
            <a:rect l="l" t="t" r="r" b="b"/>
            <a:pathLst>
              <a:path w="2004060" h="815339">
                <a:moveTo>
                  <a:pt x="0" y="815339"/>
                </a:moveTo>
                <a:lnTo>
                  <a:pt x="2004059" y="815339"/>
                </a:lnTo>
                <a:lnTo>
                  <a:pt x="2004059" y="0"/>
                </a:lnTo>
                <a:lnTo>
                  <a:pt x="0" y="0"/>
                </a:lnTo>
                <a:lnTo>
                  <a:pt x="0" y="81533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22956" y="4462553"/>
            <a:ext cx="25527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f</a:t>
            </a:r>
            <a:r>
              <a:rPr sz="3000" spc="-15" baseline="-19444" dirty="0">
                <a:latin typeface="Times New Roman"/>
                <a:cs typeface="Times New Roman"/>
              </a:rPr>
              <a:t>0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20880" y="4408170"/>
            <a:ext cx="393700" cy="508000"/>
          </a:xfrm>
          <a:custGeom>
            <a:avLst/>
            <a:gdLst/>
            <a:ahLst/>
            <a:cxnLst/>
            <a:rect l="l" t="t" r="r" b="b"/>
            <a:pathLst>
              <a:path w="393700" h="508000">
                <a:moveTo>
                  <a:pt x="0" y="508004"/>
                </a:moveTo>
                <a:lnTo>
                  <a:pt x="393691" y="508004"/>
                </a:lnTo>
                <a:lnTo>
                  <a:pt x="393691" y="0"/>
                </a:lnTo>
                <a:lnTo>
                  <a:pt x="0" y="0"/>
                </a:lnTo>
                <a:lnTo>
                  <a:pt x="0" y="50800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0383" y="2440955"/>
            <a:ext cx="883285" cy="0"/>
          </a:xfrm>
          <a:custGeom>
            <a:avLst/>
            <a:gdLst/>
            <a:ahLst/>
            <a:cxnLst/>
            <a:rect l="l" t="t" r="r" b="b"/>
            <a:pathLst>
              <a:path w="883285">
                <a:moveTo>
                  <a:pt x="0" y="0"/>
                </a:moveTo>
                <a:lnTo>
                  <a:pt x="883203" y="0"/>
                </a:lnTo>
              </a:path>
            </a:pathLst>
          </a:custGeom>
          <a:ln w="14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93685" y="2456022"/>
            <a:ext cx="89471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3000" spc="-37" baseline="33333" dirty="0">
                <a:latin typeface="Symbol"/>
                <a:cs typeface="Symbol"/>
              </a:rPr>
              <a:t></a:t>
            </a:r>
            <a:r>
              <a:rPr sz="3000" spc="-15" baseline="33333" dirty="0">
                <a:latin typeface="Times New Roman"/>
                <a:cs typeface="Times New Roman"/>
              </a:rPr>
              <a:t>1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8295" y="2026953"/>
            <a:ext cx="27241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k</a:t>
            </a:r>
            <a:r>
              <a:rPr sz="3000" i="1" spc="-15" baseline="-19444" dirty="0">
                <a:latin typeface="Times New Roman"/>
                <a:cs typeface="Times New Roman"/>
              </a:rPr>
              <a:t>I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3089" y="1990094"/>
            <a:ext cx="1010919" cy="901700"/>
          </a:xfrm>
          <a:custGeom>
            <a:avLst/>
            <a:gdLst/>
            <a:ahLst/>
            <a:cxnLst/>
            <a:rect l="l" t="t" r="r" b="b"/>
            <a:pathLst>
              <a:path w="1010919" h="901700">
                <a:moveTo>
                  <a:pt x="0" y="901695"/>
                </a:moveTo>
                <a:lnTo>
                  <a:pt x="1010924" y="901695"/>
                </a:lnTo>
                <a:lnTo>
                  <a:pt x="1010924" y="0"/>
                </a:lnTo>
                <a:lnTo>
                  <a:pt x="0" y="0"/>
                </a:lnTo>
                <a:lnTo>
                  <a:pt x="0" y="90169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9169" y="224662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201929" y="0"/>
                </a:moveTo>
                <a:lnTo>
                  <a:pt x="153406" y="5757"/>
                </a:lnTo>
                <a:lnTo>
                  <a:pt x="109135" y="22112"/>
                </a:lnTo>
                <a:lnTo>
                  <a:pt x="70519" y="47689"/>
                </a:lnTo>
                <a:lnTo>
                  <a:pt x="38963" y="81110"/>
                </a:lnTo>
                <a:lnTo>
                  <a:pt x="15869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5" y="260742"/>
                </a:lnTo>
                <a:lnTo>
                  <a:pt x="30255" y="302483"/>
                </a:lnTo>
                <a:lnTo>
                  <a:pt x="59147" y="338213"/>
                </a:lnTo>
                <a:lnTo>
                  <a:pt x="95565" y="366558"/>
                </a:lnTo>
                <a:lnTo>
                  <a:pt x="138107" y="386140"/>
                </a:lnTo>
                <a:lnTo>
                  <a:pt x="185369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169" y="224662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0" y="198119"/>
                </a:moveTo>
                <a:lnTo>
                  <a:pt x="5869" y="150507"/>
                </a:lnTo>
                <a:lnTo>
                  <a:pt x="22540" y="107070"/>
                </a:lnTo>
                <a:lnTo>
                  <a:pt x="48611" y="69183"/>
                </a:lnTo>
                <a:lnTo>
                  <a:pt x="82676" y="38224"/>
                </a:lnTo>
                <a:lnTo>
                  <a:pt x="123333" y="15568"/>
                </a:lnTo>
                <a:lnTo>
                  <a:pt x="169178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9" y="395583"/>
                </a:lnTo>
                <a:lnTo>
                  <a:pt x="138107" y="386140"/>
                </a:lnTo>
                <a:lnTo>
                  <a:pt x="95565" y="366558"/>
                </a:lnTo>
                <a:lnTo>
                  <a:pt x="59147" y="338213"/>
                </a:lnTo>
                <a:lnTo>
                  <a:pt x="30255" y="302483"/>
                </a:lnTo>
                <a:lnTo>
                  <a:pt x="10295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54080" y="224662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87" y="395583"/>
                </a:lnTo>
                <a:lnTo>
                  <a:pt x="265745" y="386140"/>
                </a:lnTo>
                <a:lnTo>
                  <a:pt x="308286" y="366558"/>
                </a:lnTo>
                <a:lnTo>
                  <a:pt x="344705" y="338213"/>
                </a:lnTo>
                <a:lnTo>
                  <a:pt x="373599" y="302483"/>
                </a:lnTo>
                <a:lnTo>
                  <a:pt x="393562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2" y="135497"/>
                </a:lnTo>
                <a:lnTo>
                  <a:pt x="373599" y="93756"/>
                </a:lnTo>
                <a:lnTo>
                  <a:pt x="344705" y="58026"/>
                </a:lnTo>
                <a:lnTo>
                  <a:pt x="308286" y="29681"/>
                </a:lnTo>
                <a:lnTo>
                  <a:pt x="265745" y="10099"/>
                </a:lnTo>
                <a:lnTo>
                  <a:pt x="218487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54080" y="224662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87" y="656"/>
                </a:lnTo>
                <a:lnTo>
                  <a:pt x="265745" y="10099"/>
                </a:lnTo>
                <a:lnTo>
                  <a:pt x="308286" y="29681"/>
                </a:lnTo>
                <a:lnTo>
                  <a:pt x="344705" y="58026"/>
                </a:lnTo>
                <a:lnTo>
                  <a:pt x="373599" y="93756"/>
                </a:lnTo>
                <a:lnTo>
                  <a:pt x="393562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2" y="260742"/>
                </a:lnTo>
                <a:lnTo>
                  <a:pt x="373599" y="302483"/>
                </a:lnTo>
                <a:lnTo>
                  <a:pt x="344705" y="338213"/>
                </a:lnTo>
                <a:lnTo>
                  <a:pt x="308286" y="366558"/>
                </a:lnTo>
                <a:lnTo>
                  <a:pt x="265745" y="386140"/>
                </a:lnTo>
                <a:lnTo>
                  <a:pt x="218487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3029" y="244233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14356" y="237603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41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6689" y="244473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6745" y="237808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71465" y="244486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55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02807" y="237856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26" y="133349"/>
                </a:moveTo>
                <a:lnTo>
                  <a:pt x="11451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55329" y="2442392"/>
            <a:ext cx="615315" cy="3175"/>
          </a:xfrm>
          <a:custGeom>
            <a:avLst/>
            <a:gdLst/>
            <a:ahLst/>
            <a:cxnLst/>
            <a:rect l="l" t="t" r="r" b="b"/>
            <a:pathLst>
              <a:path w="615315" h="3175">
                <a:moveTo>
                  <a:pt x="0" y="2987"/>
                </a:moveTo>
                <a:lnTo>
                  <a:pt x="61472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55415" y="23762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670" y="133349"/>
                </a:moveTo>
                <a:lnTo>
                  <a:pt x="114635" y="66111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52416" y="2591585"/>
            <a:ext cx="67754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0830" algn="l"/>
              </a:tabLst>
            </a:pPr>
            <a:r>
              <a:rPr sz="2350" i="1" spc="20" dirty="0">
                <a:latin typeface="Times New Roman"/>
                <a:cs typeface="Times New Roman"/>
              </a:rPr>
              <a:t>y	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731" y="2772625"/>
            <a:ext cx="113664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02280" y="1608711"/>
            <a:ext cx="56578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25" dirty="0">
                <a:latin typeface="Times New Roman"/>
                <a:cs typeface="Times New Roman"/>
              </a:rPr>
              <a:t>u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54198" y="1977231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69970" y="2680594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499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03310" y="26805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59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79825" y="2680594"/>
            <a:ext cx="0" cy="2806700"/>
          </a:xfrm>
          <a:custGeom>
            <a:avLst/>
            <a:gdLst/>
            <a:ahLst/>
            <a:cxnLst/>
            <a:rect l="l" t="t" r="r" b="b"/>
            <a:pathLst>
              <a:path h="2806700">
                <a:moveTo>
                  <a:pt x="0" y="280659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13163" y="268059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8209" y="2442210"/>
            <a:ext cx="0" cy="3032125"/>
          </a:xfrm>
          <a:custGeom>
            <a:avLst/>
            <a:gdLst/>
            <a:ahLst/>
            <a:cxnLst/>
            <a:rect l="l" t="t" r="r" b="b"/>
            <a:pathLst>
              <a:path h="3032125">
                <a:moveTo>
                  <a:pt x="0" y="303184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57290" y="4657094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84140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37053" y="4657094"/>
            <a:ext cx="3702050" cy="0"/>
          </a:xfrm>
          <a:custGeom>
            <a:avLst/>
            <a:gdLst/>
            <a:ahLst/>
            <a:cxnLst/>
            <a:rect l="l" t="t" r="r" b="b"/>
            <a:pathLst>
              <a:path w="3702050">
                <a:moveTo>
                  <a:pt x="370203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37053" y="4590407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79825" y="5474970"/>
            <a:ext cx="7358380" cy="0"/>
          </a:xfrm>
          <a:custGeom>
            <a:avLst/>
            <a:gdLst/>
            <a:ahLst/>
            <a:cxnLst/>
            <a:rect l="l" t="t" r="r" b="b"/>
            <a:pathLst>
              <a:path w="7358380">
                <a:moveTo>
                  <a:pt x="735817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31834" y="203097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89899" y="206653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8358" y="288930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5800" y="272166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91984" y="3041735"/>
            <a:ext cx="1092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50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73718" y="4895949"/>
            <a:ext cx="17907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6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tio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al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76271" y="3042408"/>
            <a:ext cx="1415415" cy="72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39700">
              <a:lnSpc>
                <a:spcPct val="79800"/>
              </a:lnSpc>
            </a:pPr>
            <a:r>
              <a:rPr sz="2800" b="0" spc="-70" dirty="0">
                <a:solidFill>
                  <a:srgbClr val="C00000"/>
                </a:solidFill>
                <a:latin typeface="Calibri Light"/>
                <a:cs typeface="Calibri Light"/>
              </a:rPr>
              <a:t>f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w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8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h</a:t>
            </a:r>
            <a:r>
              <a:rPr sz="2800" b="0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fil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65523" y="3085385"/>
            <a:ext cx="924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018519" y="2462540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5">
                <a:moveTo>
                  <a:pt x="0" y="0"/>
                </a:moveTo>
                <a:lnTo>
                  <a:pt x="31811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222339" y="23958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750319" y="2432304"/>
            <a:ext cx="213995" cy="1905"/>
          </a:xfrm>
          <a:custGeom>
            <a:avLst/>
            <a:gdLst/>
            <a:ahLst/>
            <a:cxnLst/>
            <a:rect l="l" t="t" r="r" b="b"/>
            <a:pathLst>
              <a:path w="213995" h="1905">
                <a:moveTo>
                  <a:pt x="0" y="1341"/>
                </a:moveTo>
                <a:lnTo>
                  <a:pt x="213542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49136" y="2366345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853" y="133349"/>
                </a:moveTo>
                <a:lnTo>
                  <a:pt x="114726" y="65958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13510" y="2493020"/>
            <a:ext cx="1896745" cy="0"/>
          </a:xfrm>
          <a:custGeom>
            <a:avLst/>
            <a:gdLst/>
            <a:ahLst/>
            <a:cxnLst/>
            <a:rect l="l" t="t" r="r" b="b"/>
            <a:pathLst>
              <a:path w="1896745">
                <a:moveTo>
                  <a:pt x="0" y="0"/>
                </a:moveTo>
                <a:lnTo>
                  <a:pt x="189664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409047" y="2146731"/>
            <a:ext cx="1887220" cy="31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35" dirty="0">
                <a:latin typeface="Times New Roman"/>
                <a:cs typeface="Times New Roman"/>
              </a:rPr>
              <a:t> </a:t>
            </a:r>
            <a:r>
              <a:rPr sz="1800" i="1" spc="125" dirty="0">
                <a:latin typeface="Times New Roman"/>
                <a:cs typeface="Times New Roman"/>
              </a:rPr>
              <a:t>z</a:t>
            </a:r>
            <a:r>
              <a:rPr sz="2025" spc="-15" baseline="32921" dirty="0">
                <a:latin typeface="Symbol"/>
                <a:cs typeface="Symbol"/>
              </a:rPr>
              <a:t></a:t>
            </a:r>
            <a:r>
              <a:rPr sz="2025" baseline="32921" dirty="0">
                <a:latin typeface="Times New Roman"/>
                <a:cs typeface="Times New Roman"/>
              </a:rPr>
              <a:t>1</a:t>
            </a:r>
            <a:r>
              <a:rPr sz="2025" spc="37" baseline="32921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 </a:t>
            </a:r>
            <a:r>
              <a:rPr sz="1800" i="1" spc="-160" dirty="0">
                <a:latin typeface="Times New Roman"/>
                <a:cs typeface="Times New Roman"/>
              </a:rPr>
              <a:t> </a:t>
            </a:r>
            <a:r>
              <a:rPr sz="1800" i="1" spc="125" dirty="0">
                <a:latin typeface="Times New Roman"/>
                <a:cs typeface="Times New Roman"/>
              </a:rPr>
              <a:t>z</a:t>
            </a:r>
            <a:r>
              <a:rPr sz="2025" spc="-15" baseline="32921" dirty="0">
                <a:latin typeface="Symbol"/>
                <a:cs typeface="Symbol"/>
              </a:rPr>
              <a:t></a:t>
            </a:r>
            <a:r>
              <a:rPr sz="2025" baseline="32921" dirty="0">
                <a:latin typeface="Times New Roman"/>
                <a:cs typeface="Times New Roman"/>
              </a:rPr>
              <a:t>2</a:t>
            </a:r>
            <a:r>
              <a:rPr sz="2025" spc="195" baseline="32921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204" dirty="0">
                <a:latin typeface="Times New Roman"/>
                <a:cs typeface="Times New Roman"/>
              </a:rPr>
              <a:t> </a:t>
            </a:r>
            <a:r>
              <a:rPr sz="1800" i="1" spc="125" dirty="0">
                <a:latin typeface="Times New Roman"/>
                <a:cs typeface="Times New Roman"/>
              </a:rPr>
              <a:t>z</a:t>
            </a:r>
            <a:r>
              <a:rPr sz="2025" spc="-15" baseline="32921" dirty="0">
                <a:latin typeface="Symbol"/>
                <a:cs typeface="Symbol"/>
              </a:rPr>
              <a:t></a:t>
            </a:r>
            <a:r>
              <a:rPr sz="2025" baseline="32921" dirty="0">
                <a:latin typeface="Times New Roman"/>
                <a:cs typeface="Times New Roman"/>
              </a:rPr>
              <a:t>3</a:t>
            </a:r>
            <a:endParaRPr sz="2025" baseline="32921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92476" y="2311311"/>
            <a:ext cx="150495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98500" algn="l"/>
                <a:tab pos="1405890" algn="l"/>
              </a:tabLst>
            </a:pPr>
            <a:r>
              <a:rPr sz="1350" dirty="0">
                <a:latin typeface="Times New Roman"/>
                <a:cs typeface="Times New Roman"/>
              </a:rPr>
              <a:t>1	2	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41431" y="2499156"/>
            <a:ext cx="205104" cy="200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10" dirty="0">
                <a:latin typeface="Symbol"/>
                <a:cs typeface="Symbol"/>
              </a:rPr>
              <a:t></a:t>
            </a:r>
            <a:r>
              <a:rPr sz="135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949686" y="2554644"/>
            <a:ext cx="601345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4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i="1" spc="-160" dirty="0">
                <a:latin typeface="Times New Roman"/>
                <a:cs typeface="Times New Roman"/>
              </a:rPr>
              <a:t>a</a:t>
            </a:r>
            <a:r>
              <a:rPr sz="2025" spc="82" baseline="-18518" dirty="0">
                <a:latin typeface="Times New Roman"/>
                <a:cs typeface="Times New Roman"/>
              </a:rPr>
              <a:t>1</a:t>
            </a:r>
            <a:r>
              <a:rPr sz="1800" i="1" dirty="0"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374129" y="2129783"/>
            <a:ext cx="1983739" cy="726440"/>
          </a:xfrm>
          <a:custGeom>
            <a:avLst/>
            <a:gdLst/>
            <a:ahLst/>
            <a:cxnLst/>
            <a:rect l="l" t="t" r="r" b="b"/>
            <a:pathLst>
              <a:path w="1983740" h="726439">
                <a:moveTo>
                  <a:pt x="0" y="726435"/>
                </a:moveTo>
                <a:lnTo>
                  <a:pt x="1983735" y="726435"/>
                </a:lnTo>
                <a:lnTo>
                  <a:pt x="1983735" y="0"/>
                </a:lnTo>
                <a:lnTo>
                  <a:pt x="0" y="0"/>
                </a:lnTo>
                <a:lnTo>
                  <a:pt x="0" y="72643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386331" y="5879135"/>
            <a:ext cx="125730" cy="51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484" dirty="0">
                <a:latin typeface="Symbol"/>
                <a:cs typeface="Symbol"/>
              </a:rPr>
              <a:t>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027127" y="6174735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>
                <a:moveTo>
                  <a:pt x="0" y="0"/>
                </a:moveTo>
                <a:lnTo>
                  <a:pt x="75328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832512" y="5879135"/>
            <a:ext cx="360045" cy="51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5700" spc="-727" baseline="-20467" dirty="0">
                <a:latin typeface="Symbol"/>
                <a:cs typeface="Symbol"/>
              </a:rPr>
              <a:t></a:t>
            </a:r>
            <a:endParaRPr sz="5700" baseline="-20467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796284" y="5930210"/>
            <a:ext cx="180467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46555" algn="l"/>
              </a:tabLst>
            </a:pPr>
            <a:r>
              <a:rPr sz="3150" spc="-380" dirty="0">
                <a:latin typeface="Symbol"/>
                <a:cs typeface="Symbol"/>
              </a:rPr>
              <a:t></a:t>
            </a:r>
            <a:r>
              <a:rPr sz="3150" spc="-380" dirty="0">
                <a:latin typeface="Times New Roman"/>
                <a:cs typeface="Times New Roman"/>
              </a:rPr>
              <a:t>	</a:t>
            </a: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918144" y="5957110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95588" y="5988102"/>
            <a:ext cx="354076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43455" algn="l"/>
                <a:tab pos="2887345" algn="l"/>
              </a:tabLst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r>
              <a:rPr sz="2025" spc="7" baseline="-24691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4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spc="-322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i="1" spc="10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spc="-165" baseline="-2469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95388" y="5988102"/>
            <a:ext cx="3270885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 marR="5080" indent="-806450">
              <a:lnSpc>
                <a:spcPct val="65100"/>
              </a:lnSpc>
              <a:tabLst>
                <a:tab pos="1786255" algn="l"/>
                <a:tab pos="2065020" algn="l"/>
              </a:tabLst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spc="1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170" dirty="0">
                <a:latin typeface="Times New Roman"/>
                <a:cs typeface="Times New Roman"/>
              </a:rPr>
              <a:t>z</a:t>
            </a:r>
            <a:r>
              <a:rPr sz="2025" baseline="45267" dirty="0">
                <a:latin typeface="Symbol"/>
                <a:cs typeface="Symbol"/>
              </a:rPr>
              <a:t></a:t>
            </a:r>
            <a:r>
              <a:rPr sz="2025" spc="15" baseline="43209" dirty="0">
                <a:latin typeface="Times New Roman"/>
                <a:cs typeface="Times New Roman"/>
              </a:rPr>
              <a:t>1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65259" y="5800089"/>
            <a:ext cx="2311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106553" y="6175094"/>
            <a:ext cx="113664" cy="20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530" y="957206"/>
            <a:ext cx="6938009" cy="1898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ct val="100000"/>
              </a:lnSpc>
            </a:pPr>
            <a:r>
              <a:rPr sz="3400" spc="-2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kn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…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in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cl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-l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3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an</a:t>
            </a:r>
            <a:r>
              <a:rPr sz="3600" b="0" spc="-5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nc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868" y="3256261"/>
            <a:ext cx="299212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I</a:t>
            </a:r>
            <a:r>
              <a:rPr sz="3600" b="0" spc="1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235" dirty="0">
                <a:solidFill>
                  <a:srgbClr val="44536A"/>
                </a:solidFill>
                <a:latin typeface="Calibri Light"/>
                <a:cs typeface="Calibri Light"/>
              </a:rPr>
              <a:t>’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9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rth</a:t>
            </a:r>
            <a:r>
              <a:rPr sz="3600" b="0" spc="-9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d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4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.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0914" y="3106818"/>
            <a:ext cx="615950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25" i="1" spc="465" baseline="-24904" dirty="0">
                <a:latin typeface="Times New Roman"/>
                <a:cs typeface="Times New Roman"/>
              </a:rPr>
              <a:t>z</a:t>
            </a:r>
            <a:r>
              <a:rPr sz="2500" spc="-10" dirty="0">
                <a:latin typeface="Symbol"/>
                <a:cs typeface="Symbol"/>
              </a:rPr>
              <a:t></a:t>
            </a:r>
            <a:r>
              <a:rPr sz="2500" dirty="0">
                <a:latin typeface="Times New Roman"/>
                <a:cs typeface="Times New Roman"/>
              </a:rPr>
              <a:t>4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526" y="4102948"/>
            <a:ext cx="5196205" cy="1308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9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ur</a:t>
            </a:r>
            <a:r>
              <a:rPr sz="3600" b="0" spc="-1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es</a:t>
            </a:r>
            <a:endParaRPr sz="3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5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a</a:t>
            </a:r>
            <a:r>
              <a:rPr sz="3600" b="0" spc="-8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95" dirty="0">
                <a:solidFill>
                  <a:srgbClr val="44536A"/>
                </a:solidFill>
                <a:latin typeface="Calibri Light"/>
                <a:cs typeface="Calibri Light"/>
              </a:rPr>
              <a:t>f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ur</a:t>
            </a:r>
            <a:r>
              <a:rPr sz="3600" b="0" spc="-12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35" dirty="0">
                <a:solidFill>
                  <a:srgbClr val="44536A"/>
                </a:solidFill>
                <a:latin typeface="Calibri Light"/>
                <a:cs typeface="Calibri Light"/>
              </a:rPr>
              <a:t>c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1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ains.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4912" y="4814774"/>
            <a:ext cx="2436495" cy="676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50" i="1" spc="170" dirty="0">
                <a:latin typeface="Times New Roman"/>
                <a:cs typeface="Times New Roman"/>
              </a:rPr>
              <a:t>f</a:t>
            </a:r>
            <a:r>
              <a:rPr sz="3750" baseline="-24444" dirty="0">
                <a:latin typeface="Times New Roman"/>
                <a:cs typeface="Times New Roman"/>
              </a:rPr>
              <a:t>0</a:t>
            </a:r>
            <a:r>
              <a:rPr sz="3750" spc="-307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-340" dirty="0">
                <a:latin typeface="Times New Roman"/>
                <a:cs typeface="Times New Roman"/>
              </a:rPr>
              <a:t> </a:t>
            </a:r>
            <a:r>
              <a:rPr sz="4350" i="1" spc="-80" dirty="0">
                <a:latin typeface="Times New Roman"/>
                <a:cs typeface="Times New Roman"/>
              </a:rPr>
              <a:t>g</a:t>
            </a:r>
            <a:r>
              <a:rPr sz="3750" baseline="-24444" dirty="0">
                <a:latin typeface="Times New Roman"/>
                <a:cs typeface="Times New Roman"/>
              </a:rPr>
              <a:t>1</a:t>
            </a:r>
            <a:r>
              <a:rPr sz="3750" spc="-600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-340" dirty="0">
                <a:latin typeface="Times New Roman"/>
                <a:cs typeface="Times New Roman"/>
              </a:rPr>
              <a:t> </a:t>
            </a:r>
            <a:r>
              <a:rPr sz="4350" i="1" spc="190" dirty="0">
                <a:latin typeface="Times New Roman"/>
                <a:cs typeface="Times New Roman"/>
              </a:rPr>
              <a:t>g</a:t>
            </a:r>
            <a:r>
              <a:rPr sz="3750" baseline="-24444" dirty="0">
                <a:latin typeface="Times New Roman"/>
                <a:cs typeface="Times New Roman"/>
              </a:rPr>
              <a:t>2</a:t>
            </a:r>
            <a:r>
              <a:rPr sz="3750" spc="-307" baseline="-24444" dirty="0">
                <a:latin typeface="Times New Roman"/>
                <a:cs typeface="Times New Roman"/>
              </a:rPr>
              <a:t> </a:t>
            </a:r>
            <a:r>
              <a:rPr sz="4350" dirty="0">
                <a:latin typeface="Times New Roman"/>
                <a:cs typeface="Times New Roman"/>
              </a:rPr>
              <a:t>,</a:t>
            </a:r>
            <a:r>
              <a:rPr sz="4350" spc="-545" dirty="0">
                <a:latin typeface="Times New Roman"/>
                <a:cs typeface="Times New Roman"/>
              </a:rPr>
              <a:t> </a:t>
            </a:r>
            <a:r>
              <a:rPr sz="4350" i="1" spc="160" dirty="0">
                <a:latin typeface="Times New Roman"/>
                <a:cs typeface="Times New Roman"/>
              </a:rPr>
              <a:t>k</a:t>
            </a:r>
            <a:r>
              <a:rPr sz="3750" i="1" baseline="-24444" dirty="0">
                <a:latin typeface="Times New Roman"/>
                <a:cs typeface="Times New Roman"/>
              </a:rPr>
              <a:t>I</a:t>
            </a:r>
            <a:endParaRPr sz="3750" baseline="-2444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530" y="5795143"/>
            <a:ext cx="65836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S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spc="-65" dirty="0">
                <a:solidFill>
                  <a:srgbClr val="44536A"/>
                </a:solidFill>
                <a:latin typeface="Calibri Light"/>
                <a:cs typeface="Calibri Light"/>
              </a:rPr>
              <a:t>v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h</a:t>
            </a:r>
            <a:r>
              <a:rPr sz="3600" b="0" spc="-2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5" dirty="0">
                <a:solidFill>
                  <a:srgbClr val="44536A"/>
                </a:solidFill>
                <a:latin typeface="Calibri Light"/>
                <a:cs typeface="Calibri Light"/>
              </a:rPr>
              <a:t>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assi</a:t>
            </a:r>
            <a:r>
              <a:rPr sz="3600" b="0" spc="-30" dirty="0">
                <a:solidFill>
                  <a:srgbClr val="44536A"/>
                </a:solidFill>
                <a:latin typeface="Calibri Light"/>
                <a:cs typeface="Calibri Light"/>
              </a:rPr>
              <a:t>g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40" dirty="0">
                <a:solidFill>
                  <a:srgbClr val="44536A"/>
                </a:solidFill>
                <a:latin typeface="Calibri Light"/>
                <a:cs typeface="Calibri Light"/>
              </a:rPr>
              <a:t>m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55" dirty="0">
                <a:solidFill>
                  <a:srgbClr val="44536A"/>
                </a:solidFill>
                <a:latin typeface="Calibri Light"/>
                <a:cs typeface="Calibri Light"/>
              </a:rPr>
              <a:t>n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t</a:t>
            </a:r>
            <a:r>
              <a:rPr sz="3600" b="0" spc="-8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600" b="0" spc="-15" dirty="0">
                <a:solidFill>
                  <a:srgbClr val="44536A"/>
                </a:solidFill>
                <a:latin typeface="Calibri Light"/>
                <a:cs typeface="Calibri Light"/>
              </a:rPr>
              <a:t>p</a:t>
            </a:r>
            <a:r>
              <a:rPr sz="3600" b="0" spc="-100" dirty="0">
                <a:solidFill>
                  <a:srgbClr val="44536A"/>
                </a:solidFill>
                <a:latin typeface="Calibri Light"/>
                <a:cs typeface="Calibri Light"/>
              </a:rPr>
              <a:t>r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o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bl</a:t>
            </a:r>
            <a:r>
              <a:rPr sz="3600" b="0" dirty="0">
                <a:solidFill>
                  <a:srgbClr val="44536A"/>
                </a:solidFill>
                <a:latin typeface="Calibri Light"/>
                <a:cs typeface="Calibri Light"/>
              </a:rPr>
              <a:t>e</a:t>
            </a:r>
            <a:r>
              <a:rPr sz="3600" b="0" spc="-10" dirty="0">
                <a:solidFill>
                  <a:srgbClr val="44536A"/>
                </a:solidFill>
                <a:latin typeface="Calibri Light"/>
                <a:cs typeface="Calibri Light"/>
              </a:rPr>
              <a:t>m.</a:t>
            </a:r>
            <a:endParaRPr sz="3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8779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5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440" y="5926208"/>
            <a:ext cx="458089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5248275" cy="328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5.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N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: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25" dirty="0">
                <a:latin typeface="Calibri"/>
                <a:cs typeface="Calibri"/>
              </a:rPr>
              <a:t>G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n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a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35" dirty="0">
                <a:latin typeface="Calibri"/>
                <a:cs typeface="Calibri"/>
              </a:rPr>
              <a:t>F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20" dirty="0">
                <a:latin typeface="Calibri"/>
                <a:cs typeface="Calibri"/>
              </a:rPr>
              <a:t>r</a:t>
            </a:r>
            <a:r>
              <a:rPr sz="2600" u="heavy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123054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.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PI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689810"/>
            <a:ext cx="220154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z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ane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78183"/>
            <a:ext cx="8060055" cy="360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75565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loop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m,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  <a:endParaRPr sz="2600">
              <a:latin typeface="Calibri"/>
              <a:cs typeface="Calibri"/>
            </a:endParaRPr>
          </a:p>
          <a:p>
            <a:pPr marL="241300" marR="633730" indent="-228600">
              <a:lnSpc>
                <a:spcPct val="90100"/>
              </a:lnSpc>
              <a:spcBef>
                <a:spcPts val="9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2nd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loop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2nd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esi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spc="-5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Calibri"/>
                <a:cs typeface="Calibri"/>
              </a:rPr>
              <a:t>a1</a:t>
            </a:r>
            <a:r>
              <a:rPr sz="2600" i="1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70"/>
              </a:lnSpc>
            </a:pPr>
            <a:r>
              <a:rPr sz="2600" i="1" spc="-15" dirty="0">
                <a:latin typeface="Calibri"/>
                <a:cs typeface="Calibri"/>
              </a:rPr>
              <a:t>b1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ed)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6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oll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60"/>
              </a:lnSpc>
            </a:pP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10" dirty="0"/>
              <a:t>L</a:t>
            </a:r>
            <a:r>
              <a:rPr spc="-5" dirty="0"/>
              <a:t>i</a:t>
            </a:r>
            <a:r>
              <a:rPr dirty="0"/>
              <a:t>m</a:t>
            </a:r>
            <a:r>
              <a:rPr spc="-5" dirty="0"/>
              <a:t>i</a:t>
            </a:r>
            <a:r>
              <a:rPr spc="-40" dirty="0"/>
              <a:t>t</a:t>
            </a:r>
            <a:r>
              <a:rPr spc="-50" dirty="0"/>
              <a:t>a</a:t>
            </a:r>
            <a:r>
              <a:rPr dirty="0"/>
              <a:t>ti</a:t>
            </a:r>
            <a:r>
              <a:rPr spc="5" dirty="0"/>
              <a:t>o</a:t>
            </a:r>
            <a:r>
              <a:rPr spc="-10" dirty="0"/>
              <a:t>n</a:t>
            </a:r>
            <a:r>
              <a:rPr dirty="0"/>
              <a:t>s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dirty="0"/>
              <a:t>f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5" dirty="0"/>
              <a:t>PI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5" dirty="0"/>
              <a:t>o</a:t>
            </a:r>
            <a:r>
              <a:rPr spc="-50" dirty="0"/>
              <a:t>n</a:t>
            </a:r>
            <a:r>
              <a:rPr spc="-15" dirty="0"/>
              <a:t>t</a:t>
            </a:r>
            <a:r>
              <a:rPr spc="-85" dirty="0"/>
              <a:t>r</a:t>
            </a:r>
            <a:r>
              <a:rPr spc="5" dirty="0"/>
              <a:t>o</a:t>
            </a:r>
            <a:r>
              <a:rPr dirty="0"/>
              <a:t>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7390" y="5360687"/>
            <a:ext cx="75234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ADB3B8"/>
                </a:solidFill>
                <a:latin typeface="Arial"/>
                <a:cs typeface="Arial"/>
              </a:rPr>
              <a:t>•</a:t>
            </a:r>
            <a:r>
              <a:rPr sz="2600" spc="235" dirty="0">
                <a:solidFill>
                  <a:srgbClr val="ADB3B8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ta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6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I</a:t>
            </a:r>
            <a:r>
              <a:rPr dirty="0"/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25" dirty="0"/>
              <a:t>h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-10" dirty="0"/>
              <a:t>a</a:t>
            </a:r>
            <a:r>
              <a:rPr dirty="0"/>
              <a:t>s</a:t>
            </a:r>
            <a:r>
              <a:rPr spc="-15" dirty="0"/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dirty="0"/>
              <a:t>f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me</a:t>
            </a:r>
            <a:r>
              <a:rPr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el</a:t>
            </a:r>
            <a:r>
              <a:rPr b="1" spc="-6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pc="-10" dirty="0"/>
              <a:t>and</a:t>
            </a:r>
            <a:r>
              <a:rPr spc="-50" dirty="0"/>
              <a:t>/</a:t>
            </a:r>
            <a:r>
              <a:rPr spc="5" dirty="0"/>
              <a:t>o</a:t>
            </a:r>
            <a:r>
              <a:rPr spc="-10" dirty="0"/>
              <a:t>r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hi</a:t>
            </a:r>
            <a:r>
              <a:rPr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b="1" spc="-5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ms</a:t>
            </a:r>
            <a:r>
              <a:rPr spc="-10" dirty="0"/>
              <a:t>,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25" dirty="0"/>
              <a:t>h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spc="-60" dirty="0"/>
              <a:t>r</a:t>
            </a:r>
            <a:r>
              <a:rPr spc="-25" dirty="0"/>
              <a:t>d</a:t>
            </a:r>
            <a:r>
              <a:rPr spc="-10" dirty="0"/>
              <a:t>er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dirty="0"/>
              <a:t>f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25" dirty="0"/>
              <a:t>h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dirty="0"/>
              <a:t>l</a:t>
            </a:r>
            <a:r>
              <a:rPr spc="5" dirty="0"/>
              <a:t>o</a:t>
            </a:r>
            <a:r>
              <a:rPr dirty="0"/>
              <a:t>s</a:t>
            </a:r>
            <a:r>
              <a:rPr spc="-10" dirty="0"/>
              <a:t>ed</a:t>
            </a:r>
            <a:r>
              <a:rPr dirty="0"/>
              <a:t>-l</a:t>
            </a:r>
            <a:r>
              <a:rPr spc="5" dirty="0"/>
              <a:t>oo</a:t>
            </a:r>
            <a:r>
              <a:rPr dirty="0"/>
              <a:t>p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80" dirty="0"/>
              <a:t>r</a:t>
            </a:r>
            <a:r>
              <a:rPr spc="-10" dirty="0"/>
              <a:t>an</a:t>
            </a:r>
            <a:r>
              <a:rPr spc="-20" dirty="0"/>
              <a:t>s</a:t>
            </a:r>
            <a:r>
              <a:rPr spc="-55" dirty="0"/>
              <a:t>f</a:t>
            </a:r>
            <a:r>
              <a:rPr spc="-10" dirty="0"/>
              <a:t>er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5" dirty="0"/>
              <a:t>f</a:t>
            </a:r>
            <a:r>
              <a:rPr spc="-10" dirty="0"/>
              <a:t>un</a:t>
            </a:r>
            <a:r>
              <a:rPr dirty="0"/>
              <a:t>c</a:t>
            </a:r>
            <a:r>
              <a:rPr spc="-5" dirty="0"/>
              <a:t>t</a:t>
            </a:r>
            <a:r>
              <a:rPr dirty="0"/>
              <a:t>i</a:t>
            </a:r>
            <a:r>
              <a:rPr spc="5" dirty="0"/>
              <a:t>o</a:t>
            </a:r>
            <a:r>
              <a:rPr dirty="0"/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i</a:t>
            </a:r>
            <a:r>
              <a:rPr spc="-10" dirty="0"/>
              <a:t>n</a:t>
            </a:r>
            <a:r>
              <a:rPr dirty="0"/>
              <a:t>c</a:t>
            </a:r>
            <a:r>
              <a:rPr spc="-60" dirty="0"/>
              <a:t>r</a:t>
            </a:r>
            <a:r>
              <a:rPr spc="-10" dirty="0"/>
              <a:t>ea</a:t>
            </a:r>
            <a:r>
              <a:rPr dirty="0"/>
              <a:t>s</a:t>
            </a:r>
            <a:r>
              <a:rPr spc="-10" dirty="0"/>
              <a:t>e</a:t>
            </a:r>
            <a:r>
              <a:rPr spc="-25" dirty="0"/>
              <a:t>d</a:t>
            </a:r>
            <a:r>
              <a:rPr spc="-10" dirty="0"/>
              <a:t>,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/>
              <a:t>bu</a:t>
            </a:r>
            <a:r>
              <a:rPr dirty="0"/>
              <a:t>t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25" dirty="0"/>
              <a:t>h</a:t>
            </a:r>
            <a:r>
              <a:rPr spc="-10" dirty="0"/>
              <a:t>e</a:t>
            </a:r>
            <a:r>
              <a:rPr spc="-60" dirty="0"/>
              <a:t>r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-60" dirty="0"/>
              <a:t>r</a:t>
            </a:r>
            <a:r>
              <a:rPr spc="-15" dirty="0"/>
              <a:t>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20" dirty="0"/>
              <a:t>s</a:t>
            </a:r>
            <a:r>
              <a:rPr spc="-5" dirty="0"/>
              <a:t>t</a:t>
            </a:r>
            <a:r>
              <a:rPr dirty="0"/>
              <a:t>ill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spc="-10" dirty="0"/>
              <a:t>n</a:t>
            </a:r>
            <a:r>
              <a:rPr dirty="0"/>
              <a:t>l</a:t>
            </a:r>
            <a:r>
              <a:rPr spc="-15" dirty="0"/>
              <a:t>y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15" dirty="0"/>
              <a:t>2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5" dirty="0"/>
              <a:t>o</a:t>
            </a:r>
            <a:r>
              <a:rPr spc="-30" dirty="0"/>
              <a:t>n</a:t>
            </a:r>
            <a:r>
              <a:rPr spc="-5" dirty="0"/>
              <a:t>t</a:t>
            </a:r>
            <a:r>
              <a:rPr spc="-60" dirty="0"/>
              <a:t>r</a:t>
            </a:r>
            <a:r>
              <a:rPr spc="5" dirty="0"/>
              <a:t>o</a:t>
            </a:r>
            <a:r>
              <a:rPr dirty="0"/>
              <a:t>l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60" dirty="0"/>
              <a:t>g</a:t>
            </a:r>
            <a:r>
              <a:rPr spc="-10" dirty="0"/>
              <a:t>a</a:t>
            </a:r>
            <a:r>
              <a:rPr dirty="0"/>
              <a:t>i</a:t>
            </a:r>
            <a:r>
              <a:rPr spc="-10" dirty="0"/>
              <a:t>ns</a:t>
            </a:r>
          </a:p>
          <a:p>
            <a:pPr marL="241300" marR="43688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pc="-120" dirty="0"/>
              <a:t>W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-10" dirty="0"/>
              <a:t>ann</a:t>
            </a:r>
            <a:r>
              <a:rPr spc="5" dirty="0"/>
              <a:t>o</a:t>
            </a:r>
            <a:r>
              <a:rPr spc="-10" dirty="0"/>
              <a:t>t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0" dirty="0"/>
              <a:t>a</a:t>
            </a:r>
            <a:r>
              <a:rPr dirty="0"/>
              <a:t>ssi</a:t>
            </a:r>
            <a:r>
              <a:rPr spc="-5" dirty="0"/>
              <a:t>g</a:t>
            </a:r>
            <a:r>
              <a:rPr dirty="0"/>
              <a:t>n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25" dirty="0"/>
              <a:t>h</a:t>
            </a:r>
            <a:r>
              <a:rPr spc="-15" dirty="0"/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dirty="0"/>
              <a:t>l</a:t>
            </a:r>
            <a:r>
              <a:rPr spc="5" dirty="0"/>
              <a:t>o</a:t>
            </a:r>
            <a:r>
              <a:rPr dirty="0"/>
              <a:t>s</a:t>
            </a:r>
            <a:r>
              <a:rPr spc="-10" dirty="0"/>
              <a:t>e</a:t>
            </a:r>
            <a:r>
              <a:rPr dirty="0"/>
              <a:t>d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l</a:t>
            </a:r>
            <a:r>
              <a:rPr spc="5" dirty="0"/>
              <a:t>oo</a:t>
            </a:r>
            <a:r>
              <a:rPr dirty="0"/>
              <a:t>p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" dirty="0"/>
              <a:t>p</a:t>
            </a:r>
            <a:r>
              <a:rPr spc="5" dirty="0"/>
              <a:t>o</a:t>
            </a:r>
            <a:r>
              <a:rPr dirty="0"/>
              <a:t>l</a:t>
            </a:r>
            <a:r>
              <a:rPr spc="-10" dirty="0"/>
              <a:t>e</a:t>
            </a:r>
            <a:r>
              <a:rPr dirty="0"/>
              <a:t>s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25" dirty="0"/>
              <a:t>t</a:t>
            </a:r>
            <a:r>
              <a:rPr dirty="0"/>
              <a:t>o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25" dirty="0"/>
              <a:t>ar</a:t>
            </a:r>
            <a:r>
              <a:rPr spc="-10" dirty="0"/>
              <a:t>b</a:t>
            </a:r>
            <a:r>
              <a:rPr dirty="0"/>
              <a:t>i</a:t>
            </a:r>
            <a:r>
              <a:rPr spc="-5" dirty="0"/>
              <a:t>t</a:t>
            </a:r>
            <a:r>
              <a:rPr spc="-80" dirty="0"/>
              <a:t>r</a:t>
            </a:r>
            <a:r>
              <a:rPr spc="-25" dirty="0"/>
              <a:t>a</a:t>
            </a:r>
            <a:r>
              <a:rPr dirty="0"/>
              <a:t>r</a:t>
            </a:r>
            <a:r>
              <a:rPr spc="-15" dirty="0"/>
              <a:t>y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p</a:t>
            </a:r>
            <a:r>
              <a:rPr spc="5" dirty="0"/>
              <a:t>o</a:t>
            </a:r>
            <a:r>
              <a:rPr dirty="0"/>
              <a:t>si</a:t>
            </a:r>
            <a:r>
              <a:rPr spc="-5" dirty="0"/>
              <a:t>t</a:t>
            </a:r>
            <a:r>
              <a:rPr dirty="0"/>
              <a:t>i</a:t>
            </a:r>
            <a:r>
              <a:rPr spc="5" dirty="0"/>
              <a:t>o</a:t>
            </a:r>
            <a:r>
              <a:rPr spc="-10" dirty="0"/>
              <a:t>n</a:t>
            </a:r>
            <a:r>
              <a:rPr dirty="0"/>
              <a:t>s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/>
              <a:t>o</a:t>
            </a:r>
            <a:r>
              <a:rPr dirty="0"/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25" dirty="0"/>
              <a:t>h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5" dirty="0"/>
              <a:t>o</a:t>
            </a:r>
            <a:r>
              <a:rPr spc="-25" dirty="0"/>
              <a:t>m</a:t>
            </a:r>
            <a:r>
              <a:rPr spc="-10" dirty="0"/>
              <a:t>p</a:t>
            </a:r>
            <a:r>
              <a:rPr dirty="0"/>
              <a:t>l</a:t>
            </a:r>
            <a:r>
              <a:rPr spc="-50" dirty="0"/>
              <a:t>e</a:t>
            </a:r>
            <a:r>
              <a:rPr dirty="0"/>
              <a:t>x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Calibri"/>
                <a:cs typeface="Calibri"/>
              </a:rPr>
              <a:t>z</a:t>
            </a:r>
            <a:r>
              <a:rPr i="1" dirty="0">
                <a:latin typeface="Calibri"/>
                <a:cs typeface="Calibri"/>
              </a:rPr>
              <a:t>-</a:t>
            </a:r>
            <a:r>
              <a:rPr spc="-10" dirty="0"/>
              <a:t>p</a:t>
            </a:r>
            <a:r>
              <a:rPr dirty="0"/>
              <a:t>l</a:t>
            </a:r>
            <a:r>
              <a:rPr spc="-10" dirty="0"/>
              <a:t>an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/>
              <a:t>i.</a:t>
            </a:r>
            <a:r>
              <a:rPr spc="-10" dirty="0"/>
              <a:t>e</a:t>
            </a:r>
            <a:r>
              <a:rPr dirty="0"/>
              <a:t>.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pc="-10" dirty="0"/>
              <a:t>h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dirty="0"/>
              <a:t>l</a:t>
            </a:r>
            <a:r>
              <a:rPr spc="5" dirty="0"/>
              <a:t>o</a:t>
            </a:r>
            <a:r>
              <a:rPr spc="-15" dirty="0"/>
              <a:t>s</a:t>
            </a:r>
            <a:r>
              <a:rPr spc="-10" dirty="0"/>
              <a:t>e</a:t>
            </a:r>
            <a:r>
              <a:rPr dirty="0"/>
              <a:t>d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/>
              <a:t>l</a:t>
            </a:r>
            <a:r>
              <a:rPr spc="5" dirty="0"/>
              <a:t>oo</a:t>
            </a:r>
            <a:r>
              <a:rPr dirty="0"/>
              <a:t>p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40" dirty="0"/>
              <a:t>s</a:t>
            </a:r>
            <a:r>
              <a:rPr spc="-35" dirty="0"/>
              <a:t>y</a:t>
            </a:r>
            <a:r>
              <a:rPr spc="-20" dirty="0"/>
              <a:t>s</a:t>
            </a:r>
            <a:r>
              <a:rPr spc="-15" dirty="0"/>
              <a:t>t</a:t>
            </a:r>
            <a:r>
              <a:rPr spc="-10" dirty="0"/>
              <a:t>e</a:t>
            </a:r>
            <a:r>
              <a:rPr spc="-25" dirty="0"/>
              <a:t>m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un</a:t>
            </a:r>
            <a:r>
              <a:rPr b="1" spc="-4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oll</a:t>
            </a:r>
            <a:r>
              <a:rPr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</a:p>
          <a:p>
            <a:pPr marL="241300" indent="-228600">
              <a:lnSpc>
                <a:spcPts val="296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Th</a:t>
            </a:r>
            <a:r>
              <a:rPr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/>
              <a:t>s</a:t>
            </a:r>
            <a:r>
              <a:rPr spc="5" dirty="0"/>
              <a:t>o</a:t>
            </a:r>
            <a:r>
              <a:rPr dirty="0"/>
              <a:t>l</a:t>
            </a:r>
            <a:r>
              <a:rPr spc="-10" dirty="0"/>
              <a:t>u</a:t>
            </a:r>
            <a:r>
              <a:rPr spc="5" dirty="0"/>
              <a:t>t</a:t>
            </a:r>
            <a:r>
              <a:rPr dirty="0"/>
              <a:t>i</a:t>
            </a:r>
            <a:r>
              <a:rPr spc="5" dirty="0"/>
              <a:t>o</a:t>
            </a:r>
            <a:r>
              <a:rPr dirty="0"/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25" dirty="0"/>
              <a:t>t</a:t>
            </a:r>
            <a:r>
              <a:rPr dirty="0"/>
              <a:t>o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/>
              <a:t>i</a:t>
            </a:r>
            <a:r>
              <a:rPr spc="-30" dirty="0"/>
              <a:t>n</a:t>
            </a:r>
            <a:r>
              <a:rPr spc="-5" dirty="0"/>
              <a:t>t</a:t>
            </a:r>
            <a:r>
              <a:rPr spc="-60" dirty="0"/>
              <a:t>r</a:t>
            </a:r>
            <a:r>
              <a:rPr spc="5" dirty="0"/>
              <a:t>o</a:t>
            </a:r>
            <a:r>
              <a:rPr spc="-10" dirty="0"/>
              <a:t>du</a:t>
            </a:r>
            <a:r>
              <a:rPr dirty="0"/>
              <a:t>c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0" dirty="0"/>
              <a:t>add</a:t>
            </a:r>
            <a:r>
              <a:rPr dirty="0"/>
              <a:t>i</a:t>
            </a:r>
            <a:r>
              <a:rPr spc="-5" dirty="0"/>
              <a:t>t</a:t>
            </a:r>
            <a:r>
              <a:rPr dirty="0"/>
              <a:t>i</a:t>
            </a:r>
            <a:r>
              <a:rPr spc="5" dirty="0"/>
              <a:t>o</a:t>
            </a:r>
            <a:r>
              <a:rPr spc="-10" dirty="0"/>
              <a:t>na</a:t>
            </a:r>
            <a:r>
              <a:rPr dirty="0"/>
              <a:t>l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55" dirty="0"/>
              <a:t>f</a:t>
            </a:r>
            <a:r>
              <a:rPr spc="-10" dirty="0"/>
              <a:t>eedba</a:t>
            </a:r>
            <a:r>
              <a:rPr dirty="0"/>
              <a:t>c</a:t>
            </a:r>
            <a:r>
              <a:rPr spc="-15" dirty="0"/>
              <a:t>k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25" dirty="0"/>
              <a:t>t</a:t>
            </a:r>
            <a:r>
              <a:rPr spc="-10" dirty="0"/>
              <a:t>e</a:t>
            </a:r>
            <a:r>
              <a:rPr spc="-20" dirty="0"/>
              <a:t>r</a:t>
            </a:r>
            <a:r>
              <a:rPr spc="-25" dirty="0"/>
              <a:t>m</a:t>
            </a:r>
            <a:r>
              <a:rPr dirty="0"/>
              <a:t>s</a:t>
            </a:r>
            <a:r>
              <a:rPr spc="-10" dirty="0"/>
              <a:t>,</a:t>
            </a:r>
          </a:p>
          <a:p>
            <a:pPr marL="241300">
              <a:lnSpc>
                <a:spcPts val="2960"/>
              </a:lnSpc>
            </a:pPr>
            <a:r>
              <a:rPr dirty="0"/>
              <a:t>i.</a:t>
            </a:r>
            <a:r>
              <a:rPr spc="-10" dirty="0"/>
              <a:t>e</a:t>
            </a:r>
            <a:r>
              <a:rPr dirty="0"/>
              <a:t>.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/>
              <a:t>m</a:t>
            </a:r>
            <a:r>
              <a:rPr spc="5" dirty="0"/>
              <a:t>o</a:t>
            </a:r>
            <a:r>
              <a:rPr spc="-60" dirty="0"/>
              <a:t>r</a:t>
            </a:r>
            <a:r>
              <a:rPr spc="-15" dirty="0"/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5" dirty="0"/>
              <a:t>o</a:t>
            </a:r>
            <a:r>
              <a:rPr spc="-30" dirty="0"/>
              <a:t>n</a:t>
            </a:r>
            <a:r>
              <a:rPr spc="-5" dirty="0"/>
              <a:t>t</a:t>
            </a:r>
            <a:r>
              <a:rPr spc="-60" dirty="0"/>
              <a:t>r</a:t>
            </a:r>
            <a:r>
              <a:rPr spc="5" dirty="0"/>
              <a:t>o</a:t>
            </a:r>
            <a:r>
              <a:rPr dirty="0"/>
              <a:t>l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60" dirty="0"/>
              <a:t>g</a:t>
            </a:r>
            <a:r>
              <a:rPr spc="-10" dirty="0"/>
              <a:t>a</a:t>
            </a:r>
            <a:r>
              <a:rPr dirty="0"/>
              <a:t>i</a:t>
            </a:r>
            <a:r>
              <a:rPr spc="-10" dirty="0"/>
              <a:t>n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73590"/>
            <a:ext cx="38080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em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: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7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9621" y="3190238"/>
            <a:ext cx="3274060" cy="0"/>
          </a:xfrm>
          <a:custGeom>
            <a:avLst/>
            <a:gdLst/>
            <a:ahLst/>
            <a:cxnLst/>
            <a:rect l="l" t="t" r="r" b="b"/>
            <a:pathLst>
              <a:path w="3274060">
                <a:moveTo>
                  <a:pt x="0" y="0"/>
                </a:moveTo>
                <a:lnTo>
                  <a:pt x="3273764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34298" y="2685938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9447" y="5383929"/>
            <a:ext cx="47345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ADB3B8"/>
                </a:solidFill>
                <a:latin typeface="Arial"/>
                <a:cs typeface="Arial"/>
              </a:rPr>
              <a:t>•</a:t>
            </a:r>
            <a:r>
              <a:rPr sz="2600" spc="235" dirty="0">
                <a:solidFill>
                  <a:srgbClr val="ADB3B8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ber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es: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3401" y="2685938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5960" y="2685938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0848" y="2767724"/>
            <a:ext cx="144526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4495" y="2767724"/>
            <a:ext cx="6838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22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3476" y="3205421"/>
            <a:ext cx="28956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78810" y="3205421"/>
            <a:ext cx="28956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7681" y="3205421"/>
            <a:ext cx="28956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2814" y="3287193"/>
            <a:ext cx="87312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5356" y="3287193"/>
            <a:ext cx="72580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9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9955" y="3287193"/>
            <a:ext cx="70993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9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8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47141" y="2985346"/>
            <a:ext cx="86233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7642" y="2990667"/>
            <a:ext cx="62166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9447" y="4416192"/>
            <a:ext cx="3742690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i="1" dirty="0">
                <a:latin typeface="Calibri"/>
                <a:cs typeface="Calibri"/>
              </a:rPr>
              <a:t>m</a:t>
            </a:r>
            <a:r>
              <a:rPr sz="2600" i="1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(nu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pc="-20" dirty="0"/>
              <a:t>N</a:t>
            </a:r>
            <a:r>
              <a:rPr spc="5" dirty="0"/>
              <a:t>o</a:t>
            </a:r>
            <a:r>
              <a:rPr spc="-5" dirty="0"/>
              <a:t>n-</a:t>
            </a:r>
            <a:r>
              <a:rPr spc="-10" dirty="0"/>
              <a:t>M</a:t>
            </a:r>
            <a:r>
              <a:rPr spc="-5" dirty="0"/>
              <a:t>i</a:t>
            </a:r>
            <a:r>
              <a:rPr spc="-10" dirty="0"/>
              <a:t>n</a:t>
            </a:r>
            <a:r>
              <a:rPr spc="-5" dirty="0"/>
              <a:t>i</a:t>
            </a:r>
            <a:r>
              <a:rPr spc="-30" dirty="0"/>
              <a:t>m</a:t>
            </a:r>
            <a:r>
              <a:rPr spc="-10" dirty="0"/>
              <a:t>a</a:t>
            </a:r>
            <a:r>
              <a:rPr dirty="0"/>
              <a:t>l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S</a:t>
            </a:r>
            <a:r>
              <a:rPr spc="-55" dirty="0"/>
              <a:t>t</a:t>
            </a:r>
            <a:r>
              <a:rPr spc="-50" dirty="0"/>
              <a:t>a</a:t>
            </a:r>
            <a:r>
              <a:rPr spc="-55" dirty="0"/>
              <a:t>t</a:t>
            </a:r>
            <a:r>
              <a:rPr spc="-20" dirty="0"/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70" dirty="0"/>
              <a:t>V</a:t>
            </a:r>
            <a:r>
              <a:rPr spc="-15" dirty="0"/>
              <a:t>ec</a:t>
            </a:r>
            <a:r>
              <a:rPr spc="-55" dirty="0"/>
              <a:t>t</a:t>
            </a:r>
            <a:r>
              <a:rPr spc="5" dirty="0"/>
              <a:t>o</a:t>
            </a:r>
            <a:r>
              <a:rPr spc="-15" dirty="0"/>
              <a:t>r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5" dirty="0"/>
              <a:t>(</a:t>
            </a:r>
            <a:r>
              <a:rPr spc="-25" dirty="0"/>
              <a:t>1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8465" y="2914057"/>
            <a:ext cx="836294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3472" dirty="0">
                <a:latin typeface="Symbol"/>
                <a:cs typeface="Symbol"/>
              </a:rPr>
              <a:t></a:t>
            </a:r>
            <a:r>
              <a:rPr sz="3600" spc="-412" baseline="-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3472" dirty="0">
                <a:latin typeface="Symbol"/>
                <a:cs typeface="Symbol"/>
              </a:rPr>
              <a:t></a:t>
            </a:r>
            <a:endParaRPr sz="3600" baseline="-3472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8465" y="5195816"/>
            <a:ext cx="836294" cy="3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12731" dirty="0">
                <a:latin typeface="Symbol"/>
                <a:cs typeface="Symbol"/>
              </a:rPr>
              <a:t></a:t>
            </a:r>
            <a:r>
              <a:rPr sz="3600" spc="-412" baseline="-12731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380" dirty="0">
                <a:latin typeface="Times New Roman"/>
                <a:cs typeface="Times New Roman"/>
              </a:rPr>
              <a:t> </a:t>
            </a:r>
            <a:r>
              <a:rPr sz="3600" spc="-15" baseline="-12731" dirty="0">
                <a:latin typeface="Symbol"/>
                <a:cs typeface="Symbol"/>
              </a:rPr>
              <a:t>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8465" y="3222946"/>
            <a:ext cx="142875" cy="178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2127" y="3222946"/>
            <a:ext cx="142875" cy="178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8465" y="4972297"/>
            <a:ext cx="83629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61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644" y="2481583"/>
            <a:ext cx="3272154" cy="0"/>
          </a:xfrm>
          <a:custGeom>
            <a:avLst/>
            <a:gdLst/>
            <a:ahLst/>
            <a:cxnLst/>
            <a:rect l="l" t="t" r="r" b="b"/>
            <a:pathLst>
              <a:path w="3272154">
                <a:moveTo>
                  <a:pt x="0" y="0"/>
                </a:moveTo>
                <a:lnTo>
                  <a:pt x="327207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26968" y="197727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5548" y="197727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87582" y="197727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13803" y="2059051"/>
            <a:ext cx="14439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06467" y="2059051"/>
            <a:ext cx="6838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22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6040" y="249664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0837" y="249664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29137" y="249664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45947" y="2578414"/>
            <a:ext cx="8724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47802" y="2578414"/>
            <a:ext cx="72580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21855" y="2578414"/>
            <a:ext cx="70993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80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0821" y="2276626"/>
            <a:ext cx="861694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9164" y="2282008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728657"/>
            <a:ext cx="27324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n-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4641" y="2944537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6343" y="3253425"/>
            <a:ext cx="125539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6343" y="3836546"/>
            <a:ext cx="125539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40" y="5226309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6343" y="2961864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9107" y="2961864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6343" y="3544985"/>
            <a:ext cx="1255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25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6332" y="4128106"/>
            <a:ext cx="142875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9096" y="4128106"/>
            <a:ext cx="142875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51378" y="2359681"/>
            <a:ext cx="3272154" cy="0"/>
          </a:xfrm>
          <a:custGeom>
            <a:avLst/>
            <a:gdLst/>
            <a:ahLst/>
            <a:cxnLst/>
            <a:rect l="l" t="t" r="r" b="b"/>
            <a:pathLst>
              <a:path w="3272154">
                <a:moveTo>
                  <a:pt x="0" y="0"/>
                </a:moveTo>
                <a:lnTo>
                  <a:pt x="327207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05708" y="185535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34288" y="185535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66322" y="185535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2531" y="1937130"/>
            <a:ext cx="14439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85195" y="1937130"/>
            <a:ext cx="6838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22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94791" y="237472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9589" y="237472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7888" y="237472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24676" y="2456494"/>
            <a:ext cx="8724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26541" y="2456494"/>
            <a:ext cx="72580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00594" y="2456494"/>
            <a:ext cx="70993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9562" y="2154706"/>
            <a:ext cx="861694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57905" y="2160088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728657"/>
            <a:ext cx="27324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n-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3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8481" y="2952222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0183" y="3261387"/>
            <a:ext cx="1255395" cy="477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5462" dirty="0">
                <a:latin typeface="Symbol"/>
                <a:cs typeface="Symbol"/>
              </a:rPr>
              <a:t></a:t>
            </a:r>
            <a:r>
              <a:rPr sz="3600" spc="-75" baseline="2546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5462" dirty="0">
                <a:latin typeface="Symbol"/>
                <a:cs typeface="Symbol"/>
              </a:rPr>
              <a:t></a:t>
            </a:r>
            <a:endParaRPr sz="3600" baseline="25462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0183" y="3845044"/>
            <a:ext cx="1255395" cy="807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314" dirty="0">
                <a:latin typeface="Symbol"/>
                <a:cs typeface="Symbol"/>
              </a:rPr>
              <a:t>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2314" dirty="0">
                <a:latin typeface="Symbol"/>
                <a:cs typeface="Symbol"/>
              </a:rPr>
              <a:t></a:t>
            </a:r>
            <a:endParaRPr sz="3600" baseline="2314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600" spc="-15" baseline="32407" dirty="0">
                <a:latin typeface="Symbol"/>
                <a:cs typeface="Symbol"/>
              </a:rPr>
              <a:t></a:t>
            </a:r>
            <a:r>
              <a:rPr sz="3600" spc="-412" baseline="32407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3600" spc="-15" baseline="32407" dirty="0">
                <a:latin typeface="Symbol"/>
                <a:cs typeface="Symbol"/>
              </a:rPr>
              <a:t></a:t>
            </a:r>
            <a:endParaRPr sz="3600" baseline="32407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0183" y="4720536"/>
            <a:ext cx="1255395" cy="389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35" baseline="9259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85" dirty="0">
                <a:latin typeface="Times New Roman"/>
                <a:cs typeface="Times New Roman"/>
              </a:rPr>
              <a:t>)</a:t>
            </a:r>
            <a:r>
              <a:rPr sz="3600" spc="-15" baseline="9259" dirty="0">
                <a:latin typeface="Symbol"/>
                <a:cs typeface="Symbol"/>
              </a:rPr>
              <a:t></a:t>
            </a:r>
            <a:endParaRPr sz="3600" baseline="9259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8481" y="5236107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0183" y="2969565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2949" y="2969565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0183" y="3553222"/>
            <a:ext cx="1255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25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0183" y="4428714"/>
            <a:ext cx="1255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25220" algn="l"/>
              </a:tabLst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0183" y="5012370"/>
            <a:ext cx="142875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52949" y="5012370"/>
            <a:ext cx="142875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51666" y="2715259"/>
            <a:ext cx="3272154" cy="0"/>
          </a:xfrm>
          <a:custGeom>
            <a:avLst/>
            <a:gdLst/>
            <a:ahLst/>
            <a:cxnLst/>
            <a:rect l="l" t="t" r="r" b="b"/>
            <a:pathLst>
              <a:path w="3272154">
                <a:moveTo>
                  <a:pt x="0" y="0"/>
                </a:moveTo>
                <a:lnTo>
                  <a:pt x="327207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05988" y="221095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34567" y="221095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6601" y="2210958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2823" y="2292743"/>
            <a:ext cx="14439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5487" y="2292743"/>
            <a:ext cx="6838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22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95060" y="273032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49857" y="273032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08181" y="2730321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24967" y="2812107"/>
            <a:ext cx="8724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26822" y="2812107"/>
            <a:ext cx="72580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00875" y="2812107"/>
            <a:ext cx="70993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buFont typeface="Symbol"/>
              <a:buChar char=""/>
              <a:tabLst>
                <a:tab pos="259715" algn="l"/>
              </a:tabLst>
            </a:pP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19841" y="2510306"/>
            <a:ext cx="86169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58184" y="2515701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6587" y="709251"/>
            <a:ext cx="4657725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400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3400" spc="-8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l-</a:t>
            </a:r>
            <a:r>
              <a:rPr sz="3400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“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400" spc="6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”</a:t>
            </a:r>
            <a:r>
              <a:rPr sz="34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3400" spc="-2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ith</a:t>
            </a:r>
            <a:r>
              <a:rPr sz="3400" spc="-3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685" y="2806665"/>
            <a:ext cx="1421765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Symbol"/>
                <a:cs typeface="Symbol"/>
              </a:rPr>
              <a:t></a:t>
            </a:r>
            <a:r>
              <a:rPr sz="4875" spc="-457" baseline="-3418" dirty="0">
                <a:latin typeface="Symbol"/>
                <a:cs typeface="Symbol"/>
              </a:rPr>
              <a:t></a:t>
            </a:r>
            <a:r>
              <a:rPr sz="4875" spc="-359" baseline="-3418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0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9861" y="2806665"/>
            <a:ext cx="2902585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4195" algn="l"/>
                <a:tab pos="1065530" algn="l"/>
                <a:tab pos="1621155" algn="l"/>
                <a:tab pos="2195195" algn="l"/>
              </a:tabLst>
            </a:pPr>
            <a:r>
              <a:rPr sz="2400" i="1" spc="-45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100" dirty="0">
                <a:latin typeface="Times New Roman"/>
                <a:cs typeface="Times New Roman"/>
              </a:rPr>
              <a:t>f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-4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1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i="1" spc="105" dirty="0">
                <a:latin typeface="Times New Roman"/>
                <a:cs typeface="Times New Roman"/>
              </a:rPr>
              <a:t>g</a:t>
            </a:r>
            <a:r>
              <a:rPr sz="2025" spc="15" baseline="-24691" dirty="0">
                <a:latin typeface="Times New Roman"/>
                <a:cs typeface="Times New Roman"/>
              </a:rPr>
              <a:t>2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400" spc="65" dirty="0">
                <a:latin typeface="Symbol"/>
                <a:cs typeface="Symbol"/>
              </a:rPr>
              <a:t></a:t>
            </a: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r>
              <a:rPr sz="2025" i="1" spc="225" baseline="-24691" dirty="0">
                <a:latin typeface="Times New Roman"/>
                <a:cs typeface="Times New Roman"/>
              </a:rPr>
              <a:t> </a:t>
            </a:r>
            <a:r>
              <a:rPr sz="4875" spc="-67" baseline="-3418" dirty="0">
                <a:latin typeface="Symbol"/>
                <a:cs typeface="Symbol"/>
              </a:rPr>
              <a:t></a:t>
            </a:r>
            <a:r>
              <a:rPr sz="3600" spc="-15" baseline="-9259" dirty="0">
                <a:latin typeface="Symbol"/>
                <a:cs typeface="Symbol"/>
              </a:rPr>
              <a:t></a:t>
            </a:r>
            <a:endParaRPr sz="3600" baseline="-9259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8097" y="1738153"/>
            <a:ext cx="5467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9809" y="2047511"/>
            <a:ext cx="1255395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26620" dirty="0">
                <a:latin typeface="Symbol"/>
                <a:cs typeface="Symbol"/>
              </a:rPr>
              <a:t></a:t>
            </a:r>
            <a:r>
              <a:rPr sz="3600" spc="-75" baseline="2662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3600" spc="-15" baseline="26620" dirty="0">
                <a:latin typeface="Symbol"/>
                <a:cs typeface="Symbol"/>
              </a:rPr>
              <a:t></a:t>
            </a:r>
            <a:endParaRPr sz="3600" baseline="2662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9809" y="2631700"/>
            <a:ext cx="125539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472" dirty="0">
                <a:latin typeface="Symbol"/>
                <a:cs typeface="Symbol"/>
              </a:rPr>
              <a:t></a:t>
            </a:r>
            <a:r>
              <a:rPr sz="3600" spc="-412" baseline="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3472" dirty="0">
                <a:latin typeface="Symbol"/>
                <a:cs typeface="Symbol"/>
              </a:rPr>
              <a:t></a:t>
            </a:r>
            <a:endParaRPr sz="3600" baseline="3472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9809" y="3104886"/>
            <a:ext cx="1255395" cy="79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-20833" dirty="0">
                <a:latin typeface="Symbol"/>
                <a:cs typeface="Symbol"/>
              </a:rPr>
              <a:t></a:t>
            </a:r>
            <a:r>
              <a:rPr sz="3600" spc="-412" baseline="-20833" dirty="0">
                <a:latin typeface="Times New Roman"/>
                <a:cs typeface="Times New Roman"/>
              </a:rPr>
              <a:t> 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3600" spc="-15" baseline="-20833" dirty="0">
                <a:latin typeface="Symbol"/>
                <a:cs typeface="Symbol"/>
              </a:rPr>
              <a:t></a:t>
            </a:r>
            <a:endParaRPr sz="3600" baseline="-20833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spc="135" baseline="10416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90" dirty="0">
                <a:latin typeface="Times New Roman"/>
                <a:cs typeface="Times New Roman"/>
              </a:rPr>
              <a:t>)</a:t>
            </a:r>
            <a:r>
              <a:rPr sz="3600" spc="-15" baseline="10416" dirty="0">
                <a:latin typeface="Symbol"/>
                <a:cs typeface="Symbol"/>
              </a:rPr>
              <a:t></a:t>
            </a:r>
            <a:endParaRPr sz="3600" baseline="10416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7871" y="4024155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4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9809" y="175551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22571" y="175551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09809" y="233971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2571" y="2339711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22456" y="2923959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9809" y="3800212"/>
            <a:ext cx="142875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22571" y="3800212"/>
            <a:ext cx="142875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24446" y="5586305"/>
            <a:ext cx="753110" cy="0"/>
          </a:xfrm>
          <a:custGeom>
            <a:avLst/>
            <a:gdLst/>
            <a:ahLst/>
            <a:cxnLst/>
            <a:rect l="l" t="t" r="r" b="b"/>
            <a:pathLst>
              <a:path w="753109">
                <a:moveTo>
                  <a:pt x="0" y="0"/>
                </a:moveTo>
                <a:lnTo>
                  <a:pt x="753001" y="0"/>
                </a:lnTo>
              </a:path>
            </a:pathLst>
          </a:custGeom>
          <a:ln w="1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98509" y="4569453"/>
            <a:ext cx="2106295" cy="50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10030" algn="l"/>
              </a:tabLst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240" dirty="0">
                <a:latin typeface="Symbol"/>
                <a:cs typeface="Symbol"/>
              </a:rPr>
              <a:t></a:t>
            </a:r>
            <a:r>
              <a:rPr sz="5700" spc="-727" baseline="-4385" dirty="0">
                <a:latin typeface="Symbol"/>
                <a:cs typeface="Symbol"/>
              </a:rPr>
              <a:t></a:t>
            </a:r>
            <a:r>
              <a:rPr sz="5700" spc="-442" baseline="-438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f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f</a:t>
            </a:r>
            <a:r>
              <a:rPr sz="2400" i="1" spc="1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5634" y="4569453"/>
            <a:ext cx="1073150" cy="50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59485" algn="l"/>
              </a:tabLst>
            </a:pPr>
            <a:r>
              <a:rPr sz="3800" spc="-484" dirty="0">
                <a:latin typeface="Symbol"/>
                <a:cs typeface="Symbol"/>
              </a:rPr>
              <a:t></a:t>
            </a:r>
            <a:r>
              <a:rPr sz="3800" spc="-484" dirty="0">
                <a:latin typeface="Times New Roman"/>
                <a:cs typeface="Times New Roman"/>
              </a:rPr>
              <a:t>	</a:t>
            </a:r>
            <a:r>
              <a:rPr sz="3800" spc="-484" dirty="0">
                <a:latin typeface="Symbol"/>
                <a:cs typeface="Symbol"/>
              </a:rPr>
              <a:t>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52877" y="4569453"/>
            <a:ext cx="125730" cy="50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484" dirty="0">
                <a:latin typeface="Symbol"/>
                <a:cs typeface="Symbol"/>
              </a:rPr>
              <a:t>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93349" y="5342201"/>
            <a:ext cx="170180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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27138" y="5342201"/>
            <a:ext cx="170180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380" dirty="0">
                <a:latin typeface="Symbol"/>
                <a:cs typeface="Symbol"/>
              </a:rPr>
              <a:t>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01253" y="4647279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91534" y="4647279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4684" y="4647279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784" y="4647279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26017" y="486479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56855" y="486479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33664" y="486479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60316" y="486479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60913" y="4864793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1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8937" y="5606733"/>
            <a:ext cx="2095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Symbol"/>
                <a:cs typeface="Symbol"/>
              </a:rPr>
              <a:t>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92192" y="4678234"/>
            <a:ext cx="131635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3450" algn="l"/>
              </a:tabLst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5" dirty="0">
                <a:latin typeface="Times New Roman"/>
                <a:cs typeface="Times New Roman"/>
              </a:rPr>
              <a:t>g</a:t>
            </a:r>
            <a:r>
              <a:rPr sz="2400" i="1" spc="1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81320" y="4683080"/>
            <a:ext cx="5657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95" dirty="0">
                <a:latin typeface="Times New Roman"/>
                <a:cs typeface="Times New Roman"/>
              </a:rPr>
              <a:t>u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66328" y="5399992"/>
            <a:ext cx="149606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083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99060" y="5637676"/>
            <a:ext cx="55372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62501" y="5212326"/>
            <a:ext cx="231140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k</a:t>
            </a:r>
            <a:r>
              <a:rPr sz="2025" i="1" spc="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03600" y="5586566"/>
            <a:ext cx="113664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53666" y="4678234"/>
            <a:ext cx="64135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buFont typeface="Symbol"/>
              <a:buChar char=""/>
              <a:tabLst>
                <a:tab pos="294005" algn="l"/>
                <a:tab pos="509905" algn="l"/>
              </a:tabLst>
            </a:pPr>
            <a:r>
              <a:rPr sz="2400" i="1" spc="-10" dirty="0">
                <a:latin typeface="Times New Roman"/>
                <a:cs typeface="Times New Roman"/>
              </a:rPr>
              <a:t>f</a:t>
            </a:r>
            <a:r>
              <a:rPr sz="2400" i="1" dirty="0">
                <a:latin typeface="Times New Roman"/>
                <a:cs typeface="Times New Roman"/>
              </a:rPr>
              <a:t>	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57094" y="4678234"/>
            <a:ext cx="66548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buFont typeface="Symbol"/>
              <a:buChar char=""/>
              <a:tabLst>
                <a:tab pos="250825" algn="l"/>
                <a:tab pos="53340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g</a:t>
            </a:r>
            <a:r>
              <a:rPr sz="2400" i="1" dirty="0">
                <a:latin typeface="Times New Roman"/>
                <a:cs typeface="Times New Roman"/>
              </a:rPr>
              <a:t>	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83245" y="5399992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6132" y="6046402"/>
            <a:ext cx="24104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0" dirty="0">
                <a:latin typeface="Times New Roman"/>
                <a:cs typeface="Times New Roman"/>
              </a:rPr>
              <a:t>u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</a:t>
            </a:r>
            <a:r>
              <a:rPr sz="3000" b="1" spc="15" dirty="0">
                <a:latin typeface="Times New Roman"/>
                <a:cs typeface="Times New Roman"/>
              </a:rPr>
              <a:t>k</a:t>
            </a:r>
            <a:r>
              <a:rPr sz="3000" b="1" spc="-21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Symbol"/>
                <a:cs typeface="Symbol"/>
              </a:rPr>
              <a:t>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x</a:t>
            </a:r>
            <a:r>
              <a:rPr sz="3000" spc="85" dirty="0">
                <a:latin typeface="Times New Roman"/>
                <a:cs typeface="Times New Roman"/>
              </a:rPr>
              <a:t>(</a:t>
            </a:r>
            <a:r>
              <a:rPr sz="3000" i="1" spc="10" dirty="0">
                <a:latin typeface="Times New Roman"/>
                <a:cs typeface="Times New Roman"/>
              </a:rPr>
              <a:t>k</a:t>
            </a:r>
            <a:r>
              <a:rPr sz="3000" i="1" spc="-484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0165" y="5859224"/>
            <a:ext cx="3019425" cy="822325"/>
          </a:xfrm>
          <a:custGeom>
            <a:avLst/>
            <a:gdLst/>
            <a:ahLst/>
            <a:cxnLst/>
            <a:rect l="l" t="t" r="r" b="b"/>
            <a:pathLst>
              <a:path w="3019425" h="822325">
                <a:moveTo>
                  <a:pt x="0" y="136441"/>
                </a:moveTo>
                <a:lnTo>
                  <a:pt x="11857" y="131873"/>
                </a:lnTo>
                <a:lnTo>
                  <a:pt x="23785" y="127463"/>
                </a:lnTo>
                <a:lnTo>
                  <a:pt x="35695" y="123012"/>
                </a:lnTo>
                <a:lnTo>
                  <a:pt x="71431" y="105950"/>
                </a:lnTo>
                <a:lnTo>
                  <a:pt x="91707" y="91243"/>
                </a:lnTo>
                <a:lnTo>
                  <a:pt x="105566" y="84956"/>
                </a:lnTo>
                <a:lnTo>
                  <a:pt x="142721" y="71250"/>
                </a:lnTo>
                <a:lnTo>
                  <a:pt x="164942" y="64354"/>
                </a:lnTo>
                <a:lnTo>
                  <a:pt x="175629" y="60962"/>
                </a:lnTo>
                <a:lnTo>
                  <a:pt x="215908" y="47550"/>
                </a:lnTo>
                <a:lnTo>
                  <a:pt x="228396" y="49878"/>
                </a:lnTo>
                <a:lnTo>
                  <a:pt x="241118" y="51681"/>
                </a:lnTo>
                <a:lnTo>
                  <a:pt x="280579" y="79666"/>
                </a:lnTo>
                <a:lnTo>
                  <a:pt x="286466" y="90946"/>
                </a:lnTo>
                <a:lnTo>
                  <a:pt x="297618" y="101853"/>
                </a:lnTo>
                <a:lnTo>
                  <a:pt x="308175" y="109938"/>
                </a:lnTo>
                <a:lnTo>
                  <a:pt x="318131" y="116285"/>
                </a:lnTo>
                <a:lnTo>
                  <a:pt x="327478" y="121977"/>
                </a:lnTo>
                <a:lnTo>
                  <a:pt x="340482" y="121491"/>
                </a:lnTo>
                <a:lnTo>
                  <a:pt x="379134" y="119976"/>
                </a:lnTo>
                <a:lnTo>
                  <a:pt x="417325" y="118248"/>
                </a:lnTo>
                <a:lnTo>
                  <a:pt x="467713" y="115323"/>
                </a:lnTo>
                <a:lnTo>
                  <a:pt x="517722" y="111327"/>
                </a:lnTo>
                <a:lnTo>
                  <a:pt x="531156" y="110144"/>
                </a:lnTo>
                <a:lnTo>
                  <a:pt x="569510" y="105831"/>
                </a:lnTo>
                <a:lnTo>
                  <a:pt x="616333" y="86303"/>
                </a:lnTo>
                <a:lnTo>
                  <a:pt x="635477" y="70070"/>
                </a:lnTo>
                <a:lnTo>
                  <a:pt x="644855" y="62345"/>
                </a:lnTo>
                <a:lnTo>
                  <a:pt x="656232" y="54391"/>
                </a:lnTo>
                <a:lnTo>
                  <a:pt x="666901" y="47256"/>
                </a:lnTo>
                <a:lnTo>
                  <a:pt x="677068" y="40599"/>
                </a:lnTo>
                <a:lnTo>
                  <a:pt x="688901" y="47871"/>
                </a:lnTo>
                <a:lnTo>
                  <a:pt x="699640" y="55733"/>
                </a:lnTo>
                <a:lnTo>
                  <a:pt x="709772" y="63650"/>
                </a:lnTo>
                <a:lnTo>
                  <a:pt x="719788" y="71090"/>
                </a:lnTo>
                <a:lnTo>
                  <a:pt x="730176" y="77516"/>
                </a:lnTo>
                <a:lnTo>
                  <a:pt x="741425" y="82394"/>
                </a:lnTo>
                <a:lnTo>
                  <a:pt x="754025" y="85191"/>
                </a:lnTo>
                <a:lnTo>
                  <a:pt x="768998" y="84413"/>
                </a:lnTo>
                <a:lnTo>
                  <a:pt x="817262" y="67267"/>
                </a:lnTo>
                <a:lnTo>
                  <a:pt x="840270" y="51639"/>
                </a:lnTo>
                <a:lnTo>
                  <a:pt x="844273" y="48954"/>
                </a:lnTo>
                <a:lnTo>
                  <a:pt x="846980" y="47435"/>
                </a:lnTo>
                <a:lnTo>
                  <a:pt x="848715" y="47024"/>
                </a:lnTo>
                <a:lnTo>
                  <a:pt x="849801" y="47663"/>
                </a:lnTo>
                <a:lnTo>
                  <a:pt x="850560" y="49296"/>
                </a:lnTo>
                <a:lnTo>
                  <a:pt x="851317" y="51863"/>
                </a:lnTo>
                <a:lnTo>
                  <a:pt x="852393" y="55307"/>
                </a:lnTo>
                <a:lnTo>
                  <a:pt x="885692" y="90508"/>
                </a:lnTo>
                <a:lnTo>
                  <a:pt x="909900" y="97015"/>
                </a:lnTo>
                <a:lnTo>
                  <a:pt x="918252" y="85558"/>
                </a:lnTo>
                <a:lnTo>
                  <a:pt x="924735" y="76399"/>
                </a:lnTo>
                <a:lnTo>
                  <a:pt x="929606" y="69347"/>
                </a:lnTo>
                <a:lnTo>
                  <a:pt x="933124" y="64211"/>
                </a:lnTo>
                <a:lnTo>
                  <a:pt x="935545" y="60800"/>
                </a:lnTo>
                <a:lnTo>
                  <a:pt x="937127" y="58922"/>
                </a:lnTo>
                <a:lnTo>
                  <a:pt x="938127" y="58387"/>
                </a:lnTo>
                <a:lnTo>
                  <a:pt x="938804" y="59003"/>
                </a:lnTo>
                <a:lnTo>
                  <a:pt x="939414" y="60578"/>
                </a:lnTo>
                <a:lnTo>
                  <a:pt x="940214" y="62922"/>
                </a:lnTo>
                <a:lnTo>
                  <a:pt x="941463" y="65844"/>
                </a:lnTo>
                <a:lnTo>
                  <a:pt x="986531" y="85162"/>
                </a:lnTo>
                <a:lnTo>
                  <a:pt x="999019" y="82814"/>
                </a:lnTo>
                <a:lnTo>
                  <a:pt x="1039439" y="53756"/>
                </a:lnTo>
                <a:lnTo>
                  <a:pt x="1046342" y="44033"/>
                </a:lnTo>
                <a:lnTo>
                  <a:pt x="1053613" y="35346"/>
                </a:lnTo>
                <a:lnTo>
                  <a:pt x="1085677" y="12334"/>
                </a:lnTo>
                <a:lnTo>
                  <a:pt x="1120220" y="0"/>
                </a:lnTo>
                <a:lnTo>
                  <a:pt x="1134753" y="8316"/>
                </a:lnTo>
                <a:lnTo>
                  <a:pt x="1146909" y="15215"/>
                </a:lnTo>
                <a:lnTo>
                  <a:pt x="1184702" y="32685"/>
                </a:lnTo>
                <a:lnTo>
                  <a:pt x="1195841" y="33984"/>
                </a:lnTo>
                <a:lnTo>
                  <a:pt x="1202004" y="33897"/>
                </a:lnTo>
                <a:lnTo>
                  <a:pt x="1209046" y="33481"/>
                </a:lnTo>
                <a:lnTo>
                  <a:pt x="1217327" y="32856"/>
                </a:lnTo>
                <a:lnTo>
                  <a:pt x="1227209" y="32143"/>
                </a:lnTo>
                <a:lnTo>
                  <a:pt x="1239055" y="31463"/>
                </a:lnTo>
                <a:lnTo>
                  <a:pt x="1253225" y="30938"/>
                </a:lnTo>
                <a:lnTo>
                  <a:pt x="1270081" y="30686"/>
                </a:lnTo>
                <a:lnTo>
                  <a:pt x="1289985" y="30831"/>
                </a:lnTo>
                <a:lnTo>
                  <a:pt x="1340382" y="32789"/>
                </a:lnTo>
                <a:lnTo>
                  <a:pt x="1384262" y="35820"/>
                </a:lnTo>
                <a:lnTo>
                  <a:pt x="1434864" y="40276"/>
                </a:lnTo>
                <a:lnTo>
                  <a:pt x="1472790" y="43915"/>
                </a:lnTo>
                <a:lnTo>
                  <a:pt x="1485433" y="45129"/>
                </a:lnTo>
                <a:lnTo>
                  <a:pt x="1498078" y="46326"/>
                </a:lnTo>
                <a:lnTo>
                  <a:pt x="1510725" y="47496"/>
                </a:lnTo>
                <a:lnTo>
                  <a:pt x="1522884" y="51958"/>
                </a:lnTo>
                <a:lnTo>
                  <a:pt x="1572638" y="62680"/>
                </a:lnTo>
                <a:lnTo>
                  <a:pt x="1610847" y="64951"/>
                </a:lnTo>
                <a:lnTo>
                  <a:pt x="1623446" y="65571"/>
                </a:lnTo>
                <a:lnTo>
                  <a:pt x="1673066" y="70039"/>
                </a:lnTo>
                <a:lnTo>
                  <a:pt x="1709040" y="83983"/>
                </a:lnTo>
                <a:lnTo>
                  <a:pt x="1718683" y="91864"/>
                </a:lnTo>
                <a:lnTo>
                  <a:pt x="1732228" y="87657"/>
                </a:lnTo>
                <a:lnTo>
                  <a:pt x="1775146" y="62295"/>
                </a:lnTo>
                <a:lnTo>
                  <a:pt x="1796294" y="44948"/>
                </a:lnTo>
                <a:lnTo>
                  <a:pt x="1806419" y="38170"/>
                </a:lnTo>
                <a:lnTo>
                  <a:pt x="1821389" y="36906"/>
                </a:lnTo>
                <a:lnTo>
                  <a:pt x="1833466" y="39618"/>
                </a:lnTo>
                <a:lnTo>
                  <a:pt x="1843745" y="43903"/>
                </a:lnTo>
                <a:lnTo>
                  <a:pt x="1853319" y="47357"/>
                </a:lnTo>
                <a:lnTo>
                  <a:pt x="1891257" y="53534"/>
                </a:lnTo>
                <a:lnTo>
                  <a:pt x="1916367" y="56739"/>
                </a:lnTo>
                <a:lnTo>
                  <a:pt x="1928869" y="58317"/>
                </a:lnTo>
                <a:lnTo>
                  <a:pt x="1941335" y="59992"/>
                </a:lnTo>
                <a:lnTo>
                  <a:pt x="1951940" y="67005"/>
                </a:lnTo>
                <a:lnTo>
                  <a:pt x="1960521" y="72775"/>
                </a:lnTo>
                <a:lnTo>
                  <a:pt x="1967354" y="77397"/>
                </a:lnTo>
                <a:lnTo>
                  <a:pt x="1972714" y="80967"/>
                </a:lnTo>
                <a:lnTo>
                  <a:pt x="1976876" y="83580"/>
                </a:lnTo>
                <a:lnTo>
                  <a:pt x="1980115" y="85331"/>
                </a:lnTo>
                <a:lnTo>
                  <a:pt x="1982707" y="86317"/>
                </a:lnTo>
                <a:lnTo>
                  <a:pt x="1984928" y="86633"/>
                </a:lnTo>
                <a:lnTo>
                  <a:pt x="1987052" y="86374"/>
                </a:lnTo>
                <a:lnTo>
                  <a:pt x="1989355" y="85637"/>
                </a:lnTo>
                <a:lnTo>
                  <a:pt x="1992113" y="84516"/>
                </a:lnTo>
                <a:lnTo>
                  <a:pt x="1995600" y="83107"/>
                </a:lnTo>
                <a:lnTo>
                  <a:pt x="2033618" y="75091"/>
                </a:lnTo>
                <a:lnTo>
                  <a:pt x="2082808" y="72945"/>
                </a:lnTo>
                <a:lnTo>
                  <a:pt x="2095498" y="73144"/>
                </a:lnTo>
                <a:lnTo>
                  <a:pt x="2146125" y="76972"/>
                </a:lnTo>
                <a:lnTo>
                  <a:pt x="2184022" y="81445"/>
                </a:lnTo>
                <a:lnTo>
                  <a:pt x="2196654" y="82940"/>
                </a:lnTo>
                <a:lnTo>
                  <a:pt x="2243327" y="81266"/>
                </a:lnTo>
                <a:lnTo>
                  <a:pt x="2282891" y="72598"/>
                </a:lnTo>
                <a:lnTo>
                  <a:pt x="2294923" y="69281"/>
                </a:lnTo>
                <a:lnTo>
                  <a:pt x="2293645" y="69592"/>
                </a:lnTo>
                <a:lnTo>
                  <a:pt x="2336772" y="86704"/>
                </a:lnTo>
                <a:lnTo>
                  <a:pt x="2374821" y="89380"/>
                </a:lnTo>
                <a:lnTo>
                  <a:pt x="2412909" y="91469"/>
                </a:lnTo>
                <a:lnTo>
                  <a:pt x="2451023" y="93160"/>
                </a:lnTo>
                <a:lnTo>
                  <a:pt x="2489152" y="94642"/>
                </a:lnTo>
                <a:lnTo>
                  <a:pt x="2501863" y="95122"/>
                </a:lnTo>
                <a:lnTo>
                  <a:pt x="2514574" y="95606"/>
                </a:lnTo>
                <a:lnTo>
                  <a:pt x="2552699" y="97157"/>
                </a:lnTo>
                <a:lnTo>
                  <a:pt x="2601921" y="107735"/>
                </a:lnTo>
                <a:lnTo>
                  <a:pt x="2614163" y="110820"/>
                </a:lnTo>
                <a:lnTo>
                  <a:pt x="2627183" y="111679"/>
                </a:lnTo>
                <a:lnTo>
                  <a:pt x="2640284" y="112038"/>
                </a:lnTo>
                <a:lnTo>
                  <a:pt x="2653448" y="111975"/>
                </a:lnTo>
                <a:lnTo>
                  <a:pt x="2693145" y="110061"/>
                </a:lnTo>
                <a:lnTo>
                  <a:pt x="2719611" y="108142"/>
                </a:lnTo>
                <a:lnTo>
                  <a:pt x="2732791" y="107229"/>
                </a:lnTo>
                <a:lnTo>
                  <a:pt x="2745915" y="106453"/>
                </a:lnTo>
                <a:lnTo>
                  <a:pt x="2758964" y="105893"/>
                </a:lnTo>
                <a:lnTo>
                  <a:pt x="2771921" y="105629"/>
                </a:lnTo>
                <a:lnTo>
                  <a:pt x="2784769" y="105742"/>
                </a:lnTo>
                <a:lnTo>
                  <a:pt x="2834725" y="111545"/>
                </a:lnTo>
                <a:lnTo>
                  <a:pt x="2878647" y="129697"/>
                </a:lnTo>
                <a:lnTo>
                  <a:pt x="2888491" y="158609"/>
                </a:lnTo>
                <a:lnTo>
                  <a:pt x="2888245" y="170758"/>
                </a:lnTo>
                <a:lnTo>
                  <a:pt x="2887054" y="183573"/>
                </a:lnTo>
                <a:lnTo>
                  <a:pt x="2885406" y="196703"/>
                </a:lnTo>
                <a:lnTo>
                  <a:pt x="2883794" y="209793"/>
                </a:lnTo>
                <a:lnTo>
                  <a:pt x="2882707" y="222490"/>
                </a:lnTo>
                <a:lnTo>
                  <a:pt x="2882636" y="234440"/>
                </a:lnTo>
                <a:lnTo>
                  <a:pt x="2883912" y="247636"/>
                </a:lnTo>
                <a:lnTo>
                  <a:pt x="2885144" y="260681"/>
                </a:lnTo>
                <a:lnTo>
                  <a:pt x="2888632" y="299055"/>
                </a:lnTo>
                <a:lnTo>
                  <a:pt x="2891939" y="336590"/>
                </a:lnTo>
                <a:lnTo>
                  <a:pt x="2893030" y="348983"/>
                </a:lnTo>
                <a:lnTo>
                  <a:pt x="2894125" y="361341"/>
                </a:lnTo>
                <a:lnTo>
                  <a:pt x="2895231" y="373677"/>
                </a:lnTo>
                <a:lnTo>
                  <a:pt x="2892621" y="386863"/>
                </a:lnTo>
                <a:lnTo>
                  <a:pt x="2883730" y="425519"/>
                </a:lnTo>
                <a:lnTo>
                  <a:pt x="2852537" y="468154"/>
                </a:lnTo>
                <a:lnTo>
                  <a:pt x="2819528" y="479299"/>
                </a:lnTo>
                <a:lnTo>
                  <a:pt x="2829365" y="487441"/>
                </a:lnTo>
                <a:lnTo>
                  <a:pt x="2859007" y="511812"/>
                </a:lnTo>
                <a:lnTo>
                  <a:pt x="2899267" y="525210"/>
                </a:lnTo>
                <a:lnTo>
                  <a:pt x="2948230" y="535416"/>
                </a:lnTo>
                <a:lnTo>
                  <a:pt x="2959836" y="537558"/>
                </a:lnTo>
                <a:lnTo>
                  <a:pt x="3007378" y="550175"/>
                </a:lnTo>
                <a:lnTo>
                  <a:pt x="3018893" y="554279"/>
                </a:lnTo>
                <a:lnTo>
                  <a:pt x="2946403" y="580949"/>
                </a:lnTo>
                <a:lnTo>
                  <a:pt x="2937134" y="588411"/>
                </a:lnTo>
                <a:lnTo>
                  <a:pt x="2931286" y="600267"/>
                </a:lnTo>
                <a:lnTo>
                  <a:pt x="2925658" y="612761"/>
                </a:lnTo>
                <a:lnTo>
                  <a:pt x="2914006" y="624041"/>
                </a:lnTo>
                <a:lnTo>
                  <a:pt x="2871313" y="648527"/>
                </a:lnTo>
                <a:lnTo>
                  <a:pt x="2848128" y="656055"/>
                </a:lnTo>
                <a:lnTo>
                  <a:pt x="2838828" y="666353"/>
                </a:lnTo>
                <a:lnTo>
                  <a:pt x="2817704" y="706480"/>
                </a:lnTo>
                <a:lnTo>
                  <a:pt x="2808589" y="750718"/>
                </a:lnTo>
                <a:lnTo>
                  <a:pt x="2806926" y="768895"/>
                </a:lnTo>
                <a:lnTo>
                  <a:pt x="2806942" y="775348"/>
                </a:lnTo>
                <a:lnTo>
                  <a:pt x="2807309" y="780383"/>
                </a:lnTo>
                <a:lnTo>
                  <a:pt x="2807870" y="784251"/>
                </a:lnTo>
                <a:lnTo>
                  <a:pt x="2808465" y="787207"/>
                </a:lnTo>
                <a:lnTo>
                  <a:pt x="2808936" y="789503"/>
                </a:lnTo>
                <a:lnTo>
                  <a:pt x="2809122" y="791392"/>
                </a:lnTo>
                <a:lnTo>
                  <a:pt x="2789112" y="814493"/>
                </a:lnTo>
                <a:lnTo>
                  <a:pt x="2781299" y="822241"/>
                </a:lnTo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30" dirty="0"/>
              <a:t>B</a:t>
            </a:r>
            <a:r>
              <a:rPr spc="-5" dirty="0"/>
              <a:t>l</a:t>
            </a:r>
            <a:r>
              <a:rPr spc="5" dirty="0"/>
              <a:t>o</a:t>
            </a:r>
            <a:r>
              <a:rPr spc="-15" dirty="0"/>
              <a:t>ck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/>
              <a:t>D</a:t>
            </a:r>
            <a:r>
              <a:rPr spc="-5" dirty="0"/>
              <a:t>i</a:t>
            </a:r>
            <a:r>
              <a:rPr spc="-10" dirty="0"/>
              <a:t>a</a:t>
            </a:r>
            <a:r>
              <a:rPr spc="-25" dirty="0"/>
              <a:t>g</a:t>
            </a:r>
            <a:r>
              <a:rPr spc="-85" dirty="0"/>
              <a:t>r</a:t>
            </a:r>
            <a:r>
              <a:rPr spc="-10" dirty="0"/>
              <a:t>a</a:t>
            </a:r>
            <a:r>
              <a:rPr spc="-30" dirty="0"/>
              <a:t>m</a:t>
            </a:r>
          </a:p>
        </p:txBody>
      </p:sp>
      <p:sp>
        <p:nvSpPr>
          <p:cNvPr id="3" name="object 3"/>
          <p:cNvSpPr/>
          <p:nvPr/>
        </p:nvSpPr>
        <p:spPr>
          <a:xfrm>
            <a:off x="6487149" y="2667000"/>
            <a:ext cx="1780539" cy="0"/>
          </a:xfrm>
          <a:custGeom>
            <a:avLst/>
            <a:gdLst/>
            <a:ahLst/>
            <a:cxnLst/>
            <a:rect l="l" t="t" r="r" b="b"/>
            <a:pathLst>
              <a:path w="1780540">
                <a:moveTo>
                  <a:pt x="0" y="0"/>
                </a:moveTo>
                <a:lnTo>
                  <a:pt x="1780214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37367" y="2387431"/>
            <a:ext cx="16891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Symbol"/>
                <a:cs typeface="Symbol"/>
              </a:rPr>
              <a:t></a:t>
            </a:r>
            <a:r>
              <a:rPr sz="1050" spc="1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6981" y="2387431"/>
            <a:ext cx="16891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Symbol"/>
                <a:cs typeface="Symbol"/>
              </a:rPr>
              <a:t></a:t>
            </a:r>
            <a:r>
              <a:rPr sz="1050" spc="1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58468" y="2387431"/>
            <a:ext cx="16891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Symbol"/>
                <a:cs typeface="Symbol"/>
              </a:rPr>
              <a:t></a:t>
            </a:r>
            <a:r>
              <a:rPr sz="1050" spc="1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12601" y="2431826"/>
            <a:ext cx="135890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7830" algn="l"/>
                <a:tab pos="987425" algn="l"/>
              </a:tabLst>
            </a:pPr>
            <a:r>
              <a:rPr sz="1450" i="1" spc="-210" dirty="0">
                <a:latin typeface="Times New Roman"/>
                <a:cs typeface="Times New Roman"/>
              </a:rPr>
              <a:t>b</a:t>
            </a:r>
            <a:r>
              <a:rPr sz="1575" spc="75" baseline="-21164" dirty="0">
                <a:latin typeface="Times New Roman"/>
                <a:cs typeface="Times New Roman"/>
              </a:rPr>
              <a:t>1</a:t>
            </a:r>
            <a:r>
              <a:rPr sz="1450" i="1" spc="-10" dirty="0">
                <a:latin typeface="Times New Roman"/>
                <a:cs typeface="Times New Roman"/>
              </a:rPr>
              <a:t>z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-10" dirty="0">
                <a:latin typeface="Symbol"/>
                <a:cs typeface="Symbol"/>
              </a:rPr>
              <a:t></a:t>
            </a:r>
            <a:r>
              <a:rPr sz="1450" spc="-140" dirty="0">
                <a:latin typeface="Times New Roman"/>
                <a:cs typeface="Times New Roman"/>
              </a:rPr>
              <a:t> </a:t>
            </a:r>
            <a:r>
              <a:rPr sz="1450" i="1" spc="-90" dirty="0">
                <a:latin typeface="Times New Roman"/>
                <a:cs typeface="Times New Roman"/>
              </a:rPr>
              <a:t>b</a:t>
            </a:r>
            <a:r>
              <a:rPr sz="1575" spc="15" baseline="-21164" dirty="0">
                <a:latin typeface="Times New Roman"/>
                <a:cs typeface="Times New Roman"/>
              </a:rPr>
              <a:t>2</a:t>
            </a:r>
            <a:r>
              <a:rPr sz="1575" spc="-202" baseline="-21164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z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-10" dirty="0">
                <a:latin typeface="Symbol"/>
                <a:cs typeface="Symbol"/>
              </a:rPr>
              <a:t></a:t>
            </a:r>
            <a:r>
              <a:rPr sz="1450" spc="-140" dirty="0">
                <a:latin typeface="Times New Roman"/>
                <a:cs typeface="Times New Roman"/>
              </a:rPr>
              <a:t> </a:t>
            </a:r>
            <a:r>
              <a:rPr sz="1450" i="1" spc="-120" dirty="0">
                <a:latin typeface="Times New Roman"/>
                <a:cs typeface="Times New Roman"/>
              </a:rPr>
              <a:t>b</a:t>
            </a:r>
            <a:r>
              <a:rPr sz="1575" spc="15" baseline="-21164" dirty="0">
                <a:latin typeface="Times New Roman"/>
                <a:cs typeface="Times New Roman"/>
              </a:rPr>
              <a:t>3</a:t>
            </a:r>
            <a:r>
              <a:rPr sz="1575" spc="-254" baseline="-21164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z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0238" y="2669431"/>
            <a:ext cx="16891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latin typeface="Symbol"/>
                <a:cs typeface="Symbol"/>
              </a:rPr>
              <a:t></a:t>
            </a:r>
            <a:r>
              <a:rPr sz="1050" spc="1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14115" y="2669431"/>
            <a:ext cx="74485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8010" algn="l"/>
              </a:tabLst>
            </a:pPr>
            <a:r>
              <a:rPr sz="1050" spc="5" dirty="0">
                <a:latin typeface="Symbol"/>
                <a:cs typeface="Symbol"/>
              </a:rPr>
              <a:t></a:t>
            </a:r>
            <a:r>
              <a:rPr sz="1050" spc="10" dirty="0">
                <a:latin typeface="Times New Roman"/>
                <a:cs typeface="Times New Roman"/>
              </a:rPr>
              <a:t>2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5" dirty="0">
                <a:latin typeface="Symbol"/>
                <a:cs typeface="Symbol"/>
              </a:rPr>
              <a:t></a:t>
            </a:r>
            <a:r>
              <a:rPr sz="1050" spc="1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6845" y="2713826"/>
            <a:ext cx="54483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0" dirty="0">
                <a:latin typeface="Times New Roman"/>
                <a:cs typeface="Times New Roman"/>
              </a:rPr>
              <a:t>1</a:t>
            </a:r>
            <a:r>
              <a:rPr sz="1450" spc="-10" dirty="0">
                <a:latin typeface="Symbol"/>
                <a:cs typeface="Symbol"/>
              </a:rPr>
              <a:t></a:t>
            </a:r>
            <a:r>
              <a:rPr sz="1450" spc="-95" dirty="0">
                <a:latin typeface="Times New Roman"/>
                <a:cs typeface="Times New Roman"/>
              </a:rPr>
              <a:t> </a:t>
            </a:r>
            <a:r>
              <a:rPr sz="1450" i="1" spc="-140" dirty="0">
                <a:latin typeface="Times New Roman"/>
                <a:cs typeface="Times New Roman"/>
              </a:rPr>
              <a:t>a</a:t>
            </a:r>
            <a:r>
              <a:rPr sz="1575" spc="75" baseline="-18518" dirty="0">
                <a:latin typeface="Times New Roman"/>
                <a:cs typeface="Times New Roman"/>
              </a:rPr>
              <a:t>1</a:t>
            </a:r>
            <a:r>
              <a:rPr sz="1450" i="1" spc="-10" dirty="0">
                <a:latin typeface="Times New Roman"/>
                <a:cs typeface="Times New Roman"/>
              </a:rPr>
              <a:t>z</a:t>
            </a:r>
            <a:r>
              <a:rPr sz="1450" i="1" spc="95" dirty="0">
                <a:latin typeface="Times New Roman"/>
                <a:cs typeface="Times New Roman"/>
              </a:rPr>
              <a:t> 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20719" y="2713826"/>
            <a:ext cx="982344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685" indent="-133985">
              <a:lnSpc>
                <a:spcPct val="100000"/>
              </a:lnSpc>
              <a:buFont typeface="Symbol"/>
              <a:buChar char=""/>
              <a:tabLst>
                <a:tab pos="147320" algn="l"/>
                <a:tab pos="596900" algn="l"/>
              </a:tabLst>
            </a:pPr>
            <a:r>
              <a:rPr sz="1450" i="1" spc="-20" dirty="0">
                <a:latin typeface="Times New Roman"/>
                <a:cs typeface="Times New Roman"/>
              </a:rPr>
              <a:t>a</a:t>
            </a:r>
            <a:r>
              <a:rPr sz="1575" spc="15" baseline="-18518" dirty="0">
                <a:latin typeface="Times New Roman"/>
                <a:cs typeface="Times New Roman"/>
              </a:rPr>
              <a:t>2</a:t>
            </a:r>
            <a:r>
              <a:rPr sz="1575" spc="-202" baseline="-18518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z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-10" dirty="0">
                <a:latin typeface="Symbol"/>
                <a:cs typeface="Symbol"/>
              </a:rPr>
              <a:t></a:t>
            </a:r>
            <a:r>
              <a:rPr sz="1450" spc="-95" dirty="0">
                <a:latin typeface="Times New Roman"/>
                <a:cs typeface="Times New Roman"/>
              </a:rPr>
              <a:t> </a:t>
            </a:r>
            <a:r>
              <a:rPr sz="1450" i="1" spc="-55" dirty="0">
                <a:latin typeface="Times New Roman"/>
                <a:cs typeface="Times New Roman"/>
              </a:rPr>
              <a:t>a</a:t>
            </a:r>
            <a:r>
              <a:rPr sz="1575" spc="15" baseline="-18518" dirty="0">
                <a:latin typeface="Times New Roman"/>
                <a:cs typeface="Times New Roman"/>
              </a:rPr>
              <a:t>3</a:t>
            </a:r>
            <a:r>
              <a:rPr sz="1575" spc="-254" baseline="-18518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z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55419" y="2376172"/>
            <a:ext cx="1846580" cy="581660"/>
          </a:xfrm>
          <a:custGeom>
            <a:avLst/>
            <a:gdLst/>
            <a:ahLst/>
            <a:cxnLst/>
            <a:rect l="l" t="t" r="r" b="b"/>
            <a:pathLst>
              <a:path w="1846579" h="581660">
                <a:moveTo>
                  <a:pt x="0" y="581668"/>
                </a:moveTo>
                <a:lnTo>
                  <a:pt x="1846575" y="581668"/>
                </a:lnTo>
                <a:lnTo>
                  <a:pt x="1846575" y="0"/>
                </a:lnTo>
                <a:lnTo>
                  <a:pt x="0" y="0"/>
                </a:lnTo>
                <a:lnTo>
                  <a:pt x="0" y="58166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97864" y="2642330"/>
            <a:ext cx="1898650" cy="0"/>
          </a:xfrm>
          <a:custGeom>
            <a:avLst/>
            <a:gdLst/>
            <a:ahLst/>
            <a:cxnLst/>
            <a:rect l="l" t="t" r="r" b="b"/>
            <a:pathLst>
              <a:path w="1898650">
                <a:moveTo>
                  <a:pt x="0" y="0"/>
                </a:moveTo>
                <a:lnTo>
                  <a:pt x="1898227" y="0"/>
                </a:lnTo>
              </a:path>
            </a:pathLst>
          </a:custGeom>
          <a:ln w="11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50029" y="2269479"/>
            <a:ext cx="2004060" cy="815340"/>
          </a:xfrm>
          <a:custGeom>
            <a:avLst/>
            <a:gdLst/>
            <a:ahLst/>
            <a:cxnLst/>
            <a:rect l="l" t="t" r="r" b="b"/>
            <a:pathLst>
              <a:path w="2004060" h="815339">
                <a:moveTo>
                  <a:pt x="0" y="815339"/>
                </a:moveTo>
                <a:lnTo>
                  <a:pt x="2004059" y="815339"/>
                </a:lnTo>
                <a:lnTo>
                  <a:pt x="2004059" y="0"/>
                </a:lnTo>
                <a:lnTo>
                  <a:pt x="0" y="0"/>
                </a:lnTo>
                <a:lnTo>
                  <a:pt x="0" y="81533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7080" y="4601205"/>
            <a:ext cx="2329180" cy="535940"/>
          </a:xfrm>
          <a:custGeom>
            <a:avLst/>
            <a:gdLst/>
            <a:ahLst/>
            <a:cxnLst/>
            <a:rect l="l" t="t" r="r" b="b"/>
            <a:pathLst>
              <a:path w="2329179" h="535939">
                <a:moveTo>
                  <a:pt x="0" y="535948"/>
                </a:moveTo>
                <a:lnTo>
                  <a:pt x="2329171" y="535948"/>
                </a:lnTo>
                <a:lnTo>
                  <a:pt x="2329171" y="0"/>
                </a:lnTo>
                <a:lnTo>
                  <a:pt x="0" y="0"/>
                </a:lnTo>
                <a:lnTo>
                  <a:pt x="0" y="53594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16429" y="2198370"/>
            <a:ext cx="1008380" cy="899160"/>
          </a:xfrm>
          <a:custGeom>
            <a:avLst/>
            <a:gdLst/>
            <a:ahLst/>
            <a:cxnLst/>
            <a:rect l="l" t="t" r="r" b="b"/>
            <a:pathLst>
              <a:path w="1008380" h="899160">
                <a:moveTo>
                  <a:pt x="0" y="899159"/>
                </a:moveTo>
                <a:lnTo>
                  <a:pt x="1008375" y="899159"/>
                </a:lnTo>
                <a:lnTo>
                  <a:pt x="1008375" y="0"/>
                </a:lnTo>
                <a:lnTo>
                  <a:pt x="0" y="0"/>
                </a:lnTo>
                <a:lnTo>
                  <a:pt x="0" y="8991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9974" y="245236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9974" y="2452360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59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04859" y="2452360"/>
            <a:ext cx="407034" cy="396240"/>
          </a:xfrm>
          <a:custGeom>
            <a:avLst/>
            <a:gdLst/>
            <a:ahLst/>
            <a:cxnLst/>
            <a:rect l="l" t="t" r="r" b="b"/>
            <a:pathLst>
              <a:path w="407035" h="396239">
                <a:moveTo>
                  <a:pt x="203210" y="0"/>
                </a:moveTo>
                <a:lnTo>
                  <a:pt x="154377" y="5757"/>
                </a:lnTo>
                <a:lnTo>
                  <a:pt x="109824" y="22112"/>
                </a:lnTo>
                <a:lnTo>
                  <a:pt x="70964" y="47689"/>
                </a:lnTo>
                <a:lnTo>
                  <a:pt x="39208" y="81110"/>
                </a:lnTo>
                <a:lnTo>
                  <a:pt x="15969" y="121000"/>
                </a:lnTo>
                <a:lnTo>
                  <a:pt x="2659" y="165982"/>
                </a:lnTo>
                <a:lnTo>
                  <a:pt x="0" y="198119"/>
                </a:lnTo>
                <a:lnTo>
                  <a:pt x="673" y="214369"/>
                </a:lnTo>
                <a:lnTo>
                  <a:pt x="10360" y="260742"/>
                </a:lnTo>
                <a:lnTo>
                  <a:pt x="30446" y="302483"/>
                </a:lnTo>
                <a:lnTo>
                  <a:pt x="59519" y="338213"/>
                </a:lnTo>
                <a:lnTo>
                  <a:pt x="96168" y="366558"/>
                </a:lnTo>
                <a:lnTo>
                  <a:pt x="138980" y="386140"/>
                </a:lnTo>
                <a:lnTo>
                  <a:pt x="186544" y="395583"/>
                </a:lnTo>
                <a:lnTo>
                  <a:pt x="203210" y="396239"/>
                </a:lnTo>
                <a:lnTo>
                  <a:pt x="219876" y="395583"/>
                </a:lnTo>
                <a:lnTo>
                  <a:pt x="267439" y="386140"/>
                </a:lnTo>
                <a:lnTo>
                  <a:pt x="310251" y="366558"/>
                </a:lnTo>
                <a:lnTo>
                  <a:pt x="346900" y="338213"/>
                </a:lnTo>
                <a:lnTo>
                  <a:pt x="375974" y="302483"/>
                </a:lnTo>
                <a:lnTo>
                  <a:pt x="396060" y="260742"/>
                </a:lnTo>
                <a:lnTo>
                  <a:pt x="405746" y="214369"/>
                </a:lnTo>
                <a:lnTo>
                  <a:pt x="406420" y="198119"/>
                </a:lnTo>
                <a:lnTo>
                  <a:pt x="405746" y="181870"/>
                </a:lnTo>
                <a:lnTo>
                  <a:pt x="396060" y="135497"/>
                </a:lnTo>
                <a:lnTo>
                  <a:pt x="375974" y="93756"/>
                </a:lnTo>
                <a:lnTo>
                  <a:pt x="346900" y="58026"/>
                </a:lnTo>
                <a:lnTo>
                  <a:pt x="310251" y="29681"/>
                </a:lnTo>
                <a:lnTo>
                  <a:pt x="267439" y="10099"/>
                </a:lnTo>
                <a:lnTo>
                  <a:pt x="219876" y="656"/>
                </a:lnTo>
                <a:lnTo>
                  <a:pt x="203210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04859" y="2452360"/>
            <a:ext cx="407034" cy="396240"/>
          </a:xfrm>
          <a:custGeom>
            <a:avLst/>
            <a:gdLst/>
            <a:ahLst/>
            <a:cxnLst/>
            <a:rect l="l" t="t" r="r" b="b"/>
            <a:pathLst>
              <a:path w="407035" h="396239">
                <a:moveTo>
                  <a:pt x="0" y="198119"/>
                </a:moveTo>
                <a:lnTo>
                  <a:pt x="5905" y="150507"/>
                </a:lnTo>
                <a:lnTo>
                  <a:pt x="22682" y="107070"/>
                </a:lnTo>
                <a:lnTo>
                  <a:pt x="48917" y="69183"/>
                </a:lnTo>
                <a:lnTo>
                  <a:pt x="83197" y="38224"/>
                </a:lnTo>
                <a:lnTo>
                  <a:pt x="124112" y="15568"/>
                </a:lnTo>
                <a:lnTo>
                  <a:pt x="170249" y="2592"/>
                </a:lnTo>
                <a:lnTo>
                  <a:pt x="203210" y="0"/>
                </a:lnTo>
                <a:lnTo>
                  <a:pt x="219876" y="656"/>
                </a:lnTo>
                <a:lnTo>
                  <a:pt x="267439" y="10099"/>
                </a:lnTo>
                <a:lnTo>
                  <a:pt x="310251" y="29681"/>
                </a:lnTo>
                <a:lnTo>
                  <a:pt x="346900" y="58026"/>
                </a:lnTo>
                <a:lnTo>
                  <a:pt x="375974" y="93756"/>
                </a:lnTo>
                <a:lnTo>
                  <a:pt x="396060" y="135497"/>
                </a:lnTo>
                <a:lnTo>
                  <a:pt x="405746" y="181870"/>
                </a:lnTo>
                <a:lnTo>
                  <a:pt x="406420" y="198119"/>
                </a:lnTo>
                <a:lnTo>
                  <a:pt x="405746" y="214369"/>
                </a:lnTo>
                <a:lnTo>
                  <a:pt x="396060" y="260742"/>
                </a:lnTo>
                <a:lnTo>
                  <a:pt x="375974" y="302483"/>
                </a:lnTo>
                <a:lnTo>
                  <a:pt x="346900" y="338213"/>
                </a:lnTo>
                <a:lnTo>
                  <a:pt x="310251" y="366558"/>
                </a:lnTo>
                <a:lnTo>
                  <a:pt x="267439" y="386140"/>
                </a:lnTo>
                <a:lnTo>
                  <a:pt x="219876" y="395583"/>
                </a:lnTo>
                <a:lnTo>
                  <a:pt x="203210" y="396239"/>
                </a:lnTo>
                <a:lnTo>
                  <a:pt x="186544" y="395583"/>
                </a:lnTo>
                <a:lnTo>
                  <a:pt x="138980" y="386140"/>
                </a:lnTo>
                <a:lnTo>
                  <a:pt x="96168" y="366558"/>
                </a:lnTo>
                <a:lnTo>
                  <a:pt x="59519" y="338213"/>
                </a:lnTo>
                <a:lnTo>
                  <a:pt x="30446" y="302483"/>
                </a:lnTo>
                <a:lnTo>
                  <a:pt x="10360" y="260742"/>
                </a:lnTo>
                <a:lnTo>
                  <a:pt x="673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33833" y="2648072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5" h="1905">
                <a:moveTo>
                  <a:pt x="0" y="1463"/>
                </a:moveTo>
                <a:lnTo>
                  <a:pt x="44584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65160" y="2581778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41" y="133349"/>
                </a:moveTo>
                <a:lnTo>
                  <a:pt x="114525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7494" y="2650479"/>
            <a:ext cx="754380" cy="0"/>
          </a:xfrm>
          <a:custGeom>
            <a:avLst/>
            <a:gdLst/>
            <a:ahLst/>
            <a:cxnLst/>
            <a:rect l="l" t="t" r="r" b="b"/>
            <a:pathLst>
              <a:path w="754380">
                <a:moveTo>
                  <a:pt x="0" y="0"/>
                </a:moveTo>
                <a:lnTo>
                  <a:pt x="754367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7549" y="258382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22269" y="2650601"/>
            <a:ext cx="446405" cy="1905"/>
          </a:xfrm>
          <a:custGeom>
            <a:avLst/>
            <a:gdLst/>
            <a:ahLst/>
            <a:cxnLst/>
            <a:rect l="l" t="t" r="r" b="b"/>
            <a:pathLst>
              <a:path w="446404" h="1905">
                <a:moveTo>
                  <a:pt x="0" y="1463"/>
                </a:moveTo>
                <a:lnTo>
                  <a:pt x="44583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53587" y="2584307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457" y="133349"/>
                </a:moveTo>
                <a:lnTo>
                  <a:pt x="114543" y="66293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96899" y="2648132"/>
            <a:ext cx="615315" cy="3175"/>
          </a:xfrm>
          <a:custGeom>
            <a:avLst/>
            <a:gdLst/>
            <a:ahLst/>
            <a:cxnLst/>
            <a:rect l="l" t="t" r="r" b="b"/>
            <a:pathLst>
              <a:path w="615315" h="3175">
                <a:moveTo>
                  <a:pt x="0" y="2987"/>
                </a:moveTo>
                <a:lnTo>
                  <a:pt x="61472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97015" y="258202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640" y="133349"/>
                </a:moveTo>
                <a:lnTo>
                  <a:pt x="114604" y="66111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20780" y="2886334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499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54089" y="288633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90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33165" y="2886334"/>
            <a:ext cx="0" cy="3058795"/>
          </a:xfrm>
          <a:custGeom>
            <a:avLst/>
            <a:gdLst/>
            <a:ahLst/>
            <a:cxnLst/>
            <a:rect l="l" t="t" r="r" b="b"/>
            <a:pathLst>
              <a:path h="3058795">
                <a:moveTo>
                  <a:pt x="0" y="305862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66503" y="288633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89019" y="2647950"/>
            <a:ext cx="0" cy="3296285"/>
          </a:xfrm>
          <a:custGeom>
            <a:avLst/>
            <a:gdLst/>
            <a:ahLst/>
            <a:cxnLst/>
            <a:rect l="l" t="t" r="r" b="b"/>
            <a:pathLst>
              <a:path h="3296285">
                <a:moveTo>
                  <a:pt x="0" y="3295948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643639" y="4862834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84143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63974" y="4862834"/>
            <a:ext cx="1726564" cy="6350"/>
          </a:xfrm>
          <a:custGeom>
            <a:avLst/>
            <a:gdLst/>
            <a:ahLst/>
            <a:cxnLst/>
            <a:rect l="l" t="t" r="r" b="b"/>
            <a:pathLst>
              <a:path w="1726565" h="6350">
                <a:moveTo>
                  <a:pt x="1726478" y="0"/>
                </a:moveTo>
                <a:lnTo>
                  <a:pt x="0" y="5846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63974" y="480161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14056" y="0"/>
                </a:moveTo>
                <a:lnTo>
                  <a:pt x="0" y="67068"/>
                </a:lnTo>
                <a:lnTo>
                  <a:pt x="114513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33165" y="5944873"/>
            <a:ext cx="7358380" cy="0"/>
          </a:xfrm>
          <a:custGeom>
            <a:avLst/>
            <a:gdLst/>
            <a:ahLst/>
            <a:cxnLst/>
            <a:rect l="l" t="t" r="r" b="b"/>
            <a:pathLst>
              <a:path w="7358380">
                <a:moveTo>
                  <a:pt x="7358170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073507" y="2652601"/>
            <a:ext cx="1896110" cy="1317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i="1" spc="-110" dirty="0">
                <a:latin typeface="Times New Roman"/>
                <a:cs typeface="Times New Roman"/>
              </a:rPr>
              <a:t>g</a:t>
            </a:r>
            <a:r>
              <a:rPr sz="2475" spc="75" baseline="-18518" dirty="0">
                <a:latin typeface="Times New Roman"/>
                <a:cs typeface="Times New Roman"/>
              </a:rPr>
              <a:t>1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44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g</a:t>
            </a:r>
            <a:r>
              <a:rPr sz="2475" spc="-15" baseline="-18518" dirty="0">
                <a:latin typeface="Times New Roman"/>
                <a:cs typeface="Times New Roman"/>
              </a:rPr>
              <a:t>2</a:t>
            </a:r>
            <a:r>
              <a:rPr sz="2475" spc="-330" baseline="-18518" dirty="0">
                <a:latin typeface="Times New Roman"/>
                <a:cs typeface="Times New Roman"/>
              </a:rPr>
              <a:t> 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2</a:t>
            </a:r>
            <a:endParaRPr sz="2475" baseline="33670">
              <a:latin typeface="Times New Roman"/>
              <a:cs typeface="Times New Roman"/>
            </a:endParaRPr>
          </a:p>
          <a:p>
            <a:pPr marL="166370" marR="331470" indent="139700">
              <a:lnSpc>
                <a:spcPct val="79800"/>
              </a:lnSpc>
              <a:spcBef>
                <a:spcPts val="1895"/>
              </a:spcBef>
            </a:pPr>
            <a:r>
              <a:rPr sz="2800" b="0" spc="-70" dirty="0">
                <a:solidFill>
                  <a:srgbClr val="C00000"/>
                </a:solidFill>
                <a:latin typeface="Calibri Light"/>
                <a:cs typeface="Calibri Light"/>
              </a:rPr>
              <a:t>f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w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8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h</a:t>
            </a:r>
            <a:r>
              <a:rPr sz="2800" b="0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fil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64446" y="2299434"/>
            <a:ext cx="165100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62236" y="4644007"/>
            <a:ext cx="2292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5" dirty="0">
                <a:latin typeface="Symbol"/>
                <a:cs typeface="Symbol"/>
              </a:rPr>
              <a:t></a:t>
            </a:r>
            <a:r>
              <a:rPr sz="1500" spc="1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45094" y="4644007"/>
            <a:ext cx="2292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5" dirty="0">
                <a:latin typeface="Symbol"/>
                <a:cs typeface="Symbol"/>
              </a:rPr>
              <a:t></a:t>
            </a:r>
            <a:r>
              <a:rPr sz="1500" spc="15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99524" y="4678275"/>
            <a:ext cx="1946910" cy="42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53490" algn="l"/>
              </a:tabLst>
            </a:pPr>
            <a:r>
              <a:rPr sz="2650" i="1" spc="95" dirty="0">
                <a:latin typeface="Times New Roman"/>
                <a:cs typeface="Times New Roman"/>
              </a:rPr>
              <a:t>f</a:t>
            </a:r>
            <a:r>
              <a:rPr sz="2250" spc="22" baseline="-25925" dirty="0">
                <a:latin typeface="Times New Roman"/>
                <a:cs typeface="Times New Roman"/>
              </a:rPr>
              <a:t>0</a:t>
            </a:r>
            <a:r>
              <a:rPr sz="2250" baseline="-25925" dirty="0">
                <a:latin typeface="Times New Roman"/>
                <a:cs typeface="Times New Roman"/>
              </a:rPr>
              <a:t> </a:t>
            </a:r>
            <a:r>
              <a:rPr sz="2250" spc="-60" baseline="-259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325" dirty="0">
                <a:latin typeface="Times New Roman"/>
                <a:cs typeface="Times New Roman"/>
              </a:rPr>
              <a:t> </a:t>
            </a:r>
            <a:r>
              <a:rPr sz="2650" i="1" spc="-50" dirty="0">
                <a:latin typeface="Times New Roman"/>
                <a:cs typeface="Times New Roman"/>
              </a:rPr>
              <a:t>f</a:t>
            </a:r>
            <a:r>
              <a:rPr sz="2250" spc="22" baseline="-25925" dirty="0">
                <a:latin typeface="Times New Roman"/>
                <a:cs typeface="Times New Roman"/>
              </a:rPr>
              <a:t>1</a:t>
            </a:r>
            <a:r>
              <a:rPr sz="2250" spc="-359" baseline="-2592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325" dirty="0">
                <a:latin typeface="Times New Roman"/>
                <a:cs typeface="Times New Roman"/>
              </a:rPr>
              <a:t> </a:t>
            </a:r>
            <a:r>
              <a:rPr sz="2650" i="1" spc="114" dirty="0">
                <a:latin typeface="Times New Roman"/>
                <a:cs typeface="Times New Roman"/>
              </a:rPr>
              <a:t>f</a:t>
            </a:r>
            <a:r>
              <a:rPr sz="2250" spc="22" baseline="-25925" dirty="0">
                <a:latin typeface="Times New Roman"/>
                <a:cs typeface="Times New Roman"/>
              </a:rPr>
              <a:t>2</a:t>
            </a:r>
            <a:r>
              <a:rPr sz="2250" spc="-179" baseline="-2592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51114" y="2662959"/>
            <a:ext cx="28829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46911" y="2744586"/>
            <a:ext cx="606425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60881" y="2390304"/>
            <a:ext cx="966469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4820" algn="l"/>
                <a:tab pos="953135" algn="l"/>
              </a:tabLst>
            </a:pPr>
            <a:r>
              <a:rPr sz="1950" u="heavy" dirty="0">
                <a:latin typeface="Times New Roman"/>
                <a:cs typeface="Times New Roman"/>
              </a:rPr>
              <a:t> 	</a:t>
            </a:r>
            <a:r>
              <a:rPr sz="1950" i="1" u="heavy" spc="5" dirty="0">
                <a:latin typeface="Times New Roman"/>
                <a:cs typeface="Times New Roman"/>
              </a:rPr>
              <a:t>I</a:t>
            </a:r>
            <a:r>
              <a:rPr sz="1950" u="heavy" dirty="0">
                <a:latin typeface="Times New Roman"/>
                <a:cs typeface="Times New Roman"/>
              </a:rPr>
              <a:t> 	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50759" y="2235098"/>
            <a:ext cx="174625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k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3208" y="2797325"/>
            <a:ext cx="768985" cy="62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350" i="1" spc="30" dirty="0">
                <a:latin typeface="Times New Roman"/>
                <a:cs typeface="Times New Roman"/>
              </a:rPr>
              <a:t>y</a:t>
            </a:r>
            <a:r>
              <a:rPr sz="2025" i="1" spc="15" baseline="-24691" dirty="0">
                <a:latin typeface="Times New Roman"/>
                <a:cs typeface="Times New Roman"/>
              </a:rPr>
              <a:t>d</a:t>
            </a:r>
            <a:r>
              <a:rPr sz="2025" i="1" spc="120" baseline="-24691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20" dirty="0">
                <a:latin typeface="Times New Roman"/>
                <a:cs typeface="Times New Roman"/>
              </a:rPr>
              <a:t>k</a:t>
            </a:r>
            <a:r>
              <a:rPr sz="2350" i="1" spc="-380" dirty="0">
                <a:latin typeface="Times New Roman"/>
                <a:cs typeface="Times New Roman"/>
              </a:rPr>
              <a:t> </a:t>
            </a:r>
            <a:r>
              <a:rPr sz="2350" spc="1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R="5080" algn="r">
              <a:lnSpc>
                <a:spcPts val="264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53069" y="1814671"/>
            <a:ext cx="5657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11018" y="2182971"/>
            <a:ext cx="546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2638" y="223671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43240" y="2272274"/>
            <a:ext cx="19304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59140" y="292994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43482" y="3247806"/>
            <a:ext cx="10922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i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n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t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g</a:t>
            </a:r>
            <a:r>
              <a:rPr sz="2800" b="0" spc="-100" dirty="0">
                <a:solidFill>
                  <a:srgbClr val="C00000"/>
                </a:solidFill>
                <a:latin typeface="Calibri Light"/>
                <a:cs typeface="Calibri Light"/>
              </a:rPr>
              <a:t>r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193937" y="5271591"/>
            <a:ext cx="293624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90" dirty="0">
                <a:solidFill>
                  <a:srgbClr val="C00000"/>
                </a:solidFill>
                <a:latin typeface="Calibri Light"/>
                <a:cs typeface="Calibri Light"/>
              </a:rPr>
              <a:t>f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ee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50" dirty="0">
                <a:solidFill>
                  <a:srgbClr val="C00000"/>
                </a:solidFill>
                <a:latin typeface="Calibri Light"/>
                <a:cs typeface="Calibri Light"/>
              </a:rPr>
              <a:t>b</a:t>
            </a:r>
            <a:r>
              <a:rPr sz="2800" b="0" spc="-5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ck</a:t>
            </a:r>
            <a:r>
              <a:rPr sz="2800" b="0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p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lyn</a:t>
            </a:r>
            <a:r>
              <a:rPr sz="2800" b="0" spc="-4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ia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40047" y="3085779"/>
            <a:ext cx="924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spc="-5" dirty="0">
                <a:solidFill>
                  <a:srgbClr val="C00000"/>
                </a:solidFill>
                <a:latin typeface="Calibri Light"/>
                <a:cs typeface="Calibri Light"/>
              </a:rPr>
              <a:t>o</a:t>
            </a:r>
            <a:r>
              <a:rPr sz="2800" b="0" spc="-30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069329" y="2668280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5">
                <a:moveTo>
                  <a:pt x="0" y="0"/>
                </a:moveTo>
                <a:lnTo>
                  <a:pt x="31811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273119" y="2601590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30" y="0"/>
                </a:moveTo>
                <a:lnTo>
                  <a:pt x="114330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803660" y="2638013"/>
            <a:ext cx="213995" cy="1905"/>
          </a:xfrm>
          <a:custGeom>
            <a:avLst/>
            <a:gdLst/>
            <a:ahLst/>
            <a:cxnLst/>
            <a:rect l="l" t="t" r="r" b="b"/>
            <a:pathLst>
              <a:path w="213995" h="1905">
                <a:moveTo>
                  <a:pt x="0" y="1371"/>
                </a:moveTo>
                <a:lnTo>
                  <a:pt x="213542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02476" y="2572085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853" y="133349"/>
                </a:moveTo>
                <a:lnTo>
                  <a:pt x="114726" y="65958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661" y="651581"/>
            <a:ext cx="38252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3779" y="2660066"/>
            <a:ext cx="546100" cy="782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19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R="34925" algn="ctr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MT Extra"/>
                <a:cs typeface="MT Extra"/>
              </a:rPr>
              <a:t></a:t>
            </a:r>
            <a:endParaRPr sz="2400">
              <a:latin typeface="MT Extra"/>
              <a:cs typeface="MT Ext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73" y="3552037"/>
            <a:ext cx="1674495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15" baseline="3472" dirty="0">
                <a:latin typeface="Symbol"/>
                <a:cs typeface="Symbol"/>
              </a:rPr>
              <a:t></a:t>
            </a:r>
            <a:r>
              <a:rPr sz="3600" spc="-127" baseline="3472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y</a:t>
            </a:r>
            <a:r>
              <a:rPr sz="2400" spc="65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90" dirty="0">
                <a:latin typeface="Times New Roman"/>
                <a:cs typeface="Times New Roman"/>
              </a:rPr>
              <a:t> </a:t>
            </a:r>
            <a:r>
              <a:rPr sz="2400" spc="175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3600" spc="-15" baseline="3472" dirty="0">
                <a:latin typeface="Symbol"/>
                <a:cs typeface="Symbol"/>
              </a:rPr>
              <a:t></a:t>
            </a:r>
            <a:endParaRPr sz="3600" baseline="3472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4075" y="4024334"/>
            <a:ext cx="903605" cy="7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spc="140" dirty="0">
                <a:latin typeface="Symbol"/>
                <a:cs typeface="Symbol"/>
              </a:rPr>
              <a:t></a:t>
            </a:r>
            <a:r>
              <a:rPr sz="2400" spc="-190" dirty="0"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  <a:p>
            <a:pPr marL="19050" algn="ctr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MT Extra"/>
                <a:cs typeface="MT Extra"/>
              </a:rPr>
              <a:t></a:t>
            </a:r>
            <a:endParaRPr sz="2400">
              <a:latin typeface="MT Extra"/>
              <a:cs typeface="MT Ext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873" y="4937281"/>
            <a:ext cx="1674495" cy="403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22" baseline="-12731" dirty="0">
                <a:latin typeface="Symbol"/>
                <a:cs typeface="Symbol"/>
              </a:rPr>
              <a:t></a:t>
            </a:r>
            <a:r>
              <a:rPr sz="2400" i="1" spc="110" dirty="0">
                <a:latin typeface="Times New Roman"/>
                <a:cs typeface="Times New Roman"/>
              </a:rPr>
              <a:t>u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95" dirty="0">
                <a:latin typeface="Times New Roman"/>
                <a:cs typeface="Times New Roman"/>
              </a:rPr>
              <a:t> </a:t>
            </a:r>
            <a:r>
              <a:rPr sz="2400" spc="175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1</a:t>
            </a:r>
            <a:r>
              <a:rPr sz="2400" spc="110" dirty="0">
                <a:latin typeface="Times New Roman"/>
                <a:cs typeface="Times New Roman"/>
              </a:rPr>
              <a:t>)</a:t>
            </a:r>
            <a:r>
              <a:rPr sz="3600" spc="-15" baseline="-12731" dirty="0">
                <a:latin typeface="Symbol"/>
                <a:cs typeface="Symbol"/>
              </a:rPr>
              <a:t></a:t>
            </a:r>
            <a:endParaRPr sz="3600" baseline="-12731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3779" y="5398909"/>
            <a:ext cx="532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10" dirty="0">
                <a:latin typeface="Times New Roman"/>
                <a:cs typeface="Times New Roman"/>
              </a:rPr>
              <a:t>z</a:t>
            </a:r>
            <a:r>
              <a:rPr sz="2400" spc="6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873" y="2677428"/>
            <a:ext cx="142875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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7733" y="2677428"/>
            <a:ext cx="142875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5873" y="326050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7733" y="326050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5873" y="3843561"/>
            <a:ext cx="142875" cy="913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57733" y="3843561"/>
            <a:ext cx="142875" cy="913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295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5873" y="471848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57733" y="471848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5873" y="530185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7733" y="5301850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5873" y="5466788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57733" y="5466788"/>
            <a:ext cx="142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92307" y="3164742"/>
            <a:ext cx="3901440" cy="0"/>
          </a:xfrm>
          <a:custGeom>
            <a:avLst/>
            <a:gdLst/>
            <a:ahLst/>
            <a:cxnLst/>
            <a:rect l="l" t="t" r="r" b="b"/>
            <a:pathLst>
              <a:path w="3901440">
                <a:moveTo>
                  <a:pt x="0" y="0"/>
                </a:moveTo>
                <a:lnTo>
                  <a:pt x="3901219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70356" y="4787687"/>
            <a:ext cx="946150" cy="0"/>
          </a:xfrm>
          <a:custGeom>
            <a:avLst/>
            <a:gdLst/>
            <a:ahLst/>
            <a:cxnLst/>
            <a:rect l="l" t="t" r="r" b="b"/>
            <a:pathLst>
              <a:path w="946150">
                <a:moveTo>
                  <a:pt x="0" y="0"/>
                </a:moveTo>
                <a:lnTo>
                  <a:pt x="946003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278252" y="2660485"/>
            <a:ext cx="3491229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9845" algn="l"/>
                <a:tab pos="2989580" algn="l"/>
              </a:tabLst>
            </a:pPr>
            <a:r>
              <a:rPr sz="2650" i="1" spc="-15" dirty="0">
                <a:latin typeface="Times New Roman"/>
                <a:cs typeface="Times New Roman"/>
              </a:rPr>
              <a:t>b</a:t>
            </a:r>
            <a:r>
              <a:rPr sz="2650" i="1" spc="50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75" baseline="34188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b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2</a:t>
            </a:r>
            <a:r>
              <a:rPr sz="2925" spc="300" baseline="34188" dirty="0">
                <a:latin typeface="Times New Roman"/>
                <a:cs typeface="Times New Roman"/>
              </a:rPr>
              <a:t> </a:t>
            </a:r>
            <a:r>
              <a:rPr sz="2650" spc="185" dirty="0">
                <a:latin typeface="Symbol"/>
                <a:cs typeface="Symbol"/>
              </a:rPr>
              <a:t></a:t>
            </a:r>
            <a:r>
              <a:rPr sz="2650" spc="250" dirty="0">
                <a:latin typeface="MT Extra"/>
                <a:cs typeface="MT Extra"/>
              </a:rPr>
              <a:t>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b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spc="172" baseline="34188" dirty="0">
                <a:latin typeface="Symbol"/>
                <a:cs typeface="Symbol"/>
              </a:rPr>
              <a:t></a:t>
            </a:r>
            <a:r>
              <a:rPr sz="2925" i="1" spc="15" baseline="34188" dirty="0">
                <a:latin typeface="Times New Roman"/>
                <a:cs typeface="Times New Roman"/>
              </a:rPr>
              <a:t>m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00750" y="2903027"/>
            <a:ext cx="2847340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1080" algn="l"/>
                <a:tab pos="2651760" algn="l"/>
              </a:tabLst>
            </a:pPr>
            <a:r>
              <a:rPr sz="1950" spc="5" dirty="0">
                <a:latin typeface="Times New Roman"/>
                <a:cs typeface="Times New Roman"/>
              </a:rPr>
              <a:t>1	2	</a:t>
            </a:r>
            <a:r>
              <a:rPr sz="1950" i="1" spc="10" dirty="0">
                <a:latin typeface="Times New Roman"/>
                <a:cs typeface="Times New Roman"/>
              </a:rPr>
              <a:t>m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65489" y="3179932"/>
            <a:ext cx="3889375" cy="52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67" baseline="34188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90" baseline="-19943" dirty="0">
                <a:latin typeface="Times New Roman"/>
                <a:cs typeface="Times New Roman"/>
              </a:rPr>
              <a:t> 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2</a:t>
            </a:r>
            <a:r>
              <a:rPr sz="2925" spc="300" baseline="34188" dirty="0">
                <a:latin typeface="Times New Roman"/>
                <a:cs typeface="Times New Roman"/>
              </a:rPr>
              <a:t> </a:t>
            </a:r>
            <a:r>
              <a:rPr sz="2650" spc="185" dirty="0">
                <a:latin typeface="Symbol"/>
                <a:cs typeface="Symbol"/>
              </a:rPr>
              <a:t></a:t>
            </a:r>
            <a:r>
              <a:rPr sz="2650" spc="250" dirty="0">
                <a:latin typeface="MT Extra"/>
                <a:cs typeface="MT Extra"/>
              </a:rPr>
              <a:t>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i="1" spc="405" baseline="-19943" dirty="0">
                <a:latin typeface="Times New Roman"/>
                <a:cs typeface="Times New Roman"/>
              </a:rPr>
              <a:t>n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spc="179" baseline="34188" dirty="0">
                <a:latin typeface="Symbol"/>
                <a:cs typeface="Symbol"/>
              </a:rPr>
              <a:t></a:t>
            </a:r>
            <a:r>
              <a:rPr sz="2925" i="1" spc="7" baseline="34188" dirty="0">
                <a:latin typeface="Times New Roman"/>
                <a:cs typeface="Times New Roman"/>
              </a:rPr>
              <a:t>n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6888" y="4288822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6888" y="4802958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0577" y="2959883"/>
            <a:ext cx="861694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27810" y="2965206"/>
            <a:ext cx="62103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38827" y="4376014"/>
            <a:ext cx="2533015" cy="5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49425" algn="l"/>
              </a:tabLst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5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254" dirty="0">
                <a:latin typeface="Times New Roman"/>
                <a:cs typeface="Times New Roman"/>
              </a:rPr>
              <a:t> </a:t>
            </a:r>
            <a:r>
              <a:rPr sz="3975" i="1" spc="82" baseline="34591" dirty="0">
                <a:latin typeface="Times New Roman"/>
                <a:cs typeface="Times New Roman"/>
              </a:rPr>
              <a:t>B</a:t>
            </a:r>
            <a:r>
              <a:rPr sz="3975" spc="262" baseline="34591" dirty="0">
                <a:latin typeface="Times New Roman"/>
                <a:cs typeface="Times New Roman"/>
              </a:rPr>
              <a:t>(</a:t>
            </a:r>
            <a:r>
              <a:rPr sz="3975" i="1" spc="-22" baseline="34591" dirty="0">
                <a:latin typeface="Times New Roman"/>
                <a:cs typeface="Times New Roman"/>
              </a:rPr>
              <a:t>z</a:t>
            </a:r>
            <a:r>
              <a:rPr sz="3975" i="1" baseline="34591" dirty="0">
                <a:latin typeface="Times New Roman"/>
                <a:cs typeface="Times New Roman"/>
              </a:rPr>
              <a:t>	</a:t>
            </a:r>
            <a:r>
              <a:rPr sz="3975" spc="-15" baseline="34591" dirty="0">
                <a:latin typeface="Times New Roman"/>
                <a:cs typeface="Times New Roman"/>
              </a:rPr>
              <a:t>)</a:t>
            </a:r>
            <a:r>
              <a:rPr sz="3975" spc="-247" baseline="34591" dirty="0">
                <a:latin typeface="Times New Roman"/>
                <a:cs typeface="Times New Roman"/>
              </a:rPr>
              <a:t> 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06639" y="4890067"/>
            <a:ext cx="90678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1685" algn="l"/>
              </a:tabLst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8335" y="725076"/>
            <a:ext cx="46120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PIP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9697" y="2800557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1883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43179" y="2800527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5">
                <a:moveTo>
                  <a:pt x="0" y="0"/>
                </a:moveTo>
                <a:lnTo>
                  <a:pt x="581867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56300" y="2448621"/>
            <a:ext cx="914400" cy="745490"/>
          </a:xfrm>
          <a:custGeom>
            <a:avLst/>
            <a:gdLst/>
            <a:ahLst/>
            <a:cxnLst/>
            <a:rect l="l" t="t" r="r" b="b"/>
            <a:pathLst>
              <a:path w="914400" h="745489">
                <a:moveTo>
                  <a:pt x="0" y="62118"/>
                </a:moveTo>
                <a:lnTo>
                  <a:pt x="13897" y="22856"/>
                </a:lnTo>
                <a:lnTo>
                  <a:pt x="48832" y="1442"/>
                </a:lnTo>
                <a:lnTo>
                  <a:pt x="852050" y="0"/>
                </a:lnTo>
                <a:lnTo>
                  <a:pt x="866556" y="1661"/>
                </a:lnTo>
                <a:lnTo>
                  <a:pt x="901120" y="23600"/>
                </a:lnTo>
                <a:lnTo>
                  <a:pt x="914411" y="683125"/>
                </a:lnTo>
                <a:lnTo>
                  <a:pt x="912744" y="697575"/>
                </a:lnTo>
                <a:lnTo>
                  <a:pt x="890719" y="732004"/>
                </a:lnTo>
                <a:lnTo>
                  <a:pt x="62361" y="745244"/>
                </a:lnTo>
                <a:lnTo>
                  <a:pt x="47864" y="743583"/>
                </a:lnTo>
                <a:lnTo>
                  <a:pt x="13300" y="721644"/>
                </a:lnTo>
                <a:lnTo>
                  <a:pt x="0" y="62118"/>
                </a:lnTo>
                <a:close/>
              </a:path>
            </a:pathLst>
          </a:custGeom>
          <a:ln w="20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6565" y="2510740"/>
            <a:ext cx="727710" cy="621030"/>
          </a:xfrm>
          <a:custGeom>
            <a:avLst/>
            <a:gdLst/>
            <a:ahLst/>
            <a:cxnLst/>
            <a:rect l="l" t="t" r="r" b="b"/>
            <a:pathLst>
              <a:path w="727710" h="621030">
                <a:moveTo>
                  <a:pt x="0" y="62088"/>
                </a:moveTo>
                <a:lnTo>
                  <a:pt x="13894" y="22838"/>
                </a:lnTo>
                <a:lnTo>
                  <a:pt x="48842" y="1435"/>
                </a:lnTo>
                <a:lnTo>
                  <a:pt x="665014" y="0"/>
                </a:lnTo>
                <a:lnTo>
                  <a:pt x="679516" y="1662"/>
                </a:lnTo>
                <a:lnTo>
                  <a:pt x="714077" y="23612"/>
                </a:lnTo>
                <a:lnTo>
                  <a:pt x="727354" y="558918"/>
                </a:lnTo>
                <a:lnTo>
                  <a:pt x="725685" y="573362"/>
                </a:lnTo>
                <a:lnTo>
                  <a:pt x="703645" y="607783"/>
                </a:lnTo>
                <a:lnTo>
                  <a:pt x="62343" y="621006"/>
                </a:lnTo>
                <a:lnTo>
                  <a:pt x="47836" y="619344"/>
                </a:lnTo>
                <a:lnTo>
                  <a:pt x="13274" y="597395"/>
                </a:lnTo>
                <a:lnTo>
                  <a:pt x="0" y="62088"/>
                </a:lnTo>
                <a:close/>
              </a:path>
            </a:pathLst>
          </a:custGeom>
          <a:ln w="20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80818" y="2448621"/>
            <a:ext cx="748665" cy="745490"/>
          </a:xfrm>
          <a:custGeom>
            <a:avLst/>
            <a:gdLst/>
            <a:ahLst/>
            <a:cxnLst/>
            <a:rect l="l" t="t" r="r" b="b"/>
            <a:pathLst>
              <a:path w="748664" h="745489">
                <a:moveTo>
                  <a:pt x="0" y="62118"/>
                </a:moveTo>
                <a:lnTo>
                  <a:pt x="13887" y="22856"/>
                </a:lnTo>
                <a:lnTo>
                  <a:pt x="48823" y="1442"/>
                </a:lnTo>
                <a:lnTo>
                  <a:pt x="685793" y="0"/>
                </a:lnTo>
                <a:lnTo>
                  <a:pt x="700290" y="1661"/>
                </a:lnTo>
                <a:lnTo>
                  <a:pt x="734854" y="23600"/>
                </a:lnTo>
                <a:lnTo>
                  <a:pt x="748155" y="683125"/>
                </a:lnTo>
                <a:lnTo>
                  <a:pt x="746485" y="697575"/>
                </a:lnTo>
                <a:lnTo>
                  <a:pt x="724449" y="732004"/>
                </a:lnTo>
                <a:lnTo>
                  <a:pt x="62361" y="745244"/>
                </a:lnTo>
                <a:lnTo>
                  <a:pt x="47855" y="743583"/>
                </a:lnTo>
                <a:lnTo>
                  <a:pt x="13291" y="721644"/>
                </a:lnTo>
                <a:lnTo>
                  <a:pt x="0" y="62118"/>
                </a:lnTo>
                <a:close/>
              </a:path>
            </a:pathLst>
          </a:custGeom>
          <a:ln w="2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00180" y="2697212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92972"/>
                </a:moveTo>
                <a:lnTo>
                  <a:pt x="9640" y="51494"/>
                </a:lnTo>
                <a:lnTo>
                  <a:pt x="35560" y="19669"/>
                </a:lnTo>
                <a:lnTo>
                  <a:pt x="73260" y="1980"/>
                </a:lnTo>
                <a:lnTo>
                  <a:pt x="87667" y="0"/>
                </a:lnTo>
                <a:lnTo>
                  <a:pt x="103377" y="1008"/>
                </a:lnTo>
                <a:lnTo>
                  <a:pt x="144207" y="15510"/>
                </a:lnTo>
                <a:lnTo>
                  <a:pt x="173004" y="44046"/>
                </a:lnTo>
                <a:lnTo>
                  <a:pt x="186449" y="82522"/>
                </a:lnTo>
                <a:lnTo>
                  <a:pt x="185588" y="98930"/>
                </a:lnTo>
                <a:lnTo>
                  <a:pt x="171940" y="141062"/>
                </a:lnTo>
                <a:lnTo>
                  <a:pt x="144682" y="170615"/>
                </a:lnTo>
                <a:lnTo>
                  <a:pt x="107657" y="185100"/>
                </a:lnTo>
                <a:lnTo>
                  <a:pt x="93809" y="186150"/>
                </a:lnTo>
                <a:lnTo>
                  <a:pt x="79077" y="185031"/>
                </a:lnTo>
                <a:lnTo>
                  <a:pt x="40072" y="169575"/>
                </a:lnTo>
                <a:lnTo>
                  <a:pt x="12299" y="139432"/>
                </a:lnTo>
                <a:lnTo>
                  <a:pt x="192" y="99055"/>
                </a:lnTo>
                <a:lnTo>
                  <a:pt x="0" y="92972"/>
                </a:lnTo>
                <a:close/>
              </a:path>
            </a:pathLst>
          </a:custGeom>
          <a:ln w="2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54696" y="2800527"/>
            <a:ext cx="125095" cy="0"/>
          </a:xfrm>
          <a:custGeom>
            <a:avLst/>
            <a:gdLst/>
            <a:ahLst/>
            <a:cxnLst/>
            <a:rect l="l" t="t" r="r" b="b"/>
            <a:pathLst>
              <a:path w="125094">
                <a:moveTo>
                  <a:pt x="0" y="0"/>
                </a:moveTo>
                <a:lnTo>
                  <a:pt x="124686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23612" y="2800527"/>
            <a:ext cx="436880" cy="0"/>
          </a:xfrm>
          <a:custGeom>
            <a:avLst/>
            <a:gdLst/>
            <a:ahLst/>
            <a:cxnLst/>
            <a:rect l="l" t="t" r="r" b="b"/>
            <a:pathLst>
              <a:path w="436879">
                <a:moveTo>
                  <a:pt x="0" y="0"/>
                </a:moveTo>
                <a:lnTo>
                  <a:pt x="436439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28973" y="2800527"/>
            <a:ext cx="706755" cy="0"/>
          </a:xfrm>
          <a:custGeom>
            <a:avLst/>
            <a:gdLst/>
            <a:ahLst/>
            <a:cxnLst/>
            <a:rect l="l" t="t" r="r" b="b"/>
            <a:pathLst>
              <a:path w="706754">
                <a:moveTo>
                  <a:pt x="0" y="0"/>
                </a:moveTo>
                <a:lnTo>
                  <a:pt x="70656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07120" y="2691658"/>
            <a:ext cx="260350" cy="139065"/>
          </a:xfrm>
          <a:custGeom>
            <a:avLst/>
            <a:gdLst/>
            <a:ahLst/>
            <a:cxnLst/>
            <a:rect l="l" t="t" r="r" b="b"/>
            <a:pathLst>
              <a:path w="260350" h="139064">
                <a:moveTo>
                  <a:pt x="11783" y="0"/>
                </a:moveTo>
                <a:lnTo>
                  <a:pt x="1514" y="49344"/>
                </a:lnTo>
                <a:lnTo>
                  <a:pt x="0" y="75226"/>
                </a:lnTo>
                <a:lnTo>
                  <a:pt x="290" y="88925"/>
                </a:lnTo>
                <a:lnTo>
                  <a:pt x="1163" y="102053"/>
                </a:lnTo>
                <a:lnTo>
                  <a:pt x="2606" y="114686"/>
                </a:lnTo>
                <a:lnTo>
                  <a:pt x="4602" y="126903"/>
                </a:lnTo>
                <a:lnTo>
                  <a:pt x="7136" y="138781"/>
                </a:lnTo>
                <a:lnTo>
                  <a:pt x="259768" y="77815"/>
                </a:lnTo>
                <a:lnTo>
                  <a:pt x="117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87203" y="280052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587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39253" y="3380161"/>
            <a:ext cx="810895" cy="455930"/>
          </a:xfrm>
          <a:custGeom>
            <a:avLst/>
            <a:gdLst/>
            <a:ahLst/>
            <a:cxnLst/>
            <a:rect l="l" t="t" r="r" b="b"/>
            <a:pathLst>
              <a:path w="810895" h="455929">
                <a:moveTo>
                  <a:pt x="0" y="62088"/>
                </a:moveTo>
                <a:lnTo>
                  <a:pt x="13897" y="22835"/>
                </a:lnTo>
                <a:lnTo>
                  <a:pt x="48844" y="1433"/>
                </a:lnTo>
                <a:lnTo>
                  <a:pt x="748155" y="0"/>
                </a:lnTo>
                <a:lnTo>
                  <a:pt x="762656" y="1662"/>
                </a:lnTo>
                <a:lnTo>
                  <a:pt x="797213" y="23615"/>
                </a:lnTo>
                <a:lnTo>
                  <a:pt x="810486" y="393308"/>
                </a:lnTo>
                <a:lnTo>
                  <a:pt x="808817" y="407761"/>
                </a:lnTo>
                <a:lnTo>
                  <a:pt x="786787" y="442195"/>
                </a:lnTo>
                <a:lnTo>
                  <a:pt x="62330" y="455424"/>
                </a:lnTo>
                <a:lnTo>
                  <a:pt x="47832" y="453762"/>
                </a:lnTo>
                <a:lnTo>
                  <a:pt x="13279" y="431814"/>
                </a:lnTo>
                <a:lnTo>
                  <a:pt x="0" y="62088"/>
                </a:lnTo>
                <a:close/>
              </a:path>
            </a:pathLst>
          </a:custGeom>
          <a:ln w="20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44773" y="2872983"/>
            <a:ext cx="139700" cy="259079"/>
          </a:xfrm>
          <a:custGeom>
            <a:avLst/>
            <a:gdLst/>
            <a:ahLst/>
            <a:cxnLst/>
            <a:rect l="l" t="t" r="r" b="b"/>
            <a:pathLst>
              <a:path w="139700" h="259080">
                <a:moveTo>
                  <a:pt x="69677" y="0"/>
                </a:moveTo>
                <a:lnTo>
                  <a:pt x="0" y="249509"/>
                </a:lnTo>
                <a:lnTo>
                  <a:pt x="12125" y="252503"/>
                </a:lnTo>
                <a:lnTo>
                  <a:pt x="24470" y="254933"/>
                </a:lnTo>
                <a:lnTo>
                  <a:pt x="37022" y="256783"/>
                </a:lnTo>
                <a:lnTo>
                  <a:pt x="49768" y="258039"/>
                </a:lnTo>
                <a:lnTo>
                  <a:pt x="62695" y="258685"/>
                </a:lnTo>
                <a:lnTo>
                  <a:pt x="77375" y="258453"/>
                </a:lnTo>
                <a:lnTo>
                  <a:pt x="116337" y="254597"/>
                </a:lnTo>
                <a:lnTo>
                  <a:pt x="139335" y="249518"/>
                </a:lnTo>
                <a:lnTo>
                  <a:pt x="696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04075" y="3131747"/>
            <a:ext cx="0" cy="1200785"/>
          </a:xfrm>
          <a:custGeom>
            <a:avLst/>
            <a:gdLst/>
            <a:ahLst/>
            <a:cxnLst/>
            <a:rect l="l" t="t" r="r" b="b"/>
            <a:pathLst>
              <a:path h="1200785">
                <a:moveTo>
                  <a:pt x="0" y="1200653"/>
                </a:moveTo>
                <a:lnTo>
                  <a:pt x="0" y="0"/>
                </a:lnTo>
              </a:path>
            </a:pathLst>
          </a:custGeom>
          <a:ln w="207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16202" y="2779841"/>
            <a:ext cx="0" cy="2194560"/>
          </a:xfrm>
          <a:custGeom>
            <a:avLst/>
            <a:gdLst/>
            <a:ahLst/>
            <a:cxnLst/>
            <a:rect l="l" t="t" r="r" b="b"/>
            <a:pathLst>
              <a:path h="2194560">
                <a:moveTo>
                  <a:pt x="0" y="0"/>
                </a:moveTo>
                <a:lnTo>
                  <a:pt x="0" y="2194279"/>
                </a:lnTo>
              </a:path>
            </a:pathLst>
          </a:custGeom>
          <a:ln w="207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53270" y="2697212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92972"/>
                </a:moveTo>
                <a:lnTo>
                  <a:pt x="9640" y="51494"/>
                </a:lnTo>
                <a:lnTo>
                  <a:pt x="35561" y="19669"/>
                </a:lnTo>
                <a:lnTo>
                  <a:pt x="73261" y="1980"/>
                </a:lnTo>
                <a:lnTo>
                  <a:pt x="87668" y="0"/>
                </a:lnTo>
                <a:lnTo>
                  <a:pt x="103380" y="1008"/>
                </a:lnTo>
                <a:lnTo>
                  <a:pt x="144213" y="15508"/>
                </a:lnTo>
                <a:lnTo>
                  <a:pt x="173013" y="44041"/>
                </a:lnTo>
                <a:lnTo>
                  <a:pt x="186460" y="82513"/>
                </a:lnTo>
                <a:lnTo>
                  <a:pt x="185600" y="98915"/>
                </a:lnTo>
                <a:lnTo>
                  <a:pt x="171955" y="141041"/>
                </a:lnTo>
                <a:lnTo>
                  <a:pt x="144699" y="170602"/>
                </a:lnTo>
                <a:lnTo>
                  <a:pt x="107675" y="185097"/>
                </a:lnTo>
                <a:lnTo>
                  <a:pt x="93826" y="186150"/>
                </a:lnTo>
                <a:lnTo>
                  <a:pt x="79092" y="185031"/>
                </a:lnTo>
                <a:lnTo>
                  <a:pt x="40081" y="169570"/>
                </a:lnTo>
                <a:lnTo>
                  <a:pt x="12305" y="139426"/>
                </a:lnTo>
                <a:lnTo>
                  <a:pt x="193" y="99065"/>
                </a:lnTo>
                <a:lnTo>
                  <a:pt x="0" y="92972"/>
                </a:lnTo>
                <a:close/>
              </a:path>
            </a:pathLst>
          </a:custGeom>
          <a:ln w="2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97879" y="2893679"/>
            <a:ext cx="139700" cy="259079"/>
          </a:xfrm>
          <a:custGeom>
            <a:avLst/>
            <a:gdLst/>
            <a:ahLst/>
            <a:cxnLst/>
            <a:rect l="l" t="t" r="r" b="b"/>
            <a:pathLst>
              <a:path w="139700" h="259080">
                <a:moveTo>
                  <a:pt x="69686" y="0"/>
                </a:moveTo>
                <a:lnTo>
                  <a:pt x="0" y="249509"/>
                </a:lnTo>
                <a:lnTo>
                  <a:pt x="12124" y="252502"/>
                </a:lnTo>
                <a:lnTo>
                  <a:pt x="24470" y="254932"/>
                </a:lnTo>
                <a:lnTo>
                  <a:pt x="37023" y="256782"/>
                </a:lnTo>
                <a:lnTo>
                  <a:pt x="49770" y="258038"/>
                </a:lnTo>
                <a:lnTo>
                  <a:pt x="62696" y="258684"/>
                </a:lnTo>
                <a:lnTo>
                  <a:pt x="77376" y="258453"/>
                </a:lnTo>
                <a:lnTo>
                  <a:pt x="116338" y="254596"/>
                </a:lnTo>
                <a:lnTo>
                  <a:pt x="139335" y="249515"/>
                </a:lnTo>
                <a:lnTo>
                  <a:pt x="69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87013" y="2800527"/>
            <a:ext cx="166370" cy="0"/>
          </a:xfrm>
          <a:custGeom>
            <a:avLst/>
            <a:gdLst/>
            <a:ahLst/>
            <a:cxnLst/>
            <a:rect l="l" t="t" r="r" b="b"/>
            <a:pathLst>
              <a:path w="166369">
                <a:moveTo>
                  <a:pt x="166256" y="0"/>
                </a:moveTo>
                <a:lnTo>
                  <a:pt x="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7177" y="4974120"/>
            <a:ext cx="4738370" cy="0"/>
          </a:xfrm>
          <a:custGeom>
            <a:avLst/>
            <a:gdLst/>
            <a:ahLst/>
            <a:cxnLst/>
            <a:rect l="l" t="t" r="r" b="b"/>
            <a:pathLst>
              <a:path w="4738370">
                <a:moveTo>
                  <a:pt x="4738226" y="0"/>
                </a:moveTo>
                <a:lnTo>
                  <a:pt x="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24872" y="43324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81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70507" y="3628576"/>
            <a:ext cx="1746250" cy="0"/>
          </a:xfrm>
          <a:custGeom>
            <a:avLst/>
            <a:gdLst/>
            <a:ahLst/>
            <a:cxnLst/>
            <a:rect l="l" t="t" r="r" b="b"/>
            <a:pathLst>
              <a:path w="1746250">
                <a:moveTo>
                  <a:pt x="1745664" y="0"/>
                </a:moveTo>
                <a:lnTo>
                  <a:pt x="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36588" y="2697212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92972"/>
                </a:moveTo>
                <a:lnTo>
                  <a:pt x="9640" y="51494"/>
                </a:lnTo>
                <a:lnTo>
                  <a:pt x="35560" y="19669"/>
                </a:lnTo>
                <a:lnTo>
                  <a:pt x="73260" y="1980"/>
                </a:lnTo>
                <a:lnTo>
                  <a:pt x="87667" y="0"/>
                </a:lnTo>
                <a:lnTo>
                  <a:pt x="103377" y="1008"/>
                </a:lnTo>
                <a:lnTo>
                  <a:pt x="144207" y="15510"/>
                </a:lnTo>
                <a:lnTo>
                  <a:pt x="173004" y="44046"/>
                </a:lnTo>
                <a:lnTo>
                  <a:pt x="186449" y="82522"/>
                </a:lnTo>
                <a:lnTo>
                  <a:pt x="185588" y="98925"/>
                </a:lnTo>
                <a:lnTo>
                  <a:pt x="171936" y="141047"/>
                </a:lnTo>
                <a:lnTo>
                  <a:pt x="144670" y="170595"/>
                </a:lnTo>
                <a:lnTo>
                  <a:pt x="107635" y="185073"/>
                </a:lnTo>
                <a:lnTo>
                  <a:pt x="93784" y="186119"/>
                </a:lnTo>
                <a:lnTo>
                  <a:pt x="79055" y="185000"/>
                </a:lnTo>
                <a:lnTo>
                  <a:pt x="40053" y="169537"/>
                </a:lnTo>
                <a:lnTo>
                  <a:pt x="12284" y="139385"/>
                </a:lnTo>
                <a:lnTo>
                  <a:pt x="189" y="99008"/>
                </a:lnTo>
                <a:lnTo>
                  <a:pt x="0" y="92972"/>
                </a:lnTo>
                <a:close/>
              </a:path>
            </a:pathLst>
          </a:custGeom>
          <a:ln w="2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40483" y="2945451"/>
            <a:ext cx="0" cy="683260"/>
          </a:xfrm>
          <a:custGeom>
            <a:avLst/>
            <a:gdLst/>
            <a:ahLst/>
            <a:cxnLst/>
            <a:rect l="l" t="t" r="r" b="b"/>
            <a:pathLst>
              <a:path h="683260">
                <a:moveTo>
                  <a:pt x="0" y="683125"/>
                </a:moveTo>
                <a:lnTo>
                  <a:pt x="0" y="0"/>
                </a:lnTo>
              </a:path>
            </a:pathLst>
          </a:custGeom>
          <a:ln w="207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40483" y="3628576"/>
            <a:ext cx="499109" cy="0"/>
          </a:xfrm>
          <a:custGeom>
            <a:avLst/>
            <a:gdLst/>
            <a:ahLst/>
            <a:cxnLst/>
            <a:rect l="l" t="t" r="r" b="b"/>
            <a:pathLst>
              <a:path w="499110">
                <a:moveTo>
                  <a:pt x="0" y="0"/>
                </a:moveTo>
                <a:lnTo>
                  <a:pt x="49877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81186" y="2872983"/>
            <a:ext cx="139700" cy="259079"/>
          </a:xfrm>
          <a:custGeom>
            <a:avLst/>
            <a:gdLst/>
            <a:ahLst/>
            <a:cxnLst/>
            <a:rect l="l" t="t" r="r" b="b"/>
            <a:pathLst>
              <a:path w="139700" h="259080">
                <a:moveTo>
                  <a:pt x="69677" y="0"/>
                </a:moveTo>
                <a:lnTo>
                  <a:pt x="0" y="249478"/>
                </a:lnTo>
                <a:lnTo>
                  <a:pt x="12124" y="252486"/>
                </a:lnTo>
                <a:lnTo>
                  <a:pt x="24468" y="254924"/>
                </a:lnTo>
                <a:lnTo>
                  <a:pt x="37020" y="256780"/>
                </a:lnTo>
                <a:lnTo>
                  <a:pt x="49765" y="258038"/>
                </a:lnTo>
                <a:lnTo>
                  <a:pt x="62691" y="258684"/>
                </a:lnTo>
                <a:lnTo>
                  <a:pt x="77377" y="258451"/>
                </a:lnTo>
                <a:lnTo>
                  <a:pt x="116345" y="254582"/>
                </a:lnTo>
                <a:lnTo>
                  <a:pt x="139334" y="249505"/>
                </a:lnTo>
                <a:lnTo>
                  <a:pt x="696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39253" y="4104692"/>
            <a:ext cx="810895" cy="455930"/>
          </a:xfrm>
          <a:custGeom>
            <a:avLst/>
            <a:gdLst/>
            <a:ahLst/>
            <a:cxnLst/>
            <a:rect l="l" t="t" r="r" b="b"/>
            <a:pathLst>
              <a:path w="810895" h="455929">
                <a:moveTo>
                  <a:pt x="0" y="62100"/>
                </a:moveTo>
                <a:lnTo>
                  <a:pt x="13895" y="22838"/>
                </a:lnTo>
                <a:lnTo>
                  <a:pt x="48836" y="1435"/>
                </a:lnTo>
                <a:lnTo>
                  <a:pt x="748155" y="0"/>
                </a:lnTo>
                <a:lnTo>
                  <a:pt x="762655" y="1662"/>
                </a:lnTo>
                <a:lnTo>
                  <a:pt x="797210" y="23611"/>
                </a:lnTo>
                <a:lnTo>
                  <a:pt x="810486" y="393311"/>
                </a:lnTo>
                <a:lnTo>
                  <a:pt x="808817" y="407758"/>
                </a:lnTo>
                <a:lnTo>
                  <a:pt x="786782" y="442185"/>
                </a:lnTo>
                <a:lnTo>
                  <a:pt x="62330" y="455411"/>
                </a:lnTo>
                <a:lnTo>
                  <a:pt x="47830" y="453749"/>
                </a:lnTo>
                <a:lnTo>
                  <a:pt x="13275" y="431795"/>
                </a:lnTo>
                <a:lnTo>
                  <a:pt x="0" y="62100"/>
                </a:lnTo>
                <a:close/>
              </a:path>
            </a:pathLst>
          </a:custGeom>
          <a:ln w="20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91479" y="2779841"/>
            <a:ext cx="499109" cy="0"/>
          </a:xfrm>
          <a:custGeom>
            <a:avLst/>
            <a:gdLst/>
            <a:ahLst/>
            <a:cxnLst/>
            <a:rect l="l" t="t" r="r" b="b"/>
            <a:pathLst>
              <a:path w="499109">
                <a:moveTo>
                  <a:pt x="498770" y="0"/>
                </a:moveTo>
                <a:lnTo>
                  <a:pt x="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70507" y="4332400"/>
            <a:ext cx="1746250" cy="0"/>
          </a:xfrm>
          <a:custGeom>
            <a:avLst/>
            <a:gdLst/>
            <a:ahLst/>
            <a:cxnLst/>
            <a:rect l="l" t="t" r="r" b="b"/>
            <a:pathLst>
              <a:path w="1746250">
                <a:moveTo>
                  <a:pt x="1745664" y="0"/>
                </a:moveTo>
                <a:lnTo>
                  <a:pt x="0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57177" y="3028256"/>
            <a:ext cx="0" cy="1925320"/>
          </a:xfrm>
          <a:custGeom>
            <a:avLst/>
            <a:gdLst/>
            <a:ahLst/>
            <a:cxnLst/>
            <a:rect l="l" t="t" r="r" b="b"/>
            <a:pathLst>
              <a:path h="1925320">
                <a:moveTo>
                  <a:pt x="0" y="0"/>
                </a:moveTo>
                <a:lnTo>
                  <a:pt x="0" y="1925160"/>
                </a:lnTo>
              </a:path>
            </a:pathLst>
          </a:custGeom>
          <a:ln w="207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193856" y="2817553"/>
            <a:ext cx="801370" cy="872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41275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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i="1" spc="10" dirty="0">
                <a:latin typeface="Times New Roman"/>
                <a:cs typeface="Times New Roman"/>
              </a:rPr>
              <a:t>z</a:t>
            </a:r>
            <a:r>
              <a:rPr sz="1600" i="1" spc="-220" dirty="0">
                <a:latin typeface="Times New Roman"/>
                <a:cs typeface="Times New Roman"/>
              </a:rPr>
              <a:t> </a:t>
            </a:r>
            <a:r>
              <a:rPr sz="1950" spc="-97" baseline="27777" dirty="0">
                <a:latin typeface="Symbol"/>
                <a:cs typeface="Symbol"/>
              </a:rPr>
              <a:t></a:t>
            </a:r>
            <a:r>
              <a:rPr sz="1950" baseline="27777" dirty="0">
                <a:latin typeface="Times New Roman"/>
                <a:cs typeface="Times New Roman"/>
              </a:rPr>
              <a:t>1</a:t>
            </a:r>
            <a:endParaRPr sz="1950" baseline="27777">
              <a:latin typeface="Times New Roman"/>
              <a:cs typeface="Times New Roman"/>
            </a:endParaRPr>
          </a:p>
          <a:p>
            <a:pPr marL="33020" marR="5080" indent="-20955">
              <a:lnSpc>
                <a:spcPts val="1960"/>
              </a:lnSpc>
              <a:spcBef>
                <a:spcPts val="720"/>
              </a:spcBef>
            </a:pPr>
            <a:r>
              <a:rPr sz="1950" dirty="0">
                <a:latin typeface="Times New Roman"/>
                <a:cs typeface="Times New Roman"/>
              </a:rPr>
              <a:t>In</a:t>
            </a:r>
            <a:r>
              <a:rPr sz="1950" spc="105" dirty="0">
                <a:latin typeface="Times New Roman"/>
                <a:cs typeface="Times New Roman"/>
              </a:rPr>
              <a:t>t</a:t>
            </a:r>
            <a:r>
              <a:rPr sz="1950" spc="110" dirty="0">
                <a:latin typeface="Times New Roman"/>
                <a:cs typeface="Times New Roman"/>
              </a:rPr>
              <a:t>e</a:t>
            </a:r>
            <a:r>
              <a:rPr sz="1950" spc="-165" dirty="0">
                <a:latin typeface="Times New Roman"/>
                <a:cs typeface="Times New Roman"/>
              </a:rPr>
              <a:t>g</a:t>
            </a:r>
            <a:r>
              <a:rPr sz="1950" dirty="0">
                <a:latin typeface="Times New Roman"/>
                <a:cs typeface="Times New Roman"/>
              </a:rPr>
              <a:t>r</a:t>
            </a:r>
            <a:r>
              <a:rPr sz="1950" spc="-55" dirty="0">
                <a:latin typeface="Times New Roman"/>
                <a:cs typeface="Times New Roman"/>
              </a:rPr>
              <a:t>a</a:t>
            </a:r>
            <a:r>
              <a:rPr sz="1950" dirty="0">
                <a:latin typeface="Times New Roman"/>
                <a:cs typeface="Times New Roman"/>
              </a:rPr>
              <a:t>l </a:t>
            </a:r>
            <a:r>
              <a:rPr sz="1950" spc="-55" dirty="0">
                <a:latin typeface="Times New Roman"/>
                <a:cs typeface="Times New Roman"/>
              </a:rPr>
              <a:t>c</a:t>
            </a:r>
            <a:r>
              <a:rPr sz="1950" dirty="0">
                <a:latin typeface="Times New Roman"/>
                <a:cs typeface="Times New Roman"/>
              </a:rPr>
              <a:t>o</a:t>
            </a:r>
            <a:r>
              <a:rPr sz="1950" spc="160" dirty="0">
                <a:latin typeface="Times New Roman"/>
                <a:cs typeface="Times New Roman"/>
              </a:rPr>
              <a:t>n</a:t>
            </a:r>
            <a:r>
              <a:rPr sz="1950" spc="105" dirty="0">
                <a:latin typeface="Times New Roman"/>
                <a:cs typeface="Times New Roman"/>
              </a:rPr>
              <a:t>t</a:t>
            </a:r>
            <a:r>
              <a:rPr sz="1950" dirty="0">
                <a:latin typeface="Times New Roman"/>
                <a:cs typeface="Times New Roman"/>
              </a:rPr>
              <a:t>rol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79839" y="2559172"/>
            <a:ext cx="129539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30463" y="2817553"/>
            <a:ext cx="6350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145" dirty="0">
                <a:latin typeface="Times New Roman"/>
                <a:cs typeface="Times New Roman"/>
              </a:rPr>
              <a:t>G</a:t>
            </a:r>
            <a:r>
              <a:rPr sz="1600" spc="-45" dirty="0">
                <a:latin typeface="Times New Roman"/>
                <a:cs typeface="Times New Roman"/>
              </a:rPr>
              <a:t>(</a:t>
            </a:r>
            <a:r>
              <a:rPr sz="1600" i="1" spc="10" dirty="0">
                <a:latin typeface="Times New Roman"/>
                <a:cs typeface="Times New Roman"/>
              </a:rPr>
              <a:t>z</a:t>
            </a:r>
            <a:r>
              <a:rPr sz="1600" i="1" spc="-220" dirty="0">
                <a:latin typeface="Times New Roman"/>
                <a:cs typeface="Times New Roman"/>
              </a:rPr>
              <a:t> </a:t>
            </a:r>
            <a:r>
              <a:rPr sz="1950" spc="142" baseline="27777" dirty="0">
                <a:latin typeface="Symbol"/>
                <a:cs typeface="Symbol"/>
              </a:rPr>
              <a:t></a:t>
            </a:r>
            <a:r>
              <a:rPr sz="1950" baseline="27777" dirty="0">
                <a:latin typeface="Times New Roman"/>
                <a:cs typeface="Times New Roman"/>
              </a:rPr>
              <a:t>1</a:t>
            </a:r>
            <a:r>
              <a:rPr sz="1950" spc="-247" baseline="27777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25117" y="2828260"/>
            <a:ext cx="53149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8945" algn="l"/>
              </a:tabLst>
            </a:pPr>
            <a:r>
              <a:rPr sz="1600" spc="10" dirty="0">
                <a:latin typeface="Times New Roman"/>
                <a:cs typeface="Times New Roman"/>
              </a:rPr>
              <a:t>-	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04340" y="2517744"/>
            <a:ext cx="60007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1600" spc="15" dirty="0">
                <a:latin typeface="Times New Roman"/>
                <a:cs typeface="Times New Roman"/>
              </a:rPr>
              <a:t>+	+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15872" y="2848973"/>
            <a:ext cx="94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69357" y="4181914"/>
            <a:ext cx="1791970" cy="688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540" algn="ctr">
              <a:lnSpc>
                <a:spcPct val="100000"/>
              </a:lnSpc>
            </a:pPr>
            <a:r>
              <a:rPr sz="1950" i="1" spc="105" dirty="0">
                <a:latin typeface="Times New Roman"/>
                <a:cs typeface="Times New Roman"/>
              </a:rPr>
              <a:t>f</a:t>
            </a:r>
            <a:r>
              <a:rPr sz="2175" spc="7" baseline="-19157" dirty="0">
                <a:latin typeface="Times New Roman"/>
                <a:cs typeface="Times New Roman"/>
              </a:rPr>
              <a:t>0</a:t>
            </a:r>
            <a:endParaRPr sz="2175" baseline="-1915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950" spc="50" dirty="0">
                <a:latin typeface="Times New Roman"/>
                <a:cs typeface="Times New Roman"/>
              </a:rPr>
              <a:t>P</a:t>
            </a:r>
            <a:r>
              <a:rPr sz="1950" dirty="0">
                <a:latin typeface="Times New Roman"/>
                <a:cs typeface="Times New Roman"/>
              </a:rPr>
              <a:t>r</a:t>
            </a:r>
            <a:r>
              <a:rPr sz="1950" spc="160" dirty="0">
                <a:latin typeface="Times New Roman"/>
                <a:cs typeface="Times New Roman"/>
              </a:rPr>
              <a:t>op</a:t>
            </a:r>
            <a:r>
              <a:rPr sz="1950" dirty="0">
                <a:latin typeface="Times New Roman"/>
                <a:cs typeface="Times New Roman"/>
              </a:rPr>
              <a:t>or</a:t>
            </a:r>
            <a:r>
              <a:rPr sz="1950" spc="105" dirty="0">
                <a:latin typeface="Times New Roman"/>
                <a:cs typeface="Times New Roman"/>
              </a:rPr>
              <a:t>t</a:t>
            </a:r>
            <a:r>
              <a:rPr sz="1950" spc="-55" dirty="0">
                <a:latin typeface="Times New Roman"/>
                <a:cs typeface="Times New Roman"/>
              </a:rPr>
              <a:t>i</a:t>
            </a:r>
            <a:r>
              <a:rPr sz="1950" dirty="0">
                <a:latin typeface="Times New Roman"/>
                <a:cs typeface="Times New Roman"/>
              </a:rPr>
              <a:t>o</a:t>
            </a:r>
            <a:r>
              <a:rPr sz="1950" spc="160" dirty="0">
                <a:latin typeface="Times New Roman"/>
                <a:cs typeface="Times New Roman"/>
              </a:rPr>
              <a:t>n</a:t>
            </a:r>
            <a:r>
              <a:rPr sz="1950" spc="-55" dirty="0">
                <a:latin typeface="Times New Roman"/>
                <a:cs typeface="Times New Roman"/>
              </a:rPr>
              <a:t>a</a:t>
            </a:r>
            <a:r>
              <a:rPr sz="1950" dirty="0">
                <a:latin typeface="Times New Roman"/>
                <a:cs typeface="Times New Roman"/>
              </a:rPr>
              <a:t>l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-165" dirty="0">
                <a:latin typeface="Times New Roman"/>
                <a:cs typeface="Times New Roman"/>
              </a:rPr>
              <a:t>g</a:t>
            </a:r>
            <a:r>
              <a:rPr sz="1950" spc="-55" dirty="0">
                <a:latin typeface="Times New Roman"/>
                <a:cs typeface="Times New Roman"/>
              </a:rPr>
              <a:t>ai</a:t>
            </a:r>
            <a:r>
              <a:rPr sz="1950" dirty="0">
                <a:latin typeface="Times New Roman"/>
                <a:cs typeface="Times New Roman"/>
              </a:rPr>
              <a:t>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88895" y="3478092"/>
            <a:ext cx="753110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6590" algn="l"/>
              </a:tabLst>
            </a:pPr>
            <a:r>
              <a:rPr sz="1950" i="1" spc="-385" dirty="0">
                <a:latin typeface="Times New Roman"/>
                <a:cs typeface="Times New Roman"/>
              </a:rPr>
              <a:t>F</a:t>
            </a:r>
            <a:r>
              <a:rPr sz="2175" spc="127" baseline="-19157" dirty="0">
                <a:latin typeface="Times New Roman"/>
                <a:cs typeface="Times New Roman"/>
              </a:rPr>
              <a:t>1</a:t>
            </a:r>
            <a:r>
              <a:rPr sz="1950" spc="160" dirty="0">
                <a:latin typeface="Times New Roman"/>
                <a:cs typeface="Times New Roman"/>
              </a:rPr>
              <a:t>(</a:t>
            </a:r>
            <a:r>
              <a:rPr sz="1950" i="1" dirty="0">
                <a:latin typeface="Times New Roman"/>
                <a:cs typeface="Times New Roman"/>
              </a:rPr>
              <a:t>z	</a:t>
            </a:r>
            <a:r>
              <a:rPr sz="195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04541" y="3400881"/>
            <a:ext cx="222885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Symbol"/>
                <a:cs typeface="Symbol"/>
              </a:rPr>
              <a:t></a:t>
            </a: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89097" y="2448648"/>
            <a:ext cx="6908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-55" dirty="0">
                <a:latin typeface="Times New Roman"/>
                <a:cs typeface="Times New Roman"/>
              </a:rPr>
              <a:t>B</a:t>
            </a:r>
            <a:r>
              <a:rPr sz="1950" spc="160" dirty="0">
                <a:latin typeface="Times New Roman"/>
                <a:cs typeface="Times New Roman"/>
              </a:rPr>
              <a:t>(</a:t>
            </a:r>
            <a:r>
              <a:rPr sz="1950" i="1" spc="50" dirty="0">
                <a:latin typeface="Times New Roman"/>
                <a:cs typeface="Times New Roman"/>
              </a:rPr>
              <a:t>z</a:t>
            </a:r>
            <a:r>
              <a:rPr sz="2175" spc="15" baseline="30651" dirty="0">
                <a:latin typeface="Symbol"/>
                <a:cs typeface="Symbol"/>
              </a:rPr>
              <a:t></a:t>
            </a:r>
            <a:r>
              <a:rPr sz="2175" spc="7" baseline="30651" dirty="0">
                <a:latin typeface="Times New Roman"/>
                <a:cs typeface="Times New Roman"/>
              </a:rPr>
              <a:t>1</a:t>
            </a:r>
            <a:r>
              <a:rPr sz="2175" spc="-179" baseline="30651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89075" y="2800565"/>
            <a:ext cx="690880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-55" dirty="0">
                <a:latin typeface="Times New Roman"/>
                <a:cs typeface="Times New Roman"/>
              </a:rPr>
              <a:t>A</a:t>
            </a:r>
            <a:r>
              <a:rPr sz="1950" spc="160" dirty="0">
                <a:latin typeface="Times New Roman"/>
                <a:cs typeface="Times New Roman"/>
              </a:rPr>
              <a:t>(</a:t>
            </a:r>
            <a:r>
              <a:rPr sz="1950" i="1" spc="50" dirty="0">
                <a:latin typeface="Times New Roman"/>
                <a:cs typeface="Times New Roman"/>
              </a:rPr>
              <a:t>z</a:t>
            </a:r>
            <a:r>
              <a:rPr sz="2175" spc="15" baseline="38314" dirty="0">
                <a:latin typeface="Symbol"/>
                <a:cs typeface="Symbol"/>
              </a:rPr>
              <a:t></a:t>
            </a:r>
            <a:r>
              <a:rPr sz="2175" spc="7" baseline="38314" dirty="0">
                <a:latin typeface="Times New Roman"/>
                <a:cs typeface="Times New Roman"/>
              </a:rPr>
              <a:t>1</a:t>
            </a:r>
            <a:r>
              <a:rPr sz="2175" spc="-179" baseline="3831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80992" y="2800527"/>
            <a:ext cx="665480" cy="0"/>
          </a:xfrm>
          <a:custGeom>
            <a:avLst/>
            <a:gdLst/>
            <a:ahLst/>
            <a:cxnLst/>
            <a:rect l="l" t="t" r="r" b="b"/>
            <a:pathLst>
              <a:path w="665479">
                <a:moveTo>
                  <a:pt x="0" y="0"/>
                </a:moveTo>
                <a:lnTo>
                  <a:pt x="665026" y="0"/>
                </a:lnTo>
              </a:path>
            </a:pathLst>
          </a:custGeom>
          <a:ln w="20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91170" y="2298134"/>
            <a:ext cx="65659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0"/>
              </a:lnSpc>
            </a:pPr>
            <a:r>
              <a:rPr sz="1950" i="1" spc="-55" dirty="0">
                <a:latin typeface="Times New Roman"/>
                <a:cs typeface="Times New Roman"/>
              </a:rPr>
              <a:t>y</a:t>
            </a:r>
            <a:r>
              <a:rPr sz="2175" i="1" spc="7" baseline="-19157" dirty="0">
                <a:latin typeface="Times New Roman"/>
                <a:cs typeface="Times New Roman"/>
              </a:rPr>
              <a:t>d</a:t>
            </a:r>
            <a:r>
              <a:rPr sz="2175" i="1" spc="-179" baseline="-19157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</a:t>
            </a:r>
            <a:r>
              <a:rPr sz="1950" i="1" dirty="0">
                <a:latin typeface="Times New Roman"/>
                <a:cs typeface="Times New Roman"/>
              </a:rPr>
              <a:t>k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  <a:p>
            <a:pPr marL="95250">
              <a:lnSpc>
                <a:spcPts val="1820"/>
              </a:lnSpc>
              <a:tabLst>
                <a:tab pos="469265" algn="l"/>
                <a:tab pos="643255" algn="l"/>
              </a:tabLst>
            </a:pPr>
            <a:r>
              <a:rPr sz="1600" spc="15" dirty="0">
                <a:latin typeface="Times New Roman"/>
                <a:cs typeface="Times New Roman"/>
              </a:rPr>
              <a:t>+	</a:t>
            </a:r>
            <a:r>
              <a:rPr sz="1600" u="heavy" spc="5" dirty="0">
                <a:latin typeface="Times New Roman"/>
                <a:cs typeface="Times New Roman"/>
              </a:rPr>
              <a:t> 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03471" y="2360237"/>
            <a:ext cx="441325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-55" dirty="0">
                <a:latin typeface="Times New Roman"/>
                <a:cs typeface="Times New Roman"/>
              </a:rPr>
              <a:t>y</a:t>
            </a:r>
            <a:r>
              <a:rPr sz="1950" spc="160" dirty="0">
                <a:latin typeface="Times New Roman"/>
                <a:cs typeface="Times New Roman"/>
              </a:rPr>
              <a:t>(</a:t>
            </a:r>
            <a:r>
              <a:rPr sz="1950" i="1" spc="110" dirty="0">
                <a:latin typeface="Times New Roman"/>
                <a:cs typeface="Times New Roman"/>
              </a:rPr>
              <a:t>k</a:t>
            </a:r>
            <a:r>
              <a:rPr sz="195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2504" y="2401640"/>
            <a:ext cx="462280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dirty="0">
                <a:latin typeface="Times New Roman"/>
                <a:cs typeface="Times New Roman"/>
              </a:rPr>
              <a:t>u</a:t>
            </a:r>
            <a:r>
              <a:rPr sz="1950" dirty="0">
                <a:latin typeface="Times New Roman"/>
                <a:cs typeface="Times New Roman"/>
              </a:rPr>
              <a:t>(</a:t>
            </a:r>
            <a:r>
              <a:rPr sz="1950" i="1" dirty="0">
                <a:latin typeface="Times New Roman"/>
                <a:cs typeface="Times New Roman"/>
              </a:rPr>
              <a:t>k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64005" y="2505157"/>
            <a:ext cx="136525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88681" y="2617231"/>
            <a:ext cx="88265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i="1" dirty="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78332" y="5857650"/>
            <a:ext cx="583565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40" dirty="0">
                <a:latin typeface="Symbol"/>
                <a:cs typeface="Symbol"/>
              </a:rPr>
              <a:t></a:t>
            </a:r>
            <a:r>
              <a:rPr sz="1900" i="1" spc="40" dirty="0">
                <a:latin typeface="Times New Roman"/>
                <a:cs typeface="Times New Roman"/>
              </a:rPr>
              <a:t>m</a:t>
            </a:r>
            <a:r>
              <a:rPr sz="1900" spc="-140" dirty="0">
                <a:latin typeface="Symbol"/>
                <a:cs typeface="Symbol"/>
              </a:rPr>
              <a:t></a:t>
            </a:r>
            <a:r>
              <a:rPr sz="1900" spc="-1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08500" y="5952374"/>
            <a:ext cx="1470025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MT Extra"/>
                <a:cs typeface="MT Extra"/>
              </a:rPr>
              <a:t>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i="1" spc="125" dirty="0">
                <a:latin typeface="Times New Roman"/>
                <a:cs typeface="Times New Roman"/>
              </a:rPr>
              <a:t>g</a:t>
            </a:r>
            <a:r>
              <a:rPr sz="2850" i="1" spc="60" baseline="-16081" dirty="0">
                <a:latin typeface="Times New Roman"/>
                <a:cs typeface="Times New Roman"/>
              </a:rPr>
              <a:t>m</a:t>
            </a:r>
            <a:r>
              <a:rPr sz="2850" spc="-254" baseline="-16081" dirty="0">
                <a:latin typeface="Symbol"/>
                <a:cs typeface="Symbol"/>
              </a:rPr>
              <a:t></a:t>
            </a:r>
            <a:r>
              <a:rPr sz="2850" spc="67" baseline="-16081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14390" y="5857650"/>
            <a:ext cx="259079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70" dirty="0">
                <a:latin typeface="Symbol"/>
                <a:cs typeface="Symbol"/>
              </a:rPr>
              <a:t></a:t>
            </a:r>
            <a:r>
              <a:rPr sz="1900" spc="-1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84621" y="5952374"/>
            <a:ext cx="1830070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19455" algn="l"/>
              </a:tabLst>
            </a:pPr>
            <a:r>
              <a:rPr sz="2200" i="1" spc="75" dirty="0">
                <a:latin typeface="Times New Roman"/>
                <a:cs typeface="Times New Roman"/>
              </a:rPr>
              <a:t>G</a:t>
            </a:r>
            <a:r>
              <a:rPr sz="2200" spc="1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r>
              <a:rPr sz="2200" spc="-3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1</a:t>
            </a:r>
            <a:r>
              <a:rPr sz="2200" spc="-33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i="1" spc="-85" dirty="0">
                <a:latin typeface="Times New Roman"/>
                <a:cs typeface="Times New Roman"/>
              </a:rPr>
              <a:t>g</a:t>
            </a:r>
            <a:r>
              <a:rPr sz="2850" spc="67" baseline="-16081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46445" y="5857650"/>
            <a:ext cx="259079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70" dirty="0">
                <a:latin typeface="Symbol"/>
                <a:cs typeface="Symbol"/>
              </a:rPr>
              <a:t></a:t>
            </a:r>
            <a:r>
              <a:rPr sz="1900" spc="-1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97394" y="5471912"/>
            <a:ext cx="53086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40" dirty="0">
                <a:latin typeface="Symbol"/>
                <a:cs typeface="Symbol"/>
              </a:rPr>
              <a:t></a:t>
            </a:r>
            <a:r>
              <a:rPr sz="1900" i="1" spc="50" dirty="0">
                <a:latin typeface="Times New Roman"/>
                <a:cs typeface="Times New Roman"/>
              </a:rPr>
              <a:t>n</a:t>
            </a:r>
            <a:r>
              <a:rPr sz="1900" spc="-140" dirty="0">
                <a:latin typeface="Symbol"/>
                <a:cs typeface="Symbol"/>
              </a:rPr>
              <a:t></a:t>
            </a:r>
            <a:r>
              <a:rPr sz="1900" spc="-1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02486" y="5566636"/>
            <a:ext cx="1395095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MT Extra"/>
                <a:cs typeface="MT Extra"/>
              </a:rPr>
              <a:t>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40" dirty="0">
                <a:latin typeface="Times New Roman"/>
                <a:cs typeface="Times New Roman"/>
              </a:rPr>
              <a:t> </a:t>
            </a:r>
            <a:r>
              <a:rPr sz="2200" i="1" spc="130" dirty="0">
                <a:latin typeface="Times New Roman"/>
                <a:cs typeface="Times New Roman"/>
              </a:rPr>
              <a:t>f</a:t>
            </a:r>
            <a:r>
              <a:rPr sz="2850" i="1" spc="75" baseline="-16081" dirty="0">
                <a:latin typeface="Times New Roman"/>
                <a:cs typeface="Times New Roman"/>
              </a:rPr>
              <a:t>n</a:t>
            </a:r>
            <a:r>
              <a:rPr sz="2850" spc="-254" baseline="-16081" dirty="0">
                <a:latin typeface="Symbol"/>
                <a:cs typeface="Symbol"/>
              </a:rPr>
              <a:t></a:t>
            </a:r>
            <a:r>
              <a:rPr sz="2850" spc="67" baseline="-16081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09474" y="5471912"/>
            <a:ext cx="1257935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10919" algn="l"/>
              </a:tabLst>
            </a:pPr>
            <a:r>
              <a:rPr sz="1900" spc="-170" dirty="0">
                <a:latin typeface="Symbol"/>
                <a:cs typeface="Symbol"/>
              </a:rPr>
              <a:t></a:t>
            </a:r>
            <a:r>
              <a:rPr sz="1900" spc="-10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70" dirty="0">
                <a:latin typeface="Symbol"/>
                <a:cs typeface="Symbol"/>
              </a:rPr>
              <a:t></a:t>
            </a:r>
            <a:r>
              <a:rPr sz="1900" spc="-1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402064" y="5566636"/>
            <a:ext cx="1506855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65175" algn="l"/>
              </a:tabLst>
            </a:pPr>
            <a:r>
              <a:rPr sz="2200" i="1" spc="-355" dirty="0">
                <a:latin typeface="Times New Roman"/>
                <a:cs typeface="Times New Roman"/>
              </a:rPr>
              <a:t>F</a:t>
            </a:r>
            <a:r>
              <a:rPr sz="2850" spc="112" baseline="-16081" dirty="0">
                <a:latin typeface="Times New Roman"/>
                <a:cs typeface="Times New Roman"/>
              </a:rPr>
              <a:t>1</a:t>
            </a:r>
            <a:r>
              <a:rPr sz="2200" spc="150" dirty="0">
                <a:latin typeface="Times New Roman"/>
                <a:cs typeface="Times New Roman"/>
              </a:rPr>
              <a:t>(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00" dirty="0">
                <a:latin typeface="Times New Roman"/>
                <a:cs typeface="Times New Roman"/>
              </a:rPr>
              <a:t> </a:t>
            </a:r>
            <a:r>
              <a:rPr sz="2200" i="1" spc="-75" dirty="0">
                <a:latin typeface="Times New Roman"/>
                <a:cs typeface="Times New Roman"/>
              </a:rPr>
              <a:t>f</a:t>
            </a:r>
            <a:r>
              <a:rPr sz="2850" spc="67" baseline="-16081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z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90" dirty="0"/>
              <a:t>R</a:t>
            </a:r>
            <a:r>
              <a:rPr spc="-15" dirty="0"/>
              <a:t>e</a:t>
            </a:r>
            <a:r>
              <a:rPr spc="-35" dirty="0"/>
              <a:t>c</a:t>
            </a:r>
            <a:r>
              <a:rPr spc="-10" dirty="0"/>
              <a:t>a</a:t>
            </a:r>
            <a:r>
              <a:rPr dirty="0"/>
              <a:t>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8067" y="2195248"/>
            <a:ext cx="6424930" cy="3908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557655" indent="-228600">
              <a:lnSpc>
                <a:spcPts val="29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700" spc="-25" dirty="0">
                <a:latin typeface="Calibri"/>
                <a:cs typeface="Calibri"/>
              </a:rPr>
              <a:t>N</a:t>
            </a:r>
            <a:r>
              <a:rPr sz="2700" spc="-35" dirty="0">
                <a:latin typeface="Calibri"/>
                <a:cs typeface="Calibri"/>
              </a:rPr>
              <a:t>M</a:t>
            </a:r>
            <a:r>
              <a:rPr sz="2700" spc="-5" dirty="0">
                <a:latin typeface="Calibri"/>
                <a:cs typeface="Calibri"/>
              </a:rPr>
              <a:t>SS</a:t>
            </a:r>
            <a:r>
              <a:rPr sz="2700" spc="-20" dirty="0">
                <a:latin typeface="Calibri"/>
                <a:cs typeface="Calibri"/>
              </a:rPr>
              <a:t>/</a:t>
            </a:r>
            <a:r>
              <a:rPr sz="2700" spc="-10" dirty="0">
                <a:latin typeface="Calibri"/>
                <a:cs typeface="Calibri"/>
              </a:rPr>
              <a:t>P</a:t>
            </a:r>
            <a:r>
              <a:rPr sz="2700" spc="-15" dirty="0">
                <a:latin typeface="Calibri"/>
                <a:cs typeface="Calibri"/>
              </a:rPr>
              <a:t>IP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Calibri"/>
                <a:cs typeface="Calibri"/>
              </a:rPr>
              <a:t>c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spc="-20" dirty="0">
                <a:latin typeface="Calibri"/>
                <a:cs typeface="Calibri"/>
              </a:rPr>
              <a:t>n</a:t>
            </a:r>
            <a:r>
              <a:rPr sz="2700" spc="-15" dirty="0">
                <a:latin typeface="Calibri"/>
                <a:cs typeface="Calibri"/>
              </a:rPr>
              <a:t>t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l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Calibri"/>
                <a:cs typeface="Calibri"/>
              </a:rPr>
              <a:t>e</a:t>
            </a:r>
            <a:r>
              <a:rPr sz="2700" spc="-50" dirty="0">
                <a:latin typeface="Calibri"/>
                <a:cs typeface="Calibri"/>
              </a:rPr>
              <a:t>x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m</a:t>
            </a:r>
            <a:r>
              <a:rPr sz="2700" dirty="0">
                <a:latin typeface="Calibri"/>
                <a:cs typeface="Calibri"/>
              </a:rPr>
              <a:t>pl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f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b="1" spc="-5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700" b="1" spc="-30" dirty="0">
                <a:solidFill>
                  <a:srgbClr val="C00000"/>
                </a:solidFill>
                <a:latin typeface="Calibri"/>
                <a:cs typeface="Calibri"/>
              </a:rPr>
              <a:t>ta</a:t>
            </a:r>
            <a:r>
              <a:rPr sz="2700" b="1" spc="-5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7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b="1" spc="-4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700" b="1" spc="-1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700" b="1" spc="-2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700" b="1" spc="-1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7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b="1" spc="-3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ee</a:t>
            </a:r>
            <a:r>
              <a:rPr sz="2700" b="1" spc="-25" dirty="0">
                <a:solidFill>
                  <a:srgbClr val="C00000"/>
                </a:solidFill>
                <a:latin typeface="Calibri"/>
                <a:cs typeface="Calibri"/>
              </a:rPr>
              <a:t>db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ac</a:t>
            </a:r>
            <a:r>
              <a:rPr sz="2700" b="1" spc="-15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endParaRPr sz="2700">
              <a:latin typeface="Calibri"/>
              <a:cs typeface="Calibri"/>
            </a:endParaRPr>
          </a:p>
          <a:p>
            <a:pPr marL="241300" indent="-228600">
              <a:lnSpc>
                <a:spcPts val="3080"/>
              </a:lnSpc>
              <a:spcBef>
                <a:spcPts val="6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700" spc="-5" dirty="0">
                <a:latin typeface="Calibri"/>
                <a:cs typeface="Calibri"/>
              </a:rPr>
              <a:t>S</a:t>
            </a:r>
            <a:r>
              <a:rPr sz="2700" spc="-55" dirty="0">
                <a:latin typeface="Calibri"/>
                <a:cs typeface="Calibri"/>
              </a:rPr>
              <a:t>t</a:t>
            </a:r>
            <a:r>
              <a:rPr sz="2700" spc="-15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t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Calibri"/>
                <a:cs typeface="Calibri"/>
              </a:rPr>
              <a:t>v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bl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Calibri"/>
                <a:cs typeface="Calibri"/>
              </a:rPr>
              <a:t>f</a:t>
            </a:r>
            <a:r>
              <a:rPr sz="2700" spc="-20" dirty="0">
                <a:latin typeface="Calibri"/>
                <a:cs typeface="Calibri"/>
              </a:rPr>
              <a:t>ee</a:t>
            </a:r>
            <a:r>
              <a:rPr sz="2700" dirty="0">
                <a:latin typeface="Calibri"/>
                <a:cs typeface="Calibri"/>
              </a:rPr>
              <a:t>db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c</a:t>
            </a:r>
            <a:r>
              <a:rPr sz="2700" spc="-15" dirty="0">
                <a:latin typeface="Calibri"/>
                <a:cs typeface="Calibri"/>
              </a:rPr>
              <a:t>k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Calibri"/>
                <a:cs typeface="Calibri"/>
              </a:rPr>
              <a:t>e</a:t>
            </a:r>
            <a:r>
              <a:rPr sz="2700" spc="-50" dirty="0">
                <a:latin typeface="Calibri"/>
                <a:cs typeface="Calibri"/>
              </a:rPr>
              <a:t>x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m</a:t>
            </a:r>
            <a:r>
              <a:rPr sz="2700" dirty="0">
                <a:latin typeface="Calibri"/>
                <a:cs typeface="Calibri"/>
              </a:rPr>
              <a:t>pl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endParaRPr sz="2700">
              <a:latin typeface="Calibri"/>
              <a:cs typeface="Calibri"/>
            </a:endParaRPr>
          </a:p>
          <a:p>
            <a:pPr marL="241300">
              <a:lnSpc>
                <a:spcPts val="3080"/>
              </a:lnSpc>
            </a:pP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700" b="1" spc="-2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700" b="1" spc="-1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700" b="1" spc="-2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7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7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7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7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700" b="1" spc="-4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700" b="1" spc="-4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700" b="1" spc="-10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endParaRPr sz="2700">
              <a:latin typeface="Calibri"/>
              <a:cs typeface="Calibri"/>
            </a:endParaRPr>
          </a:p>
          <a:p>
            <a:pPr marL="241300" marR="5080" indent="-228600">
              <a:lnSpc>
                <a:spcPts val="2920"/>
              </a:lnSpc>
              <a:spcBef>
                <a:spcPts val="102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700" spc="-35" dirty="0">
                <a:latin typeface="Calibri"/>
                <a:cs typeface="Calibri"/>
              </a:rPr>
              <a:t>M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20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l</a:t>
            </a:r>
            <a:r>
              <a:rPr sz="2700" spc="-10" dirty="0">
                <a:latin typeface="Calibri"/>
                <a:cs typeface="Calibri"/>
              </a:rPr>
              <a:t>-</a:t>
            </a:r>
            <a:r>
              <a:rPr sz="2700" dirty="0">
                <a:latin typeface="Calibri"/>
                <a:cs typeface="Calibri"/>
              </a:rPr>
              <a:t>b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20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Calibri"/>
                <a:cs typeface="Calibri"/>
              </a:rPr>
              <a:t>c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spc="-20" dirty="0">
                <a:latin typeface="Calibri"/>
                <a:cs typeface="Calibri"/>
              </a:rPr>
              <a:t>n</a:t>
            </a:r>
            <a:r>
              <a:rPr sz="2700" spc="-15" dirty="0">
                <a:latin typeface="Calibri"/>
                <a:cs typeface="Calibri"/>
              </a:rPr>
              <a:t>t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l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alibri"/>
                <a:cs typeface="Calibri"/>
              </a:rPr>
              <a:t>p</a:t>
            </a:r>
            <a:r>
              <a:rPr sz="2700" spc="-45" dirty="0">
                <a:latin typeface="Calibri"/>
                <a:cs typeface="Calibri"/>
              </a:rPr>
              <a:t>r</a:t>
            </a:r>
            <a:r>
              <a:rPr sz="2700" spc="-25" dirty="0">
                <a:latin typeface="Calibri"/>
                <a:cs typeface="Calibri"/>
              </a:rPr>
              <a:t>o</a:t>
            </a:r>
            <a:r>
              <a:rPr sz="2700" spc="-15" dirty="0">
                <a:latin typeface="Calibri"/>
                <a:cs typeface="Calibri"/>
              </a:rPr>
              <a:t>v</a:t>
            </a:r>
            <a:r>
              <a:rPr sz="2700" dirty="0">
                <a:latin typeface="Calibri"/>
                <a:cs typeface="Calibri"/>
              </a:rPr>
              <a:t>id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Calibri"/>
                <a:cs typeface="Calibri"/>
              </a:rPr>
              <a:t>qu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n</a:t>
            </a:r>
            <a:r>
              <a:rPr sz="2700" spc="-15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-45" dirty="0">
                <a:latin typeface="Calibri"/>
                <a:cs typeface="Calibri"/>
              </a:rPr>
              <a:t>t</a:t>
            </a:r>
            <a:r>
              <a:rPr sz="2700" spc="-15" dirty="0">
                <a:latin typeface="Calibri"/>
                <a:cs typeface="Calibri"/>
              </a:rPr>
              <a:t>at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-20" dirty="0">
                <a:latin typeface="Calibri"/>
                <a:cs typeface="Calibri"/>
              </a:rPr>
              <a:t>v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pp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c</a:t>
            </a:r>
            <a:r>
              <a:rPr sz="2700" dirty="0">
                <a:latin typeface="Calibri"/>
                <a:cs typeface="Calibri"/>
              </a:rPr>
              <a:t>h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Calibri"/>
                <a:cs typeface="Calibri"/>
              </a:rPr>
              <a:t>f</a:t>
            </a:r>
            <a:r>
              <a:rPr sz="2700" spc="-20" dirty="0">
                <a:latin typeface="Calibri"/>
                <a:cs typeface="Calibri"/>
              </a:rPr>
              <a:t>o</a:t>
            </a:r>
            <a:r>
              <a:rPr sz="2700" spc="-10" dirty="0">
                <a:latin typeface="Calibri"/>
                <a:cs typeface="Calibri"/>
              </a:rPr>
              <a:t>r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5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h</a:t>
            </a:r>
            <a:r>
              <a:rPr sz="2700" spc="-15" dirty="0">
                <a:latin typeface="Calibri"/>
                <a:cs typeface="Calibri"/>
              </a:rPr>
              <a:t>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Calibri"/>
                <a:cs typeface="Calibri"/>
              </a:rPr>
              <a:t>e</a:t>
            </a:r>
            <a:r>
              <a:rPr sz="2700" spc="-40" dirty="0">
                <a:latin typeface="Calibri"/>
                <a:cs typeface="Calibri"/>
              </a:rPr>
              <a:t>s</a:t>
            </a:r>
            <a:r>
              <a:rPr sz="2700" spc="-15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-25" dirty="0">
                <a:latin typeface="Calibri"/>
                <a:cs typeface="Calibri"/>
              </a:rPr>
              <a:t>m</a:t>
            </a:r>
            <a:r>
              <a:rPr sz="2700" spc="-15" dirty="0">
                <a:latin typeface="Calibri"/>
                <a:cs typeface="Calibri"/>
              </a:rPr>
              <a:t>at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Calibri"/>
                <a:cs typeface="Calibri"/>
              </a:rPr>
              <a:t>c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spc="-20" dirty="0">
                <a:latin typeface="Calibri"/>
                <a:cs typeface="Calibri"/>
              </a:rPr>
              <a:t>n</a:t>
            </a:r>
            <a:r>
              <a:rPr sz="2700" spc="-15" dirty="0">
                <a:latin typeface="Calibri"/>
                <a:cs typeface="Calibri"/>
              </a:rPr>
              <a:t>t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l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Calibri"/>
                <a:cs typeface="Calibri"/>
              </a:rPr>
              <a:t>g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ins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809625" marR="1051560">
              <a:lnSpc>
                <a:spcPct val="12440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Calibri"/>
                <a:cs typeface="Calibri"/>
              </a:rPr>
              <a:t>P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ort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al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g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2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25" dirty="0">
                <a:latin typeface="Calibri"/>
                <a:cs typeface="Calibri"/>
              </a:rPr>
              <a:t>P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spc="5" dirty="0">
                <a:latin typeface="Calibri"/>
                <a:cs typeface="Calibri"/>
              </a:rPr>
              <a:t>us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30" dirty="0"/>
              <a:t>A</a:t>
            </a:r>
            <a:r>
              <a:rPr spc="-10" dirty="0"/>
              <a:t>d</a:t>
            </a:r>
            <a:r>
              <a:rPr spc="-60" dirty="0"/>
              <a:t>v</a:t>
            </a:r>
            <a:r>
              <a:rPr spc="-10" dirty="0"/>
              <a:t>a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10" dirty="0"/>
              <a:t>a</a:t>
            </a:r>
            <a:r>
              <a:rPr spc="-45" dirty="0"/>
              <a:t>g</a:t>
            </a:r>
            <a:r>
              <a:rPr spc="-15" dirty="0"/>
              <a:t>e</a:t>
            </a:r>
            <a:r>
              <a:rPr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075745"/>
            <a:ext cx="7319009" cy="422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22555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SS</a:t>
            </a:r>
            <a:r>
              <a:rPr sz="2600" spc="-5" dirty="0">
                <a:latin typeface="Calibri"/>
                <a:cs typeface="Calibri"/>
              </a:rPr>
              <a:t>/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IP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hand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ng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simil</a:t>
            </a:r>
            <a:r>
              <a:rPr sz="2600" spc="-10" dirty="0">
                <a:latin typeface="Calibri"/>
                <a:cs typeface="Calibri"/>
              </a:rPr>
              <a:t>ar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xp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end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ult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 marR="39370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-s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sk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-45" dirty="0"/>
              <a:t>S</a:t>
            </a:r>
            <a:r>
              <a:rPr spc="-20" dirty="0"/>
              <a:t>y</a:t>
            </a:r>
            <a:r>
              <a:rPr spc="-5" dirty="0"/>
              <a:t>ll</a:t>
            </a:r>
            <a:r>
              <a:rPr spc="-10" dirty="0"/>
              <a:t>abus</a:t>
            </a:r>
          </a:p>
        </p:txBody>
      </p:sp>
      <p:sp>
        <p:nvSpPr>
          <p:cNvPr id="5" name="object 5"/>
          <p:cNvSpPr/>
          <p:nvPr/>
        </p:nvSpPr>
        <p:spPr>
          <a:xfrm>
            <a:off x="3381999" y="2708910"/>
            <a:ext cx="2484120" cy="2700020"/>
          </a:xfrm>
          <a:custGeom>
            <a:avLst/>
            <a:gdLst/>
            <a:ahLst/>
            <a:cxnLst/>
            <a:rect l="l" t="t" r="r" b="b"/>
            <a:pathLst>
              <a:path w="2484120" h="2700020">
                <a:moveTo>
                  <a:pt x="0" y="414040"/>
                </a:moveTo>
                <a:lnTo>
                  <a:pt x="5419" y="346882"/>
                </a:lnTo>
                <a:lnTo>
                  <a:pt x="21108" y="283174"/>
                </a:lnTo>
                <a:lnTo>
                  <a:pt x="46215" y="223768"/>
                </a:lnTo>
                <a:lnTo>
                  <a:pt x="79887" y="169516"/>
                </a:lnTo>
                <a:lnTo>
                  <a:pt x="121272" y="121272"/>
                </a:lnTo>
                <a:lnTo>
                  <a:pt x="169516" y="79887"/>
                </a:lnTo>
                <a:lnTo>
                  <a:pt x="223768" y="46215"/>
                </a:lnTo>
                <a:lnTo>
                  <a:pt x="283174" y="21108"/>
                </a:lnTo>
                <a:lnTo>
                  <a:pt x="346882" y="5419"/>
                </a:lnTo>
                <a:lnTo>
                  <a:pt x="414040" y="0"/>
                </a:lnTo>
                <a:lnTo>
                  <a:pt x="2070110" y="0"/>
                </a:lnTo>
                <a:lnTo>
                  <a:pt x="2137267" y="5419"/>
                </a:lnTo>
                <a:lnTo>
                  <a:pt x="2200972" y="21108"/>
                </a:lnTo>
                <a:lnTo>
                  <a:pt x="2260375" y="46215"/>
                </a:lnTo>
                <a:lnTo>
                  <a:pt x="2314623" y="79887"/>
                </a:lnTo>
                <a:lnTo>
                  <a:pt x="2362862" y="121272"/>
                </a:lnTo>
                <a:lnTo>
                  <a:pt x="2404242" y="169516"/>
                </a:lnTo>
                <a:lnTo>
                  <a:pt x="2437910" y="223768"/>
                </a:lnTo>
                <a:lnTo>
                  <a:pt x="2463014" y="283174"/>
                </a:lnTo>
                <a:lnTo>
                  <a:pt x="2478701" y="346882"/>
                </a:lnTo>
                <a:lnTo>
                  <a:pt x="2484119" y="414040"/>
                </a:lnTo>
                <a:lnTo>
                  <a:pt x="2484119" y="2285987"/>
                </a:lnTo>
                <a:lnTo>
                  <a:pt x="2478701" y="2353148"/>
                </a:lnTo>
                <a:lnTo>
                  <a:pt x="2463014" y="2416857"/>
                </a:lnTo>
                <a:lnTo>
                  <a:pt x="2437910" y="2476262"/>
                </a:lnTo>
                <a:lnTo>
                  <a:pt x="2404242" y="2530512"/>
                </a:lnTo>
                <a:lnTo>
                  <a:pt x="2362862" y="2578754"/>
                </a:lnTo>
                <a:lnTo>
                  <a:pt x="2314623" y="2620135"/>
                </a:lnTo>
                <a:lnTo>
                  <a:pt x="2260375" y="2653805"/>
                </a:lnTo>
                <a:lnTo>
                  <a:pt x="2200972" y="2678909"/>
                </a:lnTo>
                <a:lnTo>
                  <a:pt x="2137267" y="2694597"/>
                </a:lnTo>
                <a:lnTo>
                  <a:pt x="2070110" y="2700015"/>
                </a:lnTo>
                <a:lnTo>
                  <a:pt x="414040" y="2700015"/>
                </a:lnTo>
                <a:lnTo>
                  <a:pt x="346882" y="2694597"/>
                </a:lnTo>
                <a:lnTo>
                  <a:pt x="283174" y="2678909"/>
                </a:lnTo>
                <a:lnTo>
                  <a:pt x="223768" y="2653805"/>
                </a:lnTo>
                <a:lnTo>
                  <a:pt x="169516" y="2620135"/>
                </a:lnTo>
                <a:lnTo>
                  <a:pt x="121272" y="2578754"/>
                </a:lnTo>
                <a:lnTo>
                  <a:pt x="79887" y="2530512"/>
                </a:lnTo>
                <a:lnTo>
                  <a:pt x="46215" y="2476262"/>
                </a:lnTo>
                <a:lnTo>
                  <a:pt x="21108" y="2416857"/>
                </a:lnTo>
                <a:lnTo>
                  <a:pt x="5419" y="2353148"/>
                </a:lnTo>
                <a:lnTo>
                  <a:pt x="0" y="2285987"/>
                </a:lnTo>
                <a:lnTo>
                  <a:pt x="0" y="41404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75844" y="1826258"/>
            <a:ext cx="1236975" cy="15062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52983" y="2969264"/>
            <a:ext cx="1236975" cy="15062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75079" y="2167086"/>
            <a:ext cx="395605" cy="185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735" y="2169930"/>
            <a:ext cx="2050414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ept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717" y="3489881"/>
            <a:ext cx="2091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Fun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ep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717" y="4038521"/>
            <a:ext cx="2318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if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ra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77740" y="1211589"/>
            <a:ext cx="1236975" cy="15062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98177" y="155378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7145" y="1753713"/>
            <a:ext cx="704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4988" y="2028033"/>
            <a:ext cx="12865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10" dirty="0">
                <a:latin typeface="Calibri"/>
                <a:cs typeface="Calibri"/>
              </a:rPr>
              <a:t>fi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11399" y="4625340"/>
            <a:ext cx="1236978" cy="15062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1717" y="4965876"/>
            <a:ext cx="263461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  <a:tabLst>
                <a:tab pos="2273935" algn="l"/>
              </a:tabLst>
            </a:pPr>
            <a:r>
              <a:rPr sz="1800" b="1" spc="-20" dirty="0">
                <a:latin typeface="Calibri"/>
                <a:cs typeface="Calibri"/>
              </a:rPr>
              <a:t>po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ts val="1035"/>
              </a:lnSpc>
            </a:pP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lo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ana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0" dirty="0">
                <a:latin typeface="Calibri"/>
                <a:cs typeface="Calibri"/>
              </a:rPr>
              <a:t>sis,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et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im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39349" y="3002280"/>
            <a:ext cx="1236978" cy="15062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461232" y="334339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32088" y="3010798"/>
            <a:ext cx="14560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89903" y="3285118"/>
            <a:ext cx="17379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“</a:t>
            </a:r>
            <a:r>
              <a:rPr sz="1800" b="1" spc="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39637" y="3559438"/>
            <a:ext cx="1437005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7592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eo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  <a:p>
            <a:pPr marL="12700" marR="5080" indent="58419">
              <a:lnSpc>
                <a:spcPct val="100000"/>
              </a:lnSpc>
              <a:spcBef>
                <a:spcPts val="1355"/>
              </a:spcBef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ab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2139" y="4554751"/>
            <a:ext cx="175387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26695">
              <a:lnSpc>
                <a:spcPct val="100000"/>
              </a:lnSpc>
            </a:pP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minim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pa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98966" y="5566543"/>
            <a:ext cx="1157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12089" y="2984504"/>
            <a:ext cx="1231903" cy="15062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33175" y="3324958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68369" y="2349928"/>
            <a:ext cx="151701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54285" y="5662353"/>
            <a:ext cx="25679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lti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20058" y="3142040"/>
            <a:ext cx="1410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obu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21069" y="4879643"/>
            <a:ext cx="2027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2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20" dirty="0">
                <a:latin typeface="Calibri"/>
                <a:cs typeface="Calibri"/>
              </a:rPr>
              <a:t>ar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17213" y="3952895"/>
            <a:ext cx="17075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29300" y="2666146"/>
            <a:ext cx="401320" cy="209550"/>
          </a:xfrm>
          <a:custGeom>
            <a:avLst/>
            <a:gdLst/>
            <a:ahLst/>
            <a:cxnLst/>
            <a:rect l="l" t="t" r="r" b="b"/>
            <a:pathLst>
              <a:path w="401320" h="209550">
                <a:moveTo>
                  <a:pt x="0" y="209184"/>
                </a:moveTo>
                <a:lnTo>
                  <a:pt x="40075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41933" y="2662001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821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82639" y="3309183"/>
            <a:ext cx="441325" cy="104775"/>
          </a:xfrm>
          <a:custGeom>
            <a:avLst/>
            <a:gdLst/>
            <a:ahLst/>
            <a:cxnLst/>
            <a:rect l="l" t="t" r="r" b="b"/>
            <a:pathLst>
              <a:path w="441325" h="104775">
                <a:moveTo>
                  <a:pt x="0" y="104607"/>
                </a:moveTo>
                <a:lnTo>
                  <a:pt x="440984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39225" y="3283518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43" y="8650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69929" y="4096405"/>
            <a:ext cx="551180" cy="52705"/>
          </a:xfrm>
          <a:custGeom>
            <a:avLst/>
            <a:gdLst/>
            <a:ahLst/>
            <a:cxnLst/>
            <a:rect l="l" t="t" r="r" b="b"/>
            <a:pathLst>
              <a:path w="551179" h="52704">
                <a:moveTo>
                  <a:pt x="0" y="52696"/>
                </a:moveTo>
                <a:lnTo>
                  <a:pt x="55062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40449" y="4059411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070" y="36993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77549" y="4597396"/>
            <a:ext cx="445770" cy="177800"/>
          </a:xfrm>
          <a:custGeom>
            <a:avLst/>
            <a:gdLst/>
            <a:ahLst/>
            <a:cxnLst/>
            <a:rect l="l" t="t" r="r" b="b"/>
            <a:pathLst>
              <a:path w="445770" h="177800">
                <a:moveTo>
                  <a:pt x="0" y="0"/>
                </a:moveTo>
                <a:lnTo>
                  <a:pt x="445526" y="17723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35842" y="4705158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57" y="0"/>
                </a:moveTo>
                <a:lnTo>
                  <a:pt x="87233" y="69463"/>
                </a:lnTo>
                <a:lnTo>
                  <a:pt x="0" y="82594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56569" y="5372100"/>
            <a:ext cx="408940" cy="365125"/>
          </a:xfrm>
          <a:custGeom>
            <a:avLst/>
            <a:gdLst/>
            <a:ahLst/>
            <a:cxnLst/>
            <a:rect l="l" t="t" r="r" b="b"/>
            <a:pathLst>
              <a:path w="408939" h="365125">
                <a:moveTo>
                  <a:pt x="0" y="0"/>
                </a:moveTo>
                <a:lnTo>
                  <a:pt x="408919" y="36473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79017" y="5652933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890"/>
                </a:lnTo>
                <a:lnTo>
                  <a:pt x="0" y="66339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603504" y="3022610"/>
            <a:ext cx="760095" cy="274955"/>
          </a:xfrm>
          <a:custGeom>
            <a:avLst/>
            <a:gdLst/>
            <a:ahLst/>
            <a:cxnLst/>
            <a:rect l="l" t="t" r="r" b="b"/>
            <a:pathLst>
              <a:path w="760095" h="274954">
                <a:moveTo>
                  <a:pt x="0" y="0"/>
                </a:moveTo>
                <a:lnTo>
                  <a:pt x="759720" y="27471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276447" y="322963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696"/>
                </a:lnTo>
                <a:lnTo>
                  <a:pt x="0" y="8360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603504" y="3952244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50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285804" y="3907798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891"/>
                </a:moveTo>
                <a:lnTo>
                  <a:pt x="76199" y="444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87323" y="4747354"/>
            <a:ext cx="648335" cy="172720"/>
          </a:xfrm>
          <a:custGeom>
            <a:avLst/>
            <a:gdLst/>
            <a:ahLst/>
            <a:cxnLst/>
            <a:rect l="l" t="t" r="r" b="b"/>
            <a:pathLst>
              <a:path w="648335" h="172720">
                <a:moveTo>
                  <a:pt x="0" y="172474"/>
                </a:moveTo>
                <a:lnTo>
                  <a:pt x="648285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50539" y="4723982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7"/>
                </a:moveTo>
                <a:lnTo>
                  <a:pt x="85069" y="23372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24059" y="2322819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743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12960" y="2683062"/>
            <a:ext cx="222250" cy="190500"/>
          </a:xfrm>
          <a:custGeom>
            <a:avLst/>
            <a:gdLst/>
            <a:ahLst/>
            <a:cxnLst/>
            <a:rect l="l" t="t" r="r" b="b"/>
            <a:pathLst>
              <a:path w="222250" h="190500">
                <a:moveTo>
                  <a:pt x="222260" y="0"/>
                </a:moveTo>
                <a:lnTo>
                  <a:pt x="111099" y="190499"/>
                </a:lnTo>
                <a:lnTo>
                  <a:pt x="0" y="0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967739" y="1911339"/>
            <a:ext cx="2839720" cy="4450080"/>
          </a:xfrm>
          <a:custGeom>
            <a:avLst/>
            <a:gdLst/>
            <a:ahLst/>
            <a:cxnLst/>
            <a:rect l="l" t="t" r="r" b="b"/>
            <a:pathLst>
              <a:path w="2839720" h="4450080">
                <a:moveTo>
                  <a:pt x="0" y="473293"/>
                </a:moveTo>
                <a:lnTo>
                  <a:pt x="1568" y="434479"/>
                </a:lnTo>
                <a:lnTo>
                  <a:pt x="6194" y="396529"/>
                </a:lnTo>
                <a:lnTo>
                  <a:pt x="24128" y="323706"/>
                </a:lnTo>
                <a:lnTo>
                  <a:pt x="52827" y="255799"/>
                </a:lnTo>
                <a:lnTo>
                  <a:pt x="91317" y="193784"/>
                </a:lnTo>
                <a:lnTo>
                  <a:pt x="138623" y="138634"/>
                </a:lnTo>
                <a:lnTo>
                  <a:pt x="193770" y="91325"/>
                </a:lnTo>
                <a:lnTo>
                  <a:pt x="255786" y="52833"/>
                </a:lnTo>
                <a:lnTo>
                  <a:pt x="323694" y="24131"/>
                </a:lnTo>
                <a:lnTo>
                  <a:pt x="396521" y="6195"/>
                </a:lnTo>
                <a:lnTo>
                  <a:pt x="434475" y="1569"/>
                </a:lnTo>
                <a:lnTo>
                  <a:pt x="473293" y="0"/>
                </a:lnTo>
                <a:lnTo>
                  <a:pt x="2366406" y="0"/>
                </a:lnTo>
                <a:lnTo>
                  <a:pt x="2405224" y="1569"/>
                </a:lnTo>
                <a:lnTo>
                  <a:pt x="2443177" y="6195"/>
                </a:lnTo>
                <a:lnTo>
                  <a:pt x="2516004" y="24131"/>
                </a:lnTo>
                <a:lnTo>
                  <a:pt x="2583913" y="52833"/>
                </a:lnTo>
                <a:lnTo>
                  <a:pt x="2645928" y="91325"/>
                </a:lnTo>
                <a:lnTo>
                  <a:pt x="2701076" y="138634"/>
                </a:lnTo>
                <a:lnTo>
                  <a:pt x="2748382" y="193784"/>
                </a:lnTo>
                <a:lnTo>
                  <a:pt x="2786872" y="255799"/>
                </a:lnTo>
                <a:lnTo>
                  <a:pt x="2815571" y="323706"/>
                </a:lnTo>
                <a:lnTo>
                  <a:pt x="2833505" y="396529"/>
                </a:lnTo>
                <a:lnTo>
                  <a:pt x="2838130" y="434479"/>
                </a:lnTo>
                <a:lnTo>
                  <a:pt x="2839699" y="473293"/>
                </a:lnTo>
                <a:lnTo>
                  <a:pt x="2839699" y="3976789"/>
                </a:lnTo>
                <a:lnTo>
                  <a:pt x="2838130" y="4015606"/>
                </a:lnTo>
                <a:lnTo>
                  <a:pt x="2833505" y="4053559"/>
                </a:lnTo>
                <a:lnTo>
                  <a:pt x="2815571" y="4126386"/>
                </a:lnTo>
                <a:lnTo>
                  <a:pt x="2786872" y="4194294"/>
                </a:lnTo>
                <a:lnTo>
                  <a:pt x="2748382" y="4256310"/>
                </a:lnTo>
                <a:lnTo>
                  <a:pt x="2701076" y="4311459"/>
                </a:lnTo>
                <a:lnTo>
                  <a:pt x="2645928" y="4358766"/>
                </a:lnTo>
                <a:lnTo>
                  <a:pt x="2583913" y="4397256"/>
                </a:lnTo>
                <a:lnTo>
                  <a:pt x="2516004" y="4425956"/>
                </a:lnTo>
                <a:lnTo>
                  <a:pt x="2443177" y="4443891"/>
                </a:lnTo>
                <a:lnTo>
                  <a:pt x="2405224" y="4448517"/>
                </a:lnTo>
                <a:lnTo>
                  <a:pt x="2366406" y="4450085"/>
                </a:lnTo>
                <a:lnTo>
                  <a:pt x="473293" y="4450085"/>
                </a:lnTo>
                <a:lnTo>
                  <a:pt x="434475" y="4448517"/>
                </a:lnTo>
                <a:lnTo>
                  <a:pt x="396521" y="4443891"/>
                </a:lnTo>
                <a:lnTo>
                  <a:pt x="323694" y="4425956"/>
                </a:lnTo>
                <a:lnTo>
                  <a:pt x="255786" y="4397256"/>
                </a:lnTo>
                <a:lnTo>
                  <a:pt x="193770" y="4358766"/>
                </a:lnTo>
                <a:lnTo>
                  <a:pt x="138623" y="4311459"/>
                </a:lnTo>
                <a:lnTo>
                  <a:pt x="91317" y="4256310"/>
                </a:lnTo>
                <a:lnTo>
                  <a:pt x="52827" y="4194294"/>
                </a:lnTo>
                <a:lnTo>
                  <a:pt x="24128" y="4126386"/>
                </a:lnTo>
                <a:lnTo>
                  <a:pt x="6194" y="4053559"/>
                </a:lnTo>
                <a:lnTo>
                  <a:pt x="1568" y="4015606"/>
                </a:lnTo>
                <a:lnTo>
                  <a:pt x="0" y="3976789"/>
                </a:lnTo>
                <a:lnTo>
                  <a:pt x="0" y="473293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402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pc="5" dirty="0"/>
              <a:t>Co</a:t>
            </a:r>
            <a:r>
              <a:rPr spc="-10" dirty="0"/>
              <a:t>n</a:t>
            </a:r>
            <a:r>
              <a:rPr dirty="0"/>
              <a:t>c</a:t>
            </a:r>
            <a:r>
              <a:rPr spc="-5" dirty="0"/>
              <a:t>l</a:t>
            </a:r>
            <a:r>
              <a:rPr spc="-10" dirty="0"/>
              <a:t>us</a:t>
            </a:r>
            <a:r>
              <a:rPr spc="-5" dirty="0"/>
              <a:t>i</a:t>
            </a:r>
            <a:r>
              <a:rPr spc="5" dirty="0"/>
              <a:t>o</a:t>
            </a:r>
            <a:r>
              <a:rPr spc="-10" dirty="0"/>
              <a:t>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778" y="2095544"/>
            <a:ext cx="7105650" cy="157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cl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5,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marR="326390" indent="-228600">
              <a:lnSpc>
                <a:spcPts val="2800"/>
              </a:lnSpc>
              <a:spcBef>
                <a:spcPts val="9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…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6,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6.1)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12191</Words>
  <Application>Microsoft Office PowerPoint</Application>
  <PresentationFormat>On-screen Show (4:3)</PresentationFormat>
  <Paragraphs>2284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0" baseType="lpstr">
      <vt:lpstr>Arial</vt:lpstr>
      <vt:lpstr>Calibri</vt:lpstr>
      <vt:lpstr>Calibri Light</vt:lpstr>
      <vt:lpstr>MT Extra</vt:lpstr>
      <vt:lpstr>Symbol</vt:lpstr>
      <vt:lpstr>Times New Roman</vt:lpstr>
      <vt:lpstr>Office Theme</vt:lpstr>
      <vt:lpstr>PowerPoint Presentation</vt:lpstr>
      <vt:lpstr>Syllabus</vt:lpstr>
      <vt:lpstr>ENGR406 (506) Intelligent System Control</vt:lpstr>
      <vt:lpstr>PowerPoint Presentation</vt:lpstr>
      <vt:lpstr>Sections 5.1/5.2</vt:lpstr>
      <vt:lpstr>A State Space Representation</vt:lpstr>
      <vt:lpstr>PowerPoint Presentation</vt:lpstr>
      <vt:lpstr>PowerPoint Presentation</vt:lpstr>
      <vt:lpstr>State Space Representations</vt:lpstr>
      <vt:lpstr>PowerPoint Presentation</vt:lpstr>
      <vt:lpstr>PowerPoint Presentation</vt:lpstr>
      <vt:lpstr>PowerPoint Presentation</vt:lpstr>
      <vt:lpstr>Exercise</vt:lpstr>
      <vt:lpstr>Control Design Example</vt:lpstr>
      <vt:lpstr>PowerPoint Presentation</vt:lpstr>
      <vt:lpstr>PowerPoint Presentation</vt:lpstr>
      <vt:lpstr>PowerPoint Presentation</vt:lpstr>
      <vt:lpstr>Pole Assignment</vt:lpstr>
      <vt:lpstr>Simulation Example</vt:lpstr>
      <vt:lpstr>PowerPoint Presentation</vt:lpstr>
      <vt:lpstr>PowerPoint Presentation</vt:lpstr>
      <vt:lpstr>PowerPoint Presentation</vt:lpstr>
      <vt:lpstr>Controllability (Reachability)</vt:lpstr>
      <vt:lpstr>Observability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NMSS Form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 Examples</vt:lpstr>
      <vt:lpstr>PowerPoint Presentation</vt:lpstr>
      <vt:lpstr>PowerPoint Presentation</vt:lpstr>
      <vt:lpstr>The Problem</vt:lpstr>
      <vt:lpstr>PowerPoint Presentation</vt:lpstr>
      <vt:lpstr>PowerPoint Presentation</vt:lpstr>
      <vt:lpstr>NMSS Form (1)</vt:lpstr>
      <vt:lpstr>NMSS Form (2)</vt:lpstr>
      <vt:lpstr>NMSS Form (3)</vt:lpstr>
      <vt:lpstr>NMSS Form (4)</vt:lpstr>
      <vt:lpstr>NMSS Form (5)</vt:lpstr>
      <vt:lpstr>PowerPoint Presentation</vt:lpstr>
      <vt:lpstr>PowerPoint Presentation</vt:lpstr>
      <vt:lpstr>PowerPoint Presentation</vt:lpstr>
      <vt:lpstr>PowerPoint Presentation</vt:lpstr>
      <vt:lpstr>Simulation Examples (cf. Sections 4.4 and 5.3)</vt:lpstr>
      <vt:lpstr>PowerPoint Presentation</vt:lpstr>
      <vt:lpstr>NMSS Model (1)</vt:lpstr>
      <vt:lpstr>NMSS Model (2)</vt:lpstr>
      <vt:lpstr>NMSS Model (3)</vt:lpstr>
      <vt:lpstr>NMSS Model (4)</vt:lpstr>
      <vt:lpstr>NMSS Model (5)</vt:lpstr>
      <vt:lpstr>NMSS Model (6)</vt:lpstr>
      <vt:lpstr>NMSS Model (7)</vt:lpstr>
      <vt:lpstr>Control Algorithm</vt:lpstr>
      <vt:lpstr>PIP Control Block Diagram</vt:lpstr>
      <vt:lpstr>PowerPoint Presentation</vt:lpstr>
      <vt:lpstr>Etc.</vt:lpstr>
      <vt:lpstr>Terminology (and Recap)</vt:lpstr>
      <vt:lpstr>PowerPoint Presentation</vt:lpstr>
      <vt:lpstr>The Problem</vt:lpstr>
      <vt:lpstr>PowerPoint Presentation</vt:lpstr>
      <vt:lpstr>PowerPoint Presentation</vt:lpstr>
      <vt:lpstr>NMSS Form (1)</vt:lpstr>
      <vt:lpstr>NMSS Form (2)</vt:lpstr>
      <vt:lpstr>NMSS Form (3)</vt:lpstr>
      <vt:lpstr>NMSS Form (4)</vt:lpstr>
      <vt:lpstr>NMSS Form (5)</vt:lpstr>
      <vt:lpstr>PowerPoint Presentation</vt:lpstr>
      <vt:lpstr>Block Diagram</vt:lpstr>
      <vt:lpstr>PowerPoint Presentation</vt:lpstr>
      <vt:lpstr>PowerPoint Presentation</vt:lpstr>
      <vt:lpstr>PowerPoint Presentation</vt:lpstr>
      <vt:lpstr>What next?</vt:lpstr>
      <vt:lpstr>PowerPoint Presentation</vt:lpstr>
      <vt:lpstr>NMSS (1)</vt:lpstr>
      <vt:lpstr>NMSS (2)</vt:lpstr>
      <vt:lpstr>NMSS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of PI control</vt:lpstr>
      <vt:lpstr>PowerPoint Presentation</vt:lpstr>
      <vt:lpstr>Non-Minimal State Vector (1)</vt:lpstr>
      <vt:lpstr>PowerPoint Presentation</vt:lpstr>
      <vt:lpstr>PowerPoint Presentation</vt:lpstr>
      <vt:lpstr>PowerPoint Presentation</vt:lpstr>
      <vt:lpstr>Block Diagram</vt:lpstr>
      <vt:lpstr>PowerPoint Presentation</vt:lpstr>
      <vt:lpstr>PowerPoint Presentation</vt:lpstr>
      <vt:lpstr>Recap</vt:lpstr>
      <vt:lpstr>Advantages</vt:lpstr>
      <vt:lpstr>Syllabus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Abrar, Muhammad</cp:lastModifiedBy>
  <cp:revision>9</cp:revision>
  <dcterms:created xsi:type="dcterms:W3CDTF">2022-07-22T04:42:34Z</dcterms:created>
  <dcterms:modified xsi:type="dcterms:W3CDTF">2025-10-27T13:10:21Z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2022-07-22T00:00:00Z</vt:filetime>
  </property>
  <property fmtid="{D5CDD505-2E9C-101B-9397-08002B2CF9AE}" pid="3" name="LastSaved">
    <vt:filetime>2022-07-22T00:00:00Z</vt:filetime>
  </property>
</Properties>
</file>